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5"/>
    <p:sldMasterId id="2147483677"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Lst>
  <p:sldSz cy="5143500" cx="9144000"/>
  <p:notesSz cx="6858000" cy="9144000"/>
  <p:embeddedFontLst>
    <p:embeddedFont>
      <p:font typeface="Zen Dots"/>
      <p:regular r:id="rId60"/>
    </p:embeddedFont>
    <p:embeddedFont>
      <p:font typeface="Proxima Nova"/>
      <p:regular r:id="rId61"/>
      <p:bold r:id="rId62"/>
      <p:italic r:id="rId63"/>
      <p:boldItalic r:id="rId64"/>
    </p:embeddedFont>
    <p:embeddedFont>
      <p:font typeface="Roboto Medium"/>
      <p:regular r:id="rId65"/>
      <p:bold r:id="rId66"/>
      <p:italic r:id="rId67"/>
      <p:boldItalic r:id="rId68"/>
    </p:embeddedFont>
    <p:embeddedFont>
      <p:font typeface="Amatic SC"/>
      <p:regular r:id="rId69"/>
      <p:bold r:id="rId70"/>
    </p:embeddedFont>
    <p:embeddedFont>
      <p:font typeface="Anaheim"/>
      <p:regular r:id="rId71"/>
      <p:bold r:id="rId72"/>
    </p:embeddedFont>
    <p:embeddedFont>
      <p:font typeface="Proxima Nova Semibold"/>
      <p:regular r:id="rId73"/>
      <p:bold r:id="rId74"/>
      <p:boldItalic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454">
          <p15:clr>
            <a:srgbClr val="9AA0A6"/>
          </p15:clr>
        </p15:guide>
        <p15:guide id="2" orient="horz" pos="1537">
          <p15:clr>
            <a:srgbClr val="9AA0A6"/>
          </p15:clr>
        </p15:guide>
        <p15:guide id="3" orient="horz" pos="340">
          <p15:clr>
            <a:srgbClr val="9AA0A6"/>
          </p15:clr>
        </p15:guide>
        <p15:guide id="4" pos="5306">
          <p15:clr>
            <a:srgbClr val="9AA0A6"/>
          </p15:clr>
        </p15:guide>
        <p15:guide id="5" orient="horz" pos="2900">
          <p15:clr>
            <a:srgbClr val="9AA0A6"/>
          </p15:clr>
        </p15:guide>
        <p15:guide id="6" pos="2880">
          <p15:clr>
            <a:srgbClr val="747775"/>
          </p15:clr>
        </p15:guide>
        <p15:guide id="7" pos="4032">
          <p15:clr>
            <a:srgbClr val="747775"/>
          </p15:clr>
        </p15:guide>
        <p15:guide id="8" pos="1728">
          <p15:clr>
            <a:srgbClr val="747775"/>
          </p15:clr>
        </p15:guide>
      </p15:sldGuideLst>
    </p:ext>
    <p:ext uri="GoogleSlidesCustomDataVersion2">
      <go:slidesCustomData xmlns:go="http://customooxmlschemas.google.com/" r:id="rId76" roundtripDataSignature="AMtx7mhwpNdAfCpELCI0yVTU2EwTm0TTlA=="/>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3228013-3981-42A5-B69A-88F3EA214485}">
  <a:tblStyle styleId="{23228013-3981-42A5-B69A-88F3EA214485}" styleName="Table_0">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454"/>
        <p:guide pos="1537" orient="horz"/>
        <p:guide pos="340" orient="horz"/>
        <p:guide pos="5306"/>
        <p:guide pos="2900" orient="horz"/>
        <p:guide pos="2880"/>
        <p:guide pos="4032"/>
        <p:guide pos="1728"/>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Semibold-regular.fntdata"/><Relationship Id="rId72" Type="http://schemas.openxmlformats.org/officeDocument/2006/relationships/font" Target="fonts/Anaheim-bold.fntdata"/><Relationship Id="rId31" Type="http://schemas.openxmlformats.org/officeDocument/2006/relationships/slide" Target="slides/slide24.xml"/><Relationship Id="rId75" Type="http://schemas.openxmlformats.org/officeDocument/2006/relationships/font" Target="fonts/ProximaNovaSemibold-boldItalic.fntdata"/><Relationship Id="rId30" Type="http://schemas.openxmlformats.org/officeDocument/2006/relationships/slide" Target="slides/slide23.xml"/><Relationship Id="rId74" Type="http://schemas.openxmlformats.org/officeDocument/2006/relationships/font" Target="fonts/ProximaNovaSemibold-bold.fntdata"/><Relationship Id="rId33" Type="http://schemas.openxmlformats.org/officeDocument/2006/relationships/slide" Target="slides/slide26.xml"/><Relationship Id="rId32" Type="http://schemas.openxmlformats.org/officeDocument/2006/relationships/slide" Target="slides/slide25.xml"/><Relationship Id="rId76" Type="http://customschemas.google.com/relationships/presentationmetadata" Target="metadata"/><Relationship Id="rId35" Type="http://schemas.openxmlformats.org/officeDocument/2006/relationships/slide" Target="slides/slide28.xml"/><Relationship Id="rId34" Type="http://schemas.openxmlformats.org/officeDocument/2006/relationships/slide" Target="slides/slide27.xml"/><Relationship Id="rId71" Type="http://schemas.openxmlformats.org/officeDocument/2006/relationships/font" Target="fonts/Anaheim-regular.fntdata"/><Relationship Id="rId70" Type="http://schemas.openxmlformats.org/officeDocument/2006/relationships/font" Target="fonts/AmaticSC-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bold.fntdata"/><Relationship Id="rId61" Type="http://schemas.openxmlformats.org/officeDocument/2006/relationships/font" Target="fonts/ProximaNova-regular.fntdata"/><Relationship Id="rId20" Type="http://schemas.openxmlformats.org/officeDocument/2006/relationships/slide" Target="slides/slide13.xml"/><Relationship Id="rId64" Type="http://schemas.openxmlformats.org/officeDocument/2006/relationships/font" Target="fonts/ProximaNova-boldItalic.fntdata"/><Relationship Id="rId63" Type="http://schemas.openxmlformats.org/officeDocument/2006/relationships/font" Target="fonts/ProximaNova-italic.fntdata"/><Relationship Id="rId22" Type="http://schemas.openxmlformats.org/officeDocument/2006/relationships/slide" Target="slides/slide15.xml"/><Relationship Id="rId66" Type="http://schemas.openxmlformats.org/officeDocument/2006/relationships/font" Target="fonts/RobotoMedium-bold.fntdata"/><Relationship Id="rId21" Type="http://schemas.openxmlformats.org/officeDocument/2006/relationships/slide" Target="slides/slide14.xml"/><Relationship Id="rId65" Type="http://schemas.openxmlformats.org/officeDocument/2006/relationships/font" Target="fonts/RobotoMedium-regular.fntdata"/><Relationship Id="rId24" Type="http://schemas.openxmlformats.org/officeDocument/2006/relationships/slide" Target="slides/slide17.xml"/><Relationship Id="rId68" Type="http://schemas.openxmlformats.org/officeDocument/2006/relationships/font" Target="fonts/RobotoMedium-boldItalic.fntdata"/><Relationship Id="rId23" Type="http://schemas.openxmlformats.org/officeDocument/2006/relationships/slide" Target="slides/slide16.xml"/><Relationship Id="rId67" Type="http://schemas.openxmlformats.org/officeDocument/2006/relationships/font" Target="fonts/RobotoMedium-italic.fntdata"/><Relationship Id="rId60" Type="http://schemas.openxmlformats.org/officeDocument/2006/relationships/font" Target="fonts/ZenDots-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AmaticSC-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9" name="Shape 1259"/>
        <p:cNvGrpSpPr/>
        <p:nvPr/>
      </p:nvGrpSpPr>
      <p:grpSpPr>
        <a:xfrm>
          <a:off x="0" y="0"/>
          <a:ext cx="0" cy="0"/>
          <a:chOff x="0" y="0"/>
          <a:chExt cx="0" cy="0"/>
        </a:xfrm>
      </p:grpSpPr>
      <p:sp>
        <p:nvSpPr>
          <p:cNvPr id="1260" name="Google Shape;1260;p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61" name="Google Shape;1261;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 name="Shape 1264"/>
        <p:cNvGrpSpPr/>
        <p:nvPr/>
      </p:nvGrpSpPr>
      <p:grpSpPr>
        <a:xfrm>
          <a:off x="0" y="0"/>
          <a:ext cx="0" cy="0"/>
          <a:chOff x="0" y="0"/>
          <a:chExt cx="0" cy="0"/>
        </a:xfrm>
      </p:grpSpPr>
      <p:sp>
        <p:nvSpPr>
          <p:cNvPr id="1265" name="Google Shape;1265;p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66" name="Google Shape;1266;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3" name="Shape 1323"/>
        <p:cNvGrpSpPr/>
        <p:nvPr/>
      </p:nvGrpSpPr>
      <p:grpSpPr>
        <a:xfrm>
          <a:off x="0" y="0"/>
          <a:ext cx="0" cy="0"/>
          <a:chOff x="0" y="0"/>
          <a:chExt cx="0" cy="0"/>
        </a:xfrm>
      </p:grpSpPr>
      <p:sp>
        <p:nvSpPr>
          <p:cNvPr id="1324" name="Google Shape;1324;p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25" name="Google Shape;1325;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6" name="Shape 1336"/>
        <p:cNvGrpSpPr/>
        <p:nvPr/>
      </p:nvGrpSpPr>
      <p:grpSpPr>
        <a:xfrm>
          <a:off x="0" y="0"/>
          <a:ext cx="0" cy="0"/>
          <a:chOff x="0" y="0"/>
          <a:chExt cx="0" cy="0"/>
        </a:xfrm>
      </p:grpSpPr>
      <p:sp>
        <p:nvSpPr>
          <p:cNvPr id="1337" name="Google Shape;1337;p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38" name="Google Shape;1338;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2" name="Shape 1342"/>
        <p:cNvGrpSpPr/>
        <p:nvPr/>
      </p:nvGrpSpPr>
      <p:grpSpPr>
        <a:xfrm>
          <a:off x="0" y="0"/>
          <a:ext cx="0" cy="0"/>
          <a:chOff x="0" y="0"/>
          <a:chExt cx="0" cy="0"/>
        </a:xfrm>
      </p:grpSpPr>
      <p:sp>
        <p:nvSpPr>
          <p:cNvPr id="1343" name="Google Shape;1343;p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44" name="Google Shape;1344;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9" name="Shape 1359"/>
        <p:cNvGrpSpPr/>
        <p:nvPr/>
      </p:nvGrpSpPr>
      <p:grpSpPr>
        <a:xfrm>
          <a:off x="0" y="0"/>
          <a:ext cx="0" cy="0"/>
          <a:chOff x="0" y="0"/>
          <a:chExt cx="0" cy="0"/>
        </a:xfrm>
      </p:grpSpPr>
      <p:sp>
        <p:nvSpPr>
          <p:cNvPr id="1360" name="Google Shape;1360;p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61" name="Google Shape;1361;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0" name="Shape 1400"/>
        <p:cNvGrpSpPr/>
        <p:nvPr/>
      </p:nvGrpSpPr>
      <p:grpSpPr>
        <a:xfrm>
          <a:off x="0" y="0"/>
          <a:ext cx="0" cy="0"/>
          <a:chOff x="0" y="0"/>
          <a:chExt cx="0" cy="0"/>
        </a:xfrm>
      </p:grpSpPr>
      <p:sp>
        <p:nvSpPr>
          <p:cNvPr id="1401" name="Google Shape;1401;p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02" name="Google Shape;1402;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6" name="Shape 1416"/>
        <p:cNvGrpSpPr/>
        <p:nvPr/>
      </p:nvGrpSpPr>
      <p:grpSpPr>
        <a:xfrm>
          <a:off x="0" y="0"/>
          <a:ext cx="0" cy="0"/>
          <a:chOff x="0" y="0"/>
          <a:chExt cx="0" cy="0"/>
        </a:xfrm>
      </p:grpSpPr>
      <p:sp>
        <p:nvSpPr>
          <p:cNvPr id="1417" name="Google Shape;1417;p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18" name="Google Shape;1418;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0" name="Shape 1430"/>
        <p:cNvGrpSpPr/>
        <p:nvPr/>
      </p:nvGrpSpPr>
      <p:grpSpPr>
        <a:xfrm>
          <a:off x="0" y="0"/>
          <a:ext cx="0" cy="0"/>
          <a:chOff x="0" y="0"/>
          <a:chExt cx="0" cy="0"/>
        </a:xfrm>
      </p:grpSpPr>
      <p:sp>
        <p:nvSpPr>
          <p:cNvPr id="1431" name="Google Shape;1431;p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32" name="Google Shape;1432;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8" name="Shape 1438"/>
        <p:cNvGrpSpPr/>
        <p:nvPr/>
      </p:nvGrpSpPr>
      <p:grpSpPr>
        <a:xfrm>
          <a:off x="0" y="0"/>
          <a:ext cx="0" cy="0"/>
          <a:chOff x="0" y="0"/>
          <a:chExt cx="0" cy="0"/>
        </a:xfrm>
      </p:grpSpPr>
      <p:sp>
        <p:nvSpPr>
          <p:cNvPr id="1439" name="Google Shape;1439;p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40" name="Google Shape;1440;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 name="Shape 1444"/>
        <p:cNvGrpSpPr/>
        <p:nvPr/>
      </p:nvGrpSpPr>
      <p:grpSpPr>
        <a:xfrm>
          <a:off x="0" y="0"/>
          <a:ext cx="0" cy="0"/>
          <a:chOff x="0" y="0"/>
          <a:chExt cx="0" cy="0"/>
        </a:xfrm>
      </p:grpSpPr>
      <p:sp>
        <p:nvSpPr>
          <p:cNvPr id="1445" name="Google Shape;1445;g3b3d817690b_0_3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46" name="Google Shape;1446;g3b3d817690b_0_39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 name="Shape 1451"/>
        <p:cNvGrpSpPr/>
        <p:nvPr/>
      </p:nvGrpSpPr>
      <p:grpSpPr>
        <a:xfrm>
          <a:off x="0" y="0"/>
          <a:ext cx="0" cy="0"/>
          <a:chOff x="0" y="0"/>
          <a:chExt cx="0" cy="0"/>
        </a:xfrm>
      </p:grpSpPr>
      <p:sp>
        <p:nvSpPr>
          <p:cNvPr id="1452" name="Google Shape;1452;p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53" name="Google Shape;1453;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 name="Shape 1463"/>
        <p:cNvGrpSpPr/>
        <p:nvPr/>
      </p:nvGrpSpPr>
      <p:grpSpPr>
        <a:xfrm>
          <a:off x="0" y="0"/>
          <a:ext cx="0" cy="0"/>
          <a:chOff x="0" y="0"/>
          <a:chExt cx="0" cy="0"/>
        </a:xfrm>
      </p:grpSpPr>
      <p:sp>
        <p:nvSpPr>
          <p:cNvPr id="1464" name="Google Shape;1464;p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65" name="Google Shape;1465;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8" name="Shape 1538"/>
        <p:cNvGrpSpPr/>
        <p:nvPr/>
      </p:nvGrpSpPr>
      <p:grpSpPr>
        <a:xfrm>
          <a:off x="0" y="0"/>
          <a:ext cx="0" cy="0"/>
          <a:chOff x="0" y="0"/>
          <a:chExt cx="0" cy="0"/>
        </a:xfrm>
      </p:grpSpPr>
      <p:sp>
        <p:nvSpPr>
          <p:cNvPr id="1539" name="Google Shape;1539;p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40" name="Google Shape;1540;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9" name="Shape 1549"/>
        <p:cNvGrpSpPr/>
        <p:nvPr/>
      </p:nvGrpSpPr>
      <p:grpSpPr>
        <a:xfrm>
          <a:off x="0" y="0"/>
          <a:ext cx="0" cy="0"/>
          <a:chOff x="0" y="0"/>
          <a:chExt cx="0" cy="0"/>
        </a:xfrm>
      </p:grpSpPr>
      <p:sp>
        <p:nvSpPr>
          <p:cNvPr id="1550" name="Google Shape;1550;p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51" name="Google Shape;1551;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7" name="Shape 1627"/>
        <p:cNvGrpSpPr/>
        <p:nvPr/>
      </p:nvGrpSpPr>
      <p:grpSpPr>
        <a:xfrm>
          <a:off x="0" y="0"/>
          <a:ext cx="0" cy="0"/>
          <a:chOff x="0" y="0"/>
          <a:chExt cx="0" cy="0"/>
        </a:xfrm>
      </p:grpSpPr>
      <p:sp>
        <p:nvSpPr>
          <p:cNvPr id="1628" name="Google Shape;1628;p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29" name="Google Shape;1629;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5" name="Shape 1705"/>
        <p:cNvGrpSpPr/>
        <p:nvPr/>
      </p:nvGrpSpPr>
      <p:grpSpPr>
        <a:xfrm>
          <a:off x="0" y="0"/>
          <a:ext cx="0" cy="0"/>
          <a:chOff x="0" y="0"/>
          <a:chExt cx="0" cy="0"/>
        </a:xfrm>
      </p:grpSpPr>
      <p:sp>
        <p:nvSpPr>
          <p:cNvPr id="1706" name="Google Shape;1706;p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707" name="Google Shape;1707;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5" name="Shape 1835"/>
        <p:cNvGrpSpPr/>
        <p:nvPr/>
      </p:nvGrpSpPr>
      <p:grpSpPr>
        <a:xfrm>
          <a:off x="0" y="0"/>
          <a:ext cx="0" cy="0"/>
          <a:chOff x="0" y="0"/>
          <a:chExt cx="0" cy="0"/>
        </a:xfrm>
      </p:grpSpPr>
      <p:sp>
        <p:nvSpPr>
          <p:cNvPr id="1836" name="Google Shape;1836;p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37" name="Google Shape;1837;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2" name="Shape 1982"/>
        <p:cNvGrpSpPr/>
        <p:nvPr/>
      </p:nvGrpSpPr>
      <p:grpSpPr>
        <a:xfrm>
          <a:off x="0" y="0"/>
          <a:ext cx="0" cy="0"/>
          <a:chOff x="0" y="0"/>
          <a:chExt cx="0" cy="0"/>
        </a:xfrm>
      </p:grpSpPr>
      <p:sp>
        <p:nvSpPr>
          <p:cNvPr id="1983" name="Google Shape;1983;p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84" name="Google Shape;1984;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5" name="Shape 2035"/>
        <p:cNvGrpSpPr/>
        <p:nvPr/>
      </p:nvGrpSpPr>
      <p:grpSpPr>
        <a:xfrm>
          <a:off x="0" y="0"/>
          <a:ext cx="0" cy="0"/>
          <a:chOff x="0" y="0"/>
          <a:chExt cx="0" cy="0"/>
        </a:xfrm>
      </p:grpSpPr>
      <p:sp>
        <p:nvSpPr>
          <p:cNvPr id="2036" name="Google Shape;2036;p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37" name="Google Shape;2037;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7" name="Shape 2047"/>
        <p:cNvGrpSpPr/>
        <p:nvPr/>
      </p:nvGrpSpPr>
      <p:grpSpPr>
        <a:xfrm>
          <a:off x="0" y="0"/>
          <a:ext cx="0" cy="0"/>
          <a:chOff x="0" y="0"/>
          <a:chExt cx="0" cy="0"/>
        </a:xfrm>
      </p:grpSpPr>
      <p:sp>
        <p:nvSpPr>
          <p:cNvPr id="2048" name="Google Shape;2048;g3b3d817690b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49" name="Google Shape;2049;g3b3d817690b_0_7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4" name="Shape 2224"/>
        <p:cNvGrpSpPr/>
        <p:nvPr/>
      </p:nvGrpSpPr>
      <p:grpSpPr>
        <a:xfrm>
          <a:off x="0" y="0"/>
          <a:ext cx="0" cy="0"/>
          <a:chOff x="0" y="0"/>
          <a:chExt cx="0" cy="0"/>
        </a:xfrm>
      </p:grpSpPr>
      <p:sp>
        <p:nvSpPr>
          <p:cNvPr id="2225" name="Google Shape;2225;p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26" name="Google Shape;2226;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2" name="Shape 2262"/>
        <p:cNvGrpSpPr/>
        <p:nvPr/>
      </p:nvGrpSpPr>
      <p:grpSpPr>
        <a:xfrm>
          <a:off x="0" y="0"/>
          <a:ext cx="0" cy="0"/>
          <a:chOff x="0" y="0"/>
          <a:chExt cx="0" cy="0"/>
        </a:xfrm>
      </p:grpSpPr>
      <p:sp>
        <p:nvSpPr>
          <p:cNvPr id="2263" name="Google Shape;2263;g3b3d817690b_0_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4" name="Google Shape;2264;g3b3d817690b_0_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3" name="Shape 2273"/>
        <p:cNvGrpSpPr/>
        <p:nvPr/>
      </p:nvGrpSpPr>
      <p:grpSpPr>
        <a:xfrm>
          <a:off x="0" y="0"/>
          <a:ext cx="0" cy="0"/>
          <a:chOff x="0" y="0"/>
          <a:chExt cx="0" cy="0"/>
        </a:xfrm>
      </p:grpSpPr>
      <p:sp>
        <p:nvSpPr>
          <p:cNvPr id="2274" name="Google Shape;2274;p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75" name="Google Shape;2275;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3" name="Shape 2453"/>
        <p:cNvGrpSpPr/>
        <p:nvPr/>
      </p:nvGrpSpPr>
      <p:grpSpPr>
        <a:xfrm>
          <a:off x="0" y="0"/>
          <a:ext cx="0" cy="0"/>
          <a:chOff x="0" y="0"/>
          <a:chExt cx="0" cy="0"/>
        </a:xfrm>
      </p:grpSpPr>
      <p:sp>
        <p:nvSpPr>
          <p:cNvPr id="2454" name="Google Shape;2454;g3b3d817690b_0_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455" name="Google Shape;2455;g3b3d817690b_0_27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7" name="Shape 2537"/>
        <p:cNvGrpSpPr/>
        <p:nvPr/>
      </p:nvGrpSpPr>
      <p:grpSpPr>
        <a:xfrm>
          <a:off x="0" y="0"/>
          <a:ext cx="0" cy="0"/>
          <a:chOff x="0" y="0"/>
          <a:chExt cx="0" cy="0"/>
        </a:xfrm>
      </p:grpSpPr>
      <p:sp>
        <p:nvSpPr>
          <p:cNvPr id="2538" name="Google Shape;2538;p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539" name="Google Shape;2539;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5" name="Shape 2605"/>
        <p:cNvGrpSpPr/>
        <p:nvPr/>
      </p:nvGrpSpPr>
      <p:grpSpPr>
        <a:xfrm>
          <a:off x="0" y="0"/>
          <a:ext cx="0" cy="0"/>
          <a:chOff x="0" y="0"/>
          <a:chExt cx="0" cy="0"/>
        </a:xfrm>
      </p:grpSpPr>
      <p:sp>
        <p:nvSpPr>
          <p:cNvPr id="2606" name="Google Shape;2606;p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607" name="Google Shape;2607;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3" name="Shape 2613"/>
        <p:cNvGrpSpPr/>
        <p:nvPr/>
      </p:nvGrpSpPr>
      <p:grpSpPr>
        <a:xfrm>
          <a:off x="0" y="0"/>
          <a:ext cx="0" cy="0"/>
          <a:chOff x="0" y="0"/>
          <a:chExt cx="0" cy="0"/>
        </a:xfrm>
      </p:grpSpPr>
      <p:sp>
        <p:nvSpPr>
          <p:cNvPr id="2614" name="Google Shape;2614;p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615" name="Google Shape;2615;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3" name="Shape 2663"/>
        <p:cNvGrpSpPr/>
        <p:nvPr/>
      </p:nvGrpSpPr>
      <p:grpSpPr>
        <a:xfrm>
          <a:off x="0" y="0"/>
          <a:ext cx="0" cy="0"/>
          <a:chOff x="0" y="0"/>
          <a:chExt cx="0" cy="0"/>
        </a:xfrm>
      </p:grpSpPr>
      <p:sp>
        <p:nvSpPr>
          <p:cNvPr id="2664" name="Google Shape;2664;p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665" name="Google Shape;2665;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687" name="Google Shape;2687;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1" name="Shape 2721"/>
        <p:cNvGrpSpPr/>
        <p:nvPr/>
      </p:nvGrpSpPr>
      <p:grpSpPr>
        <a:xfrm>
          <a:off x="0" y="0"/>
          <a:ext cx="0" cy="0"/>
          <a:chOff x="0" y="0"/>
          <a:chExt cx="0" cy="0"/>
        </a:xfrm>
      </p:grpSpPr>
      <p:sp>
        <p:nvSpPr>
          <p:cNvPr id="2722" name="Google Shape;2722;p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723" name="Google Shape;2723;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2" name="Shape 4122"/>
        <p:cNvGrpSpPr/>
        <p:nvPr/>
      </p:nvGrpSpPr>
      <p:grpSpPr>
        <a:xfrm>
          <a:off x="0" y="0"/>
          <a:ext cx="0" cy="0"/>
          <a:chOff x="0" y="0"/>
          <a:chExt cx="0" cy="0"/>
        </a:xfrm>
      </p:grpSpPr>
      <p:sp>
        <p:nvSpPr>
          <p:cNvPr id="4123" name="Google Shape;4123;p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124" name="Google Shape;4124;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2" name="Shape 5312"/>
        <p:cNvGrpSpPr/>
        <p:nvPr/>
      </p:nvGrpSpPr>
      <p:grpSpPr>
        <a:xfrm>
          <a:off x="0" y="0"/>
          <a:ext cx="0" cy="0"/>
          <a:chOff x="0" y="0"/>
          <a:chExt cx="0" cy="0"/>
        </a:xfrm>
      </p:grpSpPr>
      <p:sp>
        <p:nvSpPr>
          <p:cNvPr id="5313" name="Google Shape;5313;p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14" name="Google Shape;5314;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8" name="Shape 5318"/>
        <p:cNvGrpSpPr/>
        <p:nvPr/>
      </p:nvGrpSpPr>
      <p:grpSpPr>
        <a:xfrm>
          <a:off x="0" y="0"/>
          <a:ext cx="0" cy="0"/>
          <a:chOff x="0" y="0"/>
          <a:chExt cx="0" cy="0"/>
        </a:xfrm>
      </p:grpSpPr>
      <p:sp>
        <p:nvSpPr>
          <p:cNvPr id="5319" name="Google Shape;5319;p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20" name="Google Shape;5320;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4" name="Shape 5324"/>
        <p:cNvGrpSpPr/>
        <p:nvPr/>
      </p:nvGrpSpPr>
      <p:grpSpPr>
        <a:xfrm>
          <a:off x="0" y="0"/>
          <a:ext cx="0" cy="0"/>
          <a:chOff x="0" y="0"/>
          <a:chExt cx="0" cy="0"/>
        </a:xfrm>
      </p:grpSpPr>
      <p:sp>
        <p:nvSpPr>
          <p:cNvPr id="5325" name="Google Shape;5325;p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26" name="Google Shape;5326;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1" name="Shape 5331"/>
        <p:cNvGrpSpPr/>
        <p:nvPr/>
      </p:nvGrpSpPr>
      <p:grpSpPr>
        <a:xfrm>
          <a:off x="0" y="0"/>
          <a:ext cx="0" cy="0"/>
          <a:chOff x="0" y="0"/>
          <a:chExt cx="0" cy="0"/>
        </a:xfrm>
      </p:grpSpPr>
      <p:sp>
        <p:nvSpPr>
          <p:cNvPr id="5332" name="Google Shape;5332;p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33" name="Google Shape;5333;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8" name="Shape 5338"/>
        <p:cNvGrpSpPr/>
        <p:nvPr/>
      </p:nvGrpSpPr>
      <p:grpSpPr>
        <a:xfrm>
          <a:off x="0" y="0"/>
          <a:ext cx="0" cy="0"/>
          <a:chOff x="0" y="0"/>
          <a:chExt cx="0" cy="0"/>
        </a:xfrm>
      </p:grpSpPr>
      <p:sp>
        <p:nvSpPr>
          <p:cNvPr id="5339" name="Google Shape;5339;p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40" name="Google Shape;5340;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1" name="Shape 5361"/>
        <p:cNvGrpSpPr/>
        <p:nvPr/>
      </p:nvGrpSpPr>
      <p:grpSpPr>
        <a:xfrm>
          <a:off x="0" y="0"/>
          <a:ext cx="0" cy="0"/>
          <a:chOff x="0" y="0"/>
          <a:chExt cx="0" cy="0"/>
        </a:xfrm>
      </p:grpSpPr>
      <p:sp>
        <p:nvSpPr>
          <p:cNvPr id="5362" name="Google Shape;5362;p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63" name="Google Shape;5363;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7" name="Shape 5377"/>
        <p:cNvGrpSpPr/>
        <p:nvPr/>
      </p:nvGrpSpPr>
      <p:grpSpPr>
        <a:xfrm>
          <a:off x="0" y="0"/>
          <a:ext cx="0" cy="0"/>
          <a:chOff x="0" y="0"/>
          <a:chExt cx="0" cy="0"/>
        </a:xfrm>
      </p:grpSpPr>
      <p:sp>
        <p:nvSpPr>
          <p:cNvPr id="5378" name="Google Shape;5378;p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79" name="Google Shape;5379;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4" name="Shape 5714"/>
        <p:cNvGrpSpPr/>
        <p:nvPr/>
      </p:nvGrpSpPr>
      <p:grpSpPr>
        <a:xfrm>
          <a:off x="0" y="0"/>
          <a:ext cx="0" cy="0"/>
          <a:chOff x="0" y="0"/>
          <a:chExt cx="0" cy="0"/>
        </a:xfrm>
      </p:grpSpPr>
      <p:sp>
        <p:nvSpPr>
          <p:cNvPr id="5715" name="Google Shape;5715;p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716" name="Google Shape;5716;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1" name="Shape 8501"/>
        <p:cNvGrpSpPr/>
        <p:nvPr/>
      </p:nvGrpSpPr>
      <p:grpSpPr>
        <a:xfrm>
          <a:off x="0" y="0"/>
          <a:ext cx="0" cy="0"/>
          <a:chOff x="0" y="0"/>
          <a:chExt cx="0" cy="0"/>
        </a:xfrm>
      </p:grpSpPr>
      <p:sp>
        <p:nvSpPr>
          <p:cNvPr id="8502" name="Google Shape;8502;p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503" name="Google Shape;8503;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0" name="Shape 8920"/>
        <p:cNvGrpSpPr/>
        <p:nvPr/>
      </p:nvGrpSpPr>
      <p:grpSpPr>
        <a:xfrm>
          <a:off x="0" y="0"/>
          <a:ext cx="0" cy="0"/>
          <a:chOff x="0" y="0"/>
          <a:chExt cx="0" cy="0"/>
        </a:xfrm>
      </p:grpSpPr>
      <p:sp>
        <p:nvSpPr>
          <p:cNvPr id="8921" name="Google Shape;8921;p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22" name="Google Shape;8922;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0" name="Shape 9090"/>
        <p:cNvGrpSpPr/>
        <p:nvPr/>
      </p:nvGrpSpPr>
      <p:grpSpPr>
        <a:xfrm>
          <a:off x="0" y="0"/>
          <a:ext cx="0" cy="0"/>
          <a:chOff x="0" y="0"/>
          <a:chExt cx="0" cy="0"/>
        </a:xfrm>
      </p:grpSpPr>
      <p:sp>
        <p:nvSpPr>
          <p:cNvPr id="9091" name="Google Shape;9091;p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092" name="Google Shape;9092;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5" name="Shape 9495"/>
        <p:cNvGrpSpPr/>
        <p:nvPr/>
      </p:nvGrpSpPr>
      <p:grpSpPr>
        <a:xfrm>
          <a:off x="0" y="0"/>
          <a:ext cx="0" cy="0"/>
          <a:chOff x="0" y="0"/>
          <a:chExt cx="0" cy="0"/>
        </a:xfrm>
      </p:grpSpPr>
      <p:sp>
        <p:nvSpPr>
          <p:cNvPr id="9496" name="Google Shape;9496;p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497" name="Google Shape;9497;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5" name="Shape 9875"/>
        <p:cNvGrpSpPr/>
        <p:nvPr/>
      </p:nvGrpSpPr>
      <p:grpSpPr>
        <a:xfrm>
          <a:off x="0" y="0"/>
          <a:ext cx="0" cy="0"/>
          <a:chOff x="0" y="0"/>
          <a:chExt cx="0" cy="0"/>
        </a:xfrm>
      </p:grpSpPr>
      <p:sp>
        <p:nvSpPr>
          <p:cNvPr id="9876" name="Google Shape;9876;p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877" name="Google Shape;9877;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43" name="Shape 10643"/>
        <p:cNvGrpSpPr/>
        <p:nvPr/>
      </p:nvGrpSpPr>
      <p:grpSpPr>
        <a:xfrm>
          <a:off x="0" y="0"/>
          <a:ext cx="0" cy="0"/>
          <a:chOff x="0" y="0"/>
          <a:chExt cx="0" cy="0"/>
        </a:xfrm>
      </p:grpSpPr>
      <p:sp>
        <p:nvSpPr>
          <p:cNvPr id="10644" name="Google Shape;10644;p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645" name="Google Shape;10645;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50" name="Shape 12050"/>
        <p:cNvGrpSpPr/>
        <p:nvPr/>
      </p:nvGrpSpPr>
      <p:grpSpPr>
        <a:xfrm>
          <a:off x="0" y="0"/>
          <a:ext cx="0" cy="0"/>
          <a:chOff x="0" y="0"/>
          <a:chExt cx="0" cy="0"/>
        </a:xfrm>
      </p:grpSpPr>
      <p:sp>
        <p:nvSpPr>
          <p:cNvPr id="12051" name="Google Shape;12051;p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052" name="Google Shape;12052;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4" name="Shape 14444"/>
        <p:cNvGrpSpPr/>
        <p:nvPr/>
      </p:nvGrpSpPr>
      <p:grpSpPr>
        <a:xfrm>
          <a:off x="0" y="0"/>
          <a:ext cx="0" cy="0"/>
          <a:chOff x="0" y="0"/>
          <a:chExt cx="0" cy="0"/>
        </a:xfrm>
      </p:grpSpPr>
      <p:sp>
        <p:nvSpPr>
          <p:cNvPr id="14445" name="Google Shape;14445;p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446" name="Google Shape;14446;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58" name="Shape 16458"/>
        <p:cNvGrpSpPr/>
        <p:nvPr/>
      </p:nvGrpSpPr>
      <p:grpSpPr>
        <a:xfrm>
          <a:off x="0" y="0"/>
          <a:ext cx="0" cy="0"/>
          <a:chOff x="0" y="0"/>
          <a:chExt cx="0" cy="0"/>
        </a:xfrm>
      </p:grpSpPr>
      <p:sp>
        <p:nvSpPr>
          <p:cNvPr id="16459" name="Google Shape;16459;p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460" name="Google Shape;16460;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94" name="Shape 18094"/>
        <p:cNvGrpSpPr/>
        <p:nvPr/>
      </p:nvGrpSpPr>
      <p:grpSpPr>
        <a:xfrm>
          <a:off x="0" y="0"/>
          <a:ext cx="0" cy="0"/>
          <a:chOff x="0" y="0"/>
          <a:chExt cx="0" cy="0"/>
        </a:xfrm>
      </p:grpSpPr>
      <p:sp>
        <p:nvSpPr>
          <p:cNvPr id="18095" name="Google Shape;18095;p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096" name="Google Shape;18096;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36" name="Shape 19136"/>
        <p:cNvGrpSpPr/>
        <p:nvPr/>
      </p:nvGrpSpPr>
      <p:grpSpPr>
        <a:xfrm>
          <a:off x="0" y="0"/>
          <a:ext cx="0" cy="0"/>
          <a:chOff x="0" y="0"/>
          <a:chExt cx="0" cy="0"/>
        </a:xfrm>
      </p:grpSpPr>
      <p:sp>
        <p:nvSpPr>
          <p:cNvPr id="19137" name="Google Shape;19137;p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138" name="Google Shape;19138;p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79" name="Shape 20679"/>
        <p:cNvGrpSpPr/>
        <p:nvPr/>
      </p:nvGrpSpPr>
      <p:grpSpPr>
        <a:xfrm>
          <a:off x="0" y="0"/>
          <a:ext cx="0" cy="0"/>
          <a:chOff x="0" y="0"/>
          <a:chExt cx="0" cy="0"/>
        </a:xfrm>
      </p:grpSpPr>
      <p:sp>
        <p:nvSpPr>
          <p:cNvPr id="20680" name="Google Shape;20680;p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681" name="Google Shape;20681;p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0" name="Shape 10"/>
        <p:cNvGrpSpPr/>
        <p:nvPr/>
      </p:nvGrpSpPr>
      <p:grpSpPr>
        <a:xfrm>
          <a:off x="0" y="0"/>
          <a:ext cx="0" cy="0"/>
          <a:chOff x="0" y="0"/>
          <a:chExt cx="0" cy="0"/>
        </a:xfrm>
      </p:grpSpPr>
      <p:pic>
        <p:nvPicPr>
          <p:cNvPr id="11" name="Google Shape;11;p50"/>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12" name="Google Shape;12;p50"/>
          <p:cNvGrpSpPr/>
          <p:nvPr/>
        </p:nvGrpSpPr>
        <p:grpSpPr>
          <a:xfrm>
            <a:off x="372025" y="321975"/>
            <a:ext cx="8400000" cy="4503300"/>
            <a:chOff x="372025" y="321975"/>
            <a:chExt cx="8400000" cy="4503300"/>
          </a:xfrm>
        </p:grpSpPr>
        <p:sp>
          <p:nvSpPr>
            <p:cNvPr id="13" name="Google Shape;13;p50"/>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 name="Google Shape;14;p50"/>
            <p:cNvGrpSpPr/>
            <p:nvPr/>
          </p:nvGrpSpPr>
          <p:grpSpPr>
            <a:xfrm>
              <a:off x="372025" y="321975"/>
              <a:ext cx="8400000" cy="4499700"/>
              <a:chOff x="372025" y="321975"/>
              <a:chExt cx="8400000" cy="4499700"/>
            </a:xfrm>
          </p:grpSpPr>
          <p:sp>
            <p:nvSpPr>
              <p:cNvPr id="15" name="Google Shape;15;p50"/>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 name="Google Shape;16;p50"/>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 name="Google Shape;17;p50"/>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 name="Google Shape;18;p50"/>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50"/>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50"/>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1" name="Google Shape;21;p50"/>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grpSp>
        <p:nvGrpSpPr>
          <p:cNvPr id="22" name="Google Shape;22;p50"/>
          <p:cNvGrpSpPr/>
          <p:nvPr/>
        </p:nvGrpSpPr>
        <p:grpSpPr>
          <a:xfrm>
            <a:off x="371330" y="3441041"/>
            <a:ext cx="8400431" cy="1380780"/>
            <a:chOff x="4122825" y="2769975"/>
            <a:chExt cx="4390775" cy="1934950"/>
          </a:xfrm>
        </p:grpSpPr>
        <p:sp>
          <p:nvSpPr>
            <p:cNvPr id="23" name="Google Shape;23;p50"/>
            <p:cNvSpPr/>
            <p:nvPr/>
          </p:nvSpPr>
          <p:spPr>
            <a:xfrm>
              <a:off x="4122825" y="2769975"/>
              <a:ext cx="4390775" cy="1399600"/>
            </a:xfrm>
            <a:custGeom>
              <a:rect b="b" l="l" r="r" t="t"/>
              <a:pathLst>
                <a:path extrusionOk="0" fill="none" h="55984" w="175631">
                  <a:moveTo>
                    <a:pt x="175486" y="55983"/>
                  </a:moveTo>
                  <a:cubicBezTo>
                    <a:pt x="175594" y="55983"/>
                    <a:pt x="175630" y="55808"/>
                    <a:pt x="175534" y="55748"/>
                  </a:cubicBezTo>
                  <a:lnTo>
                    <a:pt x="87817" y="1"/>
                  </a:lnTo>
                  <a:lnTo>
                    <a:pt x="97" y="55748"/>
                  </a:lnTo>
                  <a:cubicBezTo>
                    <a:pt x="1" y="55810"/>
                    <a:pt x="37" y="55983"/>
                    <a:pt x="146" y="55983"/>
                  </a:cubicBez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 name="Google Shape;24;p50"/>
            <p:cNvSpPr/>
            <p:nvPr/>
          </p:nvSpPr>
          <p:spPr>
            <a:xfrm>
              <a:off x="5419875" y="2769975"/>
              <a:ext cx="898375" cy="1934950"/>
            </a:xfrm>
            <a:custGeom>
              <a:rect b="b" l="l" r="r" t="t"/>
              <a:pathLst>
                <a:path extrusionOk="0" fill="none" h="77398" w="35935">
                  <a:moveTo>
                    <a:pt x="35935" y="1"/>
                  </a:moveTo>
                  <a:lnTo>
                    <a:pt x="0" y="77398"/>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 name="Google Shape;25;p50"/>
            <p:cNvSpPr/>
            <p:nvPr/>
          </p:nvSpPr>
          <p:spPr>
            <a:xfrm>
              <a:off x="4355900" y="2769975"/>
              <a:ext cx="1962350" cy="1934950"/>
            </a:xfrm>
            <a:custGeom>
              <a:rect b="b" l="l" r="r" t="t"/>
              <a:pathLst>
                <a:path extrusionOk="0" fill="none" h="77398" w="78494">
                  <a:moveTo>
                    <a:pt x="0" y="77398"/>
                  </a:moveTo>
                  <a:lnTo>
                    <a:pt x="78494"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 name="Google Shape;26;p50"/>
            <p:cNvSpPr/>
            <p:nvPr/>
          </p:nvSpPr>
          <p:spPr>
            <a:xfrm>
              <a:off x="6318225" y="2769975"/>
              <a:ext cx="898350" cy="1934950"/>
            </a:xfrm>
            <a:custGeom>
              <a:rect b="b" l="l" r="r" t="t"/>
              <a:pathLst>
                <a:path extrusionOk="0" fill="none" h="77398" w="35934">
                  <a:moveTo>
                    <a:pt x="1" y="1"/>
                  </a:moveTo>
                  <a:lnTo>
                    <a:pt x="35934" y="77398"/>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 name="Google Shape;27;p50"/>
            <p:cNvSpPr/>
            <p:nvPr/>
          </p:nvSpPr>
          <p:spPr>
            <a:xfrm>
              <a:off x="6318225" y="2769975"/>
              <a:ext cx="1962350" cy="1934950"/>
            </a:xfrm>
            <a:custGeom>
              <a:rect b="b" l="l" r="r" t="t"/>
              <a:pathLst>
                <a:path extrusionOk="0" fill="none" h="77398" w="78494">
                  <a:moveTo>
                    <a:pt x="78493" y="77398"/>
                  </a:moveTo>
                  <a:lnTo>
                    <a:pt x="1"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 name="Google Shape;28;p50"/>
            <p:cNvSpPr/>
            <p:nvPr/>
          </p:nvSpPr>
          <p:spPr>
            <a:xfrm>
              <a:off x="4123850" y="3851100"/>
              <a:ext cx="4389300" cy="25"/>
            </a:xfrm>
            <a:custGeom>
              <a:rect b="b" l="l" r="r" t="t"/>
              <a:pathLst>
                <a:path extrusionOk="0" fill="none" h="1" w="175572">
                  <a:moveTo>
                    <a:pt x="1" y="0"/>
                  </a:moveTo>
                  <a:lnTo>
                    <a:pt x="175571" y="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 name="Google Shape;29;p50"/>
            <p:cNvSpPr/>
            <p:nvPr/>
          </p:nvSpPr>
          <p:spPr>
            <a:xfrm>
              <a:off x="4123850" y="4346500"/>
              <a:ext cx="4389300" cy="25"/>
            </a:xfrm>
            <a:custGeom>
              <a:rect b="b" l="l" r="r" t="t"/>
              <a:pathLst>
                <a:path extrusionOk="0" fill="none" h="1" w="175572">
                  <a:moveTo>
                    <a:pt x="1" y="1"/>
                  </a:moveTo>
                  <a:lnTo>
                    <a:pt x="175571"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 name="Google Shape;30;p50"/>
            <p:cNvSpPr/>
            <p:nvPr/>
          </p:nvSpPr>
          <p:spPr>
            <a:xfrm>
              <a:off x="4123850" y="3557300"/>
              <a:ext cx="4388725" cy="25"/>
            </a:xfrm>
            <a:custGeom>
              <a:rect b="b" l="l" r="r" t="t"/>
              <a:pathLst>
                <a:path extrusionOk="0" fill="none" h="1" w="175549">
                  <a:moveTo>
                    <a:pt x="1" y="0"/>
                  </a:moveTo>
                  <a:lnTo>
                    <a:pt x="175549" y="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 name="Google Shape;31;p50"/>
            <p:cNvSpPr/>
            <p:nvPr/>
          </p:nvSpPr>
          <p:spPr>
            <a:xfrm>
              <a:off x="4123850" y="3353425"/>
              <a:ext cx="4389300" cy="25"/>
            </a:xfrm>
            <a:custGeom>
              <a:rect b="b" l="l" r="r" t="t"/>
              <a:pathLst>
                <a:path extrusionOk="0" fill="none" h="1" w="175572">
                  <a:moveTo>
                    <a:pt x="1" y="0"/>
                  </a:moveTo>
                  <a:lnTo>
                    <a:pt x="175571" y="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 name="Google Shape;32;p50"/>
            <p:cNvSpPr/>
            <p:nvPr/>
          </p:nvSpPr>
          <p:spPr>
            <a:xfrm>
              <a:off x="4123850" y="3194925"/>
              <a:ext cx="4389300" cy="25"/>
            </a:xfrm>
            <a:custGeom>
              <a:rect b="b" l="l" r="r" t="t"/>
              <a:pathLst>
                <a:path extrusionOk="0" fill="none" h="1" w="175572">
                  <a:moveTo>
                    <a:pt x="1" y="1"/>
                  </a:moveTo>
                  <a:lnTo>
                    <a:pt x="175571"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 name="Google Shape;33;p50"/>
            <p:cNvSpPr/>
            <p:nvPr/>
          </p:nvSpPr>
          <p:spPr>
            <a:xfrm>
              <a:off x="4123850" y="3079875"/>
              <a:ext cx="4388725" cy="25"/>
            </a:xfrm>
            <a:custGeom>
              <a:rect b="b" l="l" r="r" t="t"/>
              <a:pathLst>
                <a:path extrusionOk="0" fill="none" h="1" w="175549">
                  <a:moveTo>
                    <a:pt x="1" y="1"/>
                  </a:moveTo>
                  <a:lnTo>
                    <a:pt x="175549"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 name="Google Shape;34;p50"/>
            <p:cNvSpPr/>
            <p:nvPr/>
          </p:nvSpPr>
          <p:spPr>
            <a:xfrm>
              <a:off x="4123850" y="2976475"/>
              <a:ext cx="4389300" cy="25"/>
            </a:xfrm>
            <a:custGeom>
              <a:rect b="b" l="l" r="r" t="t"/>
              <a:pathLst>
                <a:path extrusionOk="0" fill="none" h="1" w="175572">
                  <a:moveTo>
                    <a:pt x="1" y="0"/>
                  </a:moveTo>
                  <a:lnTo>
                    <a:pt x="175571" y="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 name="Google Shape;35;p50"/>
            <p:cNvSpPr/>
            <p:nvPr/>
          </p:nvSpPr>
          <p:spPr>
            <a:xfrm>
              <a:off x="4123850" y="2880100"/>
              <a:ext cx="4388725" cy="25"/>
            </a:xfrm>
            <a:custGeom>
              <a:rect b="b" l="l" r="r" t="t"/>
              <a:pathLst>
                <a:path extrusionOk="0" fill="none" h="1" w="175549">
                  <a:moveTo>
                    <a:pt x="1" y="0"/>
                  </a:moveTo>
                  <a:lnTo>
                    <a:pt x="175549" y="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 name="Google Shape;36;p50"/>
            <p:cNvSpPr/>
            <p:nvPr/>
          </p:nvSpPr>
          <p:spPr>
            <a:xfrm>
              <a:off x="4123850" y="2769975"/>
              <a:ext cx="2194400" cy="979100"/>
            </a:xfrm>
            <a:custGeom>
              <a:rect b="b" l="l" r="r" t="t"/>
              <a:pathLst>
                <a:path extrusionOk="0" fill="none" h="39164" w="87776">
                  <a:moveTo>
                    <a:pt x="87776" y="1"/>
                  </a:moveTo>
                  <a:lnTo>
                    <a:pt x="1" y="39164"/>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 name="Google Shape;37;p50"/>
            <p:cNvSpPr/>
            <p:nvPr/>
          </p:nvSpPr>
          <p:spPr>
            <a:xfrm>
              <a:off x="4123850" y="2769975"/>
              <a:ext cx="2194400" cy="662050"/>
            </a:xfrm>
            <a:custGeom>
              <a:rect b="b" l="l" r="r" t="t"/>
              <a:pathLst>
                <a:path extrusionOk="0" fill="none" h="26482" w="87776">
                  <a:moveTo>
                    <a:pt x="87776" y="1"/>
                  </a:moveTo>
                  <a:lnTo>
                    <a:pt x="1" y="2648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 name="Google Shape;38;p50"/>
            <p:cNvSpPr/>
            <p:nvPr/>
          </p:nvSpPr>
          <p:spPr>
            <a:xfrm>
              <a:off x="4123850" y="2769975"/>
              <a:ext cx="2194400" cy="407100"/>
            </a:xfrm>
            <a:custGeom>
              <a:rect b="b" l="l" r="r" t="t"/>
              <a:pathLst>
                <a:path extrusionOk="0" fill="none" h="16284" w="87776">
                  <a:moveTo>
                    <a:pt x="87776" y="1"/>
                  </a:moveTo>
                  <a:lnTo>
                    <a:pt x="1" y="16284"/>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 name="Google Shape;39;p50"/>
            <p:cNvSpPr/>
            <p:nvPr/>
          </p:nvSpPr>
          <p:spPr>
            <a:xfrm>
              <a:off x="4123850" y="2769975"/>
              <a:ext cx="2194400" cy="206525"/>
            </a:xfrm>
            <a:custGeom>
              <a:rect b="b" l="l" r="r" t="t"/>
              <a:pathLst>
                <a:path extrusionOk="0" fill="none" h="8261" w="87776">
                  <a:moveTo>
                    <a:pt x="87776" y="1"/>
                  </a:moveTo>
                  <a:lnTo>
                    <a:pt x="1" y="826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 name="Google Shape;40;p50"/>
            <p:cNvSpPr/>
            <p:nvPr/>
          </p:nvSpPr>
          <p:spPr>
            <a:xfrm>
              <a:off x="4123850" y="2769975"/>
              <a:ext cx="2194400" cy="25"/>
            </a:xfrm>
            <a:custGeom>
              <a:rect b="b" l="l" r="r" t="t"/>
              <a:pathLst>
                <a:path extrusionOk="0" fill="none" h="1" w="87776">
                  <a:moveTo>
                    <a:pt x="87776" y="1"/>
                  </a:moveTo>
                  <a:lnTo>
                    <a:pt x="1"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 name="Google Shape;41;p50"/>
            <p:cNvSpPr/>
            <p:nvPr/>
          </p:nvSpPr>
          <p:spPr>
            <a:xfrm>
              <a:off x="6318700" y="2769975"/>
              <a:ext cx="2194450" cy="979100"/>
            </a:xfrm>
            <a:custGeom>
              <a:rect b="b" l="l" r="r" t="t"/>
              <a:pathLst>
                <a:path extrusionOk="0" fill="none" h="39164" w="87778">
                  <a:moveTo>
                    <a:pt x="1" y="1"/>
                  </a:moveTo>
                  <a:lnTo>
                    <a:pt x="87777" y="39164"/>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 name="Google Shape;42;p50"/>
            <p:cNvSpPr/>
            <p:nvPr/>
          </p:nvSpPr>
          <p:spPr>
            <a:xfrm>
              <a:off x="6318700" y="2769975"/>
              <a:ext cx="2194450" cy="662050"/>
            </a:xfrm>
            <a:custGeom>
              <a:rect b="b" l="l" r="r" t="t"/>
              <a:pathLst>
                <a:path extrusionOk="0" fill="none" h="26482" w="87778">
                  <a:moveTo>
                    <a:pt x="1" y="1"/>
                  </a:moveTo>
                  <a:lnTo>
                    <a:pt x="87777" y="2648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 name="Google Shape;43;p50"/>
            <p:cNvSpPr/>
            <p:nvPr/>
          </p:nvSpPr>
          <p:spPr>
            <a:xfrm>
              <a:off x="6318700" y="2769975"/>
              <a:ext cx="2194450" cy="407100"/>
            </a:xfrm>
            <a:custGeom>
              <a:rect b="b" l="l" r="r" t="t"/>
              <a:pathLst>
                <a:path extrusionOk="0" fill="none" h="16284" w="87778">
                  <a:moveTo>
                    <a:pt x="1" y="1"/>
                  </a:moveTo>
                  <a:lnTo>
                    <a:pt x="87777" y="16284"/>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 name="Google Shape;44;p50"/>
            <p:cNvSpPr/>
            <p:nvPr/>
          </p:nvSpPr>
          <p:spPr>
            <a:xfrm>
              <a:off x="6318700" y="2769975"/>
              <a:ext cx="2194450" cy="206525"/>
            </a:xfrm>
            <a:custGeom>
              <a:rect b="b" l="l" r="r" t="t"/>
              <a:pathLst>
                <a:path extrusionOk="0" fill="none" h="8261" w="87778">
                  <a:moveTo>
                    <a:pt x="1" y="1"/>
                  </a:moveTo>
                  <a:lnTo>
                    <a:pt x="87777" y="826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 name="Google Shape;45;p50"/>
            <p:cNvSpPr/>
            <p:nvPr/>
          </p:nvSpPr>
          <p:spPr>
            <a:xfrm>
              <a:off x="6318700" y="2769975"/>
              <a:ext cx="2194450" cy="25"/>
            </a:xfrm>
            <a:custGeom>
              <a:rect b="b" l="l" r="r" t="t"/>
              <a:pathLst>
                <a:path extrusionOk="0" fill="none" h="1" w="87778">
                  <a:moveTo>
                    <a:pt x="1" y="1"/>
                  </a:moveTo>
                  <a:lnTo>
                    <a:pt x="87777"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46" name="Google Shape;46;p50"/>
          <p:cNvCxnSpPr/>
          <p:nvPr/>
        </p:nvCxnSpPr>
        <p:spPr>
          <a:xfrm>
            <a:off x="372000" y="2007600"/>
            <a:ext cx="1495500" cy="0"/>
          </a:xfrm>
          <a:prstGeom prst="straightConnector1">
            <a:avLst/>
          </a:prstGeom>
          <a:noFill/>
          <a:ln cap="flat" cmpd="sng" w="152400">
            <a:solidFill>
              <a:schemeClr val="dk2"/>
            </a:solidFill>
            <a:prstDash val="solid"/>
            <a:round/>
            <a:headEnd len="sm" w="sm" type="none"/>
            <a:tailEnd len="sm" w="sm" type="none"/>
          </a:ln>
        </p:spPr>
      </p:cxnSp>
      <p:cxnSp>
        <p:nvCxnSpPr>
          <p:cNvPr id="47" name="Google Shape;47;p50"/>
          <p:cNvCxnSpPr/>
          <p:nvPr/>
        </p:nvCxnSpPr>
        <p:spPr>
          <a:xfrm>
            <a:off x="7276500" y="2007600"/>
            <a:ext cx="1495500" cy="0"/>
          </a:xfrm>
          <a:prstGeom prst="straightConnector1">
            <a:avLst/>
          </a:prstGeom>
          <a:noFill/>
          <a:ln cap="flat" cmpd="sng" w="152400">
            <a:solidFill>
              <a:schemeClr val="dk2"/>
            </a:solidFill>
            <a:prstDash val="solid"/>
            <a:round/>
            <a:headEnd len="sm" w="sm" type="none"/>
            <a:tailEnd len="sm" w="sm" type="none"/>
          </a:ln>
        </p:spPr>
      </p:cxnSp>
      <p:grpSp>
        <p:nvGrpSpPr>
          <p:cNvPr id="48" name="Google Shape;48;p50"/>
          <p:cNvGrpSpPr/>
          <p:nvPr/>
        </p:nvGrpSpPr>
        <p:grpSpPr>
          <a:xfrm>
            <a:off x="4313685" y="2999817"/>
            <a:ext cx="530320" cy="530308"/>
            <a:chOff x="5720325" y="1250450"/>
            <a:chExt cx="1103225" cy="1103200"/>
          </a:xfrm>
        </p:grpSpPr>
        <p:sp>
          <p:nvSpPr>
            <p:cNvPr id="49" name="Google Shape;49;p50"/>
            <p:cNvSpPr/>
            <p:nvPr/>
          </p:nvSpPr>
          <p:spPr>
            <a:xfrm>
              <a:off x="5720325" y="1250450"/>
              <a:ext cx="1103225" cy="551600"/>
            </a:xfrm>
            <a:custGeom>
              <a:rect b="b" l="l" r="r" t="t"/>
              <a:pathLst>
                <a:path extrusionOk="0" h="22064" w="44129">
                  <a:moveTo>
                    <a:pt x="22064" y="0"/>
                  </a:moveTo>
                  <a:cubicBezTo>
                    <a:pt x="9879" y="0"/>
                    <a:pt x="1" y="9878"/>
                    <a:pt x="1" y="22064"/>
                  </a:cubicBezTo>
                  <a:lnTo>
                    <a:pt x="44128" y="22064"/>
                  </a:lnTo>
                  <a:cubicBezTo>
                    <a:pt x="44128" y="9878"/>
                    <a:pt x="34250" y="0"/>
                    <a:pt x="2206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 name="Google Shape;50;p50"/>
            <p:cNvSpPr/>
            <p:nvPr/>
          </p:nvSpPr>
          <p:spPr>
            <a:xfrm>
              <a:off x="5822600" y="2122000"/>
              <a:ext cx="898725" cy="38425"/>
            </a:xfrm>
            <a:custGeom>
              <a:rect b="b" l="l" r="r" t="t"/>
              <a:pathLst>
                <a:path extrusionOk="0" h="1537" w="35949">
                  <a:moveTo>
                    <a:pt x="0" y="0"/>
                  </a:moveTo>
                  <a:cubicBezTo>
                    <a:pt x="378" y="531"/>
                    <a:pt x="780" y="1043"/>
                    <a:pt x="1203" y="1537"/>
                  </a:cubicBezTo>
                  <a:lnTo>
                    <a:pt x="34746" y="1537"/>
                  </a:lnTo>
                  <a:cubicBezTo>
                    <a:pt x="35168" y="1043"/>
                    <a:pt x="35570" y="531"/>
                    <a:pt x="359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 name="Google Shape;51;p50"/>
            <p:cNvSpPr/>
            <p:nvPr/>
          </p:nvSpPr>
          <p:spPr>
            <a:xfrm>
              <a:off x="5985075" y="2273275"/>
              <a:ext cx="573750" cy="29675"/>
            </a:xfrm>
            <a:custGeom>
              <a:rect b="b" l="l" r="r" t="t"/>
              <a:pathLst>
                <a:path extrusionOk="0" h="1187" w="22950">
                  <a:moveTo>
                    <a:pt x="1" y="0"/>
                  </a:moveTo>
                  <a:cubicBezTo>
                    <a:pt x="717" y="438"/>
                    <a:pt x="1460" y="833"/>
                    <a:pt x="2226" y="1187"/>
                  </a:cubicBezTo>
                  <a:lnTo>
                    <a:pt x="20725" y="1187"/>
                  </a:lnTo>
                  <a:cubicBezTo>
                    <a:pt x="21490" y="833"/>
                    <a:pt x="22233" y="435"/>
                    <a:pt x="2294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 name="Google Shape;52;p50"/>
            <p:cNvSpPr/>
            <p:nvPr/>
          </p:nvSpPr>
          <p:spPr>
            <a:xfrm>
              <a:off x="5898675" y="2208175"/>
              <a:ext cx="746500" cy="28125"/>
            </a:xfrm>
            <a:custGeom>
              <a:rect b="b" l="l" r="r" t="t"/>
              <a:pathLst>
                <a:path extrusionOk="0" h="1125" w="29860">
                  <a:moveTo>
                    <a:pt x="1" y="0"/>
                  </a:moveTo>
                  <a:cubicBezTo>
                    <a:pt x="427" y="391"/>
                    <a:pt x="867" y="767"/>
                    <a:pt x="1323" y="1125"/>
                  </a:cubicBezTo>
                  <a:lnTo>
                    <a:pt x="28538" y="1125"/>
                  </a:lnTo>
                  <a:cubicBezTo>
                    <a:pt x="28994" y="767"/>
                    <a:pt x="29435" y="391"/>
                    <a:pt x="2985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 name="Google Shape;53;p50"/>
            <p:cNvSpPr/>
            <p:nvPr/>
          </p:nvSpPr>
          <p:spPr>
            <a:xfrm>
              <a:off x="5725875" y="1880175"/>
              <a:ext cx="1092175" cy="54600"/>
            </a:xfrm>
            <a:custGeom>
              <a:rect b="b" l="l" r="r" t="t"/>
              <a:pathLst>
                <a:path extrusionOk="0" h="2184" w="43687">
                  <a:moveTo>
                    <a:pt x="0" y="1"/>
                  </a:moveTo>
                  <a:cubicBezTo>
                    <a:pt x="106" y="741"/>
                    <a:pt x="246" y="1469"/>
                    <a:pt x="423" y="2184"/>
                  </a:cubicBezTo>
                  <a:lnTo>
                    <a:pt x="43264" y="2184"/>
                  </a:lnTo>
                  <a:cubicBezTo>
                    <a:pt x="43440" y="1468"/>
                    <a:pt x="43581" y="740"/>
                    <a:pt x="4368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 name="Google Shape;54;p50"/>
            <p:cNvSpPr/>
            <p:nvPr/>
          </p:nvSpPr>
          <p:spPr>
            <a:xfrm>
              <a:off x="5762450" y="2013750"/>
              <a:ext cx="1019000" cy="45250"/>
            </a:xfrm>
            <a:custGeom>
              <a:rect b="b" l="l" r="r" t="t"/>
              <a:pathLst>
                <a:path extrusionOk="0" h="1810" w="40760">
                  <a:moveTo>
                    <a:pt x="1" y="1"/>
                  </a:moveTo>
                  <a:cubicBezTo>
                    <a:pt x="257" y="620"/>
                    <a:pt x="542" y="1222"/>
                    <a:pt x="853" y="1810"/>
                  </a:cubicBezTo>
                  <a:lnTo>
                    <a:pt x="39908" y="1810"/>
                  </a:lnTo>
                  <a:cubicBezTo>
                    <a:pt x="40218" y="1222"/>
                    <a:pt x="40502" y="618"/>
                    <a:pt x="4076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 name="Google Shape;55;p50"/>
            <p:cNvSpPr/>
            <p:nvPr/>
          </p:nvSpPr>
          <p:spPr>
            <a:xfrm>
              <a:off x="6109250" y="2329250"/>
              <a:ext cx="325425" cy="24400"/>
            </a:xfrm>
            <a:custGeom>
              <a:rect b="b" l="l" r="r" t="t"/>
              <a:pathLst>
                <a:path extrusionOk="0" h="976" w="13017">
                  <a:moveTo>
                    <a:pt x="1" y="1"/>
                  </a:moveTo>
                  <a:cubicBezTo>
                    <a:pt x="2058" y="636"/>
                    <a:pt x="4244" y="976"/>
                    <a:pt x="6509" y="976"/>
                  </a:cubicBezTo>
                  <a:cubicBezTo>
                    <a:pt x="8773" y="976"/>
                    <a:pt x="10959" y="634"/>
                    <a:pt x="1301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6" name="Google Shape;56;p50"/>
          <p:cNvSpPr txBox="1"/>
          <p:nvPr>
            <p:ph type="ctrTitle"/>
          </p:nvPr>
        </p:nvSpPr>
        <p:spPr>
          <a:xfrm>
            <a:off x="1319275" y="590075"/>
            <a:ext cx="6505500" cy="2407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lt2"/>
              </a:buClr>
              <a:buSzPts val="5200"/>
              <a:buNone/>
              <a:defRPr sz="5200">
                <a:solidFill>
                  <a:schemeClr val="lt2"/>
                </a:solidFill>
              </a:defRPr>
            </a:lvl1pPr>
            <a:lvl2pPr lvl="1" algn="ctr">
              <a:lnSpc>
                <a:spcPct val="100000"/>
              </a:lnSpc>
              <a:spcBef>
                <a:spcPts val="0"/>
              </a:spcBef>
              <a:spcAft>
                <a:spcPts val="0"/>
              </a:spcAft>
              <a:buClr>
                <a:schemeClr val="lt2"/>
              </a:buClr>
              <a:buSzPts val="5200"/>
              <a:buNone/>
              <a:defRPr sz="5200">
                <a:solidFill>
                  <a:schemeClr val="lt2"/>
                </a:solidFill>
              </a:defRPr>
            </a:lvl2pPr>
            <a:lvl3pPr lvl="2" algn="ctr">
              <a:lnSpc>
                <a:spcPct val="100000"/>
              </a:lnSpc>
              <a:spcBef>
                <a:spcPts val="0"/>
              </a:spcBef>
              <a:spcAft>
                <a:spcPts val="0"/>
              </a:spcAft>
              <a:buClr>
                <a:schemeClr val="lt2"/>
              </a:buClr>
              <a:buSzPts val="5200"/>
              <a:buNone/>
              <a:defRPr sz="5200">
                <a:solidFill>
                  <a:schemeClr val="lt2"/>
                </a:solidFill>
              </a:defRPr>
            </a:lvl3pPr>
            <a:lvl4pPr lvl="3" algn="ctr">
              <a:lnSpc>
                <a:spcPct val="100000"/>
              </a:lnSpc>
              <a:spcBef>
                <a:spcPts val="0"/>
              </a:spcBef>
              <a:spcAft>
                <a:spcPts val="0"/>
              </a:spcAft>
              <a:buClr>
                <a:schemeClr val="lt2"/>
              </a:buClr>
              <a:buSzPts val="5200"/>
              <a:buNone/>
              <a:defRPr sz="5200">
                <a:solidFill>
                  <a:schemeClr val="lt2"/>
                </a:solidFill>
              </a:defRPr>
            </a:lvl4pPr>
            <a:lvl5pPr lvl="4" algn="ctr">
              <a:lnSpc>
                <a:spcPct val="100000"/>
              </a:lnSpc>
              <a:spcBef>
                <a:spcPts val="0"/>
              </a:spcBef>
              <a:spcAft>
                <a:spcPts val="0"/>
              </a:spcAft>
              <a:buClr>
                <a:schemeClr val="lt2"/>
              </a:buClr>
              <a:buSzPts val="5200"/>
              <a:buNone/>
              <a:defRPr sz="5200">
                <a:solidFill>
                  <a:schemeClr val="lt2"/>
                </a:solidFill>
              </a:defRPr>
            </a:lvl5pPr>
            <a:lvl6pPr lvl="5" algn="ctr">
              <a:lnSpc>
                <a:spcPct val="100000"/>
              </a:lnSpc>
              <a:spcBef>
                <a:spcPts val="0"/>
              </a:spcBef>
              <a:spcAft>
                <a:spcPts val="0"/>
              </a:spcAft>
              <a:buClr>
                <a:schemeClr val="lt2"/>
              </a:buClr>
              <a:buSzPts val="5200"/>
              <a:buNone/>
              <a:defRPr sz="5200">
                <a:solidFill>
                  <a:schemeClr val="lt2"/>
                </a:solidFill>
              </a:defRPr>
            </a:lvl6pPr>
            <a:lvl7pPr lvl="6" algn="ctr">
              <a:lnSpc>
                <a:spcPct val="100000"/>
              </a:lnSpc>
              <a:spcBef>
                <a:spcPts val="0"/>
              </a:spcBef>
              <a:spcAft>
                <a:spcPts val="0"/>
              </a:spcAft>
              <a:buClr>
                <a:schemeClr val="lt2"/>
              </a:buClr>
              <a:buSzPts val="5200"/>
              <a:buNone/>
              <a:defRPr sz="5200">
                <a:solidFill>
                  <a:schemeClr val="lt2"/>
                </a:solidFill>
              </a:defRPr>
            </a:lvl7pPr>
            <a:lvl8pPr lvl="7" algn="ctr">
              <a:lnSpc>
                <a:spcPct val="100000"/>
              </a:lnSpc>
              <a:spcBef>
                <a:spcPts val="0"/>
              </a:spcBef>
              <a:spcAft>
                <a:spcPts val="0"/>
              </a:spcAft>
              <a:buClr>
                <a:schemeClr val="lt2"/>
              </a:buClr>
              <a:buSzPts val="5200"/>
              <a:buNone/>
              <a:defRPr sz="5200">
                <a:solidFill>
                  <a:schemeClr val="lt2"/>
                </a:solidFill>
              </a:defRPr>
            </a:lvl8pPr>
            <a:lvl9pPr lvl="8" algn="ctr">
              <a:lnSpc>
                <a:spcPct val="100000"/>
              </a:lnSpc>
              <a:spcBef>
                <a:spcPts val="0"/>
              </a:spcBef>
              <a:spcAft>
                <a:spcPts val="0"/>
              </a:spcAft>
              <a:buClr>
                <a:schemeClr val="lt2"/>
              </a:buClr>
              <a:buSzPts val="5200"/>
              <a:buNone/>
              <a:defRPr sz="5200">
                <a:solidFill>
                  <a:schemeClr val="lt2"/>
                </a:solidFill>
              </a:defRPr>
            </a:lvl9pPr>
          </a:lstStyle>
          <a:p/>
        </p:txBody>
      </p:sp>
      <p:sp>
        <p:nvSpPr>
          <p:cNvPr id="57" name="Google Shape;57;p50"/>
          <p:cNvSpPr txBox="1"/>
          <p:nvPr>
            <p:ph idx="1" type="subTitle"/>
          </p:nvPr>
        </p:nvSpPr>
        <p:spPr>
          <a:xfrm>
            <a:off x="2904775" y="3440920"/>
            <a:ext cx="3334500" cy="448200"/>
          </a:xfrm>
          <a:prstGeom prst="rect">
            <a:avLst/>
          </a:prstGeom>
          <a:solidFill>
            <a:schemeClr val="accent3"/>
          </a:solid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8" name="Shape 58"/>
        <p:cNvGrpSpPr/>
        <p:nvPr/>
      </p:nvGrpSpPr>
      <p:grpSpPr>
        <a:xfrm>
          <a:off x="0" y="0"/>
          <a:ext cx="0" cy="0"/>
          <a:chOff x="0" y="0"/>
          <a:chExt cx="0" cy="0"/>
        </a:xfrm>
      </p:grpSpPr>
      <p:pic>
        <p:nvPicPr>
          <p:cNvPr id="59" name="Google Shape;59;p51"/>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60" name="Google Shape;60;p51"/>
          <p:cNvGrpSpPr/>
          <p:nvPr/>
        </p:nvGrpSpPr>
        <p:grpSpPr>
          <a:xfrm>
            <a:off x="372025" y="321975"/>
            <a:ext cx="8400000" cy="4503300"/>
            <a:chOff x="372025" y="321975"/>
            <a:chExt cx="8400000" cy="4503300"/>
          </a:xfrm>
        </p:grpSpPr>
        <p:grpSp>
          <p:nvGrpSpPr>
            <p:cNvPr id="61" name="Google Shape;61;p51"/>
            <p:cNvGrpSpPr/>
            <p:nvPr/>
          </p:nvGrpSpPr>
          <p:grpSpPr>
            <a:xfrm>
              <a:off x="372025" y="321975"/>
              <a:ext cx="8400000" cy="4503300"/>
              <a:chOff x="372025" y="321975"/>
              <a:chExt cx="8400000" cy="4503300"/>
            </a:xfrm>
          </p:grpSpPr>
          <p:sp>
            <p:nvSpPr>
              <p:cNvPr id="62" name="Google Shape;62;p51"/>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3" name="Google Shape;63;p51"/>
              <p:cNvGrpSpPr/>
              <p:nvPr/>
            </p:nvGrpSpPr>
            <p:grpSpPr>
              <a:xfrm>
                <a:off x="372025" y="321975"/>
                <a:ext cx="8400000" cy="4499700"/>
                <a:chOff x="372025" y="321975"/>
                <a:chExt cx="8400000" cy="4499700"/>
              </a:xfrm>
            </p:grpSpPr>
            <p:sp>
              <p:nvSpPr>
                <p:cNvPr id="64" name="Google Shape;64;p51"/>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 name="Google Shape;65;p51"/>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 name="Google Shape;66;p51"/>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 name="Google Shape;67;p51"/>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 name="Google Shape;68;p51"/>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 name="Google Shape;69;p51"/>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0" name="Google Shape;70;p51"/>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71" name="Google Shape;71;p51"/>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
        <p:nvSpPr>
          <p:cNvPr id="72" name="Google Shape;72;p51"/>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73" name="Google Shape;73;p51"/>
          <p:cNvSpPr txBox="1"/>
          <p:nvPr>
            <p:ph idx="1" type="body"/>
          </p:nvPr>
        </p:nvSpPr>
        <p:spPr>
          <a:xfrm>
            <a:off x="720000" y="1237083"/>
            <a:ext cx="7704000" cy="3366300"/>
          </a:xfrm>
          <a:prstGeom prst="rect">
            <a:avLst/>
          </a:prstGeom>
          <a:noFill/>
          <a:ln>
            <a:noFill/>
          </a:ln>
        </p:spPr>
        <p:txBody>
          <a:bodyPr anchorCtr="0" anchor="t" bIns="91425" lIns="91425" spcFirstLastPara="1" rIns="91425" wrap="square" tIns="91425">
            <a:noAutofit/>
          </a:bodyPr>
          <a:lstStyle>
            <a:lvl1pPr indent="-317500" lvl="0" marL="457200" algn="l">
              <a:lnSpc>
                <a:spcPct val="115000"/>
              </a:lnSpc>
              <a:spcBef>
                <a:spcPts val="0"/>
              </a:spcBef>
              <a:spcAft>
                <a:spcPts val="0"/>
              </a:spcAft>
              <a:buSzPts val="1400"/>
              <a:buChar char="●"/>
              <a:defRPr sz="1050"/>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1600"/>
              </a:spcBef>
              <a:spcAft>
                <a:spcPts val="0"/>
              </a:spcAft>
              <a:buSzPts val="1400"/>
              <a:buChar char="■"/>
              <a:defRPr/>
            </a:lvl3pPr>
            <a:lvl4pPr indent="-317500" lvl="3" marL="1828800" algn="l">
              <a:lnSpc>
                <a:spcPct val="115000"/>
              </a:lnSpc>
              <a:spcBef>
                <a:spcPts val="1600"/>
              </a:spcBef>
              <a:spcAft>
                <a:spcPts val="0"/>
              </a:spcAft>
              <a:buSzPts val="1400"/>
              <a:buChar char="●"/>
              <a:defRPr/>
            </a:lvl4pPr>
            <a:lvl5pPr indent="-317500" lvl="4" marL="2286000" algn="l">
              <a:lnSpc>
                <a:spcPct val="115000"/>
              </a:lnSpc>
              <a:spcBef>
                <a:spcPts val="1600"/>
              </a:spcBef>
              <a:spcAft>
                <a:spcPts val="0"/>
              </a:spcAft>
              <a:buSzPts val="1400"/>
              <a:buChar char="○"/>
              <a:defRPr/>
            </a:lvl5pPr>
            <a:lvl6pPr indent="-317500" lvl="5" marL="2743200" algn="l">
              <a:lnSpc>
                <a:spcPct val="115000"/>
              </a:lnSpc>
              <a:spcBef>
                <a:spcPts val="1600"/>
              </a:spcBef>
              <a:spcAft>
                <a:spcPts val="0"/>
              </a:spcAft>
              <a:buSzPts val="1400"/>
              <a:buChar char="■"/>
              <a:defRPr/>
            </a:lvl6pPr>
            <a:lvl7pPr indent="-317500" lvl="6" marL="3200400" algn="l">
              <a:lnSpc>
                <a:spcPct val="115000"/>
              </a:lnSpc>
              <a:spcBef>
                <a:spcPts val="1600"/>
              </a:spcBef>
              <a:spcAft>
                <a:spcPts val="0"/>
              </a:spcAft>
              <a:buSzPts val="1400"/>
              <a:buChar char="●"/>
              <a:defRPr/>
            </a:lvl7pPr>
            <a:lvl8pPr indent="-317500" lvl="7" marL="3657600" algn="l">
              <a:lnSpc>
                <a:spcPct val="115000"/>
              </a:lnSpc>
              <a:spcBef>
                <a:spcPts val="1600"/>
              </a:spcBef>
              <a:spcAft>
                <a:spcPts val="0"/>
              </a:spcAft>
              <a:buSzPts val="1400"/>
              <a:buChar char="○"/>
              <a:defRPr/>
            </a:lvl8pPr>
            <a:lvl9pPr indent="-317500" lvl="8" marL="4114800" algn="l">
              <a:lnSpc>
                <a:spcPct val="115000"/>
              </a:lnSpc>
              <a:spcBef>
                <a:spcPts val="1600"/>
              </a:spcBef>
              <a:spcAft>
                <a:spcPts val="1600"/>
              </a:spcAft>
              <a:buSzPts val="1400"/>
              <a:buChar char="■"/>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74" name="Shape 74"/>
        <p:cNvGrpSpPr/>
        <p:nvPr/>
      </p:nvGrpSpPr>
      <p:grpSpPr>
        <a:xfrm>
          <a:off x="0" y="0"/>
          <a:ext cx="0" cy="0"/>
          <a:chOff x="0" y="0"/>
          <a:chExt cx="0" cy="0"/>
        </a:xfrm>
      </p:grpSpPr>
      <p:pic>
        <p:nvPicPr>
          <p:cNvPr id="75" name="Google Shape;75;p52"/>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76" name="Google Shape;76;p52"/>
          <p:cNvGrpSpPr/>
          <p:nvPr/>
        </p:nvGrpSpPr>
        <p:grpSpPr>
          <a:xfrm>
            <a:off x="372025" y="321975"/>
            <a:ext cx="8400000" cy="4503300"/>
            <a:chOff x="372025" y="321975"/>
            <a:chExt cx="8400000" cy="4503300"/>
          </a:xfrm>
        </p:grpSpPr>
        <p:sp>
          <p:nvSpPr>
            <p:cNvPr id="77" name="Google Shape;77;p52"/>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 name="Google Shape;78;p52"/>
            <p:cNvGrpSpPr/>
            <p:nvPr/>
          </p:nvGrpSpPr>
          <p:grpSpPr>
            <a:xfrm>
              <a:off x="372025" y="321975"/>
              <a:ext cx="8400000" cy="4499700"/>
              <a:chOff x="372025" y="321975"/>
              <a:chExt cx="8400000" cy="4499700"/>
            </a:xfrm>
          </p:grpSpPr>
          <p:sp>
            <p:nvSpPr>
              <p:cNvPr id="79" name="Google Shape;79;p52"/>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 name="Google Shape;80;p52"/>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 name="Google Shape;81;p52"/>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 name="Google Shape;82;p52"/>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 name="Google Shape;83;p52"/>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 name="Google Shape;84;p52"/>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5" name="Google Shape;85;p52"/>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sp>
        <p:nvSpPr>
          <p:cNvPr id="86" name="Google Shape;86;p52"/>
          <p:cNvSpPr txBox="1"/>
          <p:nvPr>
            <p:ph type="title"/>
          </p:nvPr>
        </p:nvSpPr>
        <p:spPr>
          <a:xfrm>
            <a:off x="720000" y="12647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87" name="Google Shape;87;p52"/>
          <p:cNvSpPr txBox="1"/>
          <p:nvPr>
            <p:ph idx="2" type="title"/>
          </p:nvPr>
        </p:nvSpPr>
        <p:spPr>
          <a:xfrm>
            <a:off x="1781100" y="1046825"/>
            <a:ext cx="1275300" cy="2181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1000">
                <a:solidFill>
                  <a:schemeClr val="accent6"/>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88" name="Google Shape;88;p52"/>
          <p:cNvSpPr txBox="1"/>
          <p:nvPr>
            <p:ph idx="1" type="subTitle"/>
          </p:nvPr>
        </p:nvSpPr>
        <p:spPr>
          <a:xfrm>
            <a:off x="720000" y="17924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89" name="Google Shape;89;p52"/>
          <p:cNvSpPr txBox="1"/>
          <p:nvPr>
            <p:ph idx="3" type="title"/>
          </p:nvPr>
        </p:nvSpPr>
        <p:spPr>
          <a:xfrm>
            <a:off x="3403800" y="12647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90" name="Google Shape;90;p52"/>
          <p:cNvSpPr txBox="1"/>
          <p:nvPr>
            <p:ph idx="4" type="title"/>
          </p:nvPr>
        </p:nvSpPr>
        <p:spPr>
          <a:xfrm>
            <a:off x="4464900" y="1046825"/>
            <a:ext cx="1275300" cy="2181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1000">
                <a:solidFill>
                  <a:schemeClr val="accent6"/>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91" name="Google Shape;91;p52"/>
          <p:cNvSpPr txBox="1"/>
          <p:nvPr>
            <p:ph idx="5" type="subTitle"/>
          </p:nvPr>
        </p:nvSpPr>
        <p:spPr>
          <a:xfrm>
            <a:off x="3403800" y="17924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92" name="Google Shape;92;p52"/>
          <p:cNvSpPr txBox="1"/>
          <p:nvPr>
            <p:ph idx="6" type="title"/>
          </p:nvPr>
        </p:nvSpPr>
        <p:spPr>
          <a:xfrm>
            <a:off x="6087600" y="12647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93" name="Google Shape;93;p52"/>
          <p:cNvSpPr txBox="1"/>
          <p:nvPr>
            <p:ph idx="7" type="title"/>
          </p:nvPr>
        </p:nvSpPr>
        <p:spPr>
          <a:xfrm>
            <a:off x="7148700" y="1046825"/>
            <a:ext cx="1275300" cy="2181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1000">
                <a:solidFill>
                  <a:schemeClr val="accent6"/>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94" name="Google Shape;94;p52"/>
          <p:cNvSpPr txBox="1"/>
          <p:nvPr>
            <p:ph idx="8" type="subTitle"/>
          </p:nvPr>
        </p:nvSpPr>
        <p:spPr>
          <a:xfrm>
            <a:off x="6087600" y="17924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95" name="Google Shape;95;p52"/>
          <p:cNvSpPr txBox="1"/>
          <p:nvPr>
            <p:ph idx="9" type="title"/>
          </p:nvPr>
        </p:nvSpPr>
        <p:spPr>
          <a:xfrm>
            <a:off x="720000" y="3155075"/>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96" name="Google Shape;96;p52"/>
          <p:cNvSpPr txBox="1"/>
          <p:nvPr>
            <p:ph idx="13" type="title"/>
          </p:nvPr>
        </p:nvSpPr>
        <p:spPr>
          <a:xfrm>
            <a:off x="1781100" y="2937200"/>
            <a:ext cx="1275300" cy="2181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1000">
                <a:solidFill>
                  <a:schemeClr val="accent6"/>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97" name="Google Shape;97;p52"/>
          <p:cNvSpPr txBox="1"/>
          <p:nvPr>
            <p:ph idx="14" type="subTitle"/>
          </p:nvPr>
        </p:nvSpPr>
        <p:spPr>
          <a:xfrm>
            <a:off x="720000" y="36828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98" name="Google Shape;98;p52"/>
          <p:cNvSpPr txBox="1"/>
          <p:nvPr>
            <p:ph idx="15" type="title"/>
          </p:nvPr>
        </p:nvSpPr>
        <p:spPr>
          <a:xfrm>
            <a:off x="3403800" y="3155075"/>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99" name="Google Shape;99;p52"/>
          <p:cNvSpPr txBox="1"/>
          <p:nvPr>
            <p:ph idx="16" type="title"/>
          </p:nvPr>
        </p:nvSpPr>
        <p:spPr>
          <a:xfrm>
            <a:off x="4464900" y="2937200"/>
            <a:ext cx="1275300" cy="2181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1000">
                <a:solidFill>
                  <a:schemeClr val="accent6"/>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00" name="Google Shape;100;p52"/>
          <p:cNvSpPr txBox="1"/>
          <p:nvPr>
            <p:ph idx="17" type="subTitle"/>
          </p:nvPr>
        </p:nvSpPr>
        <p:spPr>
          <a:xfrm>
            <a:off x="3403800" y="36828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01" name="Google Shape;101;p52"/>
          <p:cNvSpPr txBox="1"/>
          <p:nvPr>
            <p:ph idx="18" type="title"/>
          </p:nvPr>
        </p:nvSpPr>
        <p:spPr>
          <a:xfrm>
            <a:off x="6087600" y="3155075"/>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02" name="Google Shape;102;p52"/>
          <p:cNvSpPr txBox="1"/>
          <p:nvPr>
            <p:ph idx="19" type="title"/>
          </p:nvPr>
        </p:nvSpPr>
        <p:spPr>
          <a:xfrm>
            <a:off x="7148700" y="2937200"/>
            <a:ext cx="1275300" cy="2181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1000">
                <a:solidFill>
                  <a:schemeClr val="accent6"/>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03" name="Google Shape;103;p52"/>
          <p:cNvSpPr txBox="1"/>
          <p:nvPr>
            <p:ph idx="20" type="subTitle"/>
          </p:nvPr>
        </p:nvSpPr>
        <p:spPr>
          <a:xfrm>
            <a:off x="6087600" y="36828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5"/>
        </a:solidFill>
      </p:bgPr>
    </p:bg>
    <p:spTree>
      <p:nvGrpSpPr>
        <p:cNvPr id="104" name="Shape 104"/>
        <p:cNvGrpSpPr/>
        <p:nvPr/>
      </p:nvGrpSpPr>
      <p:grpSpPr>
        <a:xfrm>
          <a:off x="0" y="0"/>
          <a:ext cx="0" cy="0"/>
          <a:chOff x="0" y="0"/>
          <a:chExt cx="0" cy="0"/>
        </a:xfrm>
      </p:grpSpPr>
      <p:grpSp>
        <p:nvGrpSpPr>
          <p:cNvPr id="105" name="Google Shape;105;p53"/>
          <p:cNvGrpSpPr/>
          <p:nvPr/>
        </p:nvGrpSpPr>
        <p:grpSpPr>
          <a:xfrm rot="-322104">
            <a:off x="1100214" y="2937234"/>
            <a:ext cx="1137632" cy="687020"/>
            <a:chOff x="1359125" y="757150"/>
            <a:chExt cx="1514025" cy="914325"/>
          </a:xfrm>
        </p:grpSpPr>
        <p:sp>
          <p:nvSpPr>
            <p:cNvPr id="106" name="Google Shape;106;p53"/>
            <p:cNvSpPr/>
            <p:nvPr/>
          </p:nvSpPr>
          <p:spPr>
            <a:xfrm>
              <a:off x="2351900" y="1379600"/>
              <a:ext cx="11200" cy="124500"/>
            </a:xfrm>
            <a:custGeom>
              <a:rect b="b" l="l" r="r" t="t"/>
              <a:pathLst>
                <a:path extrusionOk="0" h="4980" w="448">
                  <a:moveTo>
                    <a:pt x="225" y="0"/>
                  </a:moveTo>
                  <a:cubicBezTo>
                    <a:pt x="101" y="0"/>
                    <a:pt x="1" y="101"/>
                    <a:pt x="1" y="224"/>
                  </a:cubicBezTo>
                  <a:lnTo>
                    <a:pt x="1" y="4755"/>
                  </a:lnTo>
                  <a:cubicBezTo>
                    <a:pt x="1" y="4878"/>
                    <a:pt x="101" y="4979"/>
                    <a:pt x="225" y="4979"/>
                  </a:cubicBezTo>
                  <a:cubicBezTo>
                    <a:pt x="348" y="4979"/>
                    <a:pt x="448" y="4881"/>
                    <a:pt x="448" y="4755"/>
                  </a:cubicBezTo>
                  <a:lnTo>
                    <a:pt x="448" y="224"/>
                  </a:lnTo>
                  <a:cubicBezTo>
                    <a:pt x="448" y="101"/>
                    <a:pt x="348" y="0"/>
                    <a:pt x="22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 name="Google Shape;107;p53"/>
            <p:cNvSpPr/>
            <p:nvPr/>
          </p:nvSpPr>
          <p:spPr>
            <a:xfrm>
              <a:off x="2329400" y="1492900"/>
              <a:ext cx="55000" cy="48175"/>
            </a:xfrm>
            <a:custGeom>
              <a:rect b="b" l="l" r="r" t="t"/>
              <a:pathLst>
                <a:path extrusionOk="0" h="1927" w="2200">
                  <a:moveTo>
                    <a:pt x="1100" y="448"/>
                  </a:moveTo>
                  <a:cubicBezTo>
                    <a:pt x="1187" y="448"/>
                    <a:pt x="1276" y="470"/>
                    <a:pt x="1356" y="517"/>
                  </a:cubicBezTo>
                  <a:cubicBezTo>
                    <a:pt x="1603" y="660"/>
                    <a:pt x="1687" y="976"/>
                    <a:pt x="1545" y="1220"/>
                  </a:cubicBezTo>
                  <a:cubicBezTo>
                    <a:pt x="1450" y="1386"/>
                    <a:pt x="1276" y="1479"/>
                    <a:pt x="1098" y="1479"/>
                  </a:cubicBezTo>
                  <a:cubicBezTo>
                    <a:pt x="1011" y="1479"/>
                    <a:pt x="923" y="1457"/>
                    <a:pt x="842" y="1410"/>
                  </a:cubicBezTo>
                  <a:cubicBezTo>
                    <a:pt x="722" y="1341"/>
                    <a:pt x="638" y="1230"/>
                    <a:pt x="602" y="1097"/>
                  </a:cubicBezTo>
                  <a:cubicBezTo>
                    <a:pt x="565" y="963"/>
                    <a:pt x="584" y="826"/>
                    <a:pt x="653" y="706"/>
                  </a:cubicBezTo>
                  <a:cubicBezTo>
                    <a:pt x="747" y="542"/>
                    <a:pt x="922" y="448"/>
                    <a:pt x="1100" y="448"/>
                  </a:cubicBezTo>
                  <a:close/>
                  <a:moveTo>
                    <a:pt x="1102" y="0"/>
                  </a:moveTo>
                  <a:cubicBezTo>
                    <a:pt x="769" y="0"/>
                    <a:pt x="444" y="174"/>
                    <a:pt x="265" y="483"/>
                  </a:cubicBezTo>
                  <a:cubicBezTo>
                    <a:pt x="0" y="942"/>
                    <a:pt x="158" y="1533"/>
                    <a:pt x="618" y="1798"/>
                  </a:cubicBezTo>
                  <a:cubicBezTo>
                    <a:pt x="769" y="1885"/>
                    <a:pt x="934" y="1927"/>
                    <a:pt x="1098" y="1927"/>
                  </a:cubicBezTo>
                  <a:cubicBezTo>
                    <a:pt x="1431" y="1927"/>
                    <a:pt x="1755" y="1754"/>
                    <a:pt x="1933" y="1445"/>
                  </a:cubicBezTo>
                  <a:cubicBezTo>
                    <a:pt x="2199" y="987"/>
                    <a:pt x="2040" y="395"/>
                    <a:pt x="1581" y="130"/>
                  </a:cubicBezTo>
                  <a:cubicBezTo>
                    <a:pt x="1430" y="42"/>
                    <a:pt x="1265" y="0"/>
                    <a:pt x="110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53"/>
            <p:cNvSpPr/>
            <p:nvPr/>
          </p:nvSpPr>
          <p:spPr>
            <a:xfrm>
              <a:off x="1791875" y="890900"/>
              <a:ext cx="11250" cy="150400"/>
            </a:xfrm>
            <a:custGeom>
              <a:rect b="b" l="l" r="r" t="t"/>
              <a:pathLst>
                <a:path extrusionOk="0" h="6016" w="450">
                  <a:moveTo>
                    <a:pt x="225" y="0"/>
                  </a:moveTo>
                  <a:cubicBezTo>
                    <a:pt x="102" y="0"/>
                    <a:pt x="1" y="101"/>
                    <a:pt x="1" y="225"/>
                  </a:cubicBezTo>
                  <a:lnTo>
                    <a:pt x="1" y="5791"/>
                  </a:lnTo>
                  <a:cubicBezTo>
                    <a:pt x="1" y="5915"/>
                    <a:pt x="102" y="6015"/>
                    <a:pt x="225" y="6015"/>
                  </a:cubicBezTo>
                  <a:cubicBezTo>
                    <a:pt x="348" y="6015"/>
                    <a:pt x="449" y="5915"/>
                    <a:pt x="449" y="5790"/>
                  </a:cubicBezTo>
                  <a:lnTo>
                    <a:pt x="449" y="225"/>
                  </a:lnTo>
                  <a:cubicBezTo>
                    <a:pt x="449" y="101"/>
                    <a:pt x="348" y="0"/>
                    <a:pt x="22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53"/>
            <p:cNvSpPr/>
            <p:nvPr/>
          </p:nvSpPr>
          <p:spPr>
            <a:xfrm>
              <a:off x="1770625" y="853900"/>
              <a:ext cx="55050" cy="48200"/>
            </a:xfrm>
            <a:custGeom>
              <a:rect b="b" l="l" r="r" t="t"/>
              <a:pathLst>
                <a:path extrusionOk="0" h="1928" w="2202">
                  <a:moveTo>
                    <a:pt x="1101" y="448"/>
                  </a:moveTo>
                  <a:cubicBezTo>
                    <a:pt x="1189" y="448"/>
                    <a:pt x="1278" y="473"/>
                    <a:pt x="1358" y="517"/>
                  </a:cubicBezTo>
                  <a:cubicBezTo>
                    <a:pt x="1605" y="659"/>
                    <a:pt x="1689" y="973"/>
                    <a:pt x="1547" y="1220"/>
                  </a:cubicBezTo>
                  <a:cubicBezTo>
                    <a:pt x="1452" y="1386"/>
                    <a:pt x="1278" y="1478"/>
                    <a:pt x="1100" y="1478"/>
                  </a:cubicBezTo>
                  <a:cubicBezTo>
                    <a:pt x="1013" y="1478"/>
                    <a:pt x="924" y="1456"/>
                    <a:pt x="843" y="1410"/>
                  </a:cubicBezTo>
                  <a:cubicBezTo>
                    <a:pt x="724" y="1341"/>
                    <a:pt x="640" y="1230"/>
                    <a:pt x="603" y="1097"/>
                  </a:cubicBezTo>
                  <a:cubicBezTo>
                    <a:pt x="567" y="963"/>
                    <a:pt x="586" y="825"/>
                    <a:pt x="655" y="705"/>
                  </a:cubicBezTo>
                  <a:cubicBezTo>
                    <a:pt x="722" y="586"/>
                    <a:pt x="834" y="501"/>
                    <a:pt x="967" y="466"/>
                  </a:cubicBezTo>
                  <a:cubicBezTo>
                    <a:pt x="1011" y="453"/>
                    <a:pt x="1057" y="448"/>
                    <a:pt x="1101" y="448"/>
                  </a:cubicBezTo>
                  <a:close/>
                  <a:moveTo>
                    <a:pt x="1102" y="1"/>
                  </a:moveTo>
                  <a:cubicBezTo>
                    <a:pt x="1018" y="1"/>
                    <a:pt x="934" y="12"/>
                    <a:pt x="851" y="34"/>
                  </a:cubicBezTo>
                  <a:cubicBezTo>
                    <a:pt x="602" y="102"/>
                    <a:pt x="394" y="260"/>
                    <a:pt x="266" y="483"/>
                  </a:cubicBezTo>
                  <a:cubicBezTo>
                    <a:pt x="1" y="943"/>
                    <a:pt x="158" y="1534"/>
                    <a:pt x="618" y="1799"/>
                  </a:cubicBezTo>
                  <a:cubicBezTo>
                    <a:pt x="770" y="1887"/>
                    <a:pt x="935" y="1928"/>
                    <a:pt x="1098" y="1928"/>
                  </a:cubicBezTo>
                  <a:cubicBezTo>
                    <a:pt x="1430" y="1928"/>
                    <a:pt x="1756" y="1755"/>
                    <a:pt x="1936" y="1447"/>
                  </a:cubicBezTo>
                  <a:cubicBezTo>
                    <a:pt x="2202" y="987"/>
                    <a:pt x="2043" y="397"/>
                    <a:pt x="1583" y="131"/>
                  </a:cubicBezTo>
                  <a:cubicBezTo>
                    <a:pt x="1434" y="45"/>
                    <a:pt x="1269" y="1"/>
                    <a:pt x="110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 name="Google Shape;110;p53"/>
            <p:cNvSpPr/>
            <p:nvPr/>
          </p:nvSpPr>
          <p:spPr>
            <a:xfrm>
              <a:off x="2424300" y="1049475"/>
              <a:ext cx="320450" cy="14250"/>
            </a:xfrm>
            <a:custGeom>
              <a:rect b="b" l="l" r="r" t="t"/>
              <a:pathLst>
                <a:path extrusionOk="0" h="570" w="12818">
                  <a:moveTo>
                    <a:pt x="12589" y="0"/>
                  </a:moveTo>
                  <a:lnTo>
                    <a:pt x="225" y="122"/>
                  </a:lnTo>
                  <a:cubicBezTo>
                    <a:pt x="100" y="123"/>
                    <a:pt x="1" y="224"/>
                    <a:pt x="2" y="348"/>
                  </a:cubicBezTo>
                  <a:cubicBezTo>
                    <a:pt x="4" y="471"/>
                    <a:pt x="102" y="570"/>
                    <a:pt x="226" y="570"/>
                  </a:cubicBezTo>
                  <a:lnTo>
                    <a:pt x="228" y="570"/>
                  </a:lnTo>
                  <a:lnTo>
                    <a:pt x="12593" y="450"/>
                  </a:lnTo>
                  <a:cubicBezTo>
                    <a:pt x="12717" y="449"/>
                    <a:pt x="12817" y="346"/>
                    <a:pt x="12815" y="222"/>
                  </a:cubicBezTo>
                  <a:cubicBezTo>
                    <a:pt x="12814" y="100"/>
                    <a:pt x="12715" y="0"/>
                    <a:pt x="1259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 name="Google Shape;111;p53"/>
            <p:cNvSpPr/>
            <p:nvPr/>
          </p:nvSpPr>
          <p:spPr>
            <a:xfrm>
              <a:off x="2388350" y="1132825"/>
              <a:ext cx="447725" cy="123875"/>
            </a:xfrm>
            <a:custGeom>
              <a:rect b="b" l="l" r="r" t="t"/>
              <a:pathLst>
                <a:path extrusionOk="0" h="4955" w="17909">
                  <a:moveTo>
                    <a:pt x="225" y="1"/>
                  </a:moveTo>
                  <a:cubicBezTo>
                    <a:pt x="102" y="1"/>
                    <a:pt x="1" y="102"/>
                    <a:pt x="1" y="225"/>
                  </a:cubicBezTo>
                  <a:cubicBezTo>
                    <a:pt x="1" y="348"/>
                    <a:pt x="102" y="449"/>
                    <a:pt x="225" y="449"/>
                  </a:cubicBezTo>
                  <a:lnTo>
                    <a:pt x="10408" y="449"/>
                  </a:lnTo>
                  <a:lnTo>
                    <a:pt x="17533" y="4920"/>
                  </a:lnTo>
                  <a:cubicBezTo>
                    <a:pt x="17570" y="4943"/>
                    <a:pt x="17612" y="4954"/>
                    <a:pt x="17653" y="4954"/>
                  </a:cubicBezTo>
                  <a:cubicBezTo>
                    <a:pt x="17728" y="4954"/>
                    <a:pt x="17800" y="4918"/>
                    <a:pt x="17843" y="4851"/>
                  </a:cubicBezTo>
                  <a:cubicBezTo>
                    <a:pt x="17908" y="4745"/>
                    <a:pt x="17876" y="4607"/>
                    <a:pt x="17772" y="4541"/>
                  </a:cubicBezTo>
                  <a:lnTo>
                    <a:pt x="10592" y="36"/>
                  </a:lnTo>
                  <a:cubicBezTo>
                    <a:pt x="10556" y="13"/>
                    <a:pt x="10515" y="1"/>
                    <a:pt x="1047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 name="Google Shape;112;p53"/>
            <p:cNvSpPr/>
            <p:nvPr/>
          </p:nvSpPr>
          <p:spPr>
            <a:xfrm>
              <a:off x="2427275" y="1288975"/>
              <a:ext cx="251675" cy="11225"/>
            </a:xfrm>
            <a:custGeom>
              <a:rect b="b" l="l" r="r" t="t"/>
              <a:pathLst>
                <a:path extrusionOk="0" h="449" w="10067">
                  <a:moveTo>
                    <a:pt x="225" y="0"/>
                  </a:moveTo>
                  <a:cubicBezTo>
                    <a:pt x="101" y="0"/>
                    <a:pt x="1" y="101"/>
                    <a:pt x="1" y="224"/>
                  </a:cubicBezTo>
                  <a:cubicBezTo>
                    <a:pt x="1" y="348"/>
                    <a:pt x="101" y="448"/>
                    <a:pt x="225" y="448"/>
                  </a:cubicBezTo>
                  <a:lnTo>
                    <a:pt x="9842" y="448"/>
                  </a:lnTo>
                  <a:cubicBezTo>
                    <a:pt x="9965" y="448"/>
                    <a:pt x="10066" y="348"/>
                    <a:pt x="10066" y="224"/>
                  </a:cubicBezTo>
                  <a:cubicBezTo>
                    <a:pt x="10066" y="101"/>
                    <a:pt x="9965" y="0"/>
                    <a:pt x="984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 name="Google Shape;113;p53"/>
            <p:cNvSpPr/>
            <p:nvPr/>
          </p:nvSpPr>
          <p:spPr>
            <a:xfrm>
              <a:off x="2820650" y="1238125"/>
              <a:ext cx="52500" cy="48175"/>
            </a:xfrm>
            <a:custGeom>
              <a:rect b="b" l="l" r="r" t="t"/>
              <a:pathLst>
                <a:path extrusionOk="0" h="1927" w="2100">
                  <a:moveTo>
                    <a:pt x="1102" y="447"/>
                  </a:moveTo>
                  <a:cubicBezTo>
                    <a:pt x="1190" y="447"/>
                    <a:pt x="1279" y="472"/>
                    <a:pt x="1359" y="516"/>
                  </a:cubicBezTo>
                  <a:cubicBezTo>
                    <a:pt x="1478" y="585"/>
                    <a:pt x="1563" y="695"/>
                    <a:pt x="1599" y="828"/>
                  </a:cubicBezTo>
                  <a:cubicBezTo>
                    <a:pt x="1635" y="962"/>
                    <a:pt x="1616" y="1100"/>
                    <a:pt x="1548" y="1219"/>
                  </a:cubicBezTo>
                  <a:cubicBezTo>
                    <a:pt x="1453" y="1385"/>
                    <a:pt x="1279" y="1477"/>
                    <a:pt x="1101" y="1477"/>
                  </a:cubicBezTo>
                  <a:cubicBezTo>
                    <a:pt x="1014" y="1477"/>
                    <a:pt x="925" y="1455"/>
                    <a:pt x="844" y="1408"/>
                  </a:cubicBezTo>
                  <a:cubicBezTo>
                    <a:pt x="598" y="1266"/>
                    <a:pt x="513" y="950"/>
                    <a:pt x="656" y="705"/>
                  </a:cubicBezTo>
                  <a:cubicBezTo>
                    <a:pt x="723" y="586"/>
                    <a:pt x="835" y="500"/>
                    <a:pt x="968" y="465"/>
                  </a:cubicBezTo>
                  <a:cubicBezTo>
                    <a:pt x="1012" y="453"/>
                    <a:pt x="1058" y="447"/>
                    <a:pt x="1102" y="447"/>
                  </a:cubicBezTo>
                  <a:close/>
                  <a:moveTo>
                    <a:pt x="1102" y="1"/>
                  </a:moveTo>
                  <a:cubicBezTo>
                    <a:pt x="1018" y="1"/>
                    <a:pt x="934" y="12"/>
                    <a:pt x="852" y="34"/>
                  </a:cubicBezTo>
                  <a:cubicBezTo>
                    <a:pt x="603" y="100"/>
                    <a:pt x="395" y="260"/>
                    <a:pt x="266" y="483"/>
                  </a:cubicBezTo>
                  <a:cubicBezTo>
                    <a:pt x="1" y="942"/>
                    <a:pt x="159" y="1533"/>
                    <a:pt x="619" y="1798"/>
                  </a:cubicBezTo>
                  <a:cubicBezTo>
                    <a:pt x="770" y="1885"/>
                    <a:pt x="936" y="1927"/>
                    <a:pt x="1098" y="1927"/>
                  </a:cubicBezTo>
                  <a:cubicBezTo>
                    <a:pt x="1431" y="1927"/>
                    <a:pt x="1757" y="1754"/>
                    <a:pt x="1937" y="1448"/>
                  </a:cubicBezTo>
                  <a:cubicBezTo>
                    <a:pt x="2065" y="1224"/>
                    <a:pt x="2100" y="965"/>
                    <a:pt x="2033" y="715"/>
                  </a:cubicBezTo>
                  <a:cubicBezTo>
                    <a:pt x="1966" y="467"/>
                    <a:pt x="1806" y="259"/>
                    <a:pt x="1584" y="130"/>
                  </a:cubicBezTo>
                  <a:cubicBezTo>
                    <a:pt x="1435" y="44"/>
                    <a:pt x="1269" y="1"/>
                    <a:pt x="110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 name="Google Shape;114;p53"/>
            <p:cNvSpPr/>
            <p:nvPr/>
          </p:nvSpPr>
          <p:spPr>
            <a:xfrm>
              <a:off x="2528175" y="1526025"/>
              <a:ext cx="51650" cy="48275"/>
            </a:xfrm>
            <a:custGeom>
              <a:rect b="b" l="l" r="r" t="t"/>
              <a:pathLst>
                <a:path extrusionOk="0" h="1931" w="2066">
                  <a:moveTo>
                    <a:pt x="1068" y="451"/>
                  </a:moveTo>
                  <a:cubicBezTo>
                    <a:pt x="1157" y="451"/>
                    <a:pt x="1245" y="474"/>
                    <a:pt x="1324" y="519"/>
                  </a:cubicBezTo>
                  <a:cubicBezTo>
                    <a:pt x="1443" y="587"/>
                    <a:pt x="1528" y="698"/>
                    <a:pt x="1564" y="831"/>
                  </a:cubicBezTo>
                  <a:cubicBezTo>
                    <a:pt x="1601" y="965"/>
                    <a:pt x="1582" y="1104"/>
                    <a:pt x="1513" y="1223"/>
                  </a:cubicBezTo>
                  <a:cubicBezTo>
                    <a:pt x="1445" y="1342"/>
                    <a:pt x="1334" y="1426"/>
                    <a:pt x="1201" y="1463"/>
                  </a:cubicBezTo>
                  <a:cubicBezTo>
                    <a:pt x="1156" y="1475"/>
                    <a:pt x="1111" y="1480"/>
                    <a:pt x="1066" y="1480"/>
                  </a:cubicBezTo>
                  <a:cubicBezTo>
                    <a:pt x="977" y="1480"/>
                    <a:pt x="889" y="1457"/>
                    <a:pt x="810" y="1411"/>
                  </a:cubicBezTo>
                  <a:cubicBezTo>
                    <a:pt x="691" y="1343"/>
                    <a:pt x="606" y="1232"/>
                    <a:pt x="569" y="1099"/>
                  </a:cubicBezTo>
                  <a:cubicBezTo>
                    <a:pt x="497" y="825"/>
                    <a:pt x="660" y="542"/>
                    <a:pt x="934" y="468"/>
                  </a:cubicBezTo>
                  <a:cubicBezTo>
                    <a:pt x="979" y="456"/>
                    <a:pt x="1024" y="451"/>
                    <a:pt x="1068" y="451"/>
                  </a:cubicBezTo>
                  <a:close/>
                  <a:moveTo>
                    <a:pt x="1068" y="0"/>
                  </a:moveTo>
                  <a:cubicBezTo>
                    <a:pt x="985" y="0"/>
                    <a:pt x="901" y="11"/>
                    <a:pt x="818" y="34"/>
                  </a:cubicBezTo>
                  <a:cubicBezTo>
                    <a:pt x="306" y="172"/>
                    <a:pt x="0" y="702"/>
                    <a:pt x="137" y="1214"/>
                  </a:cubicBezTo>
                  <a:cubicBezTo>
                    <a:pt x="204" y="1464"/>
                    <a:pt x="364" y="1672"/>
                    <a:pt x="586" y="1801"/>
                  </a:cubicBezTo>
                  <a:cubicBezTo>
                    <a:pt x="734" y="1886"/>
                    <a:pt x="899" y="1930"/>
                    <a:pt x="1066" y="1930"/>
                  </a:cubicBezTo>
                  <a:cubicBezTo>
                    <a:pt x="1148" y="1930"/>
                    <a:pt x="1233" y="1920"/>
                    <a:pt x="1317" y="1897"/>
                  </a:cubicBezTo>
                  <a:cubicBezTo>
                    <a:pt x="1566" y="1829"/>
                    <a:pt x="1774" y="1670"/>
                    <a:pt x="1902" y="1448"/>
                  </a:cubicBezTo>
                  <a:cubicBezTo>
                    <a:pt x="2031" y="1224"/>
                    <a:pt x="2065" y="964"/>
                    <a:pt x="1999" y="716"/>
                  </a:cubicBezTo>
                  <a:cubicBezTo>
                    <a:pt x="1931" y="467"/>
                    <a:pt x="1772" y="259"/>
                    <a:pt x="1549" y="130"/>
                  </a:cubicBezTo>
                  <a:cubicBezTo>
                    <a:pt x="1400" y="44"/>
                    <a:pt x="1235" y="0"/>
                    <a:pt x="106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 name="Google Shape;115;p53"/>
            <p:cNvSpPr/>
            <p:nvPr/>
          </p:nvSpPr>
          <p:spPr>
            <a:xfrm>
              <a:off x="2729500" y="1031050"/>
              <a:ext cx="55050" cy="48175"/>
            </a:xfrm>
            <a:custGeom>
              <a:rect b="b" l="l" r="r" t="t"/>
              <a:pathLst>
                <a:path extrusionOk="0" h="1927" w="2202">
                  <a:moveTo>
                    <a:pt x="1102" y="448"/>
                  </a:moveTo>
                  <a:cubicBezTo>
                    <a:pt x="1190" y="448"/>
                    <a:pt x="1279" y="470"/>
                    <a:pt x="1359" y="517"/>
                  </a:cubicBezTo>
                  <a:cubicBezTo>
                    <a:pt x="1605" y="658"/>
                    <a:pt x="1689" y="973"/>
                    <a:pt x="1547" y="1220"/>
                  </a:cubicBezTo>
                  <a:cubicBezTo>
                    <a:pt x="1452" y="1385"/>
                    <a:pt x="1278" y="1478"/>
                    <a:pt x="1100" y="1478"/>
                  </a:cubicBezTo>
                  <a:cubicBezTo>
                    <a:pt x="1013" y="1478"/>
                    <a:pt x="924" y="1456"/>
                    <a:pt x="844" y="1409"/>
                  </a:cubicBezTo>
                  <a:cubicBezTo>
                    <a:pt x="597" y="1267"/>
                    <a:pt x="513" y="951"/>
                    <a:pt x="654" y="705"/>
                  </a:cubicBezTo>
                  <a:cubicBezTo>
                    <a:pt x="750" y="540"/>
                    <a:pt x="924" y="448"/>
                    <a:pt x="1102" y="448"/>
                  </a:cubicBezTo>
                  <a:close/>
                  <a:moveTo>
                    <a:pt x="1103" y="0"/>
                  </a:moveTo>
                  <a:cubicBezTo>
                    <a:pt x="770" y="0"/>
                    <a:pt x="446" y="173"/>
                    <a:pt x="267" y="481"/>
                  </a:cubicBezTo>
                  <a:cubicBezTo>
                    <a:pt x="0" y="941"/>
                    <a:pt x="160" y="1532"/>
                    <a:pt x="620" y="1798"/>
                  </a:cubicBezTo>
                  <a:cubicBezTo>
                    <a:pt x="771" y="1885"/>
                    <a:pt x="936" y="1926"/>
                    <a:pt x="1099" y="1926"/>
                  </a:cubicBezTo>
                  <a:cubicBezTo>
                    <a:pt x="1434" y="1926"/>
                    <a:pt x="1757" y="1754"/>
                    <a:pt x="1935" y="1445"/>
                  </a:cubicBezTo>
                  <a:cubicBezTo>
                    <a:pt x="2201" y="985"/>
                    <a:pt x="2043" y="394"/>
                    <a:pt x="1583" y="129"/>
                  </a:cubicBezTo>
                  <a:cubicBezTo>
                    <a:pt x="1432" y="42"/>
                    <a:pt x="1266" y="0"/>
                    <a:pt x="110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 name="Google Shape;116;p53"/>
            <p:cNvSpPr/>
            <p:nvPr/>
          </p:nvSpPr>
          <p:spPr>
            <a:xfrm>
              <a:off x="2666850" y="1270450"/>
              <a:ext cx="49925" cy="48250"/>
            </a:xfrm>
            <a:custGeom>
              <a:rect b="b" l="l" r="r" t="t"/>
              <a:pathLst>
                <a:path extrusionOk="0" h="1930" w="1997">
                  <a:moveTo>
                    <a:pt x="999" y="450"/>
                  </a:moveTo>
                  <a:cubicBezTo>
                    <a:pt x="1089" y="450"/>
                    <a:pt x="1176" y="473"/>
                    <a:pt x="1256" y="517"/>
                  </a:cubicBezTo>
                  <a:cubicBezTo>
                    <a:pt x="1375" y="586"/>
                    <a:pt x="1461" y="697"/>
                    <a:pt x="1496" y="830"/>
                  </a:cubicBezTo>
                  <a:cubicBezTo>
                    <a:pt x="1532" y="962"/>
                    <a:pt x="1513" y="1101"/>
                    <a:pt x="1445" y="1221"/>
                  </a:cubicBezTo>
                  <a:cubicBezTo>
                    <a:pt x="1376" y="1340"/>
                    <a:pt x="1266" y="1425"/>
                    <a:pt x="1133" y="1461"/>
                  </a:cubicBezTo>
                  <a:cubicBezTo>
                    <a:pt x="1088" y="1473"/>
                    <a:pt x="1042" y="1479"/>
                    <a:pt x="997" y="1479"/>
                  </a:cubicBezTo>
                  <a:cubicBezTo>
                    <a:pt x="908" y="1479"/>
                    <a:pt x="820" y="1456"/>
                    <a:pt x="741" y="1410"/>
                  </a:cubicBezTo>
                  <a:cubicBezTo>
                    <a:pt x="622" y="1342"/>
                    <a:pt x="537" y="1230"/>
                    <a:pt x="501" y="1098"/>
                  </a:cubicBezTo>
                  <a:cubicBezTo>
                    <a:pt x="466" y="964"/>
                    <a:pt x="484" y="826"/>
                    <a:pt x="553" y="707"/>
                  </a:cubicBezTo>
                  <a:cubicBezTo>
                    <a:pt x="621" y="587"/>
                    <a:pt x="732" y="503"/>
                    <a:pt x="865" y="467"/>
                  </a:cubicBezTo>
                  <a:cubicBezTo>
                    <a:pt x="909" y="455"/>
                    <a:pt x="955" y="450"/>
                    <a:pt x="999" y="450"/>
                  </a:cubicBezTo>
                  <a:close/>
                  <a:moveTo>
                    <a:pt x="1000" y="0"/>
                  </a:moveTo>
                  <a:cubicBezTo>
                    <a:pt x="916" y="0"/>
                    <a:pt x="833" y="11"/>
                    <a:pt x="750" y="34"/>
                  </a:cubicBezTo>
                  <a:cubicBezTo>
                    <a:pt x="500" y="101"/>
                    <a:pt x="292" y="260"/>
                    <a:pt x="164" y="483"/>
                  </a:cubicBezTo>
                  <a:cubicBezTo>
                    <a:pt x="35" y="707"/>
                    <a:pt x="1" y="966"/>
                    <a:pt x="67" y="1214"/>
                  </a:cubicBezTo>
                  <a:cubicBezTo>
                    <a:pt x="135" y="1464"/>
                    <a:pt x="294" y="1672"/>
                    <a:pt x="516" y="1800"/>
                  </a:cubicBezTo>
                  <a:cubicBezTo>
                    <a:pt x="667" y="1887"/>
                    <a:pt x="833" y="1929"/>
                    <a:pt x="997" y="1929"/>
                  </a:cubicBezTo>
                  <a:cubicBezTo>
                    <a:pt x="1330" y="1929"/>
                    <a:pt x="1654" y="1755"/>
                    <a:pt x="1834" y="1448"/>
                  </a:cubicBezTo>
                  <a:cubicBezTo>
                    <a:pt x="1963" y="1224"/>
                    <a:pt x="1997" y="964"/>
                    <a:pt x="1930" y="715"/>
                  </a:cubicBezTo>
                  <a:cubicBezTo>
                    <a:pt x="1863" y="467"/>
                    <a:pt x="1704" y="259"/>
                    <a:pt x="1481" y="130"/>
                  </a:cubicBezTo>
                  <a:cubicBezTo>
                    <a:pt x="1332" y="44"/>
                    <a:pt x="1167" y="0"/>
                    <a:pt x="100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53"/>
            <p:cNvSpPr/>
            <p:nvPr/>
          </p:nvSpPr>
          <p:spPr>
            <a:xfrm>
              <a:off x="2350750" y="1226550"/>
              <a:ext cx="206675" cy="306175"/>
            </a:xfrm>
            <a:custGeom>
              <a:rect b="b" l="l" r="r" t="t"/>
              <a:pathLst>
                <a:path extrusionOk="0" h="12247" w="8267">
                  <a:moveTo>
                    <a:pt x="246" y="0"/>
                  </a:moveTo>
                  <a:cubicBezTo>
                    <a:pt x="189" y="0"/>
                    <a:pt x="132" y="22"/>
                    <a:pt x="88" y="67"/>
                  </a:cubicBezTo>
                  <a:cubicBezTo>
                    <a:pt x="1" y="154"/>
                    <a:pt x="1" y="297"/>
                    <a:pt x="88" y="384"/>
                  </a:cubicBezTo>
                  <a:lnTo>
                    <a:pt x="7819" y="8114"/>
                  </a:lnTo>
                  <a:lnTo>
                    <a:pt x="7819" y="12022"/>
                  </a:lnTo>
                  <a:cubicBezTo>
                    <a:pt x="7819" y="12146"/>
                    <a:pt x="7918" y="12246"/>
                    <a:pt x="8042" y="12246"/>
                  </a:cubicBezTo>
                  <a:cubicBezTo>
                    <a:pt x="8165" y="12246"/>
                    <a:pt x="8266" y="12146"/>
                    <a:pt x="8267" y="12021"/>
                  </a:cubicBezTo>
                  <a:lnTo>
                    <a:pt x="8267" y="8020"/>
                  </a:lnTo>
                  <a:cubicBezTo>
                    <a:pt x="8267" y="7961"/>
                    <a:pt x="8243" y="7904"/>
                    <a:pt x="8202" y="7862"/>
                  </a:cubicBezTo>
                  <a:lnTo>
                    <a:pt x="406" y="67"/>
                  </a:lnTo>
                  <a:cubicBezTo>
                    <a:pt x="361" y="22"/>
                    <a:pt x="303" y="0"/>
                    <a:pt x="24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 name="Google Shape;118;p53"/>
            <p:cNvSpPr/>
            <p:nvPr/>
          </p:nvSpPr>
          <p:spPr>
            <a:xfrm>
              <a:off x="1736775" y="1601125"/>
              <a:ext cx="52500" cy="48225"/>
            </a:xfrm>
            <a:custGeom>
              <a:rect b="b" l="l" r="r" t="t"/>
              <a:pathLst>
                <a:path extrusionOk="0" h="1929" w="2100">
                  <a:moveTo>
                    <a:pt x="1101" y="450"/>
                  </a:moveTo>
                  <a:cubicBezTo>
                    <a:pt x="1191" y="450"/>
                    <a:pt x="1278" y="472"/>
                    <a:pt x="1358" y="518"/>
                  </a:cubicBezTo>
                  <a:cubicBezTo>
                    <a:pt x="1478" y="587"/>
                    <a:pt x="1562" y="697"/>
                    <a:pt x="1598" y="830"/>
                  </a:cubicBezTo>
                  <a:cubicBezTo>
                    <a:pt x="1635" y="964"/>
                    <a:pt x="1615" y="1103"/>
                    <a:pt x="1548" y="1222"/>
                  </a:cubicBezTo>
                  <a:cubicBezTo>
                    <a:pt x="1452" y="1387"/>
                    <a:pt x="1279" y="1480"/>
                    <a:pt x="1101" y="1480"/>
                  </a:cubicBezTo>
                  <a:cubicBezTo>
                    <a:pt x="1013" y="1480"/>
                    <a:pt x="925" y="1457"/>
                    <a:pt x="843" y="1410"/>
                  </a:cubicBezTo>
                  <a:cubicBezTo>
                    <a:pt x="597" y="1269"/>
                    <a:pt x="513" y="954"/>
                    <a:pt x="655" y="707"/>
                  </a:cubicBezTo>
                  <a:cubicBezTo>
                    <a:pt x="723" y="588"/>
                    <a:pt x="835" y="503"/>
                    <a:pt x="967" y="467"/>
                  </a:cubicBezTo>
                  <a:cubicBezTo>
                    <a:pt x="1012" y="455"/>
                    <a:pt x="1057" y="450"/>
                    <a:pt x="1101" y="450"/>
                  </a:cubicBezTo>
                  <a:close/>
                  <a:moveTo>
                    <a:pt x="1103" y="0"/>
                  </a:moveTo>
                  <a:cubicBezTo>
                    <a:pt x="1019" y="0"/>
                    <a:pt x="935" y="12"/>
                    <a:pt x="852" y="34"/>
                  </a:cubicBezTo>
                  <a:cubicBezTo>
                    <a:pt x="602" y="101"/>
                    <a:pt x="395" y="261"/>
                    <a:pt x="267" y="483"/>
                  </a:cubicBezTo>
                  <a:cubicBezTo>
                    <a:pt x="1" y="943"/>
                    <a:pt x="159" y="1534"/>
                    <a:pt x="618" y="1800"/>
                  </a:cubicBezTo>
                  <a:cubicBezTo>
                    <a:pt x="770" y="1887"/>
                    <a:pt x="934" y="1928"/>
                    <a:pt x="1099" y="1928"/>
                  </a:cubicBezTo>
                  <a:cubicBezTo>
                    <a:pt x="1432" y="1928"/>
                    <a:pt x="1757" y="1756"/>
                    <a:pt x="1936" y="1448"/>
                  </a:cubicBezTo>
                  <a:cubicBezTo>
                    <a:pt x="2065" y="1224"/>
                    <a:pt x="2100" y="966"/>
                    <a:pt x="2032" y="717"/>
                  </a:cubicBezTo>
                  <a:cubicBezTo>
                    <a:pt x="1966" y="467"/>
                    <a:pt x="1806" y="259"/>
                    <a:pt x="1583" y="130"/>
                  </a:cubicBezTo>
                  <a:cubicBezTo>
                    <a:pt x="1435" y="44"/>
                    <a:pt x="1270" y="0"/>
                    <a:pt x="110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 name="Google Shape;119;p53"/>
            <p:cNvSpPr/>
            <p:nvPr/>
          </p:nvSpPr>
          <p:spPr>
            <a:xfrm>
              <a:off x="1772325" y="1254775"/>
              <a:ext cx="82500" cy="357600"/>
            </a:xfrm>
            <a:custGeom>
              <a:rect b="b" l="l" r="r" t="t"/>
              <a:pathLst>
                <a:path extrusionOk="0" h="14304" w="3300">
                  <a:moveTo>
                    <a:pt x="3075" y="0"/>
                  </a:moveTo>
                  <a:cubicBezTo>
                    <a:pt x="2952" y="0"/>
                    <a:pt x="2851" y="101"/>
                    <a:pt x="2851" y="224"/>
                  </a:cubicBezTo>
                  <a:lnTo>
                    <a:pt x="2851" y="11157"/>
                  </a:lnTo>
                  <a:lnTo>
                    <a:pt x="88" y="13921"/>
                  </a:lnTo>
                  <a:cubicBezTo>
                    <a:pt x="0" y="14009"/>
                    <a:pt x="0" y="14152"/>
                    <a:pt x="88" y="14238"/>
                  </a:cubicBezTo>
                  <a:cubicBezTo>
                    <a:pt x="131" y="14282"/>
                    <a:pt x="188" y="14304"/>
                    <a:pt x="246" y="14304"/>
                  </a:cubicBezTo>
                  <a:cubicBezTo>
                    <a:pt x="303" y="14304"/>
                    <a:pt x="359" y="14281"/>
                    <a:pt x="405" y="14237"/>
                  </a:cubicBezTo>
                  <a:lnTo>
                    <a:pt x="3233" y="11408"/>
                  </a:lnTo>
                  <a:cubicBezTo>
                    <a:pt x="3275" y="11366"/>
                    <a:pt x="3299" y="11308"/>
                    <a:pt x="3299" y="11249"/>
                  </a:cubicBezTo>
                  <a:lnTo>
                    <a:pt x="3299" y="224"/>
                  </a:lnTo>
                  <a:cubicBezTo>
                    <a:pt x="3299" y="101"/>
                    <a:pt x="3199" y="0"/>
                    <a:pt x="307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 name="Google Shape;120;p53"/>
            <p:cNvSpPr/>
            <p:nvPr/>
          </p:nvSpPr>
          <p:spPr>
            <a:xfrm>
              <a:off x="2554775" y="891375"/>
              <a:ext cx="49950" cy="48225"/>
            </a:xfrm>
            <a:custGeom>
              <a:rect b="b" l="l" r="r" t="t"/>
              <a:pathLst>
                <a:path extrusionOk="0" h="1929" w="1998">
                  <a:moveTo>
                    <a:pt x="999" y="449"/>
                  </a:moveTo>
                  <a:cubicBezTo>
                    <a:pt x="1089" y="449"/>
                    <a:pt x="1176" y="474"/>
                    <a:pt x="1256" y="519"/>
                  </a:cubicBezTo>
                  <a:cubicBezTo>
                    <a:pt x="1375" y="587"/>
                    <a:pt x="1460" y="699"/>
                    <a:pt x="1496" y="831"/>
                  </a:cubicBezTo>
                  <a:cubicBezTo>
                    <a:pt x="1532" y="965"/>
                    <a:pt x="1514" y="1103"/>
                    <a:pt x="1445" y="1222"/>
                  </a:cubicBezTo>
                  <a:cubicBezTo>
                    <a:pt x="1376" y="1342"/>
                    <a:pt x="1266" y="1426"/>
                    <a:pt x="1133" y="1462"/>
                  </a:cubicBezTo>
                  <a:cubicBezTo>
                    <a:pt x="1089" y="1474"/>
                    <a:pt x="1044" y="1480"/>
                    <a:pt x="1000" y="1480"/>
                  </a:cubicBezTo>
                  <a:cubicBezTo>
                    <a:pt x="773" y="1480"/>
                    <a:pt x="564" y="1328"/>
                    <a:pt x="502" y="1098"/>
                  </a:cubicBezTo>
                  <a:cubicBezTo>
                    <a:pt x="465" y="965"/>
                    <a:pt x="484" y="825"/>
                    <a:pt x="553" y="706"/>
                  </a:cubicBezTo>
                  <a:cubicBezTo>
                    <a:pt x="621" y="587"/>
                    <a:pt x="732" y="503"/>
                    <a:pt x="865" y="466"/>
                  </a:cubicBezTo>
                  <a:cubicBezTo>
                    <a:pt x="909" y="454"/>
                    <a:pt x="955" y="449"/>
                    <a:pt x="999" y="449"/>
                  </a:cubicBezTo>
                  <a:close/>
                  <a:moveTo>
                    <a:pt x="1000" y="0"/>
                  </a:moveTo>
                  <a:cubicBezTo>
                    <a:pt x="916" y="0"/>
                    <a:pt x="832" y="11"/>
                    <a:pt x="749" y="34"/>
                  </a:cubicBezTo>
                  <a:cubicBezTo>
                    <a:pt x="500" y="100"/>
                    <a:pt x="292" y="260"/>
                    <a:pt x="164" y="482"/>
                  </a:cubicBezTo>
                  <a:cubicBezTo>
                    <a:pt x="35" y="706"/>
                    <a:pt x="1" y="965"/>
                    <a:pt x="67" y="1214"/>
                  </a:cubicBezTo>
                  <a:cubicBezTo>
                    <a:pt x="183" y="1644"/>
                    <a:pt x="574" y="1929"/>
                    <a:pt x="999" y="1929"/>
                  </a:cubicBezTo>
                  <a:cubicBezTo>
                    <a:pt x="1080" y="1929"/>
                    <a:pt x="1164" y="1918"/>
                    <a:pt x="1248" y="1896"/>
                  </a:cubicBezTo>
                  <a:cubicBezTo>
                    <a:pt x="1498" y="1830"/>
                    <a:pt x="1706" y="1670"/>
                    <a:pt x="1834" y="1447"/>
                  </a:cubicBezTo>
                  <a:cubicBezTo>
                    <a:pt x="1963" y="1224"/>
                    <a:pt x="1997" y="964"/>
                    <a:pt x="1931" y="716"/>
                  </a:cubicBezTo>
                  <a:cubicBezTo>
                    <a:pt x="1863" y="466"/>
                    <a:pt x="1703" y="259"/>
                    <a:pt x="1481" y="130"/>
                  </a:cubicBezTo>
                  <a:cubicBezTo>
                    <a:pt x="1332" y="45"/>
                    <a:pt x="1167" y="0"/>
                    <a:pt x="100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 name="Google Shape;121;p53"/>
            <p:cNvSpPr/>
            <p:nvPr/>
          </p:nvSpPr>
          <p:spPr>
            <a:xfrm>
              <a:off x="2313875" y="912925"/>
              <a:ext cx="248350" cy="147825"/>
            </a:xfrm>
            <a:custGeom>
              <a:rect b="b" l="l" r="r" t="t"/>
              <a:pathLst>
                <a:path extrusionOk="0" h="5913" w="9934">
                  <a:moveTo>
                    <a:pt x="5710" y="1"/>
                  </a:moveTo>
                  <a:cubicBezTo>
                    <a:pt x="5651" y="1"/>
                    <a:pt x="5593" y="25"/>
                    <a:pt x="5552" y="67"/>
                  </a:cubicBezTo>
                  <a:lnTo>
                    <a:pt x="87" y="5530"/>
                  </a:lnTo>
                  <a:cubicBezTo>
                    <a:pt x="0" y="5618"/>
                    <a:pt x="0" y="5759"/>
                    <a:pt x="87" y="5847"/>
                  </a:cubicBezTo>
                  <a:cubicBezTo>
                    <a:pt x="130" y="5891"/>
                    <a:pt x="188" y="5913"/>
                    <a:pt x="246" y="5913"/>
                  </a:cubicBezTo>
                  <a:cubicBezTo>
                    <a:pt x="304" y="5913"/>
                    <a:pt x="360" y="5890"/>
                    <a:pt x="406" y="5847"/>
                  </a:cubicBezTo>
                  <a:lnTo>
                    <a:pt x="5802" y="449"/>
                  </a:lnTo>
                  <a:lnTo>
                    <a:pt x="9710" y="449"/>
                  </a:lnTo>
                  <a:cubicBezTo>
                    <a:pt x="9833" y="449"/>
                    <a:pt x="9934" y="348"/>
                    <a:pt x="9934" y="225"/>
                  </a:cubicBezTo>
                  <a:cubicBezTo>
                    <a:pt x="9934" y="102"/>
                    <a:pt x="9833" y="1"/>
                    <a:pt x="971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 name="Google Shape;122;p53"/>
            <p:cNvSpPr/>
            <p:nvPr/>
          </p:nvSpPr>
          <p:spPr>
            <a:xfrm>
              <a:off x="2247375" y="1623250"/>
              <a:ext cx="52425" cy="48225"/>
            </a:xfrm>
            <a:custGeom>
              <a:rect b="b" l="l" r="r" t="t"/>
              <a:pathLst>
                <a:path extrusionOk="0" h="1929" w="2097">
                  <a:moveTo>
                    <a:pt x="996" y="451"/>
                  </a:moveTo>
                  <a:cubicBezTo>
                    <a:pt x="1174" y="451"/>
                    <a:pt x="1348" y="543"/>
                    <a:pt x="1443" y="708"/>
                  </a:cubicBezTo>
                  <a:cubicBezTo>
                    <a:pt x="1586" y="953"/>
                    <a:pt x="1501" y="1270"/>
                    <a:pt x="1255" y="1412"/>
                  </a:cubicBezTo>
                  <a:cubicBezTo>
                    <a:pt x="1174" y="1459"/>
                    <a:pt x="1085" y="1481"/>
                    <a:pt x="998" y="1481"/>
                  </a:cubicBezTo>
                  <a:cubicBezTo>
                    <a:pt x="820" y="1481"/>
                    <a:pt x="646" y="1388"/>
                    <a:pt x="551" y="1222"/>
                  </a:cubicBezTo>
                  <a:cubicBezTo>
                    <a:pt x="482" y="1103"/>
                    <a:pt x="463" y="964"/>
                    <a:pt x="500" y="831"/>
                  </a:cubicBezTo>
                  <a:cubicBezTo>
                    <a:pt x="536" y="699"/>
                    <a:pt x="621" y="588"/>
                    <a:pt x="740" y="519"/>
                  </a:cubicBezTo>
                  <a:cubicBezTo>
                    <a:pt x="821" y="473"/>
                    <a:pt x="909" y="451"/>
                    <a:pt x="996" y="451"/>
                  </a:cubicBezTo>
                  <a:close/>
                  <a:moveTo>
                    <a:pt x="995" y="0"/>
                  </a:moveTo>
                  <a:cubicBezTo>
                    <a:pt x="831" y="0"/>
                    <a:pt x="666" y="42"/>
                    <a:pt x="515" y="129"/>
                  </a:cubicBezTo>
                  <a:cubicBezTo>
                    <a:pt x="292" y="257"/>
                    <a:pt x="133" y="466"/>
                    <a:pt x="66" y="714"/>
                  </a:cubicBezTo>
                  <a:cubicBezTo>
                    <a:pt x="0" y="964"/>
                    <a:pt x="33" y="1223"/>
                    <a:pt x="162" y="1446"/>
                  </a:cubicBezTo>
                  <a:cubicBezTo>
                    <a:pt x="291" y="1669"/>
                    <a:pt x="499" y="1828"/>
                    <a:pt x="748" y="1896"/>
                  </a:cubicBezTo>
                  <a:cubicBezTo>
                    <a:pt x="831" y="1918"/>
                    <a:pt x="916" y="1929"/>
                    <a:pt x="998" y="1929"/>
                  </a:cubicBezTo>
                  <a:cubicBezTo>
                    <a:pt x="1166" y="1929"/>
                    <a:pt x="1330" y="1885"/>
                    <a:pt x="1479" y="1798"/>
                  </a:cubicBezTo>
                  <a:cubicBezTo>
                    <a:pt x="1938" y="1532"/>
                    <a:pt x="2096" y="941"/>
                    <a:pt x="1830" y="482"/>
                  </a:cubicBezTo>
                  <a:cubicBezTo>
                    <a:pt x="1653" y="173"/>
                    <a:pt x="1328" y="0"/>
                    <a:pt x="99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 name="Google Shape;123;p53"/>
            <p:cNvSpPr/>
            <p:nvPr/>
          </p:nvSpPr>
          <p:spPr>
            <a:xfrm>
              <a:off x="2181800" y="1359400"/>
              <a:ext cx="82475" cy="275100"/>
            </a:xfrm>
            <a:custGeom>
              <a:rect b="b" l="l" r="r" t="t"/>
              <a:pathLst>
                <a:path extrusionOk="0" h="11004" w="3299">
                  <a:moveTo>
                    <a:pt x="224" y="1"/>
                  </a:moveTo>
                  <a:cubicBezTo>
                    <a:pt x="100" y="1"/>
                    <a:pt x="1" y="101"/>
                    <a:pt x="1" y="224"/>
                  </a:cubicBezTo>
                  <a:lnTo>
                    <a:pt x="1" y="7951"/>
                  </a:lnTo>
                  <a:cubicBezTo>
                    <a:pt x="1" y="8010"/>
                    <a:pt x="24" y="8067"/>
                    <a:pt x="66" y="8109"/>
                  </a:cubicBezTo>
                  <a:lnTo>
                    <a:pt x="2896" y="10938"/>
                  </a:lnTo>
                  <a:cubicBezTo>
                    <a:pt x="2938" y="10982"/>
                    <a:pt x="2995" y="11003"/>
                    <a:pt x="3053" y="11003"/>
                  </a:cubicBezTo>
                  <a:cubicBezTo>
                    <a:pt x="3111" y="11003"/>
                    <a:pt x="3167" y="10982"/>
                    <a:pt x="3211" y="10939"/>
                  </a:cubicBezTo>
                  <a:cubicBezTo>
                    <a:pt x="3299" y="10851"/>
                    <a:pt x="3299" y="10708"/>
                    <a:pt x="3211" y="10622"/>
                  </a:cubicBezTo>
                  <a:lnTo>
                    <a:pt x="448" y="7858"/>
                  </a:lnTo>
                  <a:lnTo>
                    <a:pt x="448" y="224"/>
                  </a:lnTo>
                  <a:cubicBezTo>
                    <a:pt x="448" y="101"/>
                    <a:pt x="347" y="1"/>
                    <a:pt x="22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 name="Google Shape;124;p53"/>
            <p:cNvSpPr/>
            <p:nvPr/>
          </p:nvSpPr>
          <p:spPr>
            <a:xfrm>
              <a:off x="1564275" y="875675"/>
              <a:ext cx="52300" cy="48225"/>
            </a:xfrm>
            <a:custGeom>
              <a:rect b="b" l="l" r="r" t="t"/>
              <a:pathLst>
                <a:path extrusionOk="0" h="1929" w="2092">
                  <a:moveTo>
                    <a:pt x="1100" y="450"/>
                  </a:moveTo>
                  <a:cubicBezTo>
                    <a:pt x="1176" y="450"/>
                    <a:pt x="1255" y="466"/>
                    <a:pt x="1328" y="503"/>
                  </a:cubicBezTo>
                  <a:cubicBezTo>
                    <a:pt x="1452" y="563"/>
                    <a:pt x="1544" y="670"/>
                    <a:pt x="1588" y="799"/>
                  </a:cubicBezTo>
                  <a:cubicBezTo>
                    <a:pt x="1632" y="931"/>
                    <a:pt x="1622" y="1070"/>
                    <a:pt x="1561" y="1194"/>
                  </a:cubicBezTo>
                  <a:cubicBezTo>
                    <a:pt x="1501" y="1317"/>
                    <a:pt x="1395" y="1409"/>
                    <a:pt x="1265" y="1453"/>
                  </a:cubicBezTo>
                  <a:cubicBezTo>
                    <a:pt x="1211" y="1471"/>
                    <a:pt x="1155" y="1480"/>
                    <a:pt x="1099" y="1480"/>
                  </a:cubicBezTo>
                  <a:cubicBezTo>
                    <a:pt x="1021" y="1480"/>
                    <a:pt x="943" y="1462"/>
                    <a:pt x="871" y="1426"/>
                  </a:cubicBezTo>
                  <a:cubicBezTo>
                    <a:pt x="748" y="1366"/>
                    <a:pt x="655" y="1260"/>
                    <a:pt x="611" y="1131"/>
                  </a:cubicBezTo>
                  <a:cubicBezTo>
                    <a:pt x="568" y="1000"/>
                    <a:pt x="576" y="860"/>
                    <a:pt x="638" y="737"/>
                  </a:cubicBezTo>
                  <a:cubicBezTo>
                    <a:pt x="728" y="556"/>
                    <a:pt x="909" y="450"/>
                    <a:pt x="1100" y="450"/>
                  </a:cubicBezTo>
                  <a:close/>
                  <a:moveTo>
                    <a:pt x="1101" y="1"/>
                  </a:moveTo>
                  <a:cubicBezTo>
                    <a:pt x="746" y="1"/>
                    <a:pt x="403" y="198"/>
                    <a:pt x="235" y="537"/>
                  </a:cubicBezTo>
                  <a:cubicBezTo>
                    <a:pt x="0" y="1013"/>
                    <a:pt x="195" y="1592"/>
                    <a:pt x="671" y="1827"/>
                  </a:cubicBezTo>
                  <a:cubicBezTo>
                    <a:pt x="805" y="1895"/>
                    <a:pt x="951" y="1928"/>
                    <a:pt x="1098" y="1928"/>
                  </a:cubicBezTo>
                  <a:cubicBezTo>
                    <a:pt x="1202" y="1928"/>
                    <a:pt x="1307" y="1912"/>
                    <a:pt x="1406" y="1876"/>
                  </a:cubicBezTo>
                  <a:cubicBezTo>
                    <a:pt x="1650" y="1794"/>
                    <a:pt x="1846" y="1622"/>
                    <a:pt x="1961" y="1391"/>
                  </a:cubicBezTo>
                  <a:cubicBezTo>
                    <a:pt x="2075" y="1161"/>
                    <a:pt x="2092" y="899"/>
                    <a:pt x="2011" y="654"/>
                  </a:cubicBezTo>
                  <a:cubicBezTo>
                    <a:pt x="1929" y="411"/>
                    <a:pt x="1755" y="214"/>
                    <a:pt x="1525" y="100"/>
                  </a:cubicBezTo>
                  <a:cubicBezTo>
                    <a:pt x="1389" y="33"/>
                    <a:pt x="1244" y="1"/>
                    <a:pt x="110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 name="Google Shape;125;p53"/>
            <p:cNvSpPr/>
            <p:nvPr/>
          </p:nvSpPr>
          <p:spPr>
            <a:xfrm>
              <a:off x="1605100" y="909600"/>
              <a:ext cx="111275" cy="234000"/>
            </a:xfrm>
            <a:custGeom>
              <a:rect b="b" l="l" r="r" t="t"/>
              <a:pathLst>
                <a:path extrusionOk="0" h="9360" w="4451">
                  <a:moveTo>
                    <a:pt x="255" y="0"/>
                  </a:moveTo>
                  <a:cubicBezTo>
                    <a:pt x="184" y="0"/>
                    <a:pt x="115" y="34"/>
                    <a:pt x="72" y="96"/>
                  </a:cubicBezTo>
                  <a:cubicBezTo>
                    <a:pt x="0" y="198"/>
                    <a:pt x="26" y="340"/>
                    <a:pt x="128" y="409"/>
                  </a:cubicBezTo>
                  <a:lnTo>
                    <a:pt x="3585" y="2800"/>
                  </a:lnTo>
                  <a:lnTo>
                    <a:pt x="3993" y="9150"/>
                  </a:lnTo>
                  <a:cubicBezTo>
                    <a:pt x="4001" y="9269"/>
                    <a:pt x="4099" y="9360"/>
                    <a:pt x="4217" y="9360"/>
                  </a:cubicBezTo>
                  <a:lnTo>
                    <a:pt x="4233" y="9360"/>
                  </a:lnTo>
                  <a:cubicBezTo>
                    <a:pt x="4356" y="9352"/>
                    <a:pt x="4451" y="9245"/>
                    <a:pt x="4442" y="9122"/>
                  </a:cubicBezTo>
                  <a:lnTo>
                    <a:pt x="4028" y="2663"/>
                  </a:lnTo>
                  <a:cubicBezTo>
                    <a:pt x="4024" y="2594"/>
                    <a:pt x="3987" y="2532"/>
                    <a:pt x="3932" y="2493"/>
                  </a:cubicBezTo>
                  <a:lnTo>
                    <a:pt x="384" y="41"/>
                  </a:lnTo>
                  <a:cubicBezTo>
                    <a:pt x="345" y="13"/>
                    <a:pt x="300" y="0"/>
                    <a:pt x="25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 name="Google Shape;126;p53"/>
            <p:cNvSpPr/>
            <p:nvPr/>
          </p:nvSpPr>
          <p:spPr>
            <a:xfrm>
              <a:off x="1452875" y="1479875"/>
              <a:ext cx="51700" cy="48225"/>
            </a:xfrm>
            <a:custGeom>
              <a:rect b="b" l="l" r="r" t="t"/>
              <a:pathLst>
                <a:path extrusionOk="0" h="1929" w="2068">
                  <a:moveTo>
                    <a:pt x="998" y="449"/>
                  </a:moveTo>
                  <a:cubicBezTo>
                    <a:pt x="1089" y="449"/>
                    <a:pt x="1176" y="474"/>
                    <a:pt x="1256" y="519"/>
                  </a:cubicBezTo>
                  <a:cubicBezTo>
                    <a:pt x="1375" y="588"/>
                    <a:pt x="1460" y="699"/>
                    <a:pt x="1496" y="832"/>
                  </a:cubicBezTo>
                  <a:cubicBezTo>
                    <a:pt x="1531" y="966"/>
                    <a:pt x="1513" y="1103"/>
                    <a:pt x="1445" y="1222"/>
                  </a:cubicBezTo>
                  <a:cubicBezTo>
                    <a:pt x="1376" y="1342"/>
                    <a:pt x="1265" y="1427"/>
                    <a:pt x="1133" y="1463"/>
                  </a:cubicBezTo>
                  <a:cubicBezTo>
                    <a:pt x="1088" y="1475"/>
                    <a:pt x="1043" y="1480"/>
                    <a:pt x="998" y="1480"/>
                  </a:cubicBezTo>
                  <a:cubicBezTo>
                    <a:pt x="771" y="1480"/>
                    <a:pt x="563" y="1329"/>
                    <a:pt x="501" y="1098"/>
                  </a:cubicBezTo>
                  <a:cubicBezTo>
                    <a:pt x="465" y="966"/>
                    <a:pt x="484" y="827"/>
                    <a:pt x="552" y="707"/>
                  </a:cubicBezTo>
                  <a:cubicBezTo>
                    <a:pt x="620" y="588"/>
                    <a:pt x="732" y="503"/>
                    <a:pt x="864" y="468"/>
                  </a:cubicBezTo>
                  <a:cubicBezTo>
                    <a:pt x="908" y="455"/>
                    <a:pt x="955" y="449"/>
                    <a:pt x="998" y="449"/>
                  </a:cubicBezTo>
                  <a:close/>
                  <a:moveTo>
                    <a:pt x="999" y="1"/>
                  </a:moveTo>
                  <a:cubicBezTo>
                    <a:pt x="916" y="1"/>
                    <a:pt x="832" y="12"/>
                    <a:pt x="749" y="34"/>
                  </a:cubicBezTo>
                  <a:cubicBezTo>
                    <a:pt x="500" y="101"/>
                    <a:pt x="292" y="261"/>
                    <a:pt x="163" y="484"/>
                  </a:cubicBezTo>
                  <a:cubicBezTo>
                    <a:pt x="35" y="707"/>
                    <a:pt x="0" y="966"/>
                    <a:pt x="67" y="1215"/>
                  </a:cubicBezTo>
                  <a:cubicBezTo>
                    <a:pt x="183" y="1645"/>
                    <a:pt x="572" y="1929"/>
                    <a:pt x="998" y="1929"/>
                  </a:cubicBezTo>
                  <a:cubicBezTo>
                    <a:pt x="1080" y="1929"/>
                    <a:pt x="1165" y="1918"/>
                    <a:pt x="1249" y="1897"/>
                  </a:cubicBezTo>
                  <a:cubicBezTo>
                    <a:pt x="1762" y="1758"/>
                    <a:pt x="2067" y="1230"/>
                    <a:pt x="1930" y="716"/>
                  </a:cubicBezTo>
                  <a:cubicBezTo>
                    <a:pt x="1863" y="466"/>
                    <a:pt x="1703" y="260"/>
                    <a:pt x="1481" y="131"/>
                  </a:cubicBezTo>
                  <a:cubicBezTo>
                    <a:pt x="1332" y="45"/>
                    <a:pt x="1166" y="1"/>
                    <a:pt x="99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53"/>
            <p:cNvSpPr/>
            <p:nvPr/>
          </p:nvSpPr>
          <p:spPr>
            <a:xfrm>
              <a:off x="1468050" y="1386850"/>
              <a:ext cx="51725" cy="48225"/>
            </a:xfrm>
            <a:custGeom>
              <a:rect b="b" l="l" r="r" t="t"/>
              <a:pathLst>
                <a:path extrusionOk="0" h="1929" w="2069">
                  <a:moveTo>
                    <a:pt x="996" y="449"/>
                  </a:moveTo>
                  <a:cubicBezTo>
                    <a:pt x="1224" y="449"/>
                    <a:pt x="1434" y="600"/>
                    <a:pt x="1496" y="831"/>
                  </a:cubicBezTo>
                  <a:cubicBezTo>
                    <a:pt x="1570" y="1106"/>
                    <a:pt x="1406" y="1388"/>
                    <a:pt x="1131" y="1462"/>
                  </a:cubicBezTo>
                  <a:cubicBezTo>
                    <a:pt x="1087" y="1474"/>
                    <a:pt x="1042" y="1479"/>
                    <a:pt x="999" y="1479"/>
                  </a:cubicBezTo>
                  <a:cubicBezTo>
                    <a:pt x="771" y="1479"/>
                    <a:pt x="562" y="1328"/>
                    <a:pt x="500" y="1098"/>
                  </a:cubicBezTo>
                  <a:cubicBezTo>
                    <a:pt x="426" y="823"/>
                    <a:pt x="590" y="540"/>
                    <a:pt x="864" y="466"/>
                  </a:cubicBezTo>
                  <a:cubicBezTo>
                    <a:pt x="908" y="454"/>
                    <a:pt x="953" y="449"/>
                    <a:pt x="996" y="449"/>
                  </a:cubicBezTo>
                  <a:close/>
                  <a:moveTo>
                    <a:pt x="1000" y="1"/>
                  </a:moveTo>
                  <a:cubicBezTo>
                    <a:pt x="917" y="1"/>
                    <a:pt x="833" y="11"/>
                    <a:pt x="750" y="34"/>
                  </a:cubicBezTo>
                  <a:cubicBezTo>
                    <a:pt x="500" y="100"/>
                    <a:pt x="292" y="260"/>
                    <a:pt x="163" y="482"/>
                  </a:cubicBezTo>
                  <a:cubicBezTo>
                    <a:pt x="34" y="706"/>
                    <a:pt x="0" y="965"/>
                    <a:pt x="67" y="1214"/>
                  </a:cubicBezTo>
                  <a:cubicBezTo>
                    <a:pt x="182" y="1644"/>
                    <a:pt x="573" y="1928"/>
                    <a:pt x="998" y="1928"/>
                  </a:cubicBezTo>
                  <a:cubicBezTo>
                    <a:pt x="1080" y="1928"/>
                    <a:pt x="1165" y="1918"/>
                    <a:pt x="1249" y="1895"/>
                  </a:cubicBezTo>
                  <a:cubicBezTo>
                    <a:pt x="1763" y="1757"/>
                    <a:pt x="2068" y="1227"/>
                    <a:pt x="1930" y="715"/>
                  </a:cubicBezTo>
                  <a:cubicBezTo>
                    <a:pt x="1814" y="285"/>
                    <a:pt x="1424" y="1"/>
                    <a:pt x="100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53"/>
            <p:cNvSpPr/>
            <p:nvPr/>
          </p:nvSpPr>
          <p:spPr>
            <a:xfrm>
              <a:off x="1374625" y="1125475"/>
              <a:ext cx="49950" cy="48250"/>
            </a:xfrm>
            <a:custGeom>
              <a:rect b="b" l="l" r="r" t="t"/>
              <a:pathLst>
                <a:path extrusionOk="0" h="1930" w="1998">
                  <a:moveTo>
                    <a:pt x="999" y="450"/>
                  </a:moveTo>
                  <a:cubicBezTo>
                    <a:pt x="1089" y="450"/>
                    <a:pt x="1176" y="473"/>
                    <a:pt x="1255" y="519"/>
                  </a:cubicBezTo>
                  <a:cubicBezTo>
                    <a:pt x="1374" y="588"/>
                    <a:pt x="1459" y="698"/>
                    <a:pt x="1495" y="831"/>
                  </a:cubicBezTo>
                  <a:cubicBezTo>
                    <a:pt x="1531" y="965"/>
                    <a:pt x="1512" y="1103"/>
                    <a:pt x="1444" y="1222"/>
                  </a:cubicBezTo>
                  <a:cubicBezTo>
                    <a:pt x="1349" y="1388"/>
                    <a:pt x="1175" y="1480"/>
                    <a:pt x="997" y="1480"/>
                  </a:cubicBezTo>
                  <a:cubicBezTo>
                    <a:pt x="910" y="1480"/>
                    <a:pt x="821" y="1458"/>
                    <a:pt x="740" y="1411"/>
                  </a:cubicBezTo>
                  <a:cubicBezTo>
                    <a:pt x="621" y="1343"/>
                    <a:pt x="537" y="1232"/>
                    <a:pt x="500" y="1099"/>
                  </a:cubicBezTo>
                  <a:cubicBezTo>
                    <a:pt x="466" y="965"/>
                    <a:pt x="484" y="827"/>
                    <a:pt x="553" y="708"/>
                  </a:cubicBezTo>
                  <a:cubicBezTo>
                    <a:pt x="620" y="589"/>
                    <a:pt x="732" y="504"/>
                    <a:pt x="865" y="467"/>
                  </a:cubicBezTo>
                  <a:cubicBezTo>
                    <a:pt x="909" y="456"/>
                    <a:pt x="955" y="450"/>
                    <a:pt x="999" y="450"/>
                  </a:cubicBezTo>
                  <a:close/>
                  <a:moveTo>
                    <a:pt x="1000" y="0"/>
                  </a:moveTo>
                  <a:cubicBezTo>
                    <a:pt x="917" y="0"/>
                    <a:pt x="833" y="11"/>
                    <a:pt x="750" y="33"/>
                  </a:cubicBezTo>
                  <a:cubicBezTo>
                    <a:pt x="500" y="101"/>
                    <a:pt x="292" y="260"/>
                    <a:pt x="164" y="482"/>
                  </a:cubicBezTo>
                  <a:cubicBezTo>
                    <a:pt x="35" y="707"/>
                    <a:pt x="1" y="966"/>
                    <a:pt x="67" y="1215"/>
                  </a:cubicBezTo>
                  <a:cubicBezTo>
                    <a:pt x="135" y="1463"/>
                    <a:pt x="294" y="1671"/>
                    <a:pt x="516" y="1800"/>
                  </a:cubicBezTo>
                  <a:cubicBezTo>
                    <a:pt x="664" y="1886"/>
                    <a:pt x="828" y="1930"/>
                    <a:pt x="996" y="1930"/>
                  </a:cubicBezTo>
                  <a:cubicBezTo>
                    <a:pt x="1080" y="1930"/>
                    <a:pt x="1165" y="1919"/>
                    <a:pt x="1249" y="1897"/>
                  </a:cubicBezTo>
                  <a:cubicBezTo>
                    <a:pt x="1497" y="1829"/>
                    <a:pt x="1705" y="1670"/>
                    <a:pt x="1834" y="1447"/>
                  </a:cubicBezTo>
                  <a:cubicBezTo>
                    <a:pt x="1963" y="1223"/>
                    <a:pt x="1997" y="965"/>
                    <a:pt x="1931" y="716"/>
                  </a:cubicBezTo>
                  <a:cubicBezTo>
                    <a:pt x="1863" y="466"/>
                    <a:pt x="1704" y="258"/>
                    <a:pt x="1481" y="130"/>
                  </a:cubicBezTo>
                  <a:cubicBezTo>
                    <a:pt x="1332" y="44"/>
                    <a:pt x="1167" y="0"/>
                    <a:pt x="100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 name="Google Shape;129;p53"/>
            <p:cNvSpPr/>
            <p:nvPr/>
          </p:nvSpPr>
          <p:spPr>
            <a:xfrm>
              <a:off x="1359125" y="1308200"/>
              <a:ext cx="55050" cy="48175"/>
            </a:xfrm>
            <a:custGeom>
              <a:rect b="b" l="l" r="r" t="t"/>
              <a:pathLst>
                <a:path extrusionOk="0" h="1927" w="2202">
                  <a:moveTo>
                    <a:pt x="1102" y="448"/>
                  </a:moveTo>
                  <a:cubicBezTo>
                    <a:pt x="1189" y="448"/>
                    <a:pt x="1277" y="470"/>
                    <a:pt x="1357" y="517"/>
                  </a:cubicBezTo>
                  <a:cubicBezTo>
                    <a:pt x="1604" y="658"/>
                    <a:pt x="1689" y="973"/>
                    <a:pt x="1547" y="1220"/>
                  </a:cubicBezTo>
                  <a:cubicBezTo>
                    <a:pt x="1451" y="1385"/>
                    <a:pt x="1278" y="1478"/>
                    <a:pt x="1100" y="1478"/>
                  </a:cubicBezTo>
                  <a:cubicBezTo>
                    <a:pt x="1012" y="1478"/>
                    <a:pt x="924" y="1456"/>
                    <a:pt x="843" y="1409"/>
                  </a:cubicBezTo>
                  <a:cubicBezTo>
                    <a:pt x="596" y="1267"/>
                    <a:pt x="512" y="952"/>
                    <a:pt x="654" y="705"/>
                  </a:cubicBezTo>
                  <a:cubicBezTo>
                    <a:pt x="749" y="540"/>
                    <a:pt x="923" y="448"/>
                    <a:pt x="1102" y="448"/>
                  </a:cubicBezTo>
                  <a:close/>
                  <a:moveTo>
                    <a:pt x="1103" y="0"/>
                  </a:moveTo>
                  <a:cubicBezTo>
                    <a:pt x="770" y="0"/>
                    <a:pt x="446" y="173"/>
                    <a:pt x="267" y="481"/>
                  </a:cubicBezTo>
                  <a:cubicBezTo>
                    <a:pt x="1" y="941"/>
                    <a:pt x="160" y="1532"/>
                    <a:pt x="620" y="1798"/>
                  </a:cubicBezTo>
                  <a:cubicBezTo>
                    <a:pt x="771" y="1885"/>
                    <a:pt x="936" y="1927"/>
                    <a:pt x="1099" y="1927"/>
                  </a:cubicBezTo>
                  <a:cubicBezTo>
                    <a:pt x="1432" y="1927"/>
                    <a:pt x="1757" y="1754"/>
                    <a:pt x="1935" y="1445"/>
                  </a:cubicBezTo>
                  <a:cubicBezTo>
                    <a:pt x="2201" y="985"/>
                    <a:pt x="2042" y="394"/>
                    <a:pt x="1582" y="130"/>
                  </a:cubicBezTo>
                  <a:cubicBezTo>
                    <a:pt x="1431" y="42"/>
                    <a:pt x="1266" y="0"/>
                    <a:pt x="110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 name="Google Shape;130;p53"/>
            <p:cNvSpPr/>
            <p:nvPr/>
          </p:nvSpPr>
          <p:spPr>
            <a:xfrm>
              <a:off x="1398775" y="1220625"/>
              <a:ext cx="240625" cy="95850"/>
            </a:xfrm>
            <a:custGeom>
              <a:rect b="b" l="l" r="r" t="t"/>
              <a:pathLst>
                <a:path extrusionOk="0" h="3834" w="9625">
                  <a:moveTo>
                    <a:pt x="2929" y="0"/>
                  </a:moveTo>
                  <a:cubicBezTo>
                    <a:pt x="2861" y="0"/>
                    <a:pt x="2797" y="32"/>
                    <a:pt x="2754" y="86"/>
                  </a:cubicBezTo>
                  <a:lnTo>
                    <a:pt x="79" y="3470"/>
                  </a:lnTo>
                  <a:cubicBezTo>
                    <a:pt x="1" y="3568"/>
                    <a:pt x="17" y="3709"/>
                    <a:pt x="114" y="3785"/>
                  </a:cubicBezTo>
                  <a:cubicBezTo>
                    <a:pt x="156" y="3817"/>
                    <a:pt x="205" y="3833"/>
                    <a:pt x="254" y="3833"/>
                  </a:cubicBezTo>
                  <a:cubicBezTo>
                    <a:pt x="320" y="3833"/>
                    <a:pt x="386" y="3804"/>
                    <a:pt x="430" y="3747"/>
                  </a:cubicBezTo>
                  <a:lnTo>
                    <a:pt x="3038" y="448"/>
                  </a:lnTo>
                  <a:lnTo>
                    <a:pt x="9401" y="448"/>
                  </a:lnTo>
                  <a:cubicBezTo>
                    <a:pt x="9525" y="448"/>
                    <a:pt x="9624" y="348"/>
                    <a:pt x="9624" y="224"/>
                  </a:cubicBezTo>
                  <a:cubicBezTo>
                    <a:pt x="9624" y="101"/>
                    <a:pt x="9525" y="0"/>
                    <a:pt x="9401"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 name="Google Shape;131;p53"/>
            <p:cNvSpPr/>
            <p:nvPr/>
          </p:nvSpPr>
          <p:spPr>
            <a:xfrm>
              <a:off x="1412450" y="1142325"/>
              <a:ext cx="226950" cy="11200"/>
            </a:xfrm>
            <a:custGeom>
              <a:rect b="b" l="l" r="r" t="t"/>
              <a:pathLst>
                <a:path extrusionOk="0" h="448" w="9078">
                  <a:moveTo>
                    <a:pt x="225" y="0"/>
                  </a:moveTo>
                  <a:cubicBezTo>
                    <a:pt x="101" y="0"/>
                    <a:pt x="0" y="101"/>
                    <a:pt x="0" y="224"/>
                  </a:cubicBezTo>
                  <a:cubicBezTo>
                    <a:pt x="0" y="348"/>
                    <a:pt x="101" y="447"/>
                    <a:pt x="225" y="447"/>
                  </a:cubicBezTo>
                  <a:lnTo>
                    <a:pt x="8854" y="447"/>
                  </a:lnTo>
                  <a:cubicBezTo>
                    <a:pt x="8978" y="447"/>
                    <a:pt x="9077" y="348"/>
                    <a:pt x="9077" y="224"/>
                  </a:cubicBezTo>
                  <a:cubicBezTo>
                    <a:pt x="9077" y="101"/>
                    <a:pt x="8978" y="0"/>
                    <a:pt x="885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 name="Google Shape;132;p53"/>
            <p:cNvSpPr/>
            <p:nvPr/>
          </p:nvSpPr>
          <p:spPr>
            <a:xfrm>
              <a:off x="1499850" y="1294675"/>
              <a:ext cx="109975" cy="108875"/>
            </a:xfrm>
            <a:custGeom>
              <a:rect b="b" l="l" r="r" t="t"/>
              <a:pathLst>
                <a:path extrusionOk="0" h="4355" w="4399">
                  <a:moveTo>
                    <a:pt x="4152" y="1"/>
                  </a:moveTo>
                  <a:cubicBezTo>
                    <a:pt x="4094" y="1"/>
                    <a:pt x="4037" y="23"/>
                    <a:pt x="3994" y="66"/>
                  </a:cubicBezTo>
                  <a:lnTo>
                    <a:pt x="89" y="3971"/>
                  </a:lnTo>
                  <a:cubicBezTo>
                    <a:pt x="1" y="4060"/>
                    <a:pt x="1" y="4201"/>
                    <a:pt x="89" y="4289"/>
                  </a:cubicBezTo>
                  <a:cubicBezTo>
                    <a:pt x="132" y="4333"/>
                    <a:pt x="188" y="4355"/>
                    <a:pt x="246" y="4355"/>
                  </a:cubicBezTo>
                  <a:cubicBezTo>
                    <a:pt x="303" y="4355"/>
                    <a:pt x="360" y="4333"/>
                    <a:pt x="406" y="4289"/>
                  </a:cubicBezTo>
                  <a:lnTo>
                    <a:pt x="4311" y="383"/>
                  </a:lnTo>
                  <a:cubicBezTo>
                    <a:pt x="4399" y="295"/>
                    <a:pt x="4399" y="153"/>
                    <a:pt x="4311" y="66"/>
                  </a:cubicBezTo>
                  <a:cubicBezTo>
                    <a:pt x="4267" y="23"/>
                    <a:pt x="4209" y="1"/>
                    <a:pt x="415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 name="Google Shape;133;p53"/>
            <p:cNvSpPr/>
            <p:nvPr/>
          </p:nvSpPr>
          <p:spPr>
            <a:xfrm>
              <a:off x="1490250" y="1406150"/>
              <a:ext cx="256850" cy="108825"/>
            </a:xfrm>
            <a:custGeom>
              <a:rect b="b" l="l" r="r" t="t"/>
              <a:pathLst>
                <a:path extrusionOk="0" h="4353" w="10274">
                  <a:moveTo>
                    <a:pt x="10027" y="0"/>
                  </a:moveTo>
                  <a:cubicBezTo>
                    <a:pt x="9969" y="0"/>
                    <a:pt x="9912" y="22"/>
                    <a:pt x="9868" y="66"/>
                  </a:cubicBezTo>
                  <a:lnTo>
                    <a:pt x="6033" y="3901"/>
                  </a:lnTo>
                  <a:lnTo>
                    <a:pt x="238" y="3696"/>
                  </a:lnTo>
                  <a:cubicBezTo>
                    <a:pt x="233" y="3696"/>
                    <a:pt x="229" y="3696"/>
                    <a:pt x="224" y="3696"/>
                  </a:cubicBezTo>
                  <a:cubicBezTo>
                    <a:pt x="117" y="3696"/>
                    <a:pt x="9" y="3793"/>
                    <a:pt x="6" y="3912"/>
                  </a:cubicBezTo>
                  <a:cubicBezTo>
                    <a:pt x="1" y="4035"/>
                    <a:pt x="99" y="4140"/>
                    <a:pt x="222" y="4143"/>
                  </a:cubicBezTo>
                  <a:lnTo>
                    <a:pt x="6114" y="4353"/>
                  </a:lnTo>
                  <a:lnTo>
                    <a:pt x="6123" y="4353"/>
                  </a:lnTo>
                  <a:cubicBezTo>
                    <a:pt x="6182" y="4353"/>
                    <a:pt x="6239" y="4329"/>
                    <a:pt x="6281" y="4287"/>
                  </a:cubicBezTo>
                  <a:lnTo>
                    <a:pt x="10187" y="383"/>
                  </a:lnTo>
                  <a:cubicBezTo>
                    <a:pt x="10273" y="294"/>
                    <a:pt x="10273" y="153"/>
                    <a:pt x="10187" y="66"/>
                  </a:cubicBezTo>
                  <a:cubicBezTo>
                    <a:pt x="10142" y="22"/>
                    <a:pt x="10084" y="0"/>
                    <a:pt x="1002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 name="Google Shape;134;p53"/>
            <p:cNvSpPr/>
            <p:nvPr/>
          </p:nvSpPr>
          <p:spPr>
            <a:xfrm>
              <a:off x="2162400" y="757150"/>
              <a:ext cx="49900" cy="48275"/>
            </a:xfrm>
            <a:custGeom>
              <a:rect b="b" l="l" r="r" t="t"/>
              <a:pathLst>
                <a:path extrusionOk="0" h="1931" w="1996">
                  <a:moveTo>
                    <a:pt x="999" y="451"/>
                  </a:moveTo>
                  <a:cubicBezTo>
                    <a:pt x="1088" y="451"/>
                    <a:pt x="1176" y="473"/>
                    <a:pt x="1256" y="520"/>
                  </a:cubicBezTo>
                  <a:cubicBezTo>
                    <a:pt x="1375" y="589"/>
                    <a:pt x="1460" y="699"/>
                    <a:pt x="1496" y="832"/>
                  </a:cubicBezTo>
                  <a:cubicBezTo>
                    <a:pt x="1532" y="966"/>
                    <a:pt x="1513" y="1105"/>
                    <a:pt x="1445" y="1224"/>
                  </a:cubicBezTo>
                  <a:cubicBezTo>
                    <a:pt x="1376" y="1343"/>
                    <a:pt x="1266" y="1427"/>
                    <a:pt x="1133" y="1464"/>
                  </a:cubicBezTo>
                  <a:cubicBezTo>
                    <a:pt x="1089" y="1475"/>
                    <a:pt x="1044" y="1481"/>
                    <a:pt x="999" y="1481"/>
                  </a:cubicBezTo>
                  <a:cubicBezTo>
                    <a:pt x="909" y="1481"/>
                    <a:pt x="821" y="1458"/>
                    <a:pt x="741" y="1411"/>
                  </a:cubicBezTo>
                  <a:cubicBezTo>
                    <a:pt x="622" y="1343"/>
                    <a:pt x="537" y="1232"/>
                    <a:pt x="501" y="1099"/>
                  </a:cubicBezTo>
                  <a:cubicBezTo>
                    <a:pt x="465" y="965"/>
                    <a:pt x="484" y="827"/>
                    <a:pt x="553" y="708"/>
                  </a:cubicBezTo>
                  <a:cubicBezTo>
                    <a:pt x="621" y="589"/>
                    <a:pt x="732" y="504"/>
                    <a:pt x="865" y="468"/>
                  </a:cubicBezTo>
                  <a:cubicBezTo>
                    <a:pt x="909" y="456"/>
                    <a:pt x="955" y="451"/>
                    <a:pt x="999" y="451"/>
                  </a:cubicBezTo>
                  <a:close/>
                  <a:moveTo>
                    <a:pt x="1000" y="1"/>
                  </a:moveTo>
                  <a:cubicBezTo>
                    <a:pt x="666" y="1"/>
                    <a:pt x="342" y="174"/>
                    <a:pt x="163" y="483"/>
                  </a:cubicBezTo>
                  <a:cubicBezTo>
                    <a:pt x="35" y="706"/>
                    <a:pt x="0" y="965"/>
                    <a:pt x="67" y="1214"/>
                  </a:cubicBezTo>
                  <a:cubicBezTo>
                    <a:pt x="134" y="1464"/>
                    <a:pt x="294" y="1672"/>
                    <a:pt x="516" y="1801"/>
                  </a:cubicBezTo>
                  <a:cubicBezTo>
                    <a:pt x="664" y="1886"/>
                    <a:pt x="828" y="1930"/>
                    <a:pt x="997" y="1930"/>
                  </a:cubicBezTo>
                  <a:cubicBezTo>
                    <a:pt x="1079" y="1930"/>
                    <a:pt x="1164" y="1920"/>
                    <a:pt x="1246" y="1897"/>
                  </a:cubicBezTo>
                  <a:cubicBezTo>
                    <a:pt x="1496" y="1829"/>
                    <a:pt x="1704" y="1670"/>
                    <a:pt x="1832" y="1448"/>
                  </a:cubicBezTo>
                  <a:cubicBezTo>
                    <a:pt x="1960" y="1224"/>
                    <a:pt x="1996" y="964"/>
                    <a:pt x="1928" y="716"/>
                  </a:cubicBezTo>
                  <a:cubicBezTo>
                    <a:pt x="1862" y="467"/>
                    <a:pt x="1702" y="259"/>
                    <a:pt x="1480" y="130"/>
                  </a:cubicBezTo>
                  <a:cubicBezTo>
                    <a:pt x="1328" y="42"/>
                    <a:pt x="1163" y="1"/>
                    <a:pt x="100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 name="Google Shape;135;p53"/>
            <p:cNvSpPr/>
            <p:nvPr/>
          </p:nvSpPr>
          <p:spPr>
            <a:xfrm>
              <a:off x="2199650" y="788675"/>
              <a:ext cx="94775" cy="233350"/>
            </a:xfrm>
            <a:custGeom>
              <a:rect b="b" l="l" r="r" t="t"/>
              <a:pathLst>
                <a:path extrusionOk="0" h="9334" w="3791">
                  <a:moveTo>
                    <a:pt x="246" y="1"/>
                  </a:moveTo>
                  <a:cubicBezTo>
                    <a:pt x="188" y="1"/>
                    <a:pt x="131" y="22"/>
                    <a:pt x="88" y="66"/>
                  </a:cubicBezTo>
                  <a:cubicBezTo>
                    <a:pt x="1" y="155"/>
                    <a:pt x="1" y="296"/>
                    <a:pt x="88" y="384"/>
                  </a:cubicBezTo>
                  <a:lnTo>
                    <a:pt x="3342" y="3638"/>
                  </a:lnTo>
                  <a:lnTo>
                    <a:pt x="3342" y="9109"/>
                  </a:lnTo>
                  <a:cubicBezTo>
                    <a:pt x="3342" y="9233"/>
                    <a:pt x="3442" y="9333"/>
                    <a:pt x="3566" y="9333"/>
                  </a:cubicBezTo>
                  <a:cubicBezTo>
                    <a:pt x="3690" y="9333"/>
                    <a:pt x="3791" y="9233"/>
                    <a:pt x="3791" y="9108"/>
                  </a:cubicBezTo>
                  <a:lnTo>
                    <a:pt x="3791" y="3544"/>
                  </a:lnTo>
                  <a:cubicBezTo>
                    <a:pt x="3791" y="3485"/>
                    <a:pt x="3766" y="3427"/>
                    <a:pt x="3725" y="3386"/>
                  </a:cubicBezTo>
                  <a:lnTo>
                    <a:pt x="405" y="66"/>
                  </a:lnTo>
                  <a:cubicBezTo>
                    <a:pt x="361" y="22"/>
                    <a:pt x="30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 name="Google Shape;136;p53"/>
            <p:cNvSpPr/>
            <p:nvPr/>
          </p:nvSpPr>
          <p:spPr>
            <a:xfrm>
              <a:off x="1555825" y="943500"/>
              <a:ext cx="1045300" cy="538450"/>
            </a:xfrm>
            <a:custGeom>
              <a:rect b="b" l="l" r="r" t="t"/>
              <a:pathLst>
                <a:path extrusionOk="0" h="21538" w="41812">
                  <a:moveTo>
                    <a:pt x="20107" y="0"/>
                  </a:moveTo>
                  <a:cubicBezTo>
                    <a:pt x="7759" y="0"/>
                    <a:pt x="0" y="9003"/>
                    <a:pt x="0" y="12132"/>
                  </a:cubicBezTo>
                  <a:cubicBezTo>
                    <a:pt x="0" y="15227"/>
                    <a:pt x="8675" y="21538"/>
                    <a:pt x="20453" y="21538"/>
                  </a:cubicBezTo>
                  <a:cubicBezTo>
                    <a:pt x="32231" y="21538"/>
                    <a:pt x="41812" y="14418"/>
                    <a:pt x="41812" y="12089"/>
                  </a:cubicBezTo>
                  <a:cubicBezTo>
                    <a:pt x="41812" y="9117"/>
                    <a:pt x="33820" y="0"/>
                    <a:pt x="2010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 name="Google Shape;137;p53"/>
            <p:cNvSpPr/>
            <p:nvPr/>
          </p:nvSpPr>
          <p:spPr>
            <a:xfrm>
              <a:off x="1849250" y="989425"/>
              <a:ext cx="435725" cy="435725"/>
            </a:xfrm>
            <a:custGeom>
              <a:rect b="b" l="l" r="r" t="t"/>
              <a:pathLst>
                <a:path extrusionOk="0" h="17429" w="17429">
                  <a:moveTo>
                    <a:pt x="8715" y="1"/>
                  </a:moveTo>
                  <a:cubicBezTo>
                    <a:pt x="6403" y="1"/>
                    <a:pt x="4187" y="919"/>
                    <a:pt x="2553" y="2552"/>
                  </a:cubicBezTo>
                  <a:cubicBezTo>
                    <a:pt x="919" y="4188"/>
                    <a:pt x="0" y="6404"/>
                    <a:pt x="0" y="8715"/>
                  </a:cubicBezTo>
                  <a:cubicBezTo>
                    <a:pt x="0" y="11026"/>
                    <a:pt x="919" y="13242"/>
                    <a:pt x="2553" y="14877"/>
                  </a:cubicBezTo>
                  <a:cubicBezTo>
                    <a:pt x="4187" y="16511"/>
                    <a:pt x="6403" y="17429"/>
                    <a:pt x="8715" y="17429"/>
                  </a:cubicBezTo>
                  <a:cubicBezTo>
                    <a:pt x="11025" y="17429"/>
                    <a:pt x="13243" y="16511"/>
                    <a:pt x="14877" y="14877"/>
                  </a:cubicBezTo>
                  <a:cubicBezTo>
                    <a:pt x="16511" y="13242"/>
                    <a:pt x="17428" y="11026"/>
                    <a:pt x="17428" y="8715"/>
                  </a:cubicBezTo>
                  <a:cubicBezTo>
                    <a:pt x="17428" y="6404"/>
                    <a:pt x="16511" y="4188"/>
                    <a:pt x="14877" y="2552"/>
                  </a:cubicBezTo>
                  <a:cubicBezTo>
                    <a:pt x="13243" y="919"/>
                    <a:pt x="11025" y="1"/>
                    <a:pt x="871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 name="Google Shape;138;p53"/>
            <p:cNvSpPr/>
            <p:nvPr/>
          </p:nvSpPr>
          <p:spPr>
            <a:xfrm>
              <a:off x="1958600" y="1098775"/>
              <a:ext cx="217100" cy="217050"/>
            </a:xfrm>
            <a:custGeom>
              <a:rect b="b" l="l" r="r" t="t"/>
              <a:pathLst>
                <a:path extrusionOk="0" h="8682" w="8684">
                  <a:moveTo>
                    <a:pt x="4342" y="0"/>
                  </a:moveTo>
                  <a:cubicBezTo>
                    <a:pt x="1945" y="0"/>
                    <a:pt x="1" y="1943"/>
                    <a:pt x="1" y="4341"/>
                  </a:cubicBezTo>
                  <a:cubicBezTo>
                    <a:pt x="1" y="6739"/>
                    <a:pt x="1945" y="8681"/>
                    <a:pt x="4342" y="8681"/>
                  </a:cubicBezTo>
                  <a:cubicBezTo>
                    <a:pt x="6739" y="8681"/>
                    <a:pt x="8683" y="6739"/>
                    <a:pt x="8683" y="4341"/>
                  </a:cubicBezTo>
                  <a:cubicBezTo>
                    <a:pt x="8683" y="1943"/>
                    <a:pt x="6739" y="0"/>
                    <a:pt x="434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 name="Google Shape;139;p53"/>
            <p:cNvSpPr/>
            <p:nvPr/>
          </p:nvSpPr>
          <p:spPr>
            <a:xfrm>
              <a:off x="1555825" y="1078125"/>
              <a:ext cx="1045300" cy="403825"/>
            </a:xfrm>
            <a:custGeom>
              <a:rect b="b" l="l" r="r" t="t"/>
              <a:pathLst>
                <a:path extrusionOk="0" h="16153" w="41812">
                  <a:moveTo>
                    <a:pt x="4796" y="1"/>
                  </a:moveTo>
                  <a:cubicBezTo>
                    <a:pt x="1707" y="2519"/>
                    <a:pt x="0" y="5280"/>
                    <a:pt x="0" y="6747"/>
                  </a:cubicBezTo>
                  <a:cubicBezTo>
                    <a:pt x="0" y="9842"/>
                    <a:pt x="8675" y="16153"/>
                    <a:pt x="20453" y="16153"/>
                  </a:cubicBezTo>
                  <a:cubicBezTo>
                    <a:pt x="32231" y="16153"/>
                    <a:pt x="41812" y="9033"/>
                    <a:pt x="41812" y="6704"/>
                  </a:cubicBezTo>
                  <a:cubicBezTo>
                    <a:pt x="41812" y="5931"/>
                    <a:pt x="41266" y="4741"/>
                    <a:pt x="40225" y="3405"/>
                  </a:cubicBezTo>
                  <a:cubicBezTo>
                    <a:pt x="35730" y="5246"/>
                    <a:pt x="30894" y="6236"/>
                    <a:pt x="25904" y="6236"/>
                  </a:cubicBezTo>
                  <a:cubicBezTo>
                    <a:pt x="25576" y="6236"/>
                    <a:pt x="25248" y="6232"/>
                    <a:pt x="24919" y="6223"/>
                  </a:cubicBezTo>
                  <a:cubicBezTo>
                    <a:pt x="17933" y="6039"/>
                    <a:pt x="10439" y="4234"/>
                    <a:pt x="479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 name="Google Shape;140;p53"/>
            <p:cNvSpPr/>
            <p:nvPr/>
          </p:nvSpPr>
          <p:spPr>
            <a:xfrm>
              <a:off x="2059650" y="1138425"/>
              <a:ext cx="66725" cy="66700"/>
            </a:xfrm>
            <a:custGeom>
              <a:rect b="b" l="l" r="r" t="t"/>
              <a:pathLst>
                <a:path extrusionOk="0" h="2668" w="2669">
                  <a:moveTo>
                    <a:pt x="1335" y="1"/>
                  </a:moveTo>
                  <a:cubicBezTo>
                    <a:pt x="598" y="1"/>
                    <a:pt x="1" y="598"/>
                    <a:pt x="1" y="1335"/>
                  </a:cubicBezTo>
                  <a:cubicBezTo>
                    <a:pt x="1" y="2070"/>
                    <a:pt x="598" y="2667"/>
                    <a:pt x="1335" y="2667"/>
                  </a:cubicBezTo>
                  <a:cubicBezTo>
                    <a:pt x="2071" y="2667"/>
                    <a:pt x="2668" y="2070"/>
                    <a:pt x="2668" y="1335"/>
                  </a:cubicBezTo>
                  <a:cubicBezTo>
                    <a:pt x="2668" y="598"/>
                    <a:pt x="2071" y="1"/>
                    <a:pt x="13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 name="Google Shape;141;p53"/>
            <p:cNvSpPr/>
            <p:nvPr/>
          </p:nvSpPr>
          <p:spPr>
            <a:xfrm>
              <a:off x="2217175" y="997750"/>
              <a:ext cx="106400" cy="58400"/>
            </a:xfrm>
            <a:custGeom>
              <a:rect b="b" l="l" r="r" t="t"/>
              <a:pathLst>
                <a:path extrusionOk="0" h="2336" w="4256">
                  <a:moveTo>
                    <a:pt x="837" y="1"/>
                  </a:moveTo>
                  <a:cubicBezTo>
                    <a:pt x="206" y="1"/>
                    <a:pt x="1" y="1071"/>
                    <a:pt x="719" y="1346"/>
                  </a:cubicBezTo>
                  <a:cubicBezTo>
                    <a:pt x="1540" y="1660"/>
                    <a:pt x="2360" y="1974"/>
                    <a:pt x="3181" y="2288"/>
                  </a:cubicBezTo>
                  <a:cubicBezTo>
                    <a:pt x="3266" y="2321"/>
                    <a:pt x="3346" y="2335"/>
                    <a:pt x="3420" y="2335"/>
                  </a:cubicBezTo>
                  <a:cubicBezTo>
                    <a:pt x="4051" y="2335"/>
                    <a:pt x="4256" y="1265"/>
                    <a:pt x="3539" y="991"/>
                  </a:cubicBezTo>
                  <a:cubicBezTo>
                    <a:pt x="2719" y="677"/>
                    <a:pt x="1899" y="361"/>
                    <a:pt x="1076" y="48"/>
                  </a:cubicBezTo>
                  <a:cubicBezTo>
                    <a:pt x="991" y="16"/>
                    <a:pt x="911" y="1"/>
                    <a:pt x="837" y="1"/>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 name="Google Shape;142;p53"/>
            <p:cNvSpPr/>
            <p:nvPr/>
          </p:nvSpPr>
          <p:spPr>
            <a:xfrm>
              <a:off x="2330250" y="1044175"/>
              <a:ext cx="160450" cy="107250"/>
            </a:xfrm>
            <a:custGeom>
              <a:rect b="b" l="l" r="r" t="t"/>
              <a:pathLst>
                <a:path extrusionOk="0" h="4290" w="6418">
                  <a:moveTo>
                    <a:pt x="843" y="0"/>
                  </a:moveTo>
                  <a:cubicBezTo>
                    <a:pt x="207" y="0"/>
                    <a:pt x="0" y="1073"/>
                    <a:pt x="722" y="1344"/>
                  </a:cubicBezTo>
                  <a:cubicBezTo>
                    <a:pt x="2324" y="1944"/>
                    <a:pt x="3646" y="3035"/>
                    <a:pt x="4942" y="4121"/>
                  </a:cubicBezTo>
                  <a:cubicBezTo>
                    <a:pt x="5082" y="4240"/>
                    <a:pt x="5237" y="4290"/>
                    <a:pt x="5386" y="4290"/>
                  </a:cubicBezTo>
                  <a:cubicBezTo>
                    <a:pt x="5936" y="4290"/>
                    <a:pt x="6417" y="3609"/>
                    <a:pt x="5894" y="3170"/>
                  </a:cubicBezTo>
                  <a:cubicBezTo>
                    <a:pt x="4409" y="1926"/>
                    <a:pt x="2913" y="732"/>
                    <a:pt x="1080" y="46"/>
                  </a:cubicBezTo>
                  <a:cubicBezTo>
                    <a:pt x="996" y="15"/>
                    <a:pt x="917" y="0"/>
                    <a:pt x="843"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 name="Google Shape;143;p53"/>
          <p:cNvGrpSpPr/>
          <p:nvPr/>
        </p:nvGrpSpPr>
        <p:grpSpPr>
          <a:xfrm>
            <a:off x="7675049" y="2512083"/>
            <a:ext cx="864252" cy="1054868"/>
            <a:chOff x="5079250" y="2236750"/>
            <a:chExt cx="1080450" cy="1318750"/>
          </a:xfrm>
        </p:grpSpPr>
        <p:sp>
          <p:nvSpPr>
            <p:cNvPr id="144" name="Google Shape;144;p53"/>
            <p:cNvSpPr/>
            <p:nvPr/>
          </p:nvSpPr>
          <p:spPr>
            <a:xfrm>
              <a:off x="5316525" y="2236750"/>
              <a:ext cx="319825" cy="220125"/>
            </a:xfrm>
            <a:custGeom>
              <a:rect b="b" l="l" r="r" t="t"/>
              <a:pathLst>
                <a:path extrusionOk="0" h="8805" w="12793">
                  <a:moveTo>
                    <a:pt x="5146" y="1"/>
                  </a:moveTo>
                  <a:cubicBezTo>
                    <a:pt x="2032" y="1"/>
                    <a:pt x="1" y="2499"/>
                    <a:pt x="1" y="2499"/>
                  </a:cubicBezTo>
                  <a:cubicBezTo>
                    <a:pt x="1" y="2499"/>
                    <a:pt x="1483" y="1961"/>
                    <a:pt x="3375" y="1961"/>
                  </a:cubicBezTo>
                  <a:cubicBezTo>
                    <a:pt x="4366" y="1961"/>
                    <a:pt x="5469" y="2109"/>
                    <a:pt x="6530" y="2558"/>
                  </a:cubicBezTo>
                  <a:cubicBezTo>
                    <a:pt x="9618" y="3864"/>
                    <a:pt x="9115" y="7994"/>
                    <a:pt x="9115" y="7994"/>
                  </a:cubicBezTo>
                  <a:lnTo>
                    <a:pt x="11217" y="8804"/>
                  </a:lnTo>
                  <a:cubicBezTo>
                    <a:pt x="11217" y="8804"/>
                    <a:pt x="12793" y="3129"/>
                    <a:pt x="8082" y="742"/>
                  </a:cubicBezTo>
                  <a:cubicBezTo>
                    <a:pt x="7028" y="208"/>
                    <a:pt x="6042" y="1"/>
                    <a:pt x="514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 name="Google Shape;145;p53"/>
            <p:cNvSpPr/>
            <p:nvPr/>
          </p:nvSpPr>
          <p:spPr>
            <a:xfrm>
              <a:off x="5532525" y="2354450"/>
              <a:ext cx="75475" cy="102425"/>
            </a:xfrm>
            <a:custGeom>
              <a:rect b="b" l="l" r="r" t="t"/>
              <a:pathLst>
                <a:path extrusionOk="0" h="4097" w="3019">
                  <a:moveTo>
                    <a:pt x="0" y="1"/>
                  </a:moveTo>
                  <a:lnTo>
                    <a:pt x="0" y="1"/>
                  </a:lnTo>
                  <a:cubicBezTo>
                    <a:pt x="679" y="1570"/>
                    <a:pt x="475" y="3286"/>
                    <a:pt x="475" y="3286"/>
                  </a:cubicBezTo>
                  <a:lnTo>
                    <a:pt x="2578" y="4096"/>
                  </a:lnTo>
                  <a:cubicBezTo>
                    <a:pt x="2578" y="4096"/>
                    <a:pt x="3019" y="2510"/>
                    <a:pt x="2738" y="660"/>
                  </a:cubicBezTo>
                  <a:cubicBezTo>
                    <a:pt x="1826" y="432"/>
                    <a:pt x="914" y="213"/>
                    <a:pt x="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 name="Google Shape;146;p53"/>
            <p:cNvSpPr/>
            <p:nvPr/>
          </p:nvSpPr>
          <p:spPr>
            <a:xfrm>
              <a:off x="5236600" y="2346225"/>
              <a:ext cx="324600" cy="221325"/>
            </a:xfrm>
            <a:custGeom>
              <a:rect b="b" l="l" r="r" t="t"/>
              <a:pathLst>
                <a:path extrusionOk="0" h="8853" w="12984">
                  <a:moveTo>
                    <a:pt x="1874" y="1"/>
                  </a:moveTo>
                  <a:lnTo>
                    <a:pt x="1874" y="1"/>
                  </a:lnTo>
                  <a:cubicBezTo>
                    <a:pt x="1874" y="1"/>
                    <a:pt x="1" y="5003"/>
                    <a:pt x="4443" y="7861"/>
                  </a:cubicBezTo>
                  <a:cubicBezTo>
                    <a:pt x="5564" y="8582"/>
                    <a:pt x="6664" y="8852"/>
                    <a:pt x="7682" y="8852"/>
                  </a:cubicBezTo>
                  <a:cubicBezTo>
                    <a:pt x="10693" y="8852"/>
                    <a:pt x="12984" y="6489"/>
                    <a:pt x="12984" y="6489"/>
                  </a:cubicBezTo>
                  <a:lnTo>
                    <a:pt x="11223" y="5085"/>
                  </a:lnTo>
                  <a:cubicBezTo>
                    <a:pt x="11223" y="5085"/>
                    <a:pt x="9527" y="6377"/>
                    <a:pt x="7578" y="6377"/>
                  </a:cubicBezTo>
                  <a:cubicBezTo>
                    <a:pt x="6804" y="6377"/>
                    <a:pt x="5989" y="6173"/>
                    <a:pt x="5225" y="5604"/>
                  </a:cubicBezTo>
                  <a:cubicBezTo>
                    <a:pt x="2537" y="3600"/>
                    <a:pt x="1874" y="1"/>
                    <a:pt x="187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 name="Google Shape;147;p53"/>
            <p:cNvSpPr/>
            <p:nvPr/>
          </p:nvSpPr>
          <p:spPr>
            <a:xfrm>
              <a:off x="5385425" y="2473325"/>
              <a:ext cx="175775" cy="94125"/>
            </a:xfrm>
            <a:custGeom>
              <a:rect b="b" l="l" r="r" t="t"/>
              <a:pathLst>
                <a:path extrusionOk="0" h="3765" w="7031">
                  <a:moveTo>
                    <a:pt x="5270" y="1"/>
                  </a:moveTo>
                  <a:cubicBezTo>
                    <a:pt x="5270" y="1"/>
                    <a:pt x="4016" y="953"/>
                    <a:pt x="2426" y="1221"/>
                  </a:cubicBezTo>
                  <a:cubicBezTo>
                    <a:pt x="2092" y="1633"/>
                    <a:pt x="1737" y="2030"/>
                    <a:pt x="1344" y="2401"/>
                  </a:cubicBezTo>
                  <a:cubicBezTo>
                    <a:pt x="940" y="2783"/>
                    <a:pt x="489" y="3150"/>
                    <a:pt x="0" y="3494"/>
                  </a:cubicBezTo>
                  <a:cubicBezTo>
                    <a:pt x="595" y="3684"/>
                    <a:pt x="1175" y="3764"/>
                    <a:pt x="1730" y="3764"/>
                  </a:cubicBezTo>
                  <a:cubicBezTo>
                    <a:pt x="4741" y="3764"/>
                    <a:pt x="7031" y="1404"/>
                    <a:pt x="7031" y="1404"/>
                  </a:cubicBezTo>
                  <a:lnTo>
                    <a:pt x="527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53"/>
            <p:cNvSpPr/>
            <p:nvPr/>
          </p:nvSpPr>
          <p:spPr>
            <a:xfrm>
              <a:off x="5529100" y="2466150"/>
              <a:ext cx="480875" cy="455425"/>
            </a:xfrm>
            <a:custGeom>
              <a:rect b="b" l="l" r="r" t="t"/>
              <a:pathLst>
                <a:path extrusionOk="0" h="18217" w="19235">
                  <a:moveTo>
                    <a:pt x="1841" y="0"/>
                  </a:moveTo>
                  <a:lnTo>
                    <a:pt x="0" y="1416"/>
                  </a:lnTo>
                  <a:cubicBezTo>
                    <a:pt x="0" y="1416"/>
                    <a:pt x="10450" y="17141"/>
                    <a:pt x="15509" y="18216"/>
                  </a:cubicBezTo>
                  <a:lnTo>
                    <a:pt x="19235" y="14719"/>
                  </a:lnTo>
                  <a:cubicBezTo>
                    <a:pt x="19235" y="14719"/>
                    <a:pt x="14871" y="7771"/>
                    <a:pt x="184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53"/>
            <p:cNvSpPr/>
            <p:nvPr/>
          </p:nvSpPr>
          <p:spPr>
            <a:xfrm>
              <a:off x="5559300" y="2466125"/>
              <a:ext cx="450700" cy="385500"/>
            </a:xfrm>
            <a:custGeom>
              <a:rect b="b" l="l" r="r" t="t"/>
              <a:pathLst>
                <a:path extrusionOk="0" h="15420" w="18028">
                  <a:moveTo>
                    <a:pt x="634" y="0"/>
                  </a:moveTo>
                  <a:lnTo>
                    <a:pt x="0" y="488"/>
                  </a:lnTo>
                  <a:cubicBezTo>
                    <a:pt x="4289" y="4283"/>
                    <a:pt x="15782" y="14250"/>
                    <a:pt x="17283" y="15419"/>
                  </a:cubicBezTo>
                  <a:lnTo>
                    <a:pt x="18028" y="14720"/>
                  </a:lnTo>
                  <a:cubicBezTo>
                    <a:pt x="18028" y="14720"/>
                    <a:pt x="13664" y="7772"/>
                    <a:pt x="63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53"/>
            <p:cNvSpPr/>
            <p:nvPr/>
          </p:nvSpPr>
          <p:spPr>
            <a:xfrm>
              <a:off x="5394025" y="2882500"/>
              <a:ext cx="650125" cy="516625"/>
            </a:xfrm>
            <a:custGeom>
              <a:rect b="b" l="l" r="r" t="t"/>
              <a:pathLst>
                <a:path extrusionOk="0" h="20665" w="26005">
                  <a:moveTo>
                    <a:pt x="23308" y="0"/>
                  </a:moveTo>
                  <a:cubicBezTo>
                    <a:pt x="12928" y="0"/>
                    <a:pt x="1" y="10346"/>
                    <a:pt x="1" y="10346"/>
                  </a:cubicBezTo>
                  <a:lnTo>
                    <a:pt x="6824" y="20664"/>
                  </a:lnTo>
                  <a:cubicBezTo>
                    <a:pt x="6824" y="20664"/>
                    <a:pt x="22452" y="13423"/>
                    <a:pt x="25781" y="2301"/>
                  </a:cubicBezTo>
                  <a:cubicBezTo>
                    <a:pt x="26005" y="1555"/>
                    <a:pt x="24451" y="23"/>
                    <a:pt x="23671" y="5"/>
                  </a:cubicBezTo>
                  <a:cubicBezTo>
                    <a:pt x="23550" y="2"/>
                    <a:pt x="23429" y="0"/>
                    <a:pt x="2330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53"/>
            <p:cNvSpPr/>
            <p:nvPr/>
          </p:nvSpPr>
          <p:spPr>
            <a:xfrm>
              <a:off x="5444975" y="2908100"/>
              <a:ext cx="596100" cy="490950"/>
            </a:xfrm>
            <a:custGeom>
              <a:rect b="b" l="l" r="r" t="t"/>
              <a:pathLst>
                <a:path extrusionOk="0" h="19638" w="23844">
                  <a:moveTo>
                    <a:pt x="23196" y="0"/>
                  </a:moveTo>
                  <a:cubicBezTo>
                    <a:pt x="21624" y="1167"/>
                    <a:pt x="19984" y="2239"/>
                    <a:pt x="18345" y="3236"/>
                  </a:cubicBezTo>
                  <a:cubicBezTo>
                    <a:pt x="12533" y="6781"/>
                    <a:pt x="6494" y="10388"/>
                    <a:pt x="1" y="12403"/>
                  </a:cubicBezTo>
                  <a:lnTo>
                    <a:pt x="4786" y="19638"/>
                  </a:lnTo>
                  <a:cubicBezTo>
                    <a:pt x="4786" y="19638"/>
                    <a:pt x="20414" y="12398"/>
                    <a:pt x="23743" y="1276"/>
                  </a:cubicBezTo>
                  <a:cubicBezTo>
                    <a:pt x="23843" y="939"/>
                    <a:pt x="23583" y="445"/>
                    <a:pt x="231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53"/>
            <p:cNvSpPr/>
            <p:nvPr/>
          </p:nvSpPr>
          <p:spPr>
            <a:xfrm>
              <a:off x="5147300" y="2971675"/>
              <a:ext cx="510550" cy="583825"/>
            </a:xfrm>
            <a:custGeom>
              <a:rect b="b" l="l" r="r" t="t"/>
              <a:pathLst>
                <a:path extrusionOk="0" h="23353" w="20422">
                  <a:moveTo>
                    <a:pt x="10019" y="0"/>
                  </a:moveTo>
                  <a:lnTo>
                    <a:pt x="10019" y="3090"/>
                  </a:lnTo>
                  <a:cubicBezTo>
                    <a:pt x="8836" y="3317"/>
                    <a:pt x="7737" y="3780"/>
                    <a:pt x="6775" y="4431"/>
                  </a:cubicBezTo>
                  <a:lnTo>
                    <a:pt x="4591" y="2248"/>
                  </a:lnTo>
                  <a:lnTo>
                    <a:pt x="2248" y="4591"/>
                  </a:lnTo>
                  <a:lnTo>
                    <a:pt x="4430" y="6774"/>
                  </a:lnTo>
                  <a:cubicBezTo>
                    <a:pt x="3780" y="7736"/>
                    <a:pt x="3319" y="8835"/>
                    <a:pt x="3090" y="10018"/>
                  </a:cubicBezTo>
                  <a:lnTo>
                    <a:pt x="0" y="10018"/>
                  </a:lnTo>
                  <a:lnTo>
                    <a:pt x="0" y="13334"/>
                  </a:lnTo>
                  <a:lnTo>
                    <a:pt x="3090" y="13334"/>
                  </a:lnTo>
                  <a:cubicBezTo>
                    <a:pt x="3318" y="14515"/>
                    <a:pt x="3780" y="15614"/>
                    <a:pt x="4430" y="16577"/>
                  </a:cubicBezTo>
                  <a:lnTo>
                    <a:pt x="2248" y="18760"/>
                  </a:lnTo>
                  <a:lnTo>
                    <a:pt x="4591" y="21104"/>
                  </a:lnTo>
                  <a:lnTo>
                    <a:pt x="6775" y="18921"/>
                  </a:lnTo>
                  <a:cubicBezTo>
                    <a:pt x="7736" y="19573"/>
                    <a:pt x="8835" y="20034"/>
                    <a:pt x="10019" y="20261"/>
                  </a:cubicBezTo>
                  <a:lnTo>
                    <a:pt x="10019" y="23352"/>
                  </a:lnTo>
                  <a:lnTo>
                    <a:pt x="13334" y="23352"/>
                  </a:lnTo>
                  <a:lnTo>
                    <a:pt x="13334" y="20261"/>
                  </a:lnTo>
                  <a:cubicBezTo>
                    <a:pt x="17370" y="19484"/>
                    <a:pt x="20422" y="15937"/>
                    <a:pt x="20422" y="11674"/>
                  </a:cubicBezTo>
                  <a:cubicBezTo>
                    <a:pt x="20422" y="7411"/>
                    <a:pt x="17370" y="3866"/>
                    <a:pt x="13334" y="3090"/>
                  </a:cubicBez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 name="Google Shape;153;p53"/>
            <p:cNvSpPr/>
            <p:nvPr/>
          </p:nvSpPr>
          <p:spPr>
            <a:xfrm>
              <a:off x="5203475" y="3069150"/>
              <a:ext cx="454375" cy="486225"/>
            </a:xfrm>
            <a:custGeom>
              <a:rect b="b" l="l" r="r" t="t"/>
              <a:pathLst>
                <a:path extrusionOk="0" h="19449" w="18175">
                  <a:moveTo>
                    <a:pt x="13418" y="1"/>
                  </a:moveTo>
                  <a:lnTo>
                    <a:pt x="13418" y="1"/>
                  </a:lnTo>
                  <a:cubicBezTo>
                    <a:pt x="13842" y="2830"/>
                    <a:pt x="13444" y="5741"/>
                    <a:pt x="12087" y="8416"/>
                  </a:cubicBezTo>
                  <a:cubicBezTo>
                    <a:pt x="9827" y="12872"/>
                    <a:pt x="5827" y="14822"/>
                    <a:pt x="1584" y="14822"/>
                  </a:cubicBezTo>
                  <a:cubicBezTo>
                    <a:pt x="1096" y="14822"/>
                    <a:pt x="604" y="14796"/>
                    <a:pt x="112" y="14745"/>
                  </a:cubicBezTo>
                  <a:lnTo>
                    <a:pt x="1" y="14857"/>
                  </a:lnTo>
                  <a:lnTo>
                    <a:pt x="2344" y="17201"/>
                  </a:lnTo>
                  <a:lnTo>
                    <a:pt x="4528" y="15018"/>
                  </a:lnTo>
                  <a:cubicBezTo>
                    <a:pt x="5489" y="15669"/>
                    <a:pt x="6588" y="16131"/>
                    <a:pt x="7772" y="16358"/>
                  </a:cubicBezTo>
                  <a:lnTo>
                    <a:pt x="7772" y="19449"/>
                  </a:lnTo>
                  <a:lnTo>
                    <a:pt x="11087" y="19449"/>
                  </a:lnTo>
                  <a:lnTo>
                    <a:pt x="11087" y="16358"/>
                  </a:lnTo>
                  <a:cubicBezTo>
                    <a:pt x="15123" y="15584"/>
                    <a:pt x="18175" y="12037"/>
                    <a:pt x="18175" y="7774"/>
                  </a:cubicBezTo>
                  <a:cubicBezTo>
                    <a:pt x="18175" y="4384"/>
                    <a:pt x="16239" y="1450"/>
                    <a:pt x="1341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 name="Google Shape;154;p53"/>
            <p:cNvSpPr/>
            <p:nvPr/>
          </p:nvSpPr>
          <p:spPr>
            <a:xfrm>
              <a:off x="5842225" y="2804325"/>
              <a:ext cx="251300" cy="251325"/>
            </a:xfrm>
            <a:custGeom>
              <a:rect b="b" l="l" r="r" t="t"/>
              <a:pathLst>
                <a:path extrusionOk="0" h="10053" w="10052">
                  <a:moveTo>
                    <a:pt x="5026" y="1"/>
                  </a:moveTo>
                  <a:cubicBezTo>
                    <a:pt x="3694" y="1"/>
                    <a:pt x="2415" y="531"/>
                    <a:pt x="1472" y="1473"/>
                  </a:cubicBezTo>
                  <a:cubicBezTo>
                    <a:pt x="530" y="2415"/>
                    <a:pt x="0" y="3695"/>
                    <a:pt x="0" y="5027"/>
                  </a:cubicBezTo>
                  <a:cubicBezTo>
                    <a:pt x="0" y="6360"/>
                    <a:pt x="530" y="7638"/>
                    <a:pt x="1472" y="8580"/>
                  </a:cubicBezTo>
                  <a:cubicBezTo>
                    <a:pt x="2415" y="9523"/>
                    <a:pt x="3694" y="10052"/>
                    <a:pt x="5026" y="10052"/>
                  </a:cubicBezTo>
                  <a:cubicBezTo>
                    <a:pt x="6359" y="10052"/>
                    <a:pt x="7637" y="9523"/>
                    <a:pt x="8580" y="8580"/>
                  </a:cubicBezTo>
                  <a:cubicBezTo>
                    <a:pt x="9522" y="7638"/>
                    <a:pt x="10052" y="6360"/>
                    <a:pt x="10052" y="5027"/>
                  </a:cubicBezTo>
                  <a:cubicBezTo>
                    <a:pt x="10052" y="3695"/>
                    <a:pt x="9522" y="2415"/>
                    <a:pt x="8580" y="1473"/>
                  </a:cubicBezTo>
                  <a:cubicBezTo>
                    <a:pt x="7637" y="531"/>
                    <a:pt x="6359" y="1"/>
                    <a:pt x="502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 name="Google Shape;155;p53"/>
            <p:cNvSpPr/>
            <p:nvPr/>
          </p:nvSpPr>
          <p:spPr>
            <a:xfrm>
              <a:off x="5479500" y="2420500"/>
              <a:ext cx="139025" cy="127250"/>
            </a:xfrm>
            <a:custGeom>
              <a:rect b="b" l="l" r="r" t="t"/>
              <a:pathLst>
                <a:path extrusionOk="0" h="5090" w="5561">
                  <a:moveTo>
                    <a:pt x="2779" y="0"/>
                  </a:moveTo>
                  <a:cubicBezTo>
                    <a:pt x="1604" y="0"/>
                    <a:pt x="546" y="821"/>
                    <a:pt x="292" y="2016"/>
                  </a:cubicBezTo>
                  <a:cubicBezTo>
                    <a:pt x="1" y="3390"/>
                    <a:pt x="878" y="4741"/>
                    <a:pt x="2252" y="5033"/>
                  </a:cubicBezTo>
                  <a:cubicBezTo>
                    <a:pt x="2430" y="5071"/>
                    <a:pt x="2608" y="5089"/>
                    <a:pt x="2783" y="5089"/>
                  </a:cubicBezTo>
                  <a:cubicBezTo>
                    <a:pt x="3958" y="5089"/>
                    <a:pt x="5014" y="4270"/>
                    <a:pt x="5268" y="3073"/>
                  </a:cubicBezTo>
                  <a:cubicBezTo>
                    <a:pt x="5561" y="1699"/>
                    <a:pt x="4684" y="349"/>
                    <a:pt x="3309" y="56"/>
                  </a:cubicBezTo>
                  <a:cubicBezTo>
                    <a:pt x="3131" y="19"/>
                    <a:pt x="2954" y="0"/>
                    <a:pt x="277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 name="Google Shape;156;p53"/>
            <p:cNvSpPr/>
            <p:nvPr/>
          </p:nvSpPr>
          <p:spPr>
            <a:xfrm>
              <a:off x="5865075" y="2844375"/>
              <a:ext cx="228525" cy="211275"/>
            </a:xfrm>
            <a:custGeom>
              <a:rect b="b" l="l" r="r" t="t"/>
              <a:pathLst>
                <a:path extrusionOk="0" h="8451" w="9141">
                  <a:moveTo>
                    <a:pt x="7786" y="1"/>
                  </a:moveTo>
                  <a:cubicBezTo>
                    <a:pt x="7715" y="692"/>
                    <a:pt x="7525" y="1415"/>
                    <a:pt x="7179" y="2173"/>
                  </a:cubicBezTo>
                  <a:cubicBezTo>
                    <a:pt x="5868" y="5041"/>
                    <a:pt x="3735" y="6419"/>
                    <a:pt x="1253" y="6419"/>
                  </a:cubicBezTo>
                  <a:cubicBezTo>
                    <a:pt x="845" y="6419"/>
                    <a:pt x="426" y="6382"/>
                    <a:pt x="1" y="6307"/>
                  </a:cubicBezTo>
                  <a:lnTo>
                    <a:pt x="1" y="6307"/>
                  </a:lnTo>
                  <a:cubicBezTo>
                    <a:pt x="909" y="7602"/>
                    <a:pt x="2411" y="8450"/>
                    <a:pt x="4113" y="8450"/>
                  </a:cubicBezTo>
                  <a:cubicBezTo>
                    <a:pt x="6889" y="8450"/>
                    <a:pt x="9139" y="6200"/>
                    <a:pt x="9139" y="3424"/>
                  </a:cubicBezTo>
                  <a:cubicBezTo>
                    <a:pt x="9141" y="2101"/>
                    <a:pt x="8623" y="898"/>
                    <a:pt x="778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53"/>
            <p:cNvSpPr/>
            <p:nvPr/>
          </p:nvSpPr>
          <p:spPr>
            <a:xfrm>
              <a:off x="5526175" y="2420700"/>
              <a:ext cx="92350" cy="127050"/>
            </a:xfrm>
            <a:custGeom>
              <a:rect b="b" l="l" r="r" t="t"/>
              <a:pathLst>
                <a:path extrusionOk="0" h="5082" w="3694">
                  <a:moveTo>
                    <a:pt x="961" y="1"/>
                  </a:moveTo>
                  <a:cubicBezTo>
                    <a:pt x="848" y="1"/>
                    <a:pt x="735" y="8"/>
                    <a:pt x="624" y="20"/>
                  </a:cubicBezTo>
                  <a:cubicBezTo>
                    <a:pt x="983" y="689"/>
                    <a:pt x="1189" y="1429"/>
                    <a:pt x="1158" y="2242"/>
                  </a:cubicBezTo>
                  <a:cubicBezTo>
                    <a:pt x="1120" y="3245"/>
                    <a:pt x="677" y="4188"/>
                    <a:pt x="0" y="4902"/>
                  </a:cubicBezTo>
                  <a:cubicBezTo>
                    <a:pt x="125" y="4950"/>
                    <a:pt x="251" y="4997"/>
                    <a:pt x="386" y="5025"/>
                  </a:cubicBezTo>
                  <a:cubicBezTo>
                    <a:pt x="564" y="5063"/>
                    <a:pt x="742" y="5081"/>
                    <a:pt x="917" y="5081"/>
                  </a:cubicBezTo>
                  <a:cubicBezTo>
                    <a:pt x="2092" y="5081"/>
                    <a:pt x="3149" y="4263"/>
                    <a:pt x="3403" y="3065"/>
                  </a:cubicBezTo>
                  <a:cubicBezTo>
                    <a:pt x="3694" y="1691"/>
                    <a:pt x="2817" y="341"/>
                    <a:pt x="1443" y="49"/>
                  </a:cubicBezTo>
                  <a:cubicBezTo>
                    <a:pt x="1281" y="15"/>
                    <a:pt x="1120" y="1"/>
                    <a:pt x="9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 name="Google Shape;158;p53"/>
            <p:cNvSpPr/>
            <p:nvPr/>
          </p:nvSpPr>
          <p:spPr>
            <a:xfrm>
              <a:off x="5283750" y="3322175"/>
              <a:ext cx="35500" cy="35450"/>
            </a:xfrm>
            <a:custGeom>
              <a:rect b="b" l="l" r="r" t="t"/>
              <a:pathLst>
                <a:path extrusionOk="0" h="1418" w="1420">
                  <a:moveTo>
                    <a:pt x="709" y="0"/>
                  </a:moveTo>
                  <a:cubicBezTo>
                    <a:pt x="318" y="0"/>
                    <a:pt x="1" y="317"/>
                    <a:pt x="1" y="709"/>
                  </a:cubicBezTo>
                  <a:cubicBezTo>
                    <a:pt x="1" y="1100"/>
                    <a:pt x="318" y="1417"/>
                    <a:pt x="709" y="1417"/>
                  </a:cubicBezTo>
                  <a:cubicBezTo>
                    <a:pt x="1101" y="1417"/>
                    <a:pt x="1419" y="1100"/>
                    <a:pt x="1419" y="709"/>
                  </a:cubicBezTo>
                  <a:cubicBezTo>
                    <a:pt x="1419" y="317"/>
                    <a:pt x="1101" y="0"/>
                    <a:pt x="709"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 name="Google Shape;159;p53"/>
            <p:cNvSpPr/>
            <p:nvPr/>
          </p:nvSpPr>
          <p:spPr>
            <a:xfrm>
              <a:off x="5261800" y="3241850"/>
              <a:ext cx="35500" cy="35475"/>
            </a:xfrm>
            <a:custGeom>
              <a:rect b="b" l="l" r="r" t="t"/>
              <a:pathLst>
                <a:path extrusionOk="0" h="1419" w="1420">
                  <a:moveTo>
                    <a:pt x="710" y="1"/>
                  </a:moveTo>
                  <a:cubicBezTo>
                    <a:pt x="318" y="1"/>
                    <a:pt x="1" y="318"/>
                    <a:pt x="1" y="710"/>
                  </a:cubicBezTo>
                  <a:cubicBezTo>
                    <a:pt x="1" y="1101"/>
                    <a:pt x="318" y="1418"/>
                    <a:pt x="710" y="1418"/>
                  </a:cubicBezTo>
                  <a:cubicBezTo>
                    <a:pt x="1102" y="1418"/>
                    <a:pt x="1419" y="1101"/>
                    <a:pt x="1419" y="710"/>
                  </a:cubicBezTo>
                  <a:cubicBezTo>
                    <a:pt x="1419" y="318"/>
                    <a:pt x="1102" y="1"/>
                    <a:pt x="710"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 name="Google Shape;160;p53"/>
            <p:cNvSpPr/>
            <p:nvPr/>
          </p:nvSpPr>
          <p:spPr>
            <a:xfrm>
              <a:off x="5288850" y="3161550"/>
              <a:ext cx="35475" cy="35500"/>
            </a:xfrm>
            <a:custGeom>
              <a:rect b="b" l="l" r="r" t="t"/>
              <a:pathLst>
                <a:path extrusionOk="0" h="1420" w="1419">
                  <a:moveTo>
                    <a:pt x="709" y="1"/>
                  </a:moveTo>
                  <a:cubicBezTo>
                    <a:pt x="318" y="1"/>
                    <a:pt x="0" y="319"/>
                    <a:pt x="0" y="710"/>
                  </a:cubicBezTo>
                  <a:cubicBezTo>
                    <a:pt x="0" y="1102"/>
                    <a:pt x="318" y="1419"/>
                    <a:pt x="709" y="1419"/>
                  </a:cubicBezTo>
                  <a:cubicBezTo>
                    <a:pt x="1100" y="1419"/>
                    <a:pt x="1419" y="1102"/>
                    <a:pt x="1419" y="710"/>
                  </a:cubicBezTo>
                  <a:cubicBezTo>
                    <a:pt x="1419" y="319"/>
                    <a:pt x="1100" y="1"/>
                    <a:pt x="709"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 name="Google Shape;161;p53"/>
            <p:cNvSpPr/>
            <p:nvPr/>
          </p:nvSpPr>
          <p:spPr>
            <a:xfrm>
              <a:off x="5959025" y="2821600"/>
              <a:ext cx="17775" cy="17775"/>
            </a:xfrm>
            <a:custGeom>
              <a:rect b="b" l="l" r="r" t="t"/>
              <a:pathLst>
                <a:path extrusionOk="0" h="711" w="711">
                  <a:moveTo>
                    <a:pt x="355" y="0"/>
                  </a:moveTo>
                  <a:cubicBezTo>
                    <a:pt x="158" y="0"/>
                    <a:pt x="1" y="160"/>
                    <a:pt x="1" y="355"/>
                  </a:cubicBezTo>
                  <a:cubicBezTo>
                    <a:pt x="1" y="553"/>
                    <a:pt x="159" y="710"/>
                    <a:pt x="355" y="710"/>
                  </a:cubicBezTo>
                  <a:cubicBezTo>
                    <a:pt x="553" y="710"/>
                    <a:pt x="710" y="551"/>
                    <a:pt x="710" y="355"/>
                  </a:cubicBezTo>
                  <a:cubicBezTo>
                    <a:pt x="710" y="158"/>
                    <a:pt x="553" y="0"/>
                    <a:pt x="355"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 name="Google Shape;162;p53"/>
            <p:cNvSpPr/>
            <p:nvPr/>
          </p:nvSpPr>
          <p:spPr>
            <a:xfrm>
              <a:off x="5511325" y="2496325"/>
              <a:ext cx="17800" cy="17775"/>
            </a:xfrm>
            <a:custGeom>
              <a:rect b="b" l="l" r="r" t="t"/>
              <a:pathLst>
                <a:path extrusionOk="0" h="711" w="712">
                  <a:moveTo>
                    <a:pt x="355" y="1"/>
                  </a:moveTo>
                  <a:cubicBezTo>
                    <a:pt x="159" y="1"/>
                    <a:pt x="0" y="159"/>
                    <a:pt x="0" y="356"/>
                  </a:cubicBezTo>
                  <a:cubicBezTo>
                    <a:pt x="0" y="553"/>
                    <a:pt x="160" y="710"/>
                    <a:pt x="355" y="710"/>
                  </a:cubicBezTo>
                  <a:cubicBezTo>
                    <a:pt x="552" y="710"/>
                    <a:pt x="711" y="552"/>
                    <a:pt x="711" y="356"/>
                  </a:cubicBezTo>
                  <a:cubicBezTo>
                    <a:pt x="711" y="160"/>
                    <a:pt x="552" y="2"/>
                    <a:pt x="355"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 name="Google Shape;163;p53"/>
            <p:cNvSpPr/>
            <p:nvPr/>
          </p:nvSpPr>
          <p:spPr>
            <a:xfrm>
              <a:off x="5565550" y="2439125"/>
              <a:ext cx="17775" cy="17800"/>
            </a:xfrm>
            <a:custGeom>
              <a:rect b="b" l="l" r="r" t="t"/>
              <a:pathLst>
                <a:path extrusionOk="0" h="712" w="711">
                  <a:moveTo>
                    <a:pt x="355" y="1"/>
                  </a:moveTo>
                  <a:cubicBezTo>
                    <a:pt x="158" y="1"/>
                    <a:pt x="0" y="160"/>
                    <a:pt x="0" y="356"/>
                  </a:cubicBezTo>
                  <a:cubicBezTo>
                    <a:pt x="0" y="553"/>
                    <a:pt x="159" y="712"/>
                    <a:pt x="355" y="712"/>
                  </a:cubicBezTo>
                  <a:cubicBezTo>
                    <a:pt x="552" y="712"/>
                    <a:pt x="710" y="552"/>
                    <a:pt x="710" y="356"/>
                  </a:cubicBezTo>
                  <a:cubicBezTo>
                    <a:pt x="710" y="159"/>
                    <a:pt x="550" y="1"/>
                    <a:pt x="355"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 name="Google Shape;164;p53"/>
            <p:cNvSpPr/>
            <p:nvPr/>
          </p:nvSpPr>
          <p:spPr>
            <a:xfrm>
              <a:off x="5920700" y="3006950"/>
              <a:ext cx="18650" cy="17750"/>
            </a:xfrm>
            <a:custGeom>
              <a:rect b="b" l="l" r="r" t="t"/>
              <a:pathLst>
                <a:path extrusionOk="0" h="710" w="746">
                  <a:moveTo>
                    <a:pt x="371" y="1"/>
                  </a:moveTo>
                  <a:cubicBezTo>
                    <a:pt x="359" y="1"/>
                    <a:pt x="347" y="1"/>
                    <a:pt x="335" y="3"/>
                  </a:cubicBezTo>
                  <a:cubicBezTo>
                    <a:pt x="141" y="23"/>
                    <a:pt x="0" y="199"/>
                    <a:pt x="20" y="393"/>
                  </a:cubicBezTo>
                  <a:cubicBezTo>
                    <a:pt x="39" y="574"/>
                    <a:pt x="194" y="710"/>
                    <a:pt x="373" y="710"/>
                  </a:cubicBezTo>
                  <a:cubicBezTo>
                    <a:pt x="385" y="710"/>
                    <a:pt x="397" y="709"/>
                    <a:pt x="410" y="708"/>
                  </a:cubicBezTo>
                  <a:cubicBezTo>
                    <a:pt x="604" y="688"/>
                    <a:pt x="746" y="512"/>
                    <a:pt x="725" y="318"/>
                  </a:cubicBezTo>
                  <a:cubicBezTo>
                    <a:pt x="705" y="136"/>
                    <a:pt x="550" y="1"/>
                    <a:pt x="371"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 name="Google Shape;165;p53"/>
            <p:cNvSpPr/>
            <p:nvPr/>
          </p:nvSpPr>
          <p:spPr>
            <a:xfrm>
              <a:off x="5887100" y="2978700"/>
              <a:ext cx="18675" cy="17750"/>
            </a:xfrm>
            <a:custGeom>
              <a:rect b="b" l="l" r="r" t="t"/>
              <a:pathLst>
                <a:path extrusionOk="0" h="710" w="747">
                  <a:moveTo>
                    <a:pt x="372" y="1"/>
                  </a:moveTo>
                  <a:cubicBezTo>
                    <a:pt x="361" y="1"/>
                    <a:pt x="349" y="1"/>
                    <a:pt x="337" y="2"/>
                  </a:cubicBezTo>
                  <a:cubicBezTo>
                    <a:pt x="141" y="23"/>
                    <a:pt x="1" y="199"/>
                    <a:pt x="21" y="393"/>
                  </a:cubicBezTo>
                  <a:cubicBezTo>
                    <a:pt x="40" y="575"/>
                    <a:pt x="195" y="710"/>
                    <a:pt x="374" y="710"/>
                  </a:cubicBezTo>
                  <a:cubicBezTo>
                    <a:pt x="386" y="710"/>
                    <a:pt x="399" y="709"/>
                    <a:pt x="412" y="708"/>
                  </a:cubicBezTo>
                  <a:cubicBezTo>
                    <a:pt x="606" y="688"/>
                    <a:pt x="746" y="512"/>
                    <a:pt x="726" y="318"/>
                  </a:cubicBezTo>
                  <a:cubicBezTo>
                    <a:pt x="706" y="135"/>
                    <a:pt x="552" y="1"/>
                    <a:pt x="372"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 name="Google Shape;166;p53"/>
            <p:cNvSpPr/>
            <p:nvPr/>
          </p:nvSpPr>
          <p:spPr>
            <a:xfrm>
              <a:off x="5906000" y="2839325"/>
              <a:ext cx="17800" cy="17775"/>
            </a:xfrm>
            <a:custGeom>
              <a:rect b="b" l="l" r="r" t="t"/>
              <a:pathLst>
                <a:path extrusionOk="0" h="711" w="712">
                  <a:moveTo>
                    <a:pt x="356" y="0"/>
                  </a:moveTo>
                  <a:cubicBezTo>
                    <a:pt x="160" y="0"/>
                    <a:pt x="1" y="160"/>
                    <a:pt x="1" y="355"/>
                  </a:cubicBezTo>
                  <a:cubicBezTo>
                    <a:pt x="1" y="552"/>
                    <a:pt x="161" y="711"/>
                    <a:pt x="356" y="711"/>
                  </a:cubicBezTo>
                  <a:cubicBezTo>
                    <a:pt x="553" y="711"/>
                    <a:pt x="712" y="551"/>
                    <a:pt x="712" y="355"/>
                  </a:cubicBezTo>
                  <a:cubicBezTo>
                    <a:pt x="712" y="160"/>
                    <a:pt x="552" y="0"/>
                    <a:pt x="356"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 name="Google Shape;167;p53"/>
            <p:cNvSpPr/>
            <p:nvPr/>
          </p:nvSpPr>
          <p:spPr>
            <a:xfrm>
              <a:off x="5863425" y="2877525"/>
              <a:ext cx="39675" cy="82050"/>
            </a:xfrm>
            <a:custGeom>
              <a:rect b="b" l="l" r="r" t="t"/>
              <a:pathLst>
                <a:path extrusionOk="0" h="3282" w="1587">
                  <a:moveTo>
                    <a:pt x="1108" y="0"/>
                  </a:moveTo>
                  <a:cubicBezTo>
                    <a:pt x="1005" y="0"/>
                    <a:pt x="901" y="43"/>
                    <a:pt x="826" y="146"/>
                  </a:cubicBezTo>
                  <a:cubicBezTo>
                    <a:pt x="208" y="993"/>
                    <a:pt x="0" y="2010"/>
                    <a:pt x="182" y="3038"/>
                  </a:cubicBezTo>
                  <a:cubicBezTo>
                    <a:pt x="212" y="3208"/>
                    <a:pt x="333" y="3281"/>
                    <a:pt x="464" y="3281"/>
                  </a:cubicBezTo>
                  <a:cubicBezTo>
                    <a:pt x="660" y="3281"/>
                    <a:pt x="876" y="3114"/>
                    <a:pt x="831" y="2858"/>
                  </a:cubicBezTo>
                  <a:cubicBezTo>
                    <a:pt x="680" y="2004"/>
                    <a:pt x="899" y="1181"/>
                    <a:pt x="1407" y="485"/>
                  </a:cubicBezTo>
                  <a:cubicBezTo>
                    <a:pt x="1586" y="239"/>
                    <a:pt x="1351" y="0"/>
                    <a:pt x="1108"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 name="Google Shape;168;p53"/>
            <p:cNvSpPr/>
            <p:nvPr/>
          </p:nvSpPr>
          <p:spPr>
            <a:xfrm>
              <a:off x="5505825" y="2449625"/>
              <a:ext cx="25700" cy="30025"/>
            </a:xfrm>
            <a:custGeom>
              <a:rect b="b" l="l" r="r" t="t"/>
              <a:pathLst>
                <a:path extrusionOk="0" h="1201" w="1028">
                  <a:moveTo>
                    <a:pt x="542" y="0"/>
                  </a:moveTo>
                  <a:cubicBezTo>
                    <a:pt x="466" y="0"/>
                    <a:pt x="388" y="30"/>
                    <a:pt x="318" y="101"/>
                  </a:cubicBezTo>
                  <a:cubicBezTo>
                    <a:pt x="112" y="313"/>
                    <a:pt x="0" y="579"/>
                    <a:pt x="10" y="876"/>
                  </a:cubicBezTo>
                  <a:cubicBezTo>
                    <a:pt x="17" y="1092"/>
                    <a:pt x="189" y="1201"/>
                    <a:pt x="357" y="1201"/>
                  </a:cubicBezTo>
                  <a:cubicBezTo>
                    <a:pt x="525" y="1201"/>
                    <a:pt x="689" y="1093"/>
                    <a:pt x="682" y="876"/>
                  </a:cubicBezTo>
                  <a:cubicBezTo>
                    <a:pt x="679" y="753"/>
                    <a:pt x="707" y="665"/>
                    <a:pt x="794" y="577"/>
                  </a:cubicBezTo>
                  <a:cubicBezTo>
                    <a:pt x="1028" y="338"/>
                    <a:pt x="799" y="0"/>
                    <a:pt x="542"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 name="Google Shape;169;p53"/>
            <p:cNvSpPr/>
            <p:nvPr/>
          </p:nvSpPr>
          <p:spPr>
            <a:xfrm>
              <a:off x="5316525" y="3096625"/>
              <a:ext cx="81050" cy="51125"/>
            </a:xfrm>
            <a:custGeom>
              <a:rect b="b" l="l" r="r" t="t"/>
              <a:pathLst>
                <a:path extrusionOk="0" h="2045" w="3242">
                  <a:moveTo>
                    <a:pt x="2601" y="0"/>
                  </a:moveTo>
                  <a:cubicBezTo>
                    <a:pt x="2547" y="0"/>
                    <a:pt x="2489" y="10"/>
                    <a:pt x="2428" y="32"/>
                  </a:cubicBezTo>
                  <a:cubicBezTo>
                    <a:pt x="1674" y="302"/>
                    <a:pt x="1004" y="689"/>
                    <a:pt x="393" y="1204"/>
                  </a:cubicBezTo>
                  <a:cubicBezTo>
                    <a:pt x="0" y="1534"/>
                    <a:pt x="361" y="2044"/>
                    <a:pt x="773" y="2044"/>
                  </a:cubicBezTo>
                  <a:cubicBezTo>
                    <a:pt x="885" y="2044"/>
                    <a:pt x="1000" y="2007"/>
                    <a:pt x="1106" y="1918"/>
                  </a:cubicBezTo>
                  <a:cubicBezTo>
                    <a:pt x="1577" y="1521"/>
                    <a:pt x="2116" y="1214"/>
                    <a:pt x="2696" y="1006"/>
                  </a:cubicBezTo>
                  <a:cubicBezTo>
                    <a:pt x="3242" y="810"/>
                    <a:pt x="3085" y="0"/>
                    <a:pt x="2601"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 name="Google Shape;170;p53"/>
            <p:cNvSpPr/>
            <p:nvPr/>
          </p:nvSpPr>
          <p:spPr>
            <a:xfrm>
              <a:off x="5419900" y="3083675"/>
              <a:ext cx="96200" cy="28275"/>
            </a:xfrm>
            <a:custGeom>
              <a:rect b="b" l="l" r="r" t="t"/>
              <a:pathLst>
                <a:path extrusionOk="0" h="1131" w="3848">
                  <a:moveTo>
                    <a:pt x="1783" y="0"/>
                  </a:moveTo>
                  <a:cubicBezTo>
                    <a:pt x="1395" y="0"/>
                    <a:pt x="1005" y="31"/>
                    <a:pt x="611" y="90"/>
                  </a:cubicBezTo>
                  <a:cubicBezTo>
                    <a:pt x="0" y="182"/>
                    <a:pt x="219" y="1070"/>
                    <a:pt x="792" y="1070"/>
                  </a:cubicBezTo>
                  <a:cubicBezTo>
                    <a:pt x="820" y="1070"/>
                    <a:pt x="849" y="1068"/>
                    <a:pt x="879" y="1064"/>
                  </a:cubicBezTo>
                  <a:cubicBezTo>
                    <a:pt x="1172" y="1019"/>
                    <a:pt x="1467" y="997"/>
                    <a:pt x="1762" y="997"/>
                  </a:cubicBezTo>
                  <a:cubicBezTo>
                    <a:pt x="2171" y="997"/>
                    <a:pt x="2579" y="1039"/>
                    <a:pt x="2981" y="1119"/>
                  </a:cubicBezTo>
                  <a:cubicBezTo>
                    <a:pt x="3020" y="1127"/>
                    <a:pt x="3057" y="1131"/>
                    <a:pt x="3093" y="1131"/>
                  </a:cubicBezTo>
                  <a:cubicBezTo>
                    <a:pt x="3644" y="1131"/>
                    <a:pt x="3848" y="266"/>
                    <a:pt x="3249" y="147"/>
                  </a:cubicBezTo>
                  <a:cubicBezTo>
                    <a:pt x="2757" y="48"/>
                    <a:pt x="2271" y="0"/>
                    <a:pt x="1783"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 name="Google Shape;171;p53"/>
            <p:cNvSpPr/>
            <p:nvPr/>
          </p:nvSpPr>
          <p:spPr>
            <a:xfrm>
              <a:off x="5079250" y="2925400"/>
              <a:ext cx="197550" cy="176800"/>
            </a:xfrm>
            <a:custGeom>
              <a:rect b="b" l="l" r="r" t="t"/>
              <a:pathLst>
                <a:path extrusionOk="0" h="7072" w="7902">
                  <a:moveTo>
                    <a:pt x="6905" y="1"/>
                  </a:moveTo>
                  <a:cubicBezTo>
                    <a:pt x="6801" y="1"/>
                    <a:pt x="6690" y="28"/>
                    <a:pt x="6577" y="90"/>
                  </a:cubicBezTo>
                  <a:cubicBezTo>
                    <a:pt x="3989" y="1516"/>
                    <a:pt x="1861" y="3555"/>
                    <a:pt x="316" y="6074"/>
                  </a:cubicBezTo>
                  <a:cubicBezTo>
                    <a:pt x="0" y="6588"/>
                    <a:pt x="466" y="7072"/>
                    <a:pt x="931" y="7072"/>
                  </a:cubicBezTo>
                  <a:cubicBezTo>
                    <a:pt x="1136" y="7072"/>
                    <a:pt x="1340" y="6978"/>
                    <a:pt x="1479" y="6753"/>
                  </a:cubicBezTo>
                  <a:cubicBezTo>
                    <a:pt x="2909" y="4425"/>
                    <a:pt x="4863" y="2571"/>
                    <a:pt x="7256" y="1252"/>
                  </a:cubicBezTo>
                  <a:cubicBezTo>
                    <a:pt x="7902" y="896"/>
                    <a:pt x="7506" y="1"/>
                    <a:pt x="6905"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53"/>
            <p:cNvSpPr/>
            <p:nvPr/>
          </p:nvSpPr>
          <p:spPr>
            <a:xfrm>
              <a:off x="5149475" y="2851150"/>
              <a:ext cx="91625" cy="56675"/>
            </a:xfrm>
            <a:custGeom>
              <a:rect b="b" l="l" r="r" t="t"/>
              <a:pathLst>
                <a:path extrusionOk="0" h="2267" w="3665">
                  <a:moveTo>
                    <a:pt x="2933" y="0"/>
                  </a:moveTo>
                  <a:cubicBezTo>
                    <a:pt x="2814" y="0"/>
                    <a:pt x="2691" y="28"/>
                    <a:pt x="2573" y="79"/>
                  </a:cubicBezTo>
                  <a:cubicBezTo>
                    <a:pt x="1853" y="394"/>
                    <a:pt x="1131" y="711"/>
                    <a:pt x="412" y="1026"/>
                  </a:cubicBezTo>
                  <a:cubicBezTo>
                    <a:pt x="79" y="1171"/>
                    <a:pt x="0" y="1660"/>
                    <a:pt x="171" y="1946"/>
                  </a:cubicBezTo>
                  <a:cubicBezTo>
                    <a:pt x="303" y="2169"/>
                    <a:pt x="512" y="2266"/>
                    <a:pt x="734" y="2266"/>
                  </a:cubicBezTo>
                  <a:cubicBezTo>
                    <a:pt x="852" y="2266"/>
                    <a:pt x="975" y="2238"/>
                    <a:pt x="1092" y="2187"/>
                  </a:cubicBezTo>
                  <a:cubicBezTo>
                    <a:pt x="1812" y="1873"/>
                    <a:pt x="2534" y="1557"/>
                    <a:pt x="3253" y="1241"/>
                  </a:cubicBezTo>
                  <a:cubicBezTo>
                    <a:pt x="3585" y="1097"/>
                    <a:pt x="3665" y="608"/>
                    <a:pt x="3494" y="320"/>
                  </a:cubicBezTo>
                  <a:cubicBezTo>
                    <a:pt x="3362" y="97"/>
                    <a:pt x="3155" y="0"/>
                    <a:pt x="2933"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53"/>
            <p:cNvSpPr/>
            <p:nvPr/>
          </p:nvSpPr>
          <p:spPr>
            <a:xfrm>
              <a:off x="5792550" y="2498975"/>
              <a:ext cx="256800" cy="246575"/>
            </a:xfrm>
            <a:custGeom>
              <a:rect b="b" l="l" r="r" t="t"/>
              <a:pathLst>
                <a:path extrusionOk="0" h="9863" w="10272">
                  <a:moveTo>
                    <a:pt x="1001" y="1"/>
                  </a:moveTo>
                  <a:cubicBezTo>
                    <a:pt x="469" y="1"/>
                    <a:pt x="1" y="678"/>
                    <a:pt x="497" y="1137"/>
                  </a:cubicBezTo>
                  <a:cubicBezTo>
                    <a:pt x="3423" y="3845"/>
                    <a:pt x="6216" y="6681"/>
                    <a:pt x="8879" y="9647"/>
                  </a:cubicBezTo>
                  <a:cubicBezTo>
                    <a:pt x="9015" y="9799"/>
                    <a:pt x="9171" y="9862"/>
                    <a:pt x="9324" y="9862"/>
                  </a:cubicBezTo>
                  <a:cubicBezTo>
                    <a:pt x="9820" y="9862"/>
                    <a:pt x="10271" y="9188"/>
                    <a:pt x="9830" y="8696"/>
                  </a:cubicBezTo>
                  <a:cubicBezTo>
                    <a:pt x="7167" y="5729"/>
                    <a:pt x="4374" y="2892"/>
                    <a:pt x="1449" y="185"/>
                  </a:cubicBezTo>
                  <a:cubicBezTo>
                    <a:pt x="1308" y="56"/>
                    <a:pt x="1152" y="1"/>
                    <a:pt x="1001"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53"/>
            <p:cNvSpPr/>
            <p:nvPr/>
          </p:nvSpPr>
          <p:spPr>
            <a:xfrm>
              <a:off x="5981125" y="2552925"/>
              <a:ext cx="178575" cy="178250"/>
            </a:xfrm>
            <a:custGeom>
              <a:rect b="b" l="l" r="r" t="t"/>
              <a:pathLst>
                <a:path extrusionOk="0" h="7130" w="7143">
                  <a:moveTo>
                    <a:pt x="1016" y="0"/>
                  </a:moveTo>
                  <a:cubicBezTo>
                    <a:pt x="475" y="0"/>
                    <a:pt x="1" y="678"/>
                    <a:pt x="510" y="1129"/>
                  </a:cubicBezTo>
                  <a:cubicBezTo>
                    <a:pt x="2438" y="2831"/>
                    <a:pt x="4151" y="4727"/>
                    <a:pt x="5631" y="6831"/>
                  </a:cubicBezTo>
                  <a:cubicBezTo>
                    <a:pt x="5779" y="7042"/>
                    <a:pt x="5987" y="7129"/>
                    <a:pt x="6193" y="7129"/>
                  </a:cubicBezTo>
                  <a:cubicBezTo>
                    <a:pt x="6675" y="7129"/>
                    <a:pt x="7143" y="6650"/>
                    <a:pt x="6793" y="6152"/>
                  </a:cubicBezTo>
                  <a:cubicBezTo>
                    <a:pt x="5249" y="3954"/>
                    <a:pt x="3477" y="1955"/>
                    <a:pt x="1462" y="176"/>
                  </a:cubicBezTo>
                  <a:cubicBezTo>
                    <a:pt x="1322" y="52"/>
                    <a:pt x="1166" y="0"/>
                    <a:pt x="1016"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 name="Google Shape;175;p53"/>
            <p:cNvSpPr/>
            <p:nvPr/>
          </p:nvSpPr>
          <p:spPr>
            <a:xfrm>
              <a:off x="6045250" y="2756575"/>
              <a:ext cx="111725" cy="108050"/>
            </a:xfrm>
            <a:custGeom>
              <a:rect b="b" l="l" r="r" t="t"/>
              <a:pathLst>
                <a:path extrusionOk="0" h="4322" w="4469">
                  <a:moveTo>
                    <a:pt x="1031" y="1"/>
                  </a:moveTo>
                  <a:cubicBezTo>
                    <a:pt x="481" y="1"/>
                    <a:pt x="0" y="680"/>
                    <a:pt x="522" y="1121"/>
                  </a:cubicBezTo>
                  <a:cubicBezTo>
                    <a:pt x="1505" y="1947"/>
                    <a:pt x="2331" y="2902"/>
                    <a:pt x="2995" y="4002"/>
                  </a:cubicBezTo>
                  <a:cubicBezTo>
                    <a:pt x="3132" y="4228"/>
                    <a:pt x="3336" y="4322"/>
                    <a:pt x="3540" y="4322"/>
                  </a:cubicBezTo>
                  <a:cubicBezTo>
                    <a:pt x="4003" y="4322"/>
                    <a:pt x="4468" y="3838"/>
                    <a:pt x="4156" y="3322"/>
                  </a:cubicBezTo>
                  <a:cubicBezTo>
                    <a:pt x="3437" y="2131"/>
                    <a:pt x="2540" y="1067"/>
                    <a:pt x="1474" y="169"/>
                  </a:cubicBezTo>
                  <a:cubicBezTo>
                    <a:pt x="1334" y="51"/>
                    <a:pt x="1180" y="1"/>
                    <a:pt x="1031"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176" name="Google Shape;176;p53"/>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sp>
        <p:nvSpPr>
          <p:cNvPr id="177" name="Google Shape;177;p53"/>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8" name="Google Shape;178;p53"/>
          <p:cNvGrpSpPr/>
          <p:nvPr/>
        </p:nvGrpSpPr>
        <p:grpSpPr>
          <a:xfrm>
            <a:off x="371330" y="3818004"/>
            <a:ext cx="8400431" cy="1003659"/>
            <a:chOff x="4122825" y="2769975"/>
            <a:chExt cx="4390775" cy="1934950"/>
          </a:xfrm>
        </p:grpSpPr>
        <p:sp>
          <p:nvSpPr>
            <p:cNvPr id="179" name="Google Shape;179;p53"/>
            <p:cNvSpPr/>
            <p:nvPr/>
          </p:nvSpPr>
          <p:spPr>
            <a:xfrm>
              <a:off x="4122825" y="2769975"/>
              <a:ext cx="4390775" cy="1399600"/>
            </a:xfrm>
            <a:custGeom>
              <a:rect b="b" l="l" r="r" t="t"/>
              <a:pathLst>
                <a:path extrusionOk="0" fill="none" h="55984" w="175631">
                  <a:moveTo>
                    <a:pt x="175486" y="55983"/>
                  </a:moveTo>
                  <a:cubicBezTo>
                    <a:pt x="175594" y="55983"/>
                    <a:pt x="175630" y="55808"/>
                    <a:pt x="175534" y="55748"/>
                  </a:cubicBezTo>
                  <a:lnTo>
                    <a:pt x="87817" y="1"/>
                  </a:lnTo>
                  <a:lnTo>
                    <a:pt x="97" y="55748"/>
                  </a:lnTo>
                  <a:cubicBezTo>
                    <a:pt x="1" y="55810"/>
                    <a:pt x="37" y="55983"/>
                    <a:pt x="146" y="55983"/>
                  </a:cubicBez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 name="Google Shape;180;p53"/>
            <p:cNvSpPr/>
            <p:nvPr/>
          </p:nvSpPr>
          <p:spPr>
            <a:xfrm>
              <a:off x="5419875" y="2769975"/>
              <a:ext cx="898375" cy="1934950"/>
            </a:xfrm>
            <a:custGeom>
              <a:rect b="b" l="l" r="r" t="t"/>
              <a:pathLst>
                <a:path extrusionOk="0" fill="none" h="77398" w="35935">
                  <a:moveTo>
                    <a:pt x="35935" y="1"/>
                  </a:moveTo>
                  <a:lnTo>
                    <a:pt x="0" y="77398"/>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 name="Google Shape;181;p53"/>
            <p:cNvSpPr/>
            <p:nvPr/>
          </p:nvSpPr>
          <p:spPr>
            <a:xfrm>
              <a:off x="4355900" y="2769975"/>
              <a:ext cx="1962350" cy="1934950"/>
            </a:xfrm>
            <a:custGeom>
              <a:rect b="b" l="l" r="r" t="t"/>
              <a:pathLst>
                <a:path extrusionOk="0" fill="none" h="77398" w="78494">
                  <a:moveTo>
                    <a:pt x="0" y="77398"/>
                  </a:moveTo>
                  <a:lnTo>
                    <a:pt x="78494"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 name="Google Shape;182;p53"/>
            <p:cNvSpPr/>
            <p:nvPr/>
          </p:nvSpPr>
          <p:spPr>
            <a:xfrm>
              <a:off x="6318225" y="2769975"/>
              <a:ext cx="898350" cy="1934950"/>
            </a:xfrm>
            <a:custGeom>
              <a:rect b="b" l="l" r="r" t="t"/>
              <a:pathLst>
                <a:path extrusionOk="0" fill="none" h="77398" w="35934">
                  <a:moveTo>
                    <a:pt x="1" y="1"/>
                  </a:moveTo>
                  <a:lnTo>
                    <a:pt x="35934" y="77398"/>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 name="Google Shape;183;p53"/>
            <p:cNvSpPr/>
            <p:nvPr/>
          </p:nvSpPr>
          <p:spPr>
            <a:xfrm>
              <a:off x="6318225" y="2769975"/>
              <a:ext cx="1962350" cy="1934950"/>
            </a:xfrm>
            <a:custGeom>
              <a:rect b="b" l="l" r="r" t="t"/>
              <a:pathLst>
                <a:path extrusionOk="0" fill="none" h="77398" w="78494">
                  <a:moveTo>
                    <a:pt x="78493" y="77398"/>
                  </a:moveTo>
                  <a:lnTo>
                    <a:pt x="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 name="Google Shape;184;p53"/>
            <p:cNvSpPr/>
            <p:nvPr/>
          </p:nvSpPr>
          <p:spPr>
            <a:xfrm>
              <a:off x="4123850" y="3851100"/>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 name="Google Shape;185;p53"/>
            <p:cNvSpPr/>
            <p:nvPr/>
          </p:nvSpPr>
          <p:spPr>
            <a:xfrm>
              <a:off x="4123850" y="4346500"/>
              <a:ext cx="4389300" cy="25"/>
            </a:xfrm>
            <a:custGeom>
              <a:rect b="b" l="l" r="r" t="t"/>
              <a:pathLst>
                <a:path extrusionOk="0" fill="none" h="1" w="175572">
                  <a:moveTo>
                    <a:pt x="1" y="1"/>
                  </a:moveTo>
                  <a:lnTo>
                    <a:pt x="17557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 name="Google Shape;186;p53"/>
            <p:cNvSpPr/>
            <p:nvPr/>
          </p:nvSpPr>
          <p:spPr>
            <a:xfrm>
              <a:off x="4123850" y="3557300"/>
              <a:ext cx="4388725" cy="25"/>
            </a:xfrm>
            <a:custGeom>
              <a:rect b="b" l="l" r="r" t="t"/>
              <a:pathLst>
                <a:path extrusionOk="0" fill="none" h="1" w="175549">
                  <a:moveTo>
                    <a:pt x="1" y="0"/>
                  </a:moveTo>
                  <a:lnTo>
                    <a:pt x="175549"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53"/>
            <p:cNvSpPr/>
            <p:nvPr/>
          </p:nvSpPr>
          <p:spPr>
            <a:xfrm>
              <a:off x="4123850" y="3353425"/>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 name="Google Shape;188;p53"/>
            <p:cNvSpPr/>
            <p:nvPr/>
          </p:nvSpPr>
          <p:spPr>
            <a:xfrm>
              <a:off x="4123850" y="3194925"/>
              <a:ext cx="4389300" cy="25"/>
            </a:xfrm>
            <a:custGeom>
              <a:rect b="b" l="l" r="r" t="t"/>
              <a:pathLst>
                <a:path extrusionOk="0" fill="none" h="1" w="175572">
                  <a:moveTo>
                    <a:pt x="1" y="1"/>
                  </a:moveTo>
                  <a:lnTo>
                    <a:pt x="17557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 name="Google Shape;189;p53"/>
            <p:cNvSpPr/>
            <p:nvPr/>
          </p:nvSpPr>
          <p:spPr>
            <a:xfrm>
              <a:off x="4123850" y="3079875"/>
              <a:ext cx="4388725" cy="25"/>
            </a:xfrm>
            <a:custGeom>
              <a:rect b="b" l="l" r="r" t="t"/>
              <a:pathLst>
                <a:path extrusionOk="0" fill="none" h="1" w="175549">
                  <a:moveTo>
                    <a:pt x="1" y="1"/>
                  </a:moveTo>
                  <a:lnTo>
                    <a:pt x="175549"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 name="Google Shape;190;p53"/>
            <p:cNvSpPr/>
            <p:nvPr/>
          </p:nvSpPr>
          <p:spPr>
            <a:xfrm>
              <a:off x="4123850" y="2976475"/>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 name="Google Shape;191;p53"/>
            <p:cNvSpPr/>
            <p:nvPr/>
          </p:nvSpPr>
          <p:spPr>
            <a:xfrm>
              <a:off x="4123850" y="2880100"/>
              <a:ext cx="4388725" cy="25"/>
            </a:xfrm>
            <a:custGeom>
              <a:rect b="b" l="l" r="r" t="t"/>
              <a:pathLst>
                <a:path extrusionOk="0" fill="none" h="1" w="175549">
                  <a:moveTo>
                    <a:pt x="1" y="0"/>
                  </a:moveTo>
                  <a:lnTo>
                    <a:pt x="175549"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 name="Google Shape;192;p53"/>
            <p:cNvSpPr/>
            <p:nvPr/>
          </p:nvSpPr>
          <p:spPr>
            <a:xfrm>
              <a:off x="4123850" y="2769975"/>
              <a:ext cx="2194400" cy="979100"/>
            </a:xfrm>
            <a:custGeom>
              <a:rect b="b" l="l" r="r" t="t"/>
              <a:pathLst>
                <a:path extrusionOk="0" fill="none" h="39164" w="87776">
                  <a:moveTo>
                    <a:pt x="87776" y="1"/>
                  </a:moveTo>
                  <a:lnTo>
                    <a:pt x="1" y="3916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 name="Google Shape;193;p53"/>
            <p:cNvSpPr/>
            <p:nvPr/>
          </p:nvSpPr>
          <p:spPr>
            <a:xfrm>
              <a:off x="4123850" y="2769975"/>
              <a:ext cx="2194400" cy="662050"/>
            </a:xfrm>
            <a:custGeom>
              <a:rect b="b" l="l" r="r" t="t"/>
              <a:pathLst>
                <a:path extrusionOk="0" fill="none" h="26482" w="87776">
                  <a:moveTo>
                    <a:pt x="87776" y="1"/>
                  </a:moveTo>
                  <a:lnTo>
                    <a:pt x="1" y="2648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 name="Google Shape;194;p53"/>
            <p:cNvSpPr/>
            <p:nvPr/>
          </p:nvSpPr>
          <p:spPr>
            <a:xfrm>
              <a:off x="4123850" y="2769975"/>
              <a:ext cx="2194400" cy="407100"/>
            </a:xfrm>
            <a:custGeom>
              <a:rect b="b" l="l" r="r" t="t"/>
              <a:pathLst>
                <a:path extrusionOk="0" fill="none" h="16284" w="87776">
                  <a:moveTo>
                    <a:pt x="87776" y="1"/>
                  </a:moveTo>
                  <a:lnTo>
                    <a:pt x="1" y="1628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53"/>
            <p:cNvSpPr/>
            <p:nvPr/>
          </p:nvSpPr>
          <p:spPr>
            <a:xfrm>
              <a:off x="4123850" y="2769975"/>
              <a:ext cx="2194400" cy="206525"/>
            </a:xfrm>
            <a:custGeom>
              <a:rect b="b" l="l" r="r" t="t"/>
              <a:pathLst>
                <a:path extrusionOk="0" fill="none" h="8261" w="87776">
                  <a:moveTo>
                    <a:pt x="87776" y="1"/>
                  </a:moveTo>
                  <a:lnTo>
                    <a:pt x="1" y="826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53"/>
            <p:cNvSpPr/>
            <p:nvPr/>
          </p:nvSpPr>
          <p:spPr>
            <a:xfrm>
              <a:off x="4123850" y="2769975"/>
              <a:ext cx="2194400" cy="25"/>
            </a:xfrm>
            <a:custGeom>
              <a:rect b="b" l="l" r="r" t="t"/>
              <a:pathLst>
                <a:path extrusionOk="0" fill="none" h="1" w="87776">
                  <a:moveTo>
                    <a:pt x="87776" y="1"/>
                  </a:moveTo>
                  <a:lnTo>
                    <a:pt x="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 name="Google Shape;197;p53"/>
            <p:cNvSpPr/>
            <p:nvPr/>
          </p:nvSpPr>
          <p:spPr>
            <a:xfrm>
              <a:off x="6318700" y="2769975"/>
              <a:ext cx="2194450" cy="979100"/>
            </a:xfrm>
            <a:custGeom>
              <a:rect b="b" l="l" r="r" t="t"/>
              <a:pathLst>
                <a:path extrusionOk="0" fill="none" h="39164" w="87778">
                  <a:moveTo>
                    <a:pt x="1" y="1"/>
                  </a:moveTo>
                  <a:lnTo>
                    <a:pt x="87777" y="3916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 name="Google Shape;198;p53"/>
            <p:cNvSpPr/>
            <p:nvPr/>
          </p:nvSpPr>
          <p:spPr>
            <a:xfrm>
              <a:off x="6318700" y="2769975"/>
              <a:ext cx="2194450" cy="662050"/>
            </a:xfrm>
            <a:custGeom>
              <a:rect b="b" l="l" r="r" t="t"/>
              <a:pathLst>
                <a:path extrusionOk="0" fill="none" h="26482" w="87778">
                  <a:moveTo>
                    <a:pt x="1" y="1"/>
                  </a:moveTo>
                  <a:lnTo>
                    <a:pt x="87777" y="2648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 name="Google Shape;199;p53"/>
            <p:cNvSpPr/>
            <p:nvPr/>
          </p:nvSpPr>
          <p:spPr>
            <a:xfrm>
              <a:off x="6318700" y="2769975"/>
              <a:ext cx="2194450" cy="407100"/>
            </a:xfrm>
            <a:custGeom>
              <a:rect b="b" l="l" r="r" t="t"/>
              <a:pathLst>
                <a:path extrusionOk="0" fill="none" h="16284" w="87778">
                  <a:moveTo>
                    <a:pt x="1" y="1"/>
                  </a:moveTo>
                  <a:lnTo>
                    <a:pt x="87777" y="1628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 name="Google Shape;200;p53"/>
            <p:cNvSpPr/>
            <p:nvPr/>
          </p:nvSpPr>
          <p:spPr>
            <a:xfrm>
              <a:off x="6318700" y="2769975"/>
              <a:ext cx="2194450" cy="206525"/>
            </a:xfrm>
            <a:custGeom>
              <a:rect b="b" l="l" r="r" t="t"/>
              <a:pathLst>
                <a:path extrusionOk="0" fill="none" h="8261" w="87778">
                  <a:moveTo>
                    <a:pt x="1" y="1"/>
                  </a:moveTo>
                  <a:lnTo>
                    <a:pt x="87777" y="826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 name="Google Shape;201;p53"/>
            <p:cNvSpPr/>
            <p:nvPr/>
          </p:nvSpPr>
          <p:spPr>
            <a:xfrm>
              <a:off x="6318700" y="2769975"/>
              <a:ext cx="2194450" cy="25"/>
            </a:xfrm>
            <a:custGeom>
              <a:rect b="b" l="l" r="r" t="t"/>
              <a:pathLst>
                <a:path extrusionOk="0" fill="none" h="1" w="87778">
                  <a:moveTo>
                    <a:pt x="1" y="1"/>
                  </a:moveTo>
                  <a:lnTo>
                    <a:pt x="87777"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2" name="Google Shape;202;p53"/>
          <p:cNvGrpSpPr/>
          <p:nvPr/>
        </p:nvGrpSpPr>
        <p:grpSpPr>
          <a:xfrm flipH="1" rot="10800000">
            <a:off x="371330" y="540079"/>
            <a:ext cx="8400431" cy="1003659"/>
            <a:chOff x="4122825" y="2769975"/>
            <a:chExt cx="4390775" cy="1934950"/>
          </a:xfrm>
        </p:grpSpPr>
        <p:sp>
          <p:nvSpPr>
            <p:cNvPr id="203" name="Google Shape;203;p53"/>
            <p:cNvSpPr/>
            <p:nvPr/>
          </p:nvSpPr>
          <p:spPr>
            <a:xfrm>
              <a:off x="4122825" y="2769975"/>
              <a:ext cx="4390775" cy="1399600"/>
            </a:xfrm>
            <a:custGeom>
              <a:rect b="b" l="l" r="r" t="t"/>
              <a:pathLst>
                <a:path extrusionOk="0" fill="none" h="55984" w="175631">
                  <a:moveTo>
                    <a:pt x="175486" y="55983"/>
                  </a:moveTo>
                  <a:cubicBezTo>
                    <a:pt x="175594" y="55983"/>
                    <a:pt x="175630" y="55808"/>
                    <a:pt x="175534" y="55748"/>
                  </a:cubicBezTo>
                  <a:lnTo>
                    <a:pt x="87817" y="1"/>
                  </a:lnTo>
                  <a:lnTo>
                    <a:pt x="97" y="55748"/>
                  </a:lnTo>
                  <a:cubicBezTo>
                    <a:pt x="1" y="55810"/>
                    <a:pt x="37" y="55983"/>
                    <a:pt x="146" y="55983"/>
                  </a:cubicBez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 name="Google Shape;204;p53"/>
            <p:cNvSpPr/>
            <p:nvPr/>
          </p:nvSpPr>
          <p:spPr>
            <a:xfrm>
              <a:off x="5419875" y="2769975"/>
              <a:ext cx="898375" cy="1934950"/>
            </a:xfrm>
            <a:custGeom>
              <a:rect b="b" l="l" r="r" t="t"/>
              <a:pathLst>
                <a:path extrusionOk="0" fill="none" h="77398" w="35935">
                  <a:moveTo>
                    <a:pt x="35935" y="1"/>
                  </a:moveTo>
                  <a:lnTo>
                    <a:pt x="0" y="77398"/>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 name="Google Shape;205;p53"/>
            <p:cNvSpPr/>
            <p:nvPr/>
          </p:nvSpPr>
          <p:spPr>
            <a:xfrm>
              <a:off x="4355900" y="2769975"/>
              <a:ext cx="1962350" cy="1934950"/>
            </a:xfrm>
            <a:custGeom>
              <a:rect b="b" l="l" r="r" t="t"/>
              <a:pathLst>
                <a:path extrusionOk="0" fill="none" h="77398" w="78494">
                  <a:moveTo>
                    <a:pt x="0" y="77398"/>
                  </a:moveTo>
                  <a:lnTo>
                    <a:pt x="78494"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 name="Google Shape;206;p53"/>
            <p:cNvSpPr/>
            <p:nvPr/>
          </p:nvSpPr>
          <p:spPr>
            <a:xfrm>
              <a:off x="6318225" y="2769975"/>
              <a:ext cx="898350" cy="1934950"/>
            </a:xfrm>
            <a:custGeom>
              <a:rect b="b" l="l" r="r" t="t"/>
              <a:pathLst>
                <a:path extrusionOk="0" fill="none" h="77398" w="35934">
                  <a:moveTo>
                    <a:pt x="1" y="1"/>
                  </a:moveTo>
                  <a:lnTo>
                    <a:pt x="35934" y="77398"/>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 name="Google Shape;207;p53"/>
            <p:cNvSpPr/>
            <p:nvPr/>
          </p:nvSpPr>
          <p:spPr>
            <a:xfrm>
              <a:off x="6318225" y="2769975"/>
              <a:ext cx="1962350" cy="1934950"/>
            </a:xfrm>
            <a:custGeom>
              <a:rect b="b" l="l" r="r" t="t"/>
              <a:pathLst>
                <a:path extrusionOk="0" fill="none" h="77398" w="78494">
                  <a:moveTo>
                    <a:pt x="78493" y="77398"/>
                  </a:moveTo>
                  <a:lnTo>
                    <a:pt x="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 name="Google Shape;208;p53"/>
            <p:cNvSpPr/>
            <p:nvPr/>
          </p:nvSpPr>
          <p:spPr>
            <a:xfrm>
              <a:off x="4123850" y="3851100"/>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 name="Google Shape;209;p53"/>
            <p:cNvSpPr/>
            <p:nvPr/>
          </p:nvSpPr>
          <p:spPr>
            <a:xfrm>
              <a:off x="4123850" y="4346500"/>
              <a:ext cx="4389300" cy="25"/>
            </a:xfrm>
            <a:custGeom>
              <a:rect b="b" l="l" r="r" t="t"/>
              <a:pathLst>
                <a:path extrusionOk="0" fill="none" h="1" w="175572">
                  <a:moveTo>
                    <a:pt x="1" y="1"/>
                  </a:moveTo>
                  <a:lnTo>
                    <a:pt x="17557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 name="Google Shape;210;p53"/>
            <p:cNvSpPr/>
            <p:nvPr/>
          </p:nvSpPr>
          <p:spPr>
            <a:xfrm>
              <a:off x="4123850" y="3557300"/>
              <a:ext cx="4388725" cy="25"/>
            </a:xfrm>
            <a:custGeom>
              <a:rect b="b" l="l" r="r" t="t"/>
              <a:pathLst>
                <a:path extrusionOk="0" fill="none" h="1" w="175549">
                  <a:moveTo>
                    <a:pt x="1" y="0"/>
                  </a:moveTo>
                  <a:lnTo>
                    <a:pt x="175549"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 name="Google Shape;211;p53"/>
            <p:cNvSpPr/>
            <p:nvPr/>
          </p:nvSpPr>
          <p:spPr>
            <a:xfrm>
              <a:off x="4123850" y="3353425"/>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 name="Google Shape;212;p53"/>
            <p:cNvSpPr/>
            <p:nvPr/>
          </p:nvSpPr>
          <p:spPr>
            <a:xfrm>
              <a:off x="4123850" y="3194925"/>
              <a:ext cx="4389300" cy="25"/>
            </a:xfrm>
            <a:custGeom>
              <a:rect b="b" l="l" r="r" t="t"/>
              <a:pathLst>
                <a:path extrusionOk="0" fill="none" h="1" w="175572">
                  <a:moveTo>
                    <a:pt x="1" y="1"/>
                  </a:moveTo>
                  <a:lnTo>
                    <a:pt x="17557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 name="Google Shape;213;p53"/>
            <p:cNvSpPr/>
            <p:nvPr/>
          </p:nvSpPr>
          <p:spPr>
            <a:xfrm>
              <a:off x="4123850" y="3079875"/>
              <a:ext cx="4388725" cy="25"/>
            </a:xfrm>
            <a:custGeom>
              <a:rect b="b" l="l" r="r" t="t"/>
              <a:pathLst>
                <a:path extrusionOk="0" fill="none" h="1" w="175549">
                  <a:moveTo>
                    <a:pt x="1" y="1"/>
                  </a:moveTo>
                  <a:lnTo>
                    <a:pt x="175549"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 name="Google Shape;214;p53"/>
            <p:cNvSpPr/>
            <p:nvPr/>
          </p:nvSpPr>
          <p:spPr>
            <a:xfrm>
              <a:off x="4123850" y="2976475"/>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 name="Google Shape;215;p53"/>
            <p:cNvSpPr/>
            <p:nvPr/>
          </p:nvSpPr>
          <p:spPr>
            <a:xfrm>
              <a:off x="4123850" y="2880100"/>
              <a:ext cx="4388725" cy="25"/>
            </a:xfrm>
            <a:custGeom>
              <a:rect b="b" l="l" r="r" t="t"/>
              <a:pathLst>
                <a:path extrusionOk="0" fill="none" h="1" w="175549">
                  <a:moveTo>
                    <a:pt x="1" y="0"/>
                  </a:moveTo>
                  <a:lnTo>
                    <a:pt x="175549"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 name="Google Shape;216;p53"/>
            <p:cNvSpPr/>
            <p:nvPr/>
          </p:nvSpPr>
          <p:spPr>
            <a:xfrm>
              <a:off x="4123850" y="2769975"/>
              <a:ext cx="2194400" cy="979100"/>
            </a:xfrm>
            <a:custGeom>
              <a:rect b="b" l="l" r="r" t="t"/>
              <a:pathLst>
                <a:path extrusionOk="0" fill="none" h="39164" w="87776">
                  <a:moveTo>
                    <a:pt x="87776" y="1"/>
                  </a:moveTo>
                  <a:lnTo>
                    <a:pt x="1" y="3916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53"/>
            <p:cNvSpPr/>
            <p:nvPr/>
          </p:nvSpPr>
          <p:spPr>
            <a:xfrm>
              <a:off x="4123850" y="2769975"/>
              <a:ext cx="2194400" cy="662050"/>
            </a:xfrm>
            <a:custGeom>
              <a:rect b="b" l="l" r="r" t="t"/>
              <a:pathLst>
                <a:path extrusionOk="0" fill="none" h="26482" w="87776">
                  <a:moveTo>
                    <a:pt x="87776" y="1"/>
                  </a:moveTo>
                  <a:lnTo>
                    <a:pt x="1" y="2648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 name="Google Shape;218;p53"/>
            <p:cNvSpPr/>
            <p:nvPr/>
          </p:nvSpPr>
          <p:spPr>
            <a:xfrm>
              <a:off x="4123850" y="2769975"/>
              <a:ext cx="2194400" cy="407100"/>
            </a:xfrm>
            <a:custGeom>
              <a:rect b="b" l="l" r="r" t="t"/>
              <a:pathLst>
                <a:path extrusionOk="0" fill="none" h="16284" w="87776">
                  <a:moveTo>
                    <a:pt x="87776" y="1"/>
                  </a:moveTo>
                  <a:lnTo>
                    <a:pt x="1" y="1628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 name="Google Shape;219;p53"/>
            <p:cNvSpPr/>
            <p:nvPr/>
          </p:nvSpPr>
          <p:spPr>
            <a:xfrm>
              <a:off x="4123850" y="2769975"/>
              <a:ext cx="2194400" cy="206525"/>
            </a:xfrm>
            <a:custGeom>
              <a:rect b="b" l="l" r="r" t="t"/>
              <a:pathLst>
                <a:path extrusionOk="0" fill="none" h="8261" w="87776">
                  <a:moveTo>
                    <a:pt x="87776" y="1"/>
                  </a:moveTo>
                  <a:lnTo>
                    <a:pt x="1" y="826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 name="Google Shape;220;p53"/>
            <p:cNvSpPr/>
            <p:nvPr/>
          </p:nvSpPr>
          <p:spPr>
            <a:xfrm>
              <a:off x="4123850" y="2769975"/>
              <a:ext cx="2194400" cy="25"/>
            </a:xfrm>
            <a:custGeom>
              <a:rect b="b" l="l" r="r" t="t"/>
              <a:pathLst>
                <a:path extrusionOk="0" fill="none" h="1" w="87776">
                  <a:moveTo>
                    <a:pt x="87776" y="1"/>
                  </a:moveTo>
                  <a:lnTo>
                    <a:pt x="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53"/>
            <p:cNvSpPr/>
            <p:nvPr/>
          </p:nvSpPr>
          <p:spPr>
            <a:xfrm>
              <a:off x="6318700" y="2769975"/>
              <a:ext cx="2194450" cy="979100"/>
            </a:xfrm>
            <a:custGeom>
              <a:rect b="b" l="l" r="r" t="t"/>
              <a:pathLst>
                <a:path extrusionOk="0" fill="none" h="39164" w="87778">
                  <a:moveTo>
                    <a:pt x="1" y="1"/>
                  </a:moveTo>
                  <a:lnTo>
                    <a:pt x="87777" y="3916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 name="Google Shape;222;p53"/>
            <p:cNvSpPr/>
            <p:nvPr/>
          </p:nvSpPr>
          <p:spPr>
            <a:xfrm>
              <a:off x="6318700" y="2769975"/>
              <a:ext cx="2194450" cy="662050"/>
            </a:xfrm>
            <a:custGeom>
              <a:rect b="b" l="l" r="r" t="t"/>
              <a:pathLst>
                <a:path extrusionOk="0" fill="none" h="26482" w="87778">
                  <a:moveTo>
                    <a:pt x="1" y="1"/>
                  </a:moveTo>
                  <a:lnTo>
                    <a:pt x="87777" y="2648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 name="Google Shape;223;p53"/>
            <p:cNvSpPr/>
            <p:nvPr/>
          </p:nvSpPr>
          <p:spPr>
            <a:xfrm>
              <a:off x="6318700" y="2769975"/>
              <a:ext cx="2194450" cy="407100"/>
            </a:xfrm>
            <a:custGeom>
              <a:rect b="b" l="l" r="r" t="t"/>
              <a:pathLst>
                <a:path extrusionOk="0" fill="none" h="16284" w="87778">
                  <a:moveTo>
                    <a:pt x="1" y="1"/>
                  </a:moveTo>
                  <a:lnTo>
                    <a:pt x="87777" y="1628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53"/>
            <p:cNvSpPr/>
            <p:nvPr/>
          </p:nvSpPr>
          <p:spPr>
            <a:xfrm>
              <a:off x="6318700" y="2769975"/>
              <a:ext cx="2194450" cy="206525"/>
            </a:xfrm>
            <a:custGeom>
              <a:rect b="b" l="l" r="r" t="t"/>
              <a:pathLst>
                <a:path extrusionOk="0" fill="none" h="8261" w="87778">
                  <a:moveTo>
                    <a:pt x="1" y="1"/>
                  </a:moveTo>
                  <a:lnTo>
                    <a:pt x="87777" y="826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53"/>
            <p:cNvSpPr/>
            <p:nvPr/>
          </p:nvSpPr>
          <p:spPr>
            <a:xfrm>
              <a:off x="6318700" y="2769975"/>
              <a:ext cx="2194450" cy="25"/>
            </a:xfrm>
            <a:custGeom>
              <a:rect b="b" l="l" r="r" t="t"/>
              <a:pathLst>
                <a:path extrusionOk="0" fill="none" h="1" w="87778">
                  <a:moveTo>
                    <a:pt x="1" y="1"/>
                  </a:moveTo>
                  <a:lnTo>
                    <a:pt x="87777"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 name="Google Shape;226;p53"/>
          <p:cNvGrpSpPr/>
          <p:nvPr/>
        </p:nvGrpSpPr>
        <p:grpSpPr>
          <a:xfrm>
            <a:off x="372025" y="321975"/>
            <a:ext cx="8400000" cy="4499700"/>
            <a:chOff x="372025" y="321975"/>
            <a:chExt cx="8400000" cy="4499700"/>
          </a:xfrm>
        </p:grpSpPr>
        <p:sp>
          <p:nvSpPr>
            <p:cNvPr id="227" name="Google Shape;227;p53"/>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 name="Google Shape;228;p53"/>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 name="Google Shape;229;p53"/>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 name="Google Shape;230;p53"/>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 name="Google Shape;231;p53"/>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2" name="Google Shape;232;p53"/>
          <p:cNvSpPr txBox="1"/>
          <p:nvPr>
            <p:ph type="title"/>
          </p:nvPr>
        </p:nvSpPr>
        <p:spPr>
          <a:xfrm>
            <a:off x="7790225" y="324675"/>
            <a:ext cx="633900" cy="2154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200"/>
              <a:buNone/>
              <a:defRPr sz="1200"/>
            </a:lvl1pPr>
            <a:lvl2pPr lvl="1" algn="r">
              <a:lnSpc>
                <a:spcPct val="100000"/>
              </a:lnSpc>
              <a:spcBef>
                <a:spcPts val="0"/>
              </a:spcBef>
              <a:spcAft>
                <a:spcPts val="0"/>
              </a:spcAft>
              <a:buSzPts val="1200"/>
              <a:buNone/>
              <a:defRPr sz="1200"/>
            </a:lvl2pPr>
            <a:lvl3pPr lvl="2" algn="r">
              <a:lnSpc>
                <a:spcPct val="100000"/>
              </a:lnSpc>
              <a:spcBef>
                <a:spcPts val="0"/>
              </a:spcBef>
              <a:spcAft>
                <a:spcPts val="0"/>
              </a:spcAft>
              <a:buSzPts val="1200"/>
              <a:buNone/>
              <a:defRPr sz="1200"/>
            </a:lvl3pPr>
            <a:lvl4pPr lvl="3" algn="r">
              <a:lnSpc>
                <a:spcPct val="100000"/>
              </a:lnSpc>
              <a:spcBef>
                <a:spcPts val="0"/>
              </a:spcBef>
              <a:spcAft>
                <a:spcPts val="0"/>
              </a:spcAft>
              <a:buSzPts val="1200"/>
              <a:buNone/>
              <a:defRPr sz="1200"/>
            </a:lvl4pPr>
            <a:lvl5pPr lvl="4" algn="r">
              <a:lnSpc>
                <a:spcPct val="100000"/>
              </a:lnSpc>
              <a:spcBef>
                <a:spcPts val="0"/>
              </a:spcBef>
              <a:spcAft>
                <a:spcPts val="0"/>
              </a:spcAft>
              <a:buSzPts val="1200"/>
              <a:buNone/>
              <a:defRPr sz="1200"/>
            </a:lvl5pPr>
            <a:lvl6pPr lvl="5" algn="r">
              <a:lnSpc>
                <a:spcPct val="100000"/>
              </a:lnSpc>
              <a:spcBef>
                <a:spcPts val="0"/>
              </a:spcBef>
              <a:spcAft>
                <a:spcPts val="0"/>
              </a:spcAft>
              <a:buSzPts val="1200"/>
              <a:buNone/>
              <a:defRPr sz="1200"/>
            </a:lvl6pPr>
            <a:lvl7pPr lvl="6" algn="r">
              <a:lnSpc>
                <a:spcPct val="100000"/>
              </a:lnSpc>
              <a:spcBef>
                <a:spcPts val="0"/>
              </a:spcBef>
              <a:spcAft>
                <a:spcPts val="0"/>
              </a:spcAft>
              <a:buSzPts val="1200"/>
              <a:buNone/>
              <a:defRPr sz="1200"/>
            </a:lvl7pPr>
            <a:lvl8pPr lvl="7" algn="r">
              <a:lnSpc>
                <a:spcPct val="100000"/>
              </a:lnSpc>
              <a:spcBef>
                <a:spcPts val="0"/>
              </a:spcBef>
              <a:spcAft>
                <a:spcPts val="0"/>
              </a:spcAft>
              <a:buSzPts val="1200"/>
              <a:buNone/>
              <a:defRPr sz="1200"/>
            </a:lvl8pPr>
            <a:lvl9pPr lvl="8" algn="r">
              <a:lnSpc>
                <a:spcPct val="100000"/>
              </a:lnSpc>
              <a:spcBef>
                <a:spcPts val="0"/>
              </a:spcBef>
              <a:spcAft>
                <a:spcPts val="0"/>
              </a:spcAft>
              <a:buSzPts val="1200"/>
              <a:buNone/>
              <a:defRPr sz="1200"/>
            </a:lvl9pPr>
          </a:lstStyle>
          <a:p/>
        </p:txBody>
      </p:sp>
      <p:sp>
        <p:nvSpPr>
          <p:cNvPr id="233" name="Google Shape;233;p53"/>
          <p:cNvSpPr txBox="1"/>
          <p:nvPr>
            <p:ph idx="1" type="subTitle"/>
          </p:nvPr>
        </p:nvSpPr>
        <p:spPr>
          <a:xfrm>
            <a:off x="2391925" y="2817825"/>
            <a:ext cx="4360200" cy="443400"/>
          </a:xfrm>
          <a:prstGeom prst="rect">
            <a:avLst/>
          </a:prstGeom>
          <a:solidFill>
            <a:schemeClr val="accent2"/>
          </a:solid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34" name="Google Shape;234;p53"/>
          <p:cNvSpPr txBox="1"/>
          <p:nvPr>
            <p:ph idx="2" type="title"/>
          </p:nvPr>
        </p:nvSpPr>
        <p:spPr>
          <a:xfrm>
            <a:off x="1070575" y="2043725"/>
            <a:ext cx="7002900" cy="841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lt2"/>
              </a:buClr>
              <a:buSzPts val="3600"/>
              <a:buNone/>
              <a:defRPr sz="4700">
                <a:solidFill>
                  <a:schemeClr val="lt2"/>
                </a:solidFill>
              </a:defRPr>
            </a:lvl1pPr>
            <a:lvl2pPr lvl="1" algn="ctr">
              <a:lnSpc>
                <a:spcPct val="100000"/>
              </a:lnSpc>
              <a:spcBef>
                <a:spcPts val="0"/>
              </a:spcBef>
              <a:spcAft>
                <a:spcPts val="0"/>
              </a:spcAft>
              <a:buClr>
                <a:schemeClr val="lt2"/>
              </a:buClr>
              <a:buSzPts val="3600"/>
              <a:buNone/>
              <a:defRPr sz="3600">
                <a:solidFill>
                  <a:schemeClr val="lt2"/>
                </a:solidFill>
              </a:defRPr>
            </a:lvl2pPr>
            <a:lvl3pPr lvl="2" algn="ctr">
              <a:lnSpc>
                <a:spcPct val="100000"/>
              </a:lnSpc>
              <a:spcBef>
                <a:spcPts val="0"/>
              </a:spcBef>
              <a:spcAft>
                <a:spcPts val="0"/>
              </a:spcAft>
              <a:buClr>
                <a:schemeClr val="lt2"/>
              </a:buClr>
              <a:buSzPts val="3600"/>
              <a:buNone/>
              <a:defRPr sz="3600">
                <a:solidFill>
                  <a:schemeClr val="lt2"/>
                </a:solidFill>
              </a:defRPr>
            </a:lvl3pPr>
            <a:lvl4pPr lvl="3" algn="ctr">
              <a:lnSpc>
                <a:spcPct val="100000"/>
              </a:lnSpc>
              <a:spcBef>
                <a:spcPts val="0"/>
              </a:spcBef>
              <a:spcAft>
                <a:spcPts val="0"/>
              </a:spcAft>
              <a:buClr>
                <a:schemeClr val="lt2"/>
              </a:buClr>
              <a:buSzPts val="3600"/>
              <a:buNone/>
              <a:defRPr sz="3600">
                <a:solidFill>
                  <a:schemeClr val="lt2"/>
                </a:solidFill>
              </a:defRPr>
            </a:lvl4pPr>
            <a:lvl5pPr lvl="4" algn="ctr">
              <a:lnSpc>
                <a:spcPct val="100000"/>
              </a:lnSpc>
              <a:spcBef>
                <a:spcPts val="0"/>
              </a:spcBef>
              <a:spcAft>
                <a:spcPts val="0"/>
              </a:spcAft>
              <a:buClr>
                <a:schemeClr val="lt2"/>
              </a:buClr>
              <a:buSzPts val="3600"/>
              <a:buNone/>
              <a:defRPr sz="3600">
                <a:solidFill>
                  <a:schemeClr val="lt2"/>
                </a:solidFill>
              </a:defRPr>
            </a:lvl5pPr>
            <a:lvl6pPr lvl="5" algn="ctr">
              <a:lnSpc>
                <a:spcPct val="100000"/>
              </a:lnSpc>
              <a:spcBef>
                <a:spcPts val="0"/>
              </a:spcBef>
              <a:spcAft>
                <a:spcPts val="0"/>
              </a:spcAft>
              <a:buClr>
                <a:schemeClr val="lt2"/>
              </a:buClr>
              <a:buSzPts val="3600"/>
              <a:buNone/>
              <a:defRPr sz="3600">
                <a:solidFill>
                  <a:schemeClr val="lt2"/>
                </a:solidFill>
              </a:defRPr>
            </a:lvl6pPr>
            <a:lvl7pPr lvl="6" algn="ctr">
              <a:lnSpc>
                <a:spcPct val="100000"/>
              </a:lnSpc>
              <a:spcBef>
                <a:spcPts val="0"/>
              </a:spcBef>
              <a:spcAft>
                <a:spcPts val="0"/>
              </a:spcAft>
              <a:buClr>
                <a:schemeClr val="lt2"/>
              </a:buClr>
              <a:buSzPts val="3600"/>
              <a:buNone/>
              <a:defRPr sz="3600">
                <a:solidFill>
                  <a:schemeClr val="lt2"/>
                </a:solidFill>
              </a:defRPr>
            </a:lvl7pPr>
            <a:lvl8pPr lvl="7" algn="ctr">
              <a:lnSpc>
                <a:spcPct val="100000"/>
              </a:lnSpc>
              <a:spcBef>
                <a:spcPts val="0"/>
              </a:spcBef>
              <a:spcAft>
                <a:spcPts val="0"/>
              </a:spcAft>
              <a:buClr>
                <a:schemeClr val="lt2"/>
              </a:buClr>
              <a:buSzPts val="3600"/>
              <a:buNone/>
              <a:defRPr sz="3600">
                <a:solidFill>
                  <a:schemeClr val="lt2"/>
                </a:solidFill>
              </a:defRPr>
            </a:lvl8pPr>
            <a:lvl9pPr lvl="8" algn="ctr">
              <a:lnSpc>
                <a:spcPct val="100000"/>
              </a:lnSpc>
              <a:spcBef>
                <a:spcPts val="0"/>
              </a:spcBef>
              <a:spcAft>
                <a:spcPts val="0"/>
              </a:spcAft>
              <a:buClr>
                <a:schemeClr val="lt2"/>
              </a:buClr>
              <a:buSzPts val="3600"/>
              <a:buNone/>
              <a:defRPr sz="3600">
                <a:solidFill>
                  <a:schemeClr val="lt2"/>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35" name="Shape 235"/>
        <p:cNvGrpSpPr/>
        <p:nvPr/>
      </p:nvGrpSpPr>
      <p:grpSpPr>
        <a:xfrm>
          <a:off x="0" y="0"/>
          <a:ext cx="0" cy="0"/>
          <a:chOff x="0" y="0"/>
          <a:chExt cx="0" cy="0"/>
        </a:xfrm>
      </p:grpSpPr>
      <p:grpSp>
        <p:nvGrpSpPr>
          <p:cNvPr id="236" name="Google Shape;236;p54"/>
          <p:cNvGrpSpPr/>
          <p:nvPr/>
        </p:nvGrpSpPr>
        <p:grpSpPr>
          <a:xfrm rot="-338463">
            <a:off x="2050912" y="191733"/>
            <a:ext cx="1355008" cy="1170650"/>
            <a:chOff x="2916888" y="3536925"/>
            <a:chExt cx="1354950" cy="1170600"/>
          </a:xfrm>
        </p:grpSpPr>
        <p:sp>
          <p:nvSpPr>
            <p:cNvPr id="237" name="Google Shape;237;p54"/>
            <p:cNvSpPr/>
            <p:nvPr/>
          </p:nvSpPr>
          <p:spPr>
            <a:xfrm>
              <a:off x="3216663" y="3922625"/>
              <a:ext cx="784850" cy="784850"/>
            </a:xfrm>
            <a:custGeom>
              <a:rect b="b" l="l" r="r" t="t"/>
              <a:pathLst>
                <a:path extrusionOk="0" h="31394" w="31394">
                  <a:moveTo>
                    <a:pt x="15697" y="1"/>
                  </a:moveTo>
                  <a:cubicBezTo>
                    <a:pt x="11535" y="1"/>
                    <a:pt x="7542" y="1655"/>
                    <a:pt x="4598" y="4597"/>
                  </a:cubicBezTo>
                  <a:cubicBezTo>
                    <a:pt x="1654" y="7541"/>
                    <a:pt x="0" y="11534"/>
                    <a:pt x="0" y="15697"/>
                  </a:cubicBezTo>
                  <a:cubicBezTo>
                    <a:pt x="0" y="19859"/>
                    <a:pt x="1654" y="23852"/>
                    <a:pt x="4598" y="26796"/>
                  </a:cubicBezTo>
                  <a:cubicBezTo>
                    <a:pt x="7542" y="29739"/>
                    <a:pt x="11535" y="31394"/>
                    <a:pt x="15697" y="31394"/>
                  </a:cubicBezTo>
                  <a:cubicBezTo>
                    <a:pt x="19860" y="31394"/>
                    <a:pt x="23853" y="29739"/>
                    <a:pt x="26795" y="26796"/>
                  </a:cubicBezTo>
                  <a:cubicBezTo>
                    <a:pt x="29739" y="23852"/>
                    <a:pt x="31393" y="19859"/>
                    <a:pt x="31393" y="15697"/>
                  </a:cubicBezTo>
                  <a:cubicBezTo>
                    <a:pt x="31393" y="11534"/>
                    <a:pt x="29739" y="7541"/>
                    <a:pt x="26795" y="4597"/>
                  </a:cubicBezTo>
                  <a:cubicBezTo>
                    <a:pt x="23853" y="1655"/>
                    <a:pt x="19860" y="1"/>
                    <a:pt x="1569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 name="Google Shape;238;p54"/>
            <p:cNvSpPr/>
            <p:nvPr/>
          </p:nvSpPr>
          <p:spPr>
            <a:xfrm>
              <a:off x="3503263" y="3922625"/>
              <a:ext cx="216075" cy="784900"/>
            </a:xfrm>
            <a:custGeom>
              <a:rect b="b" l="l" r="r" t="t"/>
              <a:pathLst>
                <a:path extrusionOk="0" h="31396" w="8643">
                  <a:moveTo>
                    <a:pt x="4233" y="1"/>
                  </a:moveTo>
                  <a:cubicBezTo>
                    <a:pt x="2764" y="1"/>
                    <a:pt x="1347" y="205"/>
                    <a:pt x="0" y="583"/>
                  </a:cubicBezTo>
                  <a:lnTo>
                    <a:pt x="0" y="30811"/>
                  </a:lnTo>
                  <a:cubicBezTo>
                    <a:pt x="1347" y="31189"/>
                    <a:pt x="2767" y="31395"/>
                    <a:pt x="4233" y="31395"/>
                  </a:cubicBezTo>
                  <a:cubicBezTo>
                    <a:pt x="5764" y="31395"/>
                    <a:pt x="7243" y="31172"/>
                    <a:pt x="8642" y="30761"/>
                  </a:cubicBezTo>
                  <a:lnTo>
                    <a:pt x="8642" y="633"/>
                  </a:lnTo>
                  <a:cubicBezTo>
                    <a:pt x="7245" y="224"/>
                    <a:pt x="5765" y="1"/>
                    <a:pt x="423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 name="Google Shape;239;p54"/>
            <p:cNvSpPr/>
            <p:nvPr/>
          </p:nvSpPr>
          <p:spPr>
            <a:xfrm>
              <a:off x="3763363" y="3954175"/>
              <a:ext cx="52950" cy="721725"/>
            </a:xfrm>
            <a:custGeom>
              <a:rect b="b" l="l" r="r" t="t"/>
              <a:pathLst>
                <a:path extrusionOk="0" h="28869" w="2118">
                  <a:moveTo>
                    <a:pt x="1" y="1"/>
                  </a:moveTo>
                  <a:lnTo>
                    <a:pt x="1" y="28868"/>
                  </a:lnTo>
                  <a:cubicBezTo>
                    <a:pt x="737" y="28554"/>
                    <a:pt x="1443" y="28182"/>
                    <a:pt x="2118" y="27761"/>
                  </a:cubicBezTo>
                  <a:lnTo>
                    <a:pt x="2118" y="1108"/>
                  </a:lnTo>
                  <a:cubicBezTo>
                    <a:pt x="1443" y="687"/>
                    <a:pt x="737" y="317"/>
                    <a:pt x="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54"/>
            <p:cNvSpPr/>
            <p:nvPr/>
          </p:nvSpPr>
          <p:spPr>
            <a:xfrm>
              <a:off x="3229888" y="4077000"/>
              <a:ext cx="749550" cy="467325"/>
            </a:xfrm>
            <a:custGeom>
              <a:rect b="b" l="l" r="r" t="t"/>
              <a:pathLst>
                <a:path extrusionOk="0" h="18693" w="29982">
                  <a:moveTo>
                    <a:pt x="14991" y="0"/>
                  </a:moveTo>
                  <a:cubicBezTo>
                    <a:pt x="11016" y="0"/>
                    <a:pt x="7203" y="984"/>
                    <a:pt x="4391" y="2737"/>
                  </a:cubicBezTo>
                  <a:cubicBezTo>
                    <a:pt x="1580" y="4490"/>
                    <a:pt x="0" y="6868"/>
                    <a:pt x="0" y="9346"/>
                  </a:cubicBezTo>
                  <a:cubicBezTo>
                    <a:pt x="0" y="11825"/>
                    <a:pt x="1580" y="14202"/>
                    <a:pt x="4391" y="15956"/>
                  </a:cubicBezTo>
                  <a:cubicBezTo>
                    <a:pt x="7203" y="17708"/>
                    <a:pt x="11016" y="18693"/>
                    <a:pt x="14991" y="18693"/>
                  </a:cubicBezTo>
                  <a:cubicBezTo>
                    <a:pt x="18966" y="18693"/>
                    <a:pt x="22779" y="17708"/>
                    <a:pt x="25591" y="15956"/>
                  </a:cubicBezTo>
                  <a:cubicBezTo>
                    <a:pt x="28402" y="14202"/>
                    <a:pt x="29981" y="11825"/>
                    <a:pt x="29981" y="9346"/>
                  </a:cubicBezTo>
                  <a:cubicBezTo>
                    <a:pt x="29981" y="6868"/>
                    <a:pt x="28402" y="4490"/>
                    <a:pt x="25591" y="2737"/>
                  </a:cubicBezTo>
                  <a:cubicBezTo>
                    <a:pt x="22779" y="984"/>
                    <a:pt x="18966" y="0"/>
                    <a:pt x="1499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 name="Google Shape;241;p54"/>
            <p:cNvSpPr/>
            <p:nvPr/>
          </p:nvSpPr>
          <p:spPr>
            <a:xfrm>
              <a:off x="3547063" y="4076925"/>
              <a:ext cx="360800" cy="467375"/>
            </a:xfrm>
            <a:custGeom>
              <a:rect b="b" l="l" r="r" t="t"/>
              <a:pathLst>
                <a:path extrusionOk="0" h="18695" w="14432">
                  <a:moveTo>
                    <a:pt x="2304" y="0"/>
                  </a:moveTo>
                  <a:cubicBezTo>
                    <a:pt x="1521" y="0"/>
                    <a:pt x="752" y="39"/>
                    <a:pt x="1" y="110"/>
                  </a:cubicBezTo>
                  <a:cubicBezTo>
                    <a:pt x="2527" y="3428"/>
                    <a:pt x="4251" y="7437"/>
                    <a:pt x="3989" y="11665"/>
                  </a:cubicBezTo>
                  <a:cubicBezTo>
                    <a:pt x="3822" y="14337"/>
                    <a:pt x="2860" y="16686"/>
                    <a:pt x="1368" y="18674"/>
                  </a:cubicBezTo>
                  <a:cubicBezTo>
                    <a:pt x="1679" y="18687"/>
                    <a:pt x="1989" y="18694"/>
                    <a:pt x="2304" y="18694"/>
                  </a:cubicBezTo>
                  <a:cubicBezTo>
                    <a:pt x="5810" y="18694"/>
                    <a:pt x="9033" y="17942"/>
                    <a:pt x="11585" y="16684"/>
                  </a:cubicBezTo>
                  <a:cubicBezTo>
                    <a:pt x="11589" y="16679"/>
                    <a:pt x="11592" y="16671"/>
                    <a:pt x="11595" y="16663"/>
                  </a:cubicBezTo>
                  <a:cubicBezTo>
                    <a:pt x="14432" y="11726"/>
                    <a:pt x="13562" y="5758"/>
                    <a:pt x="10298" y="1442"/>
                  </a:cubicBezTo>
                  <a:cubicBezTo>
                    <a:pt x="7983" y="531"/>
                    <a:pt x="5244" y="0"/>
                    <a:pt x="230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 name="Google Shape;242;p54"/>
            <p:cNvSpPr/>
            <p:nvPr/>
          </p:nvSpPr>
          <p:spPr>
            <a:xfrm>
              <a:off x="3441463" y="4165075"/>
              <a:ext cx="330725" cy="330750"/>
            </a:xfrm>
            <a:custGeom>
              <a:rect b="b" l="l" r="r" t="t"/>
              <a:pathLst>
                <a:path extrusionOk="0" h="13230" w="13229">
                  <a:moveTo>
                    <a:pt x="6615" y="0"/>
                  </a:moveTo>
                  <a:cubicBezTo>
                    <a:pt x="4860" y="0"/>
                    <a:pt x="3178" y="697"/>
                    <a:pt x="1937" y="1939"/>
                  </a:cubicBezTo>
                  <a:cubicBezTo>
                    <a:pt x="697" y="3179"/>
                    <a:pt x="0" y="4861"/>
                    <a:pt x="0" y="6615"/>
                  </a:cubicBezTo>
                  <a:cubicBezTo>
                    <a:pt x="0" y="8369"/>
                    <a:pt x="697" y="10051"/>
                    <a:pt x="1937" y="11291"/>
                  </a:cubicBezTo>
                  <a:cubicBezTo>
                    <a:pt x="3178" y="12533"/>
                    <a:pt x="4860" y="13230"/>
                    <a:pt x="6615" y="13230"/>
                  </a:cubicBezTo>
                  <a:cubicBezTo>
                    <a:pt x="8369" y="13230"/>
                    <a:pt x="10051" y="12533"/>
                    <a:pt x="11292" y="11291"/>
                  </a:cubicBezTo>
                  <a:cubicBezTo>
                    <a:pt x="12532" y="10051"/>
                    <a:pt x="13229" y="8369"/>
                    <a:pt x="13229" y="6615"/>
                  </a:cubicBezTo>
                  <a:cubicBezTo>
                    <a:pt x="13229" y="4861"/>
                    <a:pt x="12532" y="3179"/>
                    <a:pt x="11292" y="1939"/>
                  </a:cubicBezTo>
                  <a:cubicBezTo>
                    <a:pt x="10051" y="697"/>
                    <a:pt x="8369" y="0"/>
                    <a:pt x="6615"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54"/>
            <p:cNvSpPr/>
            <p:nvPr/>
          </p:nvSpPr>
          <p:spPr>
            <a:xfrm>
              <a:off x="3551763" y="4279775"/>
              <a:ext cx="97050" cy="97000"/>
            </a:xfrm>
            <a:custGeom>
              <a:rect b="b" l="l" r="r" t="t"/>
              <a:pathLst>
                <a:path extrusionOk="0" h="3880" w="3882">
                  <a:moveTo>
                    <a:pt x="1941" y="0"/>
                  </a:moveTo>
                  <a:cubicBezTo>
                    <a:pt x="870" y="0"/>
                    <a:pt x="0" y="868"/>
                    <a:pt x="0" y="1940"/>
                  </a:cubicBezTo>
                  <a:cubicBezTo>
                    <a:pt x="0" y="3011"/>
                    <a:pt x="870" y="3880"/>
                    <a:pt x="1941" y="3880"/>
                  </a:cubicBezTo>
                  <a:cubicBezTo>
                    <a:pt x="3011" y="3880"/>
                    <a:pt x="3881" y="3011"/>
                    <a:pt x="3881" y="1940"/>
                  </a:cubicBezTo>
                  <a:cubicBezTo>
                    <a:pt x="3881" y="868"/>
                    <a:pt x="3011" y="0"/>
                    <a:pt x="1941" y="0"/>
                  </a:cubicBezTo>
                  <a:close/>
                </a:path>
              </a:pathLst>
            </a:custGeom>
            <a:solidFill>
              <a:srgbClr val="2211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54"/>
            <p:cNvSpPr/>
            <p:nvPr/>
          </p:nvSpPr>
          <p:spPr>
            <a:xfrm>
              <a:off x="3609088" y="4218025"/>
              <a:ext cx="97000" cy="97025"/>
            </a:xfrm>
            <a:custGeom>
              <a:rect b="b" l="l" r="r" t="t"/>
              <a:pathLst>
                <a:path extrusionOk="0" h="3881" w="3880">
                  <a:moveTo>
                    <a:pt x="1940" y="1"/>
                  </a:moveTo>
                  <a:cubicBezTo>
                    <a:pt x="869" y="1"/>
                    <a:pt x="0" y="869"/>
                    <a:pt x="0" y="1941"/>
                  </a:cubicBezTo>
                  <a:cubicBezTo>
                    <a:pt x="0" y="3012"/>
                    <a:pt x="869" y="3881"/>
                    <a:pt x="1940" y="3881"/>
                  </a:cubicBezTo>
                  <a:cubicBezTo>
                    <a:pt x="3012" y="3881"/>
                    <a:pt x="3880" y="3012"/>
                    <a:pt x="3880" y="1941"/>
                  </a:cubicBezTo>
                  <a:cubicBezTo>
                    <a:pt x="3880" y="869"/>
                    <a:pt x="3012" y="1"/>
                    <a:pt x="194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 name="Google Shape;245;p54"/>
            <p:cNvSpPr/>
            <p:nvPr/>
          </p:nvSpPr>
          <p:spPr>
            <a:xfrm>
              <a:off x="3498788" y="4372925"/>
              <a:ext cx="57450" cy="51775"/>
            </a:xfrm>
            <a:custGeom>
              <a:rect b="b" l="l" r="r" t="t"/>
              <a:pathLst>
                <a:path extrusionOk="0" h="2071" w="2298">
                  <a:moveTo>
                    <a:pt x="1061" y="1"/>
                  </a:moveTo>
                  <a:cubicBezTo>
                    <a:pt x="520" y="1"/>
                    <a:pt x="1" y="475"/>
                    <a:pt x="26" y="1036"/>
                  </a:cubicBezTo>
                  <a:cubicBezTo>
                    <a:pt x="51" y="1597"/>
                    <a:pt x="480" y="2071"/>
                    <a:pt x="1061" y="2071"/>
                  </a:cubicBezTo>
                  <a:lnTo>
                    <a:pt x="1238" y="2071"/>
                  </a:lnTo>
                  <a:cubicBezTo>
                    <a:pt x="1780" y="2071"/>
                    <a:pt x="2298" y="1596"/>
                    <a:pt x="2274" y="1036"/>
                  </a:cubicBezTo>
                  <a:cubicBezTo>
                    <a:pt x="2248" y="474"/>
                    <a:pt x="1817" y="1"/>
                    <a:pt x="123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 name="Google Shape;246;p54"/>
            <p:cNvSpPr/>
            <p:nvPr/>
          </p:nvSpPr>
          <p:spPr>
            <a:xfrm>
              <a:off x="3570313" y="4403500"/>
              <a:ext cx="55450" cy="25925"/>
            </a:xfrm>
            <a:custGeom>
              <a:rect b="b" l="l" r="r" t="t"/>
              <a:pathLst>
                <a:path extrusionOk="0" h="1037" w="2218">
                  <a:moveTo>
                    <a:pt x="670" y="1"/>
                  </a:moveTo>
                  <a:cubicBezTo>
                    <a:pt x="2" y="1"/>
                    <a:pt x="1" y="1036"/>
                    <a:pt x="670" y="1036"/>
                  </a:cubicBezTo>
                  <a:lnTo>
                    <a:pt x="1551" y="1036"/>
                  </a:lnTo>
                  <a:cubicBezTo>
                    <a:pt x="2218" y="1036"/>
                    <a:pt x="2218" y="1"/>
                    <a:pt x="155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 name="Google Shape;247;p54"/>
            <p:cNvSpPr/>
            <p:nvPr/>
          </p:nvSpPr>
          <p:spPr>
            <a:xfrm>
              <a:off x="3654113" y="4297675"/>
              <a:ext cx="33400" cy="25925"/>
            </a:xfrm>
            <a:custGeom>
              <a:rect b="b" l="l" r="r" t="t"/>
              <a:pathLst>
                <a:path extrusionOk="0" h="1037" w="1336">
                  <a:moveTo>
                    <a:pt x="668" y="1"/>
                  </a:moveTo>
                  <a:cubicBezTo>
                    <a:pt x="2" y="1"/>
                    <a:pt x="0" y="1036"/>
                    <a:pt x="668" y="1036"/>
                  </a:cubicBezTo>
                  <a:cubicBezTo>
                    <a:pt x="1335" y="1036"/>
                    <a:pt x="1335"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 name="Google Shape;248;p54"/>
            <p:cNvSpPr/>
            <p:nvPr/>
          </p:nvSpPr>
          <p:spPr>
            <a:xfrm>
              <a:off x="3486563" y="4297675"/>
              <a:ext cx="37825" cy="25925"/>
            </a:xfrm>
            <a:custGeom>
              <a:rect b="b" l="l" r="r" t="t"/>
              <a:pathLst>
                <a:path extrusionOk="0" h="1037" w="1513">
                  <a:moveTo>
                    <a:pt x="668" y="1"/>
                  </a:moveTo>
                  <a:cubicBezTo>
                    <a:pt x="2" y="1"/>
                    <a:pt x="0" y="1036"/>
                    <a:pt x="668" y="1036"/>
                  </a:cubicBezTo>
                  <a:lnTo>
                    <a:pt x="846" y="1036"/>
                  </a:lnTo>
                  <a:cubicBezTo>
                    <a:pt x="1512" y="1036"/>
                    <a:pt x="1512" y="1"/>
                    <a:pt x="84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 name="Google Shape;249;p54"/>
            <p:cNvSpPr/>
            <p:nvPr/>
          </p:nvSpPr>
          <p:spPr>
            <a:xfrm>
              <a:off x="3410663" y="4279800"/>
              <a:ext cx="61725" cy="61725"/>
            </a:xfrm>
            <a:custGeom>
              <a:rect b="b" l="l" r="r" t="t"/>
              <a:pathLst>
                <a:path extrusionOk="0" h="2469" w="2469">
                  <a:moveTo>
                    <a:pt x="1238" y="0"/>
                  </a:moveTo>
                  <a:cubicBezTo>
                    <a:pt x="1237" y="0"/>
                    <a:pt x="1236" y="0"/>
                    <a:pt x="1235" y="0"/>
                  </a:cubicBezTo>
                  <a:cubicBezTo>
                    <a:pt x="554" y="0"/>
                    <a:pt x="1" y="553"/>
                    <a:pt x="1" y="1234"/>
                  </a:cubicBezTo>
                  <a:cubicBezTo>
                    <a:pt x="1" y="1916"/>
                    <a:pt x="554" y="2468"/>
                    <a:pt x="1235" y="2468"/>
                  </a:cubicBezTo>
                  <a:cubicBezTo>
                    <a:pt x="1916" y="2468"/>
                    <a:pt x="2468" y="1916"/>
                    <a:pt x="2468" y="1235"/>
                  </a:cubicBezTo>
                  <a:cubicBezTo>
                    <a:pt x="2468" y="552"/>
                    <a:pt x="1918" y="0"/>
                    <a:pt x="123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 name="Google Shape;250;p54"/>
            <p:cNvSpPr/>
            <p:nvPr/>
          </p:nvSpPr>
          <p:spPr>
            <a:xfrm>
              <a:off x="3624238" y="3705900"/>
              <a:ext cx="647600" cy="538975"/>
            </a:xfrm>
            <a:custGeom>
              <a:rect b="b" l="l" r="r" t="t"/>
              <a:pathLst>
                <a:path extrusionOk="0" h="21559" w="25904">
                  <a:moveTo>
                    <a:pt x="8466" y="0"/>
                  </a:moveTo>
                  <a:cubicBezTo>
                    <a:pt x="7564" y="0"/>
                    <a:pt x="6651" y="268"/>
                    <a:pt x="5742" y="801"/>
                  </a:cubicBezTo>
                  <a:cubicBezTo>
                    <a:pt x="2730" y="2567"/>
                    <a:pt x="605" y="6711"/>
                    <a:pt x="58" y="9089"/>
                  </a:cubicBezTo>
                  <a:cubicBezTo>
                    <a:pt x="1" y="9338"/>
                    <a:pt x="155" y="9587"/>
                    <a:pt x="404" y="9644"/>
                  </a:cubicBezTo>
                  <a:cubicBezTo>
                    <a:pt x="439" y="9652"/>
                    <a:pt x="474" y="9656"/>
                    <a:pt x="508" y="9656"/>
                  </a:cubicBezTo>
                  <a:cubicBezTo>
                    <a:pt x="719" y="9656"/>
                    <a:pt x="910" y="9511"/>
                    <a:pt x="959" y="9296"/>
                  </a:cubicBezTo>
                  <a:cubicBezTo>
                    <a:pt x="1456" y="7144"/>
                    <a:pt x="3467" y="3208"/>
                    <a:pt x="6211" y="1599"/>
                  </a:cubicBezTo>
                  <a:cubicBezTo>
                    <a:pt x="6973" y="1152"/>
                    <a:pt x="7730" y="927"/>
                    <a:pt x="8472" y="927"/>
                  </a:cubicBezTo>
                  <a:cubicBezTo>
                    <a:pt x="8822" y="927"/>
                    <a:pt x="9168" y="977"/>
                    <a:pt x="9510" y="1077"/>
                  </a:cubicBezTo>
                  <a:cubicBezTo>
                    <a:pt x="11311" y="1600"/>
                    <a:pt x="11581" y="3431"/>
                    <a:pt x="11841" y="5199"/>
                  </a:cubicBezTo>
                  <a:lnTo>
                    <a:pt x="11903" y="5610"/>
                  </a:lnTo>
                  <a:cubicBezTo>
                    <a:pt x="12249" y="7870"/>
                    <a:pt x="13670" y="9328"/>
                    <a:pt x="16123" y="9939"/>
                  </a:cubicBezTo>
                  <a:cubicBezTo>
                    <a:pt x="16496" y="10032"/>
                    <a:pt x="16888" y="10123"/>
                    <a:pt x="17289" y="10216"/>
                  </a:cubicBezTo>
                  <a:cubicBezTo>
                    <a:pt x="20460" y="10952"/>
                    <a:pt x="24057" y="11783"/>
                    <a:pt x="24663" y="15216"/>
                  </a:cubicBezTo>
                  <a:cubicBezTo>
                    <a:pt x="25036" y="17333"/>
                    <a:pt x="23391" y="19171"/>
                    <a:pt x="21703" y="19982"/>
                  </a:cubicBezTo>
                  <a:cubicBezTo>
                    <a:pt x="20576" y="20525"/>
                    <a:pt x="19280" y="20635"/>
                    <a:pt x="17966" y="20635"/>
                  </a:cubicBezTo>
                  <a:cubicBezTo>
                    <a:pt x="17516" y="20635"/>
                    <a:pt x="17064" y="20622"/>
                    <a:pt x="16616" y="20609"/>
                  </a:cubicBezTo>
                  <a:cubicBezTo>
                    <a:pt x="16166" y="20596"/>
                    <a:pt x="15719" y="20583"/>
                    <a:pt x="15282" y="20583"/>
                  </a:cubicBezTo>
                  <a:cubicBezTo>
                    <a:pt x="15029" y="20583"/>
                    <a:pt x="14821" y="20791"/>
                    <a:pt x="14821" y="21045"/>
                  </a:cubicBezTo>
                  <a:cubicBezTo>
                    <a:pt x="14821" y="21299"/>
                    <a:pt x="15026" y="21506"/>
                    <a:pt x="15282" y="21506"/>
                  </a:cubicBezTo>
                  <a:cubicBezTo>
                    <a:pt x="15711" y="21506"/>
                    <a:pt x="16149" y="21519"/>
                    <a:pt x="16591" y="21532"/>
                  </a:cubicBezTo>
                  <a:cubicBezTo>
                    <a:pt x="17053" y="21546"/>
                    <a:pt x="17518" y="21559"/>
                    <a:pt x="17983" y="21559"/>
                  </a:cubicBezTo>
                  <a:cubicBezTo>
                    <a:pt x="19399" y="21559"/>
                    <a:pt x="20812" y="21434"/>
                    <a:pt x="22104" y="20812"/>
                  </a:cubicBezTo>
                  <a:cubicBezTo>
                    <a:pt x="24959" y="19439"/>
                    <a:pt x="25903" y="16930"/>
                    <a:pt x="25573" y="15053"/>
                  </a:cubicBezTo>
                  <a:cubicBezTo>
                    <a:pt x="24861" y="11019"/>
                    <a:pt x="20779" y="10073"/>
                    <a:pt x="17498" y="9315"/>
                  </a:cubicBezTo>
                  <a:cubicBezTo>
                    <a:pt x="17103" y="9222"/>
                    <a:pt x="16718" y="9132"/>
                    <a:pt x="16347" y="9040"/>
                  </a:cubicBezTo>
                  <a:cubicBezTo>
                    <a:pt x="14260" y="8521"/>
                    <a:pt x="13106" y="7351"/>
                    <a:pt x="12816" y="5468"/>
                  </a:cubicBezTo>
                  <a:lnTo>
                    <a:pt x="12755" y="5064"/>
                  </a:lnTo>
                  <a:cubicBezTo>
                    <a:pt x="12479" y="3200"/>
                    <a:pt x="12136" y="878"/>
                    <a:pt x="9767" y="188"/>
                  </a:cubicBezTo>
                  <a:cubicBezTo>
                    <a:pt x="9337" y="63"/>
                    <a:pt x="8903" y="0"/>
                    <a:pt x="846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 name="Google Shape;251;p54"/>
            <p:cNvSpPr/>
            <p:nvPr/>
          </p:nvSpPr>
          <p:spPr>
            <a:xfrm>
              <a:off x="3549113" y="3536925"/>
              <a:ext cx="585425" cy="660475"/>
            </a:xfrm>
            <a:custGeom>
              <a:rect b="b" l="l" r="r" t="t"/>
              <a:pathLst>
                <a:path extrusionOk="0" h="26419" w="23417">
                  <a:moveTo>
                    <a:pt x="3839" y="0"/>
                  </a:moveTo>
                  <a:cubicBezTo>
                    <a:pt x="3223" y="0"/>
                    <a:pt x="2631" y="178"/>
                    <a:pt x="2110" y="527"/>
                  </a:cubicBezTo>
                  <a:cubicBezTo>
                    <a:pt x="0" y="1945"/>
                    <a:pt x="342" y="6365"/>
                    <a:pt x="525" y="8740"/>
                  </a:cubicBezTo>
                  <a:cubicBezTo>
                    <a:pt x="558" y="9188"/>
                    <a:pt x="590" y="9574"/>
                    <a:pt x="590" y="9797"/>
                  </a:cubicBezTo>
                  <a:cubicBezTo>
                    <a:pt x="590" y="11009"/>
                    <a:pt x="628" y="12006"/>
                    <a:pt x="666" y="12971"/>
                  </a:cubicBezTo>
                  <a:cubicBezTo>
                    <a:pt x="704" y="13928"/>
                    <a:pt x="743" y="14917"/>
                    <a:pt x="743" y="16107"/>
                  </a:cubicBezTo>
                  <a:cubicBezTo>
                    <a:pt x="743" y="16362"/>
                    <a:pt x="949" y="16569"/>
                    <a:pt x="1205" y="16569"/>
                  </a:cubicBezTo>
                  <a:cubicBezTo>
                    <a:pt x="1458" y="16569"/>
                    <a:pt x="1665" y="16363"/>
                    <a:pt x="1665" y="16107"/>
                  </a:cubicBezTo>
                  <a:cubicBezTo>
                    <a:pt x="1665" y="14900"/>
                    <a:pt x="1627" y="13901"/>
                    <a:pt x="1588" y="12935"/>
                  </a:cubicBezTo>
                  <a:cubicBezTo>
                    <a:pt x="1551" y="11978"/>
                    <a:pt x="1512" y="10990"/>
                    <a:pt x="1512" y="9800"/>
                  </a:cubicBezTo>
                  <a:cubicBezTo>
                    <a:pt x="1512" y="9539"/>
                    <a:pt x="1484" y="9156"/>
                    <a:pt x="1445" y="8671"/>
                  </a:cubicBezTo>
                  <a:cubicBezTo>
                    <a:pt x="1288" y="6640"/>
                    <a:pt x="963" y="2413"/>
                    <a:pt x="2625" y="1295"/>
                  </a:cubicBezTo>
                  <a:cubicBezTo>
                    <a:pt x="3039" y="1016"/>
                    <a:pt x="3458" y="922"/>
                    <a:pt x="3832" y="922"/>
                  </a:cubicBezTo>
                  <a:cubicBezTo>
                    <a:pt x="4115" y="922"/>
                    <a:pt x="4373" y="976"/>
                    <a:pt x="4585" y="1042"/>
                  </a:cubicBezTo>
                  <a:cubicBezTo>
                    <a:pt x="5485" y="1325"/>
                    <a:pt x="6285" y="2072"/>
                    <a:pt x="6624" y="2949"/>
                  </a:cubicBezTo>
                  <a:cubicBezTo>
                    <a:pt x="6938" y="3759"/>
                    <a:pt x="6917" y="5186"/>
                    <a:pt x="6895" y="6697"/>
                  </a:cubicBezTo>
                  <a:cubicBezTo>
                    <a:pt x="6863" y="9153"/>
                    <a:pt x="6824" y="11695"/>
                    <a:pt x="8133" y="12883"/>
                  </a:cubicBezTo>
                  <a:cubicBezTo>
                    <a:pt x="8596" y="13303"/>
                    <a:pt x="9186" y="13513"/>
                    <a:pt x="9897" y="13513"/>
                  </a:cubicBezTo>
                  <a:cubicBezTo>
                    <a:pt x="10039" y="13513"/>
                    <a:pt x="10185" y="13504"/>
                    <a:pt x="10336" y="13488"/>
                  </a:cubicBezTo>
                  <a:cubicBezTo>
                    <a:pt x="11423" y="13369"/>
                    <a:pt x="12370" y="12798"/>
                    <a:pt x="13283" y="12247"/>
                  </a:cubicBezTo>
                  <a:cubicBezTo>
                    <a:pt x="14145" y="11727"/>
                    <a:pt x="14962" y="11235"/>
                    <a:pt x="15882" y="11094"/>
                  </a:cubicBezTo>
                  <a:cubicBezTo>
                    <a:pt x="16201" y="11045"/>
                    <a:pt x="16511" y="11021"/>
                    <a:pt x="16810" y="11021"/>
                  </a:cubicBezTo>
                  <a:cubicBezTo>
                    <a:pt x="17804" y="11021"/>
                    <a:pt x="18675" y="11290"/>
                    <a:pt x="19318" y="11807"/>
                  </a:cubicBezTo>
                  <a:cubicBezTo>
                    <a:pt x="20078" y="12418"/>
                    <a:pt x="20520" y="13369"/>
                    <a:pt x="20597" y="14558"/>
                  </a:cubicBezTo>
                  <a:cubicBezTo>
                    <a:pt x="20660" y="15519"/>
                    <a:pt x="20274" y="16290"/>
                    <a:pt x="19866" y="17105"/>
                  </a:cubicBezTo>
                  <a:cubicBezTo>
                    <a:pt x="19508" y="17818"/>
                    <a:pt x="19139" y="18556"/>
                    <a:pt x="19056" y="19449"/>
                  </a:cubicBezTo>
                  <a:cubicBezTo>
                    <a:pt x="18882" y="21318"/>
                    <a:pt x="19610" y="21729"/>
                    <a:pt x="20656" y="22107"/>
                  </a:cubicBezTo>
                  <a:cubicBezTo>
                    <a:pt x="20916" y="22200"/>
                    <a:pt x="21184" y="22297"/>
                    <a:pt x="21461" y="22441"/>
                  </a:cubicBezTo>
                  <a:cubicBezTo>
                    <a:pt x="22063" y="22756"/>
                    <a:pt x="22462" y="23320"/>
                    <a:pt x="22475" y="23875"/>
                  </a:cubicBezTo>
                  <a:cubicBezTo>
                    <a:pt x="22485" y="24328"/>
                    <a:pt x="22245" y="24710"/>
                    <a:pt x="21783" y="24980"/>
                  </a:cubicBezTo>
                  <a:cubicBezTo>
                    <a:pt x="21221" y="25308"/>
                    <a:pt x="20159" y="25351"/>
                    <a:pt x="19221" y="25388"/>
                  </a:cubicBezTo>
                  <a:cubicBezTo>
                    <a:pt x="18680" y="25410"/>
                    <a:pt x="18169" y="25430"/>
                    <a:pt x="17749" y="25501"/>
                  </a:cubicBezTo>
                  <a:cubicBezTo>
                    <a:pt x="17497" y="25544"/>
                    <a:pt x="17327" y="25782"/>
                    <a:pt x="17370" y="26033"/>
                  </a:cubicBezTo>
                  <a:cubicBezTo>
                    <a:pt x="17407" y="26259"/>
                    <a:pt x="17602" y="26418"/>
                    <a:pt x="17823" y="26418"/>
                  </a:cubicBezTo>
                  <a:cubicBezTo>
                    <a:pt x="17850" y="26418"/>
                    <a:pt x="17876" y="26417"/>
                    <a:pt x="17903" y="26411"/>
                  </a:cubicBezTo>
                  <a:cubicBezTo>
                    <a:pt x="18267" y="26348"/>
                    <a:pt x="18750" y="26331"/>
                    <a:pt x="19259" y="26309"/>
                  </a:cubicBezTo>
                  <a:cubicBezTo>
                    <a:pt x="20304" y="26266"/>
                    <a:pt x="21490" y="26219"/>
                    <a:pt x="22249" y="25776"/>
                  </a:cubicBezTo>
                  <a:cubicBezTo>
                    <a:pt x="22999" y="25338"/>
                    <a:pt x="23417" y="24637"/>
                    <a:pt x="23399" y="23850"/>
                  </a:cubicBezTo>
                  <a:cubicBezTo>
                    <a:pt x="23378" y="22949"/>
                    <a:pt x="22799" y="22094"/>
                    <a:pt x="21887" y="21619"/>
                  </a:cubicBezTo>
                  <a:cubicBezTo>
                    <a:pt x="21555" y="21446"/>
                    <a:pt x="21244" y="21333"/>
                    <a:pt x="20969" y="21234"/>
                  </a:cubicBezTo>
                  <a:cubicBezTo>
                    <a:pt x="20158" y="20942"/>
                    <a:pt x="19853" y="20832"/>
                    <a:pt x="19975" y="19530"/>
                  </a:cubicBezTo>
                  <a:cubicBezTo>
                    <a:pt x="20041" y="18809"/>
                    <a:pt x="20357" y="18181"/>
                    <a:pt x="20690" y="17515"/>
                  </a:cubicBezTo>
                  <a:cubicBezTo>
                    <a:pt x="21135" y="16626"/>
                    <a:pt x="21597" y="15705"/>
                    <a:pt x="21518" y="14495"/>
                  </a:cubicBezTo>
                  <a:cubicBezTo>
                    <a:pt x="21422" y="13038"/>
                    <a:pt x="20862" y="11861"/>
                    <a:pt x="19896" y="11084"/>
                  </a:cubicBezTo>
                  <a:cubicBezTo>
                    <a:pt x="19086" y="10435"/>
                    <a:pt x="18015" y="10095"/>
                    <a:pt x="16809" y="10095"/>
                  </a:cubicBezTo>
                  <a:cubicBezTo>
                    <a:pt x="16463" y="10095"/>
                    <a:pt x="16106" y="10123"/>
                    <a:pt x="15740" y="10180"/>
                  </a:cubicBezTo>
                  <a:cubicBezTo>
                    <a:pt x="14640" y="10349"/>
                    <a:pt x="13709" y="10911"/>
                    <a:pt x="12806" y="11455"/>
                  </a:cubicBezTo>
                  <a:cubicBezTo>
                    <a:pt x="11938" y="11977"/>
                    <a:pt x="11120" y="12471"/>
                    <a:pt x="10233" y="12569"/>
                  </a:cubicBezTo>
                  <a:cubicBezTo>
                    <a:pt x="10114" y="12582"/>
                    <a:pt x="10001" y="12589"/>
                    <a:pt x="9893" y="12589"/>
                  </a:cubicBezTo>
                  <a:cubicBezTo>
                    <a:pt x="9416" y="12589"/>
                    <a:pt x="9040" y="12460"/>
                    <a:pt x="8752" y="12197"/>
                  </a:cubicBezTo>
                  <a:cubicBezTo>
                    <a:pt x="7752" y="11290"/>
                    <a:pt x="7788" y="8857"/>
                    <a:pt x="7818" y="6708"/>
                  </a:cubicBezTo>
                  <a:cubicBezTo>
                    <a:pt x="7842" y="5105"/>
                    <a:pt x="7864" y="3590"/>
                    <a:pt x="7485" y="2614"/>
                  </a:cubicBezTo>
                  <a:cubicBezTo>
                    <a:pt x="7041" y="1470"/>
                    <a:pt x="6036" y="530"/>
                    <a:pt x="4863" y="161"/>
                  </a:cubicBezTo>
                  <a:cubicBezTo>
                    <a:pt x="4520" y="53"/>
                    <a:pt x="4176" y="0"/>
                    <a:pt x="383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 name="Google Shape;252;p54"/>
            <p:cNvSpPr/>
            <p:nvPr/>
          </p:nvSpPr>
          <p:spPr>
            <a:xfrm>
              <a:off x="2942638" y="3712675"/>
              <a:ext cx="647650" cy="538900"/>
            </a:xfrm>
            <a:custGeom>
              <a:rect b="b" l="l" r="r" t="t"/>
              <a:pathLst>
                <a:path extrusionOk="0" h="21556" w="25906">
                  <a:moveTo>
                    <a:pt x="17440" y="1"/>
                  </a:moveTo>
                  <a:cubicBezTo>
                    <a:pt x="17004" y="1"/>
                    <a:pt x="16569" y="64"/>
                    <a:pt x="16138" y="189"/>
                  </a:cubicBezTo>
                  <a:cubicBezTo>
                    <a:pt x="13769" y="881"/>
                    <a:pt x="13426" y="3200"/>
                    <a:pt x="13150" y="5066"/>
                  </a:cubicBezTo>
                  <a:lnTo>
                    <a:pt x="13090" y="5468"/>
                  </a:lnTo>
                  <a:cubicBezTo>
                    <a:pt x="12799" y="7350"/>
                    <a:pt x="11645" y="8520"/>
                    <a:pt x="9558" y="9040"/>
                  </a:cubicBezTo>
                  <a:cubicBezTo>
                    <a:pt x="9187" y="9133"/>
                    <a:pt x="8801" y="9223"/>
                    <a:pt x="8406" y="9314"/>
                  </a:cubicBezTo>
                  <a:cubicBezTo>
                    <a:pt x="5125" y="10073"/>
                    <a:pt x="1043" y="11018"/>
                    <a:pt x="331" y="15052"/>
                  </a:cubicBezTo>
                  <a:cubicBezTo>
                    <a:pt x="1" y="16929"/>
                    <a:pt x="943" y="19438"/>
                    <a:pt x="3800" y="20812"/>
                  </a:cubicBezTo>
                  <a:cubicBezTo>
                    <a:pt x="5092" y="21434"/>
                    <a:pt x="6504" y="21555"/>
                    <a:pt x="7920" y="21555"/>
                  </a:cubicBezTo>
                  <a:cubicBezTo>
                    <a:pt x="8385" y="21555"/>
                    <a:pt x="8850" y="21541"/>
                    <a:pt x="9316" y="21532"/>
                  </a:cubicBezTo>
                  <a:cubicBezTo>
                    <a:pt x="9758" y="21520"/>
                    <a:pt x="10196" y="21507"/>
                    <a:pt x="10625" y="21507"/>
                  </a:cubicBezTo>
                  <a:cubicBezTo>
                    <a:pt x="10880" y="21507"/>
                    <a:pt x="11087" y="21299"/>
                    <a:pt x="11087" y="21046"/>
                  </a:cubicBezTo>
                  <a:cubicBezTo>
                    <a:pt x="11087" y="20791"/>
                    <a:pt x="10881" y="20584"/>
                    <a:pt x="10625" y="20584"/>
                  </a:cubicBezTo>
                  <a:cubicBezTo>
                    <a:pt x="10187" y="20584"/>
                    <a:pt x="9741" y="20597"/>
                    <a:pt x="9290" y="20610"/>
                  </a:cubicBezTo>
                  <a:cubicBezTo>
                    <a:pt x="8841" y="20623"/>
                    <a:pt x="8388" y="20636"/>
                    <a:pt x="7936" y="20636"/>
                  </a:cubicBezTo>
                  <a:cubicBezTo>
                    <a:pt x="6623" y="20636"/>
                    <a:pt x="5329" y="20525"/>
                    <a:pt x="4202" y="19983"/>
                  </a:cubicBezTo>
                  <a:cubicBezTo>
                    <a:pt x="2514" y="19174"/>
                    <a:pt x="869" y="17335"/>
                    <a:pt x="1244" y="15217"/>
                  </a:cubicBezTo>
                  <a:cubicBezTo>
                    <a:pt x="1849" y="11783"/>
                    <a:pt x="5445" y="10949"/>
                    <a:pt x="8618" y="10217"/>
                  </a:cubicBezTo>
                  <a:cubicBezTo>
                    <a:pt x="9019" y="10124"/>
                    <a:pt x="9409" y="10033"/>
                    <a:pt x="9784" y="9940"/>
                  </a:cubicBezTo>
                  <a:cubicBezTo>
                    <a:pt x="12234" y="9326"/>
                    <a:pt x="13655" y="7871"/>
                    <a:pt x="14004" y="5611"/>
                  </a:cubicBezTo>
                  <a:lnTo>
                    <a:pt x="14064" y="5202"/>
                  </a:lnTo>
                  <a:cubicBezTo>
                    <a:pt x="14326" y="3432"/>
                    <a:pt x="14595" y="1604"/>
                    <a:pt x="16396" y="1077"/>
                  </a:cubicBezTo>
                  <a:cubicBezTo>
                    <a:pt x="16738" y="977"/>
                    <a:pt x="17084" y="927"/>
                    <a:pt x="17433" y="927"/>
                  </a:cubicBezTo>
                  <a:cubicBezTo>
                    <a:pt x="18175" y="927"/>
                    <a:pt x="18931" y="1152"/>
                    <a:pt x="19695" y="1600"/>
                  </a:cubicBezTo>
                  <a:cubicBezTo>
                    <a:pt x="22440" y="3209"/>
                    <a:pt x="24451" y="7144"/>
                    <a:pt x="24947" y="9297"/>
                  </a:cubicBezTo>
                  <a:cubicBezTo>
                    <a:pt x="24998" y="9511"/>
                    <a:pt x="25186" y="9657"/>
                    <a:pt x="25396" y="9657"/>
                  </a:cubicBezTo>
                  <a:cubicBezTo>
                    <a:pt x="25431" y="9657"/>
                    <a:pt x="25466" y="9653"/>
                    <a:pt x="25501" y="9645"/>
                  </a:cubicBezTo>
                  <a:cubicBezTo>
                    <a:pt x="25750" y="9588"/>
                    <a:pt x="25906" y="9339"/>
                    <a:pt x="25849" y="9090"/>
                  </a:cubicBezTo>
                  <a:cubicBezTo>
                    <a:pt x="25299" y="6712"/>
                    <a:pt x="23175" y="2567"/>
                    <a:pt x="20164" y="803"/>
                  </a:cubicBezTo>
                  <a:cubicBezTo>
                    <a:pt x="19254" y="269"/>
                    <a:pt x="18342" y="1"/>
                    <a:pt x="1744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 name="Google Shape;253;p54"/>
            <p:cNvSpPr/>
            <p:nvPr/>
          </p:nvSpPr>
          <p:spPr>
            <a:xfrm>
              <a:off x="3079963" y="3536925"/>
              <a:ext cx="585375" cy="660475"/>
            </a:xfrm>
            <a:custGeom>
              <a:rect b="b" l="l" r="r" t="t"/>
              <a:pathLst>
                <a:path extrusionOk="0" h="26419" w="23415">
                  <a:moveTo>
                    <a:pt x="19579" y="0"/>
                  </a:moveTo>
                  <a:cubicBezTo>
                    <a:pt x="19242" y="0"/>
                    <a:pt x="18898" y="54"/>
                    <a:pt x="18555" y="161"/>
                  </a:cubicBezTo>
                  <a:cubicBezTo>
                    <a:pt x="17382" y="530"/>
                    <a:pt x="16376" y="1470"/>
                    <a:pt x="15932" y="2614"/>
                  </a:cubicBezTo>
                  <a:cubicBezTo>
                    <a:pt x="15553" y="3591"/>
                    <a:pt x="15575" y="5105"/>
                    <a:pt x="15598" y="6710"/>
                  </a:cubicBezTo>
                  <a:cubicBezTo>
                    <a:pt x="15629" y="8856"/>
                    <a:pt x="15665" y="11290"/>
                    <a:pt x="14665" y="12197"/>
                  </a:cubicBezTo>
                  <a:cubicBezTo>
                    <a:pt x="14376" y="12460"/>
                    <a:pt x="14001" y="12589"/>
                    <a:pt x="13524" y="12589"/>
                  </a:cubicBezTo>
                  <a:cubicBezTo>
                    <a:pt x="13416" y="12589"/>
                    <a:pt x="13303" y="12582"/>
                    <a:pt x="13184" y="12569"/>
                  </a:cubicBezTo>
                  <a:cubicBezTo>
                    <a:pt x="12298" y="12471"/>
                    <a:pt x="11478" y="11977"/>
                    <a:pt x="10611" y="11455"/>
                  </a:cubicBezTo>
                  <a:cubicBezTo>
                    <a:pt x="9710" y="10911"/>
                    <a:pt x="8777" y="10351"/>
                    <a:pt x="7677" y="10180"/>
                  </a:cubicBezTo>
                  <a:cubicBezTo>
                    <a:pt x="7310" y="10123"/>
                    <a:pt x="6952" y="10095"/>
                    <a:pt x="6605" y="10095"/>
                  </a:cubicBezTo>
                  <a:cubicBezTo>
                    <a:pt x="5399" y="10095"/>
                    <a:pt x="4329" y="10435"/>
                    <a:pt x="3521" y="11084"/>
                  </a:cubicBezTo>
                  <a:cubicBezTo>
                    <a:pt x="2554" y="11861"/>
                    <a:pt x="1993" y="13041"/>
                    <a:pt x="1899" y="14495"/>
                  </a:cubicBezTo>
                  <a:cubicBezTo>
                    <a:pt x="1820" y="15705"/>
                    <a:pt x="2282" y="16625"/>
                    <a:pt x="2727" y="17515"/>
                  </a:cubicBezTo>
                  <a:cubicBezTo>
                    <a:pt x="3061" y="18180"/>
                    <a:pt x="3374" y="18809"/>
                    <a:pt x="3443" y="19530"/>
                  </a:cubicBezTo>
                  <a:cubicBezTo>
                    <a:pt x="3564" y="20832"/>
                    <a:pt x="3259" y="20941"/>
                    <a:pt x="2448" y="21234"/>
                  </a:cubicBezTo>
                  <a:cubicBezTo>
                    <a:pt x="2172" y="21333"/>
                    <a:pt x="1862" y="21446"/>
                    <a:pt x="1529" y="21619"/>
                  </a:cubicBezTo>
                  <a:cubicBezTo>
                    <a:pt x="619" y="22095"/>
                    <a:pt x="39" y="22949"/>
                    <a:pt x="18" y="23850"/>
                  </a:cubicBezTo>
                  <a:cubicBezTo>
                    <a:pt x="1" y="24637"/>
                    <a:pt x="418" y="25340"/>
                    <a:pt x="1168" y="25776"/>
                  </a:cubicBezTo>
                  <a:cubicBezTo>
                    <a:pt x="1926" y="26219"/>
                    <a:pt x="3112" y="26266"/>
                    <a:pt x="4158" y="26309"/>
                  </a:cubicBezTo>
                  <a:cubicBezTo>
                    <a:pt x="4667" y="26331"/>
                    <a:pt x="5151" y="26351"/>
                    <a:pt x="5514" y="26411"/>
                  </a:cubicBezTo>
                  <a:cubicBezTo>
                    <a:pt x="5538" y="26417"/>
                    <a:pt x="5565" y="26418"/>
                    <a:pt x="5590" y="26418"/>
                  </a:cubicBezTo>
                  <a:cubicBezTo>
                    <a:pt x="5812" y="26418"/>
                    <a:pt x="6007" y="26259"/>
                    <a:pt x="6048" y="26033"/>
                  </a:cubicBezTo>
                  <a:cubicBezTo>
                    <a:pt x="6089" y="25782"/>
                    <a:pt x="5920" y="25544"/>
                    <a:pt x="5668" y="25501"/>
                  </a:cubicBezTo>
                  <a:cubicBezTo>
                    <a:pt x="5246" y="25431"/>
                    <a:pt x="4737" y="25410"/>
                    <a:pt x="4196" y="25388"/>
                  </a:cubicBezTo>
                  <a:cubicBezTo>
                    <a:pt x="3258" y="25351"/>
                    <a:pt x="2197" y="25308"/>
                    <a:pt x="1634" y="24980"/>
                  </a:cubicBezTo>
                  <a:cubicBezTo>
                    <a:pt x="1171" y="24710"/>
                    <a:pt x="932" y="24328"/>
                    <a:pt x="942" y="23876"/>
                  </a:cubicBezTo>
                  <a:cubicBezTo>
                    <a:pt x="955" y="23320"/>
                    <a:pt x="1354" y="22756"/>
                    <a:pt x="1956" y="22441"/>
                  </a:cubicBezTo>
                  <a:cubicBezTo>
                    <a:pt x="2234" y="22297"/>
                    <a:pt x="2501" y="22200"/>
                    <a:pt x="2762" y="22107"/>
                  </a:cubicBezTo>
                  <a:cubicBezTo>
                    <a:pt x="3809" y="21730"/>
                    <a:pt x="4535" y="21318"/>
                    <a:pt x="4361" y="19449"/>
                  </a:cubicBezTo>
                  <a:cubicBezTo>
                    <a:pt x="4278" y="18556"/>
                    <a:pt x="3909" y="17819"/>
                    <a:pt x="3551" y="17105"/>
                  </a:cubicBezTo>
                  <a:cubicBezTo>
                    <a:pt x="3144" y="16290"/>
                    <a:pt x="2757" y="15519"/>
                    <a:pt x="2820" y="14558"/>
                  </a:cubicBezTo>
                  <a:cubicBezTo>
                    <a:pt x="2898" y="13369"/>
                    <a:pt x="3338" y="12418"/>
                    <a:pt x="4099" y="11807"/>
                  </a:cubicBezTo>
                  <a:cubicBezTo>
                    <a:pt x="4743" y="11290"/>
                    <a:pt x="5612" y="11021"/>
                    <a:pt x="6607" y="11021"/>
                  </a:cubicBezTo>
                  <a:cubicBezTo>
                    <a:pt x="6906" y="11021"/>
                    <a:pt x="7216" y="11045"/>
                    <a:pt x="7535" y="11094"/>
                  </a:cubicBezTo>
                  <a:cubicBezTo>
                    <a:pt x="8455" y="11235"/>
                    <a:pt x="9271" y="11727"/>
                    <a:pt x="10133" y="12247"/>
                  </a:cubicBezTo>
                  <a:cubicBezTo>
                    <a:pt x="11047" y="12798"/>
                    <a:pt x="11991" y="13366"/>
                    <a:pt x="13080" y="13488"/>
                  </a:cubicBezTo>
                  <a:cubicBezTo>
                    <a:pt x="13232" y="13505"/>
                    <a:pt x="13379" y="13513"/>
                    <a:pt x="13521" y="13513"/>
                  </a:cubicBezTo>
                  <a:cubicBezTo>
                    <a:pt x="14230" y="13513"/>
                    <a:pt x="14822" y="13301"/>
                    <a:pt x="15283" y="12883"/>
                  </a:cubicBezTo>
                  <a:cubicBezTo>
                    <a:pt x="16592" y="11695"/>
                    <a:pt x="16556" y="9153"/>
                    <a:pt x="16520" y="6697"/>
                  </a:cubicBezTo>
                  <a:cubicBezTo>
                    <a:pt x="16499" y="5186"/>
                    <a:pt x="16480" y="3759"/>
                    <a:pt x="16792" y="2949"/>
                  </a:cubicBezTo>
                  <a:cubicBezTo>
                    <a:pt x="17133" y="2072"/>
                    <a:pt x="17934" y="1325"/>
                    <a:pt x="18831" y="1042"/>
                  </a:cubicBezTo>
                  <a:cubicBezTo>
                    <a:pt x="19043" y="976"/>
                    <a:pt x="19301" y="923"/>
                    <a:pt x="19584" y="923"/>
                  </a:cubicBezTo>
                  <a:cubicBezTo>
                    <a:pt x="19958" y="923"/>
                    <a:pt x="20377" y="1016"/>
                    <a:pt x="20791" y="1295"/>
                  </a:cubicBezTo>
                  <a:cubicBezTo>
                    <a:pt x="22453" y="2413"/>
                    <a:pt x="22127" y="6640"/>
                    <a:pt x="21971" y="8671"/>
                  </a:cubicBezTo>
                  <a:cubicBezTo>
                    <a:pt x="21934" y="9157"/>
                    <a:pt x="21905" y="9539"/>
                    <a:pt x="21905" y="9800"/>
                  </a:cubicBezTo>
                  <a:cubicBezTo>
                    <a:pt x="21905" y="10990"/>
                    <a:pt x="21866" y="11978"/>
                    <a:pt x="21828" y="12935"/>
                  </a:cubicBezTo>
                  <a:cubicBezTo>
                    <a:pt x="21790" y="13900"/>
                    <a:pt x="21752" y="14900"/>
                    <a:pt x="21752" y="16108"/>
                  </a:cubicBezTo>
                  <a:cubicBezTo>
                    <a:pt x="21752" y="16362"/>
                    <a:pt x="21956" y="16569"/>
                    <a:pt x="22212" y="16569"/>
                  </a:cubicBezTo>
                  <a:cubicBezTo>
                    <a:pt x="22467" y="16569"/>
                    <a:pt x="22675" y="16363"/>
                    <a:pt x="22675" y="16108"/>
                  </a:cubicBezTo>
                  <a:cubicBezTo>
                    <a:pt x="22675" y="14917"/>
                    <a:pt x="22713" y="13928"/>
                    <a:pt x="22750" y="12971"/>
                  </a:cubicBezTo>
                  <a:cubicBezTo>
                    <a:pt x="22789" y="12006"/>
                    <a:pt x="22828" y="11006"/>
                    <a:pt x="22828" y="9797"/>
                  </a:cubicBezTo>
                  <a:cubicBezTo>
                    <a:pt x="22828" y="9574"/>
                    <a:pt x="22858" y="9188"/>
                    <a:pt x="22892" y="8741"/>
                  </a:cubicBezTo>
                  <a:cubicBezTo>
                    <a:pt x="23075" y="6367"/>
                    <a:pt x="23414" y="1946"/>
                    <a:pt x="21306" y="527"/>
                  </a:cubicBezTo>
                  <a:cubicBezTo>
                    <a:pt x="20787" y="178"/>
                    <a:pt x="20195" y="0"/>
                    <a:pt x="1957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 name="Google Shape;254;p54"/>
            <p:cNvSpPr/>
            <p:nvPr/>
          </p:nvSpPr>
          <p:spPr>
            <a:xfrm>
              <a:off x="3318088" y="3702200"/>
              <a:ext cx="57350" cy="57300"/>
            </a:xfrm>
            <a:custGeom>
              <a:rect b="b" l="l" r="r" t="t"/>
              <a:pathLst>
                <a:path extrusionOk="0" h="2292" w="2294">
                  <a:moveTo>
                    <a:pt x="1147" y="0"/>
                  </a:moveTo>
                  <a:cubicBezTo>
                    <a:pt x="514" y="0"/>
                    <a:pt x="0" y="514"/>
                    <a:pt x="0" y="1146"/>
                  </a:cubicBezTo>
                  <a:cubicBezTo>
                    <a:pt x="0" y="1780"/>
                    <a:pt x="514" y="2292"/>
                    <a:pt x="1147" y="2292"/>
                  </a:cubicBezTo>
                  <a:cubicBezTo>
                    <a:pt x="1780" y="2292"/>
                    <a:pt x="2293" y="1780"/>
                    <a:pt x="2293" y="1146"/>
                  </a:cubicBezTo>
                  <a:cubicBezTo>
                    <a:pt x="2293" y="514"/>
                    <a:pt x="1780" y="0"/>
                    <a:pt x="1147"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 name="Google Shape;255;p54"/>
            <p:cNvSpPr/>
            <p:nvPr/>
          </p:nvSpPr>
          <p:spPr>
            <a:xfrm>
              <a:off x="2916888" y="4037300"/>
              <a:ext cx="88175" cy="88175"/>
            </a:xfrm>
            <a:custGeom>
              <a:rect b="b" l="l" r="r" t="t"/>
              <a:pathLst>
                <a:path extrusionOk="0" h="3527" w="3527">
                  <a:moveTo>
                    <a:pt x="1763" y="0"/>
                  </a:moveTo>
                  <a:cubicBezTo>
                    <a:pt x="790" y="0"/>
                    <a:pt x="1" y="790"/>
                    <a:pt x="1" y="1763"/>
                  </a:cubicBezTo>
                  <a:cubicBezTo>
                    <a:pt x="1" y="2737"/>
                    <a:pt x="790" y="3526"/>
                    <a:pt x="1763" y="3526"/>
                  </a:cubicBezTo>
                  <a:cubicBezTo>
                    <a:pt x="2737" y="3526"/>
                    <a:pt x="3527" y="2737"/>
                    <a:pt x="3527" y="1763"/>
                  </a:cubicBezTo>
                  <a:cubicBezTo>
                    <a:pt x="3527" y="790"/>
                    <a:pt x="2737" y="0"/>
                    <a:pt x="1763"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54"/>
            <p:cNvSpPr/>
            <p:nvPr/>
          </p:nvSpPr>
          <p:spPr>
            <a:xfrm>
              <a:off x="3886813" y="3777125"/>
              <a:ext cx="66200" cy="66175"/>
            </a:xfrm>
            <a:custGeom>
              <a:rect b="b" l="l" r="r" t="t"/>
              <a:pathLst>
                <a:path extrusionOk="0" h="2647" w="2648">
                  <a:moveTo>
                    <a:pt x="1324" y="0"/>
                  </a:moveTo>
                  <a:cubicBezTo>
                    <a:pt x="593" y="0"/>
                    <a:pt x="1" y="592"/>
                    <a:pt x="1" y="1323"/>
                  </a:cubicBezTo>
                  <a:cubicBezTo>
                    <a:pt x="1" y="2054"/>
                    <a:pt x="593" y="2647"/>
                    <a:pt x="1324" y="2647"/>
                  </a:cubicBezTo>
                  <a:cubicBezTo>
                    <a:pt x="2055" y="2647"/>
                    <a:pt x="2647" y="2054"/>
                    <a:pt x="2647" y="1323"/>
                  </a:cubicBezTo>
                  <a:cubicBezTo>
                    <a:pt x="2647" y="594"/>
                    <a:pt x="2055" y="2"/>
                    <a:pt x="132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54"/>
            <p:cNvSpPr/>
            <p:nvPr/>
          </p:nvSpPr>
          <p:spPr>
            <a:xfrm>
              <a:off x="4160188" y="3975575"/>
              <a:ext cx="83775" cy="83775"/>
            </a:xfrm>
            <a:custGeom>
              <a:rect b="b" l="l" r="r" t="t"/>
              <a:pathLst>
                <a:path extrusionOk="0" h="3351" w="3351">
                  <a:moveTo>
                    <a:pt x="1676" y="0"/>
                  </a:moveTo>
                  <a:cubicBezTo>
                    <a:pt x="749" y="0"/>
                    <a:pt x="1" y="751"/>
                    <a:pt x="1" y="1675"/>
                  </a:cubicBezTo>
                  <a:cubicBezTo>
                    <a:pt x="1" y="2601"/>
                    <a:pt x="752" y="3350"/>
                    <a:pt x="1676" y="3350"/>
                  </a:cubicBezTo>
                  <a:cubicBezTo>
                    <a:pt x="2603" y="3350"/>
                    <a:pt x="3351" y="2599"/>
                    <a:pt x="3351" y="1675"/>
                  </a:cubicBezTo>
                  <a:cubicBezTo>
                    <a:pt x="3351" y="748"/>
                    <a:pt x="2603" y="0"/>
                    <a:pt x="167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 name="Google Shape;258;p54"/>
            <p:cNvSpPr/>
            <p:nvPr/>
          </p:nvSpPr>
          <p:spPr>
            <a:xfrm>
              <a:off x="4133763" y="4195975"/>
              <a:ext cx="70575" cy="70575"/>
            </a:xfrm>
            <a:custGeom>
              <a:rect b="b" l="l" r="r" t="t"/>
              <a:pathLst>
                <a:path extrusionOk="0" h="2823" w="2823">
                  <a:moveTo>
                    <a:pt x="1411" y="0"/>
                  </a:moveTo>
                  <a:cubicBezTo>
                    <a:pt x="633" y="0"/>
                    <a:pt x="1" y="633"/>
                    <a:pt x="1" y="1412"/>
                  </a:cubicBezTo>
                  <a:cubicBezTo>
                    <a:pt x="1" y="2190"/>
                    <a:pt x="633" y="2823"/>
                    <a:pt x="1411" y="2823"/>
                  </a:cubicBezTo>
                  <a:cubicBezTo>
                    <a:pt x="2191" y="2823"/>
                    <a:pt x="2823" y="2190"/>
                    <a:pt x="2823" y="1412"/>
                  </a:cubicBezTo>
                  <a:cubicBezTo>
                    <a:pt x="2823" y="633"/>
                    <a:pt x="2191" y="0"/>
                    <a:pt x="1411"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 name="Google Shape;259;p54"/>
            <p:cNvSpPr/>
            <p:nvPr/>
          </p:nvSpPr>
          <p:spPr>
            <a:xfrm>
              <a:off x="4032188" y="4041725"/>
              <a:ext cx="44300" cy="44275"/>
            </a:xfrm>
            <a:custGeom>
              <a:rect b="b" l="l" r="r" t="t"/>
              <a:pathLst>
                <a:path extrusionOk="0" h="1771" w="1772">
                  <a:moveTo>
                    <a:pt x="892" y="0"/>
                  </a:moveTo>
                  <a:cubicBezTo>
                    <a:pt x="890" y="0"/>
                    <a:pt x="888" y="0"/>
                    <a:pt x="886" y="1"/>
                  </a:cubicBezTo>
                  <a:cubicBezTo>
                    <a:pt x="399" y="1"/>
                    <a:pt x="1" y="395"/>
                    <a:pt x="1" y="885"/>
                  </a:cubicBezTo>
                  <a:cubicBezTo>
                    <a:pt x="1" y="1374"/>
                    <a:pt x="396" y="1770"/>
                    <a:pt x="886" y="1770"/>
                  </a:cubicBezTo>
                  <a:cubicBezTo>
                    <a:pt x="1374" y="1770"/>
                    <a:pt x="1772" y="1375"/>
                    <a:pt x="1772" y="885"/>
                  </a:cubicBezTo>
                  <a:cubicBezTo>
                    <a:pt x="1772" y="397"/>
                    <a:pt x="1377" y="0"/>
                    <a:pt x="89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 name="Google Shape;260;p54"/>
            <p:cNvSpPr/>
            <p:nvPr/>
          </p:nvSpPr>
          <p:spPr>
            <a:xfrm>
              <a:off x="3168113" y="4173950"/>
              <a:ext cx="79425" cy="79400"/>
            </a:xfrm>
            <a:custGeom>
              <a:rect b="b" l="l" r="r" t="t"/>
              <a:pathLst>
                <a:path extrusionOk="0" h="3176" w="3177">
                  <a:moveTo>
                    <a:pt x="1589" y="0"/>
                  </a:moveTo>
                  <a:cubicBezTo>
                    <a:pt x="711" y="0"/>
                    <a:pt x="1" y="713"/>
                    <a:pt x="1" y="1588"/>
                  </a:cubicBezTo>
                  <a:cubicBezTo>
                    <a:pt x="1" y="2466"/>
                    <a:pt x="711" y="3176"/>
                    <a:pt x="1589" y="3176"/>
                  </a:cubicBezTo>
                  <a:cubicBezTo>
                    <a:pt x="2467" y="3176"/>
                    <a:pt x="3177" y="2465"/>
                    <a:pt x="3177" y="1588"/>
                  </a:cubicBezTo>
                  <a:cubicBezTo>
                    <a:pt x="3177" y="710"/>
                    <a:pt x="2467" y="0"/>
                    <a:pt x="158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 name="Google Shape;261;p54"/>
            <p:cNvSpPr/>
            <p:nvPr/>
          </p:nvSpPr>
          <p:spPr>
            <a:xfrm>
              <a:off x="3957388" y="4173950"/>
              <a:ext cx="79400" cy="79400"/>
            </a:xfrm>
            <a:custGeom>
              <a:rect b="b" l="l" r="r" t="t"/>
              <a:pathLst>
                <a:path extrusionOk="0" h="3176" w="3176">
                  <a:moveTo>
                    <a:pt x="1588" y="0"/>
                  </a:moveTo>
                  <a:cubicBezTo>
                    <a:pt x="710" y="0"/>
                    <a:pt x="0" y="713"/>
                    <a:pt x="0" y="1588"/>
                  </a:cubicBezTo>
                  <a:cubicBezTo>
                    <a:pt x="0" y="2466"/>
                    <a:pt x="711" y="3176"/>
                    <a:pt x="1588" y="3176"/>
                  </a:cubicBezTo>
                  <a:cubicBezTo>
                    <a:pt x="2465" y="3176"/>
                    <a:pt x="3176" y="2465"/>
                    <a:pt x="3176" y="1588"/>
                  </a:cubicBezTo>
                  <a:cubicBezTo>
                    <a:pt x="3176" y="710"/>
                    <a:pt x="2464" y="0"/>
                    <a:pt x="158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 name="Google Shape;262;p54"/>
          <p:cNvGrpSpPr/>
          <p:nvPr/>
        </p:nvGrpSpPr>
        <p:grpSpPr>
          <a:xfrm rot="-376160">
            <a:off x="6037835" y="3725070"/>
            <a:ext cx="1760215" cy="1072079"/>
            <a:chOff x="4411213" y="3961650"/>
            <a:chExt cx="1760250" cy="1072100"/>
          </a:xfrm>
        </p:grpSpPr>
        <p:sp>
          <p:nvSpPr>
            <p:cNvPr id="263" name="Google Shape;263;p54"/>
            <p:cNvSpPr/>
            <p:nvPr/>
          </p:nvSpPr>
          <p:spPr>
            <a:xfrm>
              <a:off x="5222063" y="4040150"/>
              <a:ext cx="584500" cy="584475"/>
            </a:xfrm>
            <a:custGeom>
              <a:rect b="b" l="l" r="r" t="t"/>
              <a:pathLst>
                <a:path extrusionOk="0" h="23379" w="23380">
                  <a:moveTo>
                    <a:pt x="11690" y="1"/>
                  </a:moveTo>
                  <a:cubicBezTo>
                    <a:pt x="8590" y="1"/>
                    <a:pt x="5617" y="1232"/>
                    <a:pt x="3425" y="3424"/>
                  </a:cubicBezTo>
                  <a:cubicBezTo>
                    <a:pt x="1232" y="5617"/>
                    <a:pt x="1" y="8589"/>
                    <a:pt x="1" y="11689"/>
                  </a:cubicBezTo>
                  <a:cubicBezTo>
                    <a:pt x="1" y="14789"/>
                    <a:pt x="1232" y="17763"/>
                    <a:pt x="3425" y="19955"/>
                  </a:cubicBezTo>
                  <a:cubicBezTo>
                    <a:pt x="5617" y="22146"/>
                    <a:pt x="8590" y="23378"/>
                    <a:pt x="11690" y="23378"/>
                  </a:cubicBezTo>
                  <a:cubicBezTo>
                    <a:pt x="14791" y="23378"/>
                    <a:pt x="17764" y="22146"/>
                    <a:pt x="19955" y="19955"/>
                  </a:cubicBezTo>
                  <a:cubicBezTo>
                    <a:pt x="22148" y="17763"/>
                    <a:pt x="23380" y="14789"/>
                    <a:pt x="23380" y="11689"/>
                  </a:cubicBezTo>
                  <a:cubicBezTo>
                    <a:pt x="23380" y="8589"/>
                    <a:pt x="22148" y="5617"/>
                    <a:pt x="19955" y="3424"/>
                  </a:cubicBezTo>
                  <a:cubicBezTo>
                    <a:pt x="17764" y="1232"/>
                    <a:pt x="14791" y="1"/>
                    <a:pt x="1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54"/>
            <p:cNvSpPr/>
            <p:nvPr/>
          </p:nvSpPr>
          <p:spPr>
            <a:xfrm>
              <a:off x="4551113" y="3987475"/>
              <a:ext cx="979375" cy="473875"/>
            </a:xfrm>
            <a:custGeom>
              <a:rect b="b" l="l" r="r" t="t"/>
              <a:pathLst>
                <a:path extrusionOk="0" h="18955" w="39175">
                  <a:moveTo>
                    <a:pt x="9478" y="0"/>
                  </a:moveTo>
                  <a:cubicBezTo>
                    <a:pt x="4265" y="0"/>
                    <a:pt x="1" y="4266"/>
                    <a:pt x="1" y="9478"/>
                  </a:cubicBezTo>
                  <a:cubicBezTo>
                    <a:pt x="1" y="14690"/>
                    <a:pt x="4265" y="18955"/>
                    <a:pt x="9478" y="18955"/>
                  </a:cubicBezTo>
                  <a:lnTo>
                    <a:pt x="29697" y="18955"/>
                  </a:lnTo>
                  <a:cubicBezTo>
                    <a:pt x="34910" y="18955"/>
                    <a:pt x="39174" y="14690"/>
                    <a:pt x="39174" y="9478"/>
                  </a:cubicBezTo>
                  <a:cubicBezTo>
                    <a:pt x="39174" y="4266"/>
                    <a:pt x="34910" y="0"/>
                    <a:pt x="29697"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 name="Google Shape;265;p54"/>
            <p:cNvSpPr/>
            <p:nvPr/>
          </p:nvSpPr>
          <p:spPr>
            <a:xfrm>
              <a:off x="4832463" y="3987475"/>
              <a:ext cx="979425" cy="473875"/>
            </a:xfrm>
            <a:custGeom>
              <a:rect b="b" l="l" r="r" t="t"/>
              <a:pathLst>
                <a:path extrusionOk="0" h="18955" w="39177">
                  <a:moveTo>
                    <a:pt x="9478" y="0"/>
                  </a:moveTo>
                  <a:cubicBezTo>
                    <a:pt x="4267" y="0"/>
                    <a:pt x="1" y="4266"/>
                    <a:pt x="1" y="9478"/>
                  </a:cubicBezTo>
                  <a:cubicBezTo>
                    <a:pt x="1" y="14690"/>
                    <a:pt x="4267" y="18955"/>
                    <a:pt x="9478" y="18955"/>
                  </a:cubicBezTo>
                  <a:lnTo>
                    <a:pt x="29697" y="18955"/>
                  </a:lnTo>
                  <a:cubicBezTo>
                    <a:pt x="34911" y="18955"/>
                    <a:pt x="39177" y="14690"/>
                    <a:pt x="39174" y="9478"/>
                  </a:cubicBezTo>
                  <a:cubicBezTo>
                    <a:pt x="39174" y="4266"/>
                    <a:pt x="34910" y="0"/>
                    <a:pt x="2969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 name="Google Shape;266;p54"/>
            <p:cNvSpPr/>
            <p:nvPr/>
          </p:nvSpPr>
          <p:spPr>
            <a:xfrm>
              <a:off x="4829988" y="4256100"/>
              <a:ext cx="358550" cy="126225"/>
            </a:xfrm>
            <a:custGeom>
              <a:rect b="b" l="l" r="r" t="t"/>
              <a:pathLst>
                <a:path extrusionOk="0" h="5049" w="14342">
                  <a:moveTo>
                    <a:pt x="208" y="0"/>
                  </a:moveTo>
                  <a:cubicBezTo>
                    <a:pt x="94" y="0"/>
                    <a:pt x="1" y="93"/>
                    <a:pt x="1" y="209"/>
                  </a:cubicBezTo>
                  <a:cubicBezTo>
                    <a:pt x="1" y="323"/>
                    <a:pt x="94" y="416"/>
                    <a:pt x="208" y="416"/>
                  </a:cubicBezTo>
                  <a:lnTo>
                    <a:pt x="8348" y="416"/>
                  </a:lnTo>
                  <a:lnTo>
                    <a:pt x="13977" y="5003"/>
                  </a:lnTo>
                  <a:cubicBezTo>
                    <a:pt x="14014" y="5033"/>
                    <a:pt x="14060" y="5048"/>
                    <a:pt x="14107" y="5048"/>
                  </a:cubicBezTo>
                  <a:cubicBezTo>
                    <a:pt x="14166" y="5048"/>
                    <a:pt x="14228" y="5023"/>
                    <a:pt x="14270" y="4971"/>
                  </a:cubicBezTo>
                  <a:cubicBezTo>
                    <a:pt x="14342" y="4882"/>
                    <a:pt x="14329" y="4752"/>
                    <a:pt x="14239" y="4681"/>
                  </a:cubicBezTo>
                  <a:lnTo>
                    <a:pt x="8553" y="47"/>
                  </a:lnTo>
                  <a:cubicBezTo>
                    <a:pt x="8515" y="17"/>
                    <a:pt x="8471" y="0"/>
                    <a:pt x="842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 name="Google Shape;267;p54"/>
            <p:cNvSpPr/>
            <p:nvPr/>
          </p:nvSpPr>
          <p:spPr>
            <a:xfrm>
              <a:off x="5158938" y="4363975"/>
              <a:ext cx="50075" cy="50000"/>
            </a:xfrm>
            <a:custGeom>
              <a:rect b="b" l="l" r="r" t="t"/>
              <a:pathLst>
                <a:path extrusionOk="0" h="2000" w="2003">
                  <a:moveTo>
                    <a:pt x="1001" y="1"/>
                  </a:moveTo>
                  <a:cubicBezTo>
                    <a:pt x="452" y="1"/>
                    <a:pt x="1" y="450"/>
                    <a:pt x="1" y="1001"/>
                  </a:cubicBezTo>
                  <a:cubicBezTo>
                    <a:pt x="1" y="1549"/>
                    <a:pt x="450" y="1999"/>
                    <a:pt x="1001" y="1999"/>
                  </a:cubicBezTo>
                  <a:cubicBezTo>
                    <a:pt x="1552" y="1999"/>
                    <a:pt x="2002" y="1549"/>
                    <a:pt x="2001" y="1001"/>
                  </a:cubicBezTo>
                  <a:cubicBezTo>
                    <a:pt x="2001" y="452"/>
                    <a:pt x="1552" y="1"/>
                    <a:pt x="100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 name="Google Shape;268;p54"/>
            <p:cNvSpPr/>
            <p:nvPr/>
          </p:nvSpPr>
          <p:spPr>
            <a:xfrm>
              <a:off x="4858888" y="4121800"/>
              <a:ext cx="323800" cy="221000"/>
            </a:xfrm>
            <a:custGeom>
              <a:rect b="b" l="l" r="r" t="t"/>
              <a:pathLst>
                <a:path extrusionOk="0" h="8840" w="12952">
                  <a:moveTo>
                    <a:pt x="12729" y="1"/>
                  </a:moveTo>
                  <a:cubicBezTo>
                    <a:pt x="12632" y="1"/>
                    <a:pt x="12538" y="90"/>
                    <a:pt x="12532" y="198"/>
                  </a:cubicBezTo>
                  <a:lnTo>
                    <a:pt x="12326" y="4710"/>
                  </a:lnTo>
                  <a:lnTo>
                    <a:pt x="4793" y="8425"/>
                  </a:lnTo>
                  <a:lnTo>
                    <a:pt x="208" y="8425"/>
                  </a:lnTo>
                  <a:cubicBezTo>
                    <a:pt x="94" y="8425"/>
                    <a:pt x="1" y="8518"/>
                    <a:pt x="1" y="8632"/>
                  </a:cubicBezTo>
                  <a:cubicBezTo>
                    <a:pt x="1" y="8747"/>
                    <a:pt x="94" y="8840"/>
                    <a:pt x="208" y="8840"/>
                  </a:cubicBezTo>
                  <a:lnTo>
                    <a:pt x="4842" y="8840"/>
                  </a:lnTo>
                  <a:cubicBezTo>
                    <a:pt x="4875" y="8840"/>
                    <a:pt x="4905" y="8832"/>
                    <a:pt x="4935" y="8818"/>
                  </a:cubicBezTo>
                  <a:lnTo>
                    <a:pt x="12622" y="5027"/>
                  </a:lnTo>
                  <a:cubicBezTo>
                    <a:pt x="12688" y="4994"/>
                    <a:pt x="12733" y="4926"/>
                    <a:pt x="12737" y="4851"/>
                  </a:cubicBezTo>
                  <a:lnTo>
                    <a:pt x="12947" y="218"/>
                  </a:lnTo>
                  <a:cubicBezTo>
                    <a:pt x="12951" y="103"/>
                    <a:pt x="12863" y="6"/>
                    <a:pt x="12748" y="2"/>
                  </a:cubicBezTo>
                  <a:cubicBezTo>
                    <a:pt x="12742" y="1"/>
                    <a:pt x="12736" y="1"/>
                    <a:pt x="1272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 name="Google Shape;269;p54"/>
            <p:cNvSpPr/>
            <p:nvPr/>
          </p:nvSpPr>
          <p:spPr>
            <a:xfrm>
              <a:off x="5148388" y="4103275"/>
              <a:ext cx="39550" cy="39550"/>
            </a:xfrm>
            <a:custGeom>
              <a:rect b="b" l="l" r="r" t="t"/>
              <a:pathLst>
                <a:path extrusionOk="0" h="1582" w="1582">
                  <a:moveTo>
                    <a:pt x="792" y="0"/>
                  </a:moveTo>
                  <a:cubicBezTo>
                    <a:pt x="357" y="0"/>
                    <a:pt x="1" y="357"/>
                    <a:pt x="1" y="790"/>
                  </a:cubicBezTo>
                  <a:cubicBezTo>
                    <a:pt x="1" y="1225"/>
                    <a:pt x="357" y="1581"/>
                    <a:pt x="792" y="1581"/>
                  </a:cubicBezTo>
                  <a:cubicBezTo>
                    <a:pt x="1227" y="1581"/>
                    <a:pt x="1582" y="1226"/>
                    <a:pt x="1582" y="790"/>
                  </a:cubicBezTo>
                  <a:cubicBezTo>
                    <a:pt x="1582" y="357"/>
                    <a:pt x="1227" y="0"/>
                    <a:pt x="79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 name="Google Shape;270;p54"/>
            <p:cNvSpPr/>
            <p:nvPr/>
          </p:nvSpPr>
          <p:spPr>
            <a:xfrm>
              <a:off x="4882488" y="4079700"/>
              <a:ext cx="602975" cy="244675"/>
            </a:xfrm>
            <a:custGeom>
              <a:rect b="b" l="l" r="r" t="t"/>
              <a:pathLst>
                <a:path extrusionOk="0" h="9787" w="24119">
                  <a:moveTo>
                    <a:pt x="1" y="1"/>
                  </a:moveTo>
                  <a:lnTo>
                    <a:pt x="1" y="416"/>
                  </a:lnTo>
                  <a:lnTo>
                    <a:pt x="4650" y="416"/>
                  </a:lnTo>
                  <a:lnTo>
                    <a:pt x="13391" y="9682"/>
                  </a:lnTo>
                  <a:lnTo>
                    <a:pt x="24115" y="9787"/>
                  </a:lnTo>
                  <a:lnTo>
                    <a:pt x="24118" y="9372"/>
                  </a:lnTo>
                  <a:lnTo>
                    <a:pt x="13572" y="9269"/>
                  </a:lnTo>
                  <a:lnTo>
                    <a:pt x="482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 name="Google Shape;271;p54"/>
            <p:cNvSpPr/>
            <p:nvPr/>
          </p:nvSpPr>
          <p:spPr>
            <a:xfrm>
              <a:off x="5453788" y="4298100"/>
              <a:ext cx="44800" cy="44850"/>
            </a:xfrm>
            <a:custGeom>
              <a:rect b="b" l="l" r="r" t="t"/>
              <a:pathLst>
                <a:path extrusionOk="0" h="1794" w="1792">
                  <a:moveTo>
                    <a:pt x="896" y="1"/>
                  </a:moveTo>
                  <a:cubicBezTo>
                    <a:pt x="401" y="1"/>
                    <a:pt x="0" y="403"/>
                    <a:pt x="0" y="898"/>
                  </a:cubicBezTo>
                  <a:cubicBezTo>
                    <a:pt x="0" y="1393"/>
                    <a:pt x="401" y="1793"/>
                    <a:pt x="896" y="1793"/>
                  </a:cubicBezTo>
                  <a:cubicBezTo>
                    <a:pt x="1391" y="1793"/>
                    <a:pt x="1791" y="1393"/>
                    <a:pt x="1791" y="898"/>
                  </a:cubicBezTo>
                  <a:cubicBezTo>
                    <a:pt x="1791" y="403"/>
                    <a:pt x="1391" y="1"/>
                    <a:pt x="89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 name="Google Shape;272;p54"/>
            <p:cNvSpPr/>
            <p:nvPr/>
          </p:nvSpPr>
          <p:spPr>
            <a:xfrm>
              <a:off x="4837763" y="4050675"/>
              <a:ext cx="136825" cy="155275"/>
            </a:xfrm>
            <a:custGeom>
              <a:rect b="b" l="l" r="r" t="t"/>
              <a:pathLst>
                <a:path extrusionOk="0" h="6211" w="5473">
                  <a:moveTo>
                    <a:pt x="5059" y="0"/>
                  </a:moveTo>
                  <a:lnTo>
                    <a:pt x="5059" y="5795"/>
                  </a:lnTo>
                  <a:lnTo>
                    <a:pt x="0" y="5795"/>
                  </a:lnTo>
                  <a:lnTo>
                    <a:pt x="0" y="6210"/>
                  </a:lnTo>
                  <a:lnTo>
                    <a:pt x="5472" y="6210"/>
                  </a:lnTo>
                  <a:lnTo>
                    <a:pt x="5472"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 name="Google Shape;273;p54"/>
            <p:cNvSpPr/>
            <p:nvPr/>
          </p:nvSpPr>
          <p:spPr>
            <a:xfrm>
              <a:off x="4950988" y="4024375"/>
              <a:ext cx="36850" cy="36875"/>
            </a:xfrm>
            <a:custGeom>
              <a:rect b="b" l="l" r="r" t="t"/>
              <a:pathLst>
                <a:path extrusionOk="0" h="1475" w="1474">
                  <a:moveTo>
                    <a:pt x="742" y="1"/>
                  </a:moveTo>
                  <a:cubicBezTo>
                    <a:pt x="741" y="1"/>
                    <a:pt x="739" y="1"/>
                    <a:pt x="737" y="1"/>
                  </a:cubicBezTo>
                  <a:cubicBezTo>
                    <a:pt x="331" y="1"/>
                    <a:pt x="0" y="330"/>
                    <a:pt x="0" y="737"/>
                  </a:cubicBezTo>
                  <a:cubicBezTo>
                    <a:pt x="0" y="1142"/>
                    <a:pt x="329" y="1474"/>
                    <a:pt x="737" y="1474"/>
                  </a:cubicBezTo>
                  <a:cubicBezTo>
                    <a:pt x="1143" y="1474"/>
                    <a:pt x="1474" y="1145"/>
                    <a:pt x="1474" y="737"/>
                  </a:cubicBezTo>
                  <a:cubicBezTo>
                    <a:pt x="1474" y="331"/>
                    <a:pt x="1146" y="1"/>
                    <a:pt x="74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 name="Google Shape;274;p54"/>
            <p:cNvSpPr/>
            <p:nvPr/>
          </p:nvSpPr>
          <p:spPr>
            <a:xfrm>
              <a:off x="4877613" y="4065625"/>
              <a:ext cx="36850" cy="36850"/>
            </a:xfrm>
            <a:custGeom>
              <a:rect b="b" l="l" r="r" t="t"/>
              <a:pathLst>
                <a:path extrusionOk="0" h="1474" w="1474">
                  <a:moveTo>
                    <a:pt x="737" y="0"/>
                  </a:moveTo>
                  <a:cubicBezTo>
                    <a:pt x="330" y="0"/>
                    <a:pt x="0" y="329"/>
                    <a:pt x="0" y="737"/>
                  </a:cubicBezTo>
                  <a:cubicBezTo>
                    <a:pt x="0" y="1143"/>
                    <a:pt x="329" y="1474"/>
                    <a:pt x="737" y="1474"/>
                  </a:cubicBezTo>
                  <a:cubicBezTo>
                    <a:pt x="1143" y="1474"/>
                    <a:pt x="1473" y="1145"/>
                    <a:pt x="1473" y="737"/>
                  </a:cubicBezTo>
                  <a:cubicBezTo>
                    <a:pt x="1473" y="332"/>
                    <a:pt x="1143" y="0"/>
                    <a:pt x="73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 name="Google Shape;275;p54"/>
            <p:cNvSpPr/>
            <p:nvPr/>
          </p:nvSpPr>
          <p:spPr>
            <a:xfrm>
              <a:off x="4820988" y="4184925"/>
              <a:ext cx="36850" cy="36850"/>
            </a:xfrm>
            <a:custGeom>
              <a:rect b="b" l="l" r="r" t="t"/>
              <a:pathLst>
                <a:path extrusionOk="0" h="1474" w="1474">
                  <a:moveTo>
                    <a:pt x="737" y="0"/>
                  </a:moveTo>
                  <a:cubicBezTo>
                    <a:pt x="331" y="0"/>
                    <a:pt x="0" y="331"/>
                    <a:pt x="0" y="737"/>
                  </a:cubicBezTo>
                  <a:cubicBezTo>
                    <a:pt x="0" y="1145"/>
                    <a:pt x="331" y="1474"/>
                    <a:pt x="737" y="1474"/>
                  </a:cubicBezTo>
                  <a:cubicBezTo>
                    <a:pt x="1145" y="1474"/>
                    <a:pt x="1474" y="1145"/>
                    <a:pt x="1474" y="737"/>
                  </a:cubicBezTo>
                  <a:cubicBezTo>
                    <a:pt x="1474" y="331"/>
                    <a:pt x="1145" y="0"/>
                    <a:pt x="73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 name="Google Shape;276;p54"/>
            <p:cNvSpPr/>
            <p:nvPr/>
          </p:nvSpPr>
          <p:spPr>
            <a:xfrm>
              <a:off x="4819163" y="4237600"/>
              <a:ext cx="36850" cy="36850"/>
            </a:xfrm>
            <a:custGeom>
              <a:rect b="b" l="l" r="r" t="t"/>
              <a:pathLst>
                <a:path extrusionOk="0" h="1474" w="1474">
                  <a:moveTo>
                    <a:pt x="737" y="0"/>
                  </a:moveTo>
                  <a:cubicBezTo>
                    <a:pt x="331" y="0"/>
                    <a:pt x="1" y="331"/>
                    <a:pt x="1" y="737"/>
                  </a:cubicBezTo>
                  <a:cubicBezTo>
                    <a:pt x="1" y="1143"/>
                    <a:pt x="331" y="1474"/>
                    <a:pt x="737" y="1474"/>
                  </a:cubicBezTo>
                  <a:cubicBezTo>
                    <a:pt x="1144" y="1474"/>
                    <a:pt x="1474" y="1143"/>
                    <a:pt x="1474" y="737"/>
                  </a:cubicBezTo>
                  <a:cubicBezTo>
                    <a:pt x="1474" y="331"/>
                    <a:pt x="1144" y="0"/>
                    <a:pt x="73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 name="Google Shape;277;p54"/>
            <p:cNvSpPr/>
            <p:nvPr/>
          </p:nvSpPr>
          <p:spPr>
            <a:xfrm>
              <a:off x="4842088" y="4318650"/>
              <a:ext cx="36850" cy="36850"/>
            </a:xfrm>
            <a:custGeom>
              <a:rect b="b" l="l" r="r" t="t"/>
              <a:pathLst>
                <a:path extrusionOk="0" h="1474" w="1474">
                  <a:moveTo>
                    <a:pt x="737" y="0"/>
                  </a:moveTo>
                  <a:cubicBezTo>
                    <a:pt x="331" y="0"/>
                    <a:pt x="0" y="329"/>
                    <a:pt x="0" y="737"/>
                  </a:cubicBezTo>
                  <a:cubicBezTo>
                    <a:pt x="0" y="1143"/>
                    <a:pt x="330" y="1473"/>
                    <a:pt x="737" y="1473"/>
                  </a:cubicBezTo>
                  <a:cubicBezTo>
                    <a:pt x="1143" y="1473"/>
                    <a:pt x="1474" y="1144"/>
                    <a:pt x="1474" y="737"/>
                  </a:cubicBezTo>
                  <a:cubicBezTo>
                    <a:pt x="1474" y="332"/>
                    <a:pt x="1145" y="0"/>
                    <a:pt x="73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 name="Google Shape;278;p54"/>
            <p:cNvSpPr/>
            <p:nvPr/>
          </p:nvSpPr>
          <p:spPr>
            <a:xfrm>
              <a:off x="5306463" y="4042800"/>
              <a:ext cx="94625" cy="339625"/>
            </a:xfrm>
            <a:custGeom>
              <a:rect b="b" l="l" r="r" t="t"/>
              <a:pathLst>
                <a:path extrusionOk="0" h="13585" w="3785">
                  <a:moveTo>
                    <a:pt x="3370" y="0"/>
                  </a:moveTo>
                  <a:lnTo>
                    <a:pt x="3370" y="3488"/>
                  </a:lnTo>
                  <a:lnTo>
                    <a:pt x="1" y="6541"/>
                  </a:lnTo>
                  <a:lnTo>
                    <a:pt x="1" y="13585"/>
                  </a:lnTo>
                  <a:lnTo>
                    <a:pt x="414" y="13585"/>
                  </a:lnTo>
                  <a:lnTo>
                    <a:pt x="414" y="6725"/>
                  </a:lnTo>
                  <a:lnTo>
                    <a:pt x="3785" y="3671"/>
                  </a:lnTo>
                  <a:lnTo>
                    <a:pt x="3785"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 name="Google Shape;279;p54"/>
            <p:cNvSpPr/>
            <p:nvPr/>
          </p:nvSpPr>
          <p:spPr>
            <a:xfrm>
              <a:off x="5293213" y="4363950"/>
              <a:ext cx="42150" cy="42125"/>
            </a:xfrm>
            <a:custGeom>
              <a:rect b="b" l="l" r="r" t="t"/>
              <a:pathLst>
                <a:path extrusionOk="0" h="1685" w="1686">
                  <a:moveTo>
                    <a:pt x="843" y="0"/>
                  </a:moveTo>
                  <a:cubicBezTo>
                    <a:pt x="378" y="0"/>
                    <a:pt x="0" y="377"/>
                    <a:pt x="0" y="842"/>
                  </a:cubicBezTo>
                  <a:cubicBezTo>
                    <a:pt x="0" y="1307"/>
                    <a:pt x="378" y="1684"/>
                    <a:pt x="843" y="1684"/>
                  </a:cubicBezTo>
                  <a:cubicBezTo>
                    <a:pt x="1308" y="1684"/>
                    <a:pt x="1685" y="1307"/>
                    <a:pt x="1685" y="842"/>
                  </a:cubicBezTo>
                  <a:cubicBezTo>
                    <a:pt x="1685" y="377"/>
                    <a:pt x="1308" y="0"/>
                    <a:pt x="84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 name="Google Shape;280;p54"/>
            <p:cNvSpPr/>
            <p:nvPr/>
          </p:nvSpPr>
          <p:spPr>
            <a:xfrm>
              <a:off x="5227388" y="3979675"/>
              <a:ext cx="216550" cy="249950"/>
            </a:xfrm>
            <a:custGeom>
              <a:rect b="b" l="l" r="r" t="t"/>
              <a:pathLst>
                <a:path extrusionOk="0" h="9998" w="8662">
                  <a:moveTo>
                    <a:pt x="321" y="1"/>
                  </a:moveTo>
                  <a:cubicBezTo>
                    <a:pt x="221" y="1"/>
                    <a:pt x="113" y="88"/>
                    <a:pt x="108" y="202"/>
                  </a:cubicBezTo>
                  <a:lnTo>
                    <a:pt x="2" y="4203"/>
                  </a:lnTo>
                  <a:cubicBezTo>
                    <a:pt x="1" y="4275"/>
                    <a:pt x="35" y="4342"/>
                    <a:pt x="94" y="4381"/>
                  </a:cubicBezTo>
                  <a:lnTo>
                    <a:pt x="8309" y="9961"/>
                  </a:lnTo>
                  <a:cubicBezTo>
                    <a:pt x="8345" y="9986"/>
                    <a:pt x="8385" y="9997"/>
                    <a:pt x="8425" y="9997"/>
                  </a:cubicBezTo>
                  <a:cubicBezTo>
                    <a:pt x="8491" y="9997"/>
                    <a:pt x="8557" y="9966"/>
                    <a:pt x="8597" y="9908"/>
                  </a:cubicBezTo>
                  <a:cubicBezTo>
                    <a:pt x="8661" y="9814"/>
                    <a:pt x="8636" y="9685"/>
                    <a:pt x="8541" y="9621"/>
                  </a:cubicBezTo>
                  <a:lnTo>
                    <a:pt x="422" y="4102"/>
                  </a:lnTo>
                  <a:lnTo>
                    <a:pt x="523" y="212"/>
                  </a:lnTo>
                  <a:cubicBezTo>
                    <a:pt x="527" y="98"/>
                    <a:pt x="436" y="3"/>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 name="Google Shape;281;p54"/>
            <p:cNvSpPr/>
            <p:nvPr/>
          </p:nvSpPr>
          <p:spPr>
            <a:xfrm>
              <a:off x="5422163" y="4205950"/>
              <a:ext cx="44850" cy="44825"/>
            </a:xfrm>
            <a:custGeom>
              <a:rect b="b" l="l" r="r" t="t"/>
              <a:pathLst>
                <a:path extrusionOk="0" h="1793" w="1794">
                  <a:moveTo>
                    <a:pt x="896" y="0"/>
                  </a:moveTo>
                  <a:cubicBezTo>
                    <a:pt x="403" y="0"/>
                    <a:pt x="1" y="401"/>
                    <a:pt x="1" y="896"/>
                  </a:cubicBezTo>
                  <a:cubicBezTo>
                    <a:pt x="1" y="1391"/>
                    <a:pt x="403" y="1793"/>
                    <a:pt x="896" y="1793"/>
                  </a:cubicBezTo>
                  <a:cubicBezTo>
                    <a:pt x="1391" y="1793"/>
                    <a:pt x="1793" y="1391"/>
                    <a:pt x="1793" y="896"/>
                  </a:cubicBezTo>
                  <a:cubicBezTo>
                    <a:pt x="1793" y="401"/>
                    <a:pt x="1391" y="0"/>
                    <a:pt x="89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 name="Google Shape;282;p54"/>
            <p:cNvSpPr/>
            <p:nvPr/>
          </p:nvSpPr>
          <p:spPr>
            <a:xfrm>
              <a:off x="5080063" y="3992775"/>
              <a:ext cx="247425" cy="52575"/>
            </a:xfrm>
            <a:custGeom>
              <a:rect b="b" l="l" r="r" t="t"/>
              <a:pathLst>
                <a:path extrusionOk="0" h="2103" w="9897">
                  <a:moveTo>
                    <a:pt x="0" y="0"/>
                  </a:moveTo>
                  <a:lnTo>
                    <a:pt x="0" y="2103"/>
                  </a:lnTo>
                  <a:lnTo>
                    <a:pt x="9897" y="2103"/>
                  </a:lnTo>
                  <a:lnTo>
                    <a:pt x="9897" y="1688"/>
                  </a:lnTo>
                  <a:lnTo>
                    <a:pt x="415" y="1688"/>
                  </a:lnTo>
                  <a:lnTo>
                    <a:pt x="415"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 name="Google Shape;283;p54"/>
            <p:cNvSpPr/>
            <p:nvPr/>
          </p:nvSpPr>
          <p:spPr>
            <a:xfrm>
              <a:off x="5303763" y="4024300"/>
              <a:ext cx="34250" cy="34300"/>
            </a:xfrm>
            <a:custGeom>
              <a:rect b="b" l="l" r="r" t="t"/>
              <a:pathLst>
                <a:path extrusionOk="0" h="1372" w="1370">
                  <a:moveTo>
                    <a:pt x="685" y="1"/>
                  </a:moveTo>
                  <a:cubicBezTo>
                    <a:pt x="306" y="1"/>
                    <a:pt x="0" y="308"/>
                    <a:pt x="0" y="686"/>
                  </a:cubicBezTo>
                  <a:cubicBezTo>
                    <a:pt x="0" y="1064"/>
                    <a:pt x="306" y="1371"/>
                    <a:pt x="685" y="1371"/>
                  </a:cubicBezTo>
                  <a:cubicBezTo>
                    <a:pt x="1063" y="1371"/>
                    <a:pt x="1369" y="1064"/>
                    <a:pt x="1369" y="686"/>
                  </a:cubicBezTo>
                  <a:cubicBezTo>
                    <a:pt x="1369" y="308"/>
                    <a:pt x="1063" y="1"/>
                    <a:pt x="68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 name="Google Shape;284;p54"/>
            <p:cNvSpPr/>
            <p:nvPr/>
          </p:nvSpPr>
          <p:spPr>
            <a:xfrm>
              <a:off x="5568263" y="4029425"/>
              <a:ext cx="34275" cy="34250"/>
            </a:xfrm>
            <a:custGeom>
              <a:rect b="b" l="l" r="r" t="t"/>
              <a:pathLst>
                <a:path extrusionOk="0" h="1370" w="1371">
                  <a:moveTo>
                    <a:pt x="686" y="0"/>
                  </a:moveTo>
                  <a:cubicBezTo>
                    <a:pt x="308" y="0"/>
                    <a:pt x="0" y="307"/>
                    <a:pt x="0" y="686"/>
                  </a:cubicBezTo>
                  <a:cubicBezTo>
                    <a:pt x="0" y="1063"/>
                    <a:pt x="308" y="1369"/>
                    <a:pt x="686" y="1369"/>
                  </a:cubicBezTo>
                  <a:cubicBezTo>
                    <a:pt x="1063" y="1369"/>
                    <a:pt x="1371" y="1063"/>
                    <a:pt x="1371" y="686"/>
                  </a:cubicBezTo>
                  <a:cubicBezTo>
                    <a:pt x="1371" y="307"/>
                    <a:pt x="1063" y="0"/>
                    <a:pt x="68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 name="Google Shape;285;p54"/>
            <p:cNvSpPr/>
            <p:nvPr/>
          </p:nvSpPr>
          <p:spPr>
            <a:xfrm>
              <a:off x="5725763" y="4029425"/>
              <a:ext cx="34250" cy="34250"/>
            </a:xfrm>
            <a:custGeom>
              <a:rect b="b" l="l" r="r" t="t"/>
              <a:pathLst>
                <a:path extrusionOk="0" h="1370" w="1370">
                  <a:moveTo>
                    <a:pt x="686" y="0"/>
                  </a:moveTo>
                  <a:cubicBezTo>
                    <a:pt x="306" y="0"/>
                    <a:pt x="0" y="307"/>
                    <a:pt x="0" y="686"/>
                  </a:cubicBezTo>
                  <a:cubicBezTo>
                    <a:pt x="0" y="1063"/>
                    <a:pt x="306" y="1369"/>
                    <a:pt x="686" y="1369"/>
                  </a:cubicBezTo>
                  <a:cubicBezTo>
                    <a:pt x="1063" y="1369"/>
                    <a:pt x="1369" y="1063"/>
                    <a:pt x="1369" y="686"/>
                  </a:cubicBezTo>
                  <a:cubicBezTo>
                    <a:pt x="1369" y="307"/>
                    <a:pt x="1063" y="0"/>
                    <a:pt x="68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 name="Google Shape;286;p54"/>
            <p:cNvSpPr/>
            <p:nvPr/>
          </p:nvSpPr>
          <p:spPr>
            <a:xfrm>
              <a:off x="5704338" y="4394875"/>
              <a:ext cx="34275" cy="34250"/>
            </a:xfrm>
            <a:custGeom>
              <a:rect b="b" l="l" r="r" t="t"/>
              <a:pathLst>
                <a:path extrusionOk="0" h="1370" w="1371">
                  <a:moveTo>
                    <a:pt x="686" y="1"/>
                  </a:moveTo>
                  <a:cubicBezTo>
                    <a:pt x="308" y="1"/>
                    <a:pt x="0" y="307"/>
                    <a:pt x="0" y="685"/>
                  </a:cubicBezTo>
                  <a:cubicBezTo>
                    <a:pt x="0" y="1064"/>
                    <a:pt x="308" y="1370"/>
                    <a:pt x="686" y="1370"/>
                  </a:cubicBezTo>
                  <a:cubicBezTo>
                    <a:pt x="1063" y="1370"/>
                    <a:pt x="1371" y="1064"/>
                    <a:pt x="1371" y="685"/>
                  </a:cubicBezTo>
                  <a:cubicBezTo>
                    <a:pt x="1371" y="307"/>
                    <a:pt x="1063" y="1"/>
                    <a:pt x="68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 name="Google Shape;287;p54"/>
            <p:cNvSpPr/>
            <p:nvPr/>
          </p:nvSpPr>
          <p:spPr>
            <a:xfrm>
              <a:off x="5377113" y="4027850"/>
              <a:ext cx="34275" cy="34250"/>
            </a:xfrm>
            <a:custGeom>
              <a:rect b="b" l="l" r="r" t="t"/>
              <a:pathLst>
                <a:path extrusionOk="0" h="1370" w="1371">
                  <a:moveTo>
                    <a:pt x="685" y="0"/>
                  </a:moveTo>
                  <a:cubicBezTo>
                    <a:pt x="308" y="0"/>
                    <a:pt x="0" y="307"/>
                    <a:pt x="0" y="686"/>
                  </a:cubicBezTo>
                  <a:cubicBezTo>
                    <a:pt x="0" y="1063"/>
                    <a:pt x="308" y="1369"/>
                    <a:pt x="685" y="1369"/>
                  </a:cubicBezTo>
                  <a:cubicBezTo>
                    <a:pt x="1063" y="1369"/>
                    <a:pt x="1371" y="1063"/>
                    <a:pt x="1371" y="686"/>
                  </a:cubicBezTo>
                  <a:cubicBezTo>
                    <a:pt x="1371" y="307"/>
                    <a:pt x="1063" y="0"/>
                    <a:pt x="68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 name="Google Shape;288;p54"/>
            <p:cNvSpPr/>
            <p:nvPr/>
          </p:nvSpPr>
          <p:spPr>
            <a:xfrm>
              <a:off x="5517788" y="4445350"/>
              <a:ext cx="34300" cy="34250"/>
            </a:xfrm>
            <a:custGeom>
              <a:rect b="b" l="l" r="r" t="t"/>
              <a:pathLst>
                <a:path extrusionOk="0" h="1370" w="1372">
                  <a:moveTo>
                    <a:pt x="686" y="0"/>
                  </a:moveTo>
                  <a:cubicBezTo>
                    <a:pt x="307" y="0"/>
                    <a:pt x="1" y="306"/>
                    <a:pt x="1" y="686"/>
                  </a:cubicBezTo>
                  <a:cubicBezTo>
                    <a:pt x="1" y="1063"/>
                    <a:pt x="307" y="1369"/>
                    <a:pt x="686" y="1369"/>
                  </a:cubicBezTo>
                  <a:cubicBezTo>
                    <a:pt x="1064" y="1369"/>
                    <a:pt x="1371" y="1063"/>
                    <a:pt x="1371" y="686"/>
                  </a:cubicBezTo>
                  <a:cubicBezTo>
                    <a:pt x="1371" y="306"/>
                    <a:pt x="1064" y="0"/>
                    <a:pt x="68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 name="Google Shape;289;p54"/>
            <p:cNvSpPr/>
            <p:nvPr/>
          </p:nvSpPr>
          <p:spPr>
            <a:xfrm>
              <a:off x="5065188" y="3967725"/>
              <a:ext cx="34250" cy="34250"/>
            </a:xfrm>
            <a:custGeom>
              <a:rect b="b" l="l" r="r" t="t"/>
              <a:pathLst>
                <a:path extrusionOk="0" h="1370" w="1370">
                  <a:moveTo>
                    <a:pt x="685" y="1"/>
                  </a:moveTo>
                  <a:cubicBezTo>
                    <a:pt x="306" y="1"/>
                    <a:pt x="0" y="307"/>
                    <a:pt x="0" y="686"/>
                  </a:cubicBezTo>
                  <a:cubicBezTo>
                    <a:pt x="0" y="1064"/>
                    <a:pt x="306" y="1370"/>
                    <a:pt x="685" y="1370"/>
                  </a:cubicBezTo>
                  <a:cubicBezTo>
                    <a:pt x="1063" y="1370"/>
                    <a:pt x="1369" y="1064"/>
                    <a:pt x="1369" y="686"/>
                  </a:cubicBezTo>
                  <a:cubicBezTo>
                    <a:pt x="1369" y="307"/>
                    <a:pt x="1063" y="1"/>
                    <a:pt x="68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 name="Google Shape;290;p54"/>
            <p:cNvSpPr/>
            <p:nvPr/>
          </p:nvSpPr>
          <p:spPr>
            <a:xfrm>
              <a:off x="5218113" y="3961650"/>
              <a:ext cx="34250" cy="34250"/>
            </a:xfrm>
            <a:custGeom>
              <a:rect b="b" l="l" r="r" t="t"/>
              <a:pathLst>
                <a:path extrusionOk="0" h="1370" w="1370">
                  <a:moveTo>
                    <a:pt x="685" y="1"/>
                  </a:moveTo>
                  <a:cubicBezTo>
                    <a:pt x="306" y="1"/>
                    <a:pt x="0" y="307"/>
                    <a:pt x="0" y="684"/>
                  </a:cubicBezTo>
                  <a:cubicBezTo>
                    <a:pt x="0" y="1063"/>
                    <a:pt x="306" y="1370"/>
                    <a:pt x="685" y="1370"/>
                  </a:cubicBezTo>
                  <a:cubicBezTo>
                    <a:pt x="1063" y="1370"/>
                    <a:pt x="1369" y="1063"/>
                    <a:pt x="1369" y="684"/>
                  </a:cubicBezTo>
                  <a:cubicBezTo>
                    <a:pt x="1369" y="307"/>
                    <a:pt x="1063" y="1"/>
                    <a:pt x="68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 name="Google Shape;291;p54"/>
            <p:cNvSpPr/>
            <p:nvPr/>
          </p:nvSpPr>
          <p:spPr>
            <a:xfrm>
              <a:off x="5523513" y="4052550"/>
              <a:ext cx="74750" cy="413375"/>
            </a:xfrm>
            <a:custGeom>
              <a:rect b="b" l="l" r="r" t="t"/>
              <a:pathLst>
                <a:path extrusionOk="0" h="16535" w="2990">
                  <a:moveTo>
                    <a:pt x="2866" y="1"/>
                  </a:moveTo>
                  <a:lnTo>
                    <a:pt x="2453" y="7"/>
                  </a:lnTo>
                  <a:lnTo>
                    <a:pt x="2573" y="7666"/>
                  </a:lnTo>
                  <a:lnTo>
                    <a:pt x="1" y="13054"/>
                  </a:lnTo>
                  <a:lnTo>
                    <a:pt x="250" y="16535"/>
                  </a:lnTo>
                  <a:lnTo>
                    <a:pt x="663" y="16506"/>
                  </a:lnTo>
                  <a:lnTo>
                    <a:pt x="423" y="13133"/>
                  </a:lnTo>
                  <a:lnTo>
                    <a:pt x="2989" y="7757"/>
                  </a:lnTo>
                  <a:lnTo>
                    <a:pt x="2866"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 name="Google Shape;292;p54"/>
            <p:cNvSpPr/>
            <p:nvPr/>
          </p:nvSpPr>
          <p:spPr>
            <a:xfrm>
              <a:off x="5630663" y="4038325"/>
              <a:ext cx="123575" cy="377375"/>
            </a:xfrm>
            <a:custGeom>
              <a:rect b="b" l="l" r="r" t="t"/>
              <a:pathLst>
                <a:path extrusionOk="0" h="15095" w="4943">
                  <a:moveTo>
                    <a:pt x="199" y="0"/>
                  </a:moveTo>
                  <a:cubicBezTo>
                    <a:pt x="143" y="0"/>
                    <a:pt x="100" y="22"/>
                    <a:pt x="63" y="59"/>
                  </a:cubicBezTo>
                  <a:cubicBezTo>
                    <a:pt x="25" y="98"/>
                    <a:pt x="1" y="152"/>
                    <a:pt x="1" y="208"/>
                  </a:cubicBezTo>
                  <a:cubicBezTo>
                    <a:pt x="1" y="5738"/>
                    <a:pt x="357" y="5859"/>
                    <a:pt x="504" y="5906"/>
                  </a:cubicBezTo>
                  <a:cubicBezTo>
                    <a:pt x="702" y="6002"/>
                    <a:pt x="1664" y="7072"/>
                    <a:pt x="2302" y="7780"/>
                  </a:cubicBezTo>
                  <a:cubicBezTo>
                    <a:pt x="2986" y="8538"/>
                    <a:pt x="3424" y="9023"/>
                    <a:pt x="3613" y="9167"/>
                  </a:cubicBezTo>
                  <a:cubicBezTo>
                    <a:pt x="3774" y="9545"/>
                    <a:pt x="3647" y="12342"/>
                    <a:pt x="3427" y="14871"/>
                  </a:cubicBezTo>
                  <a:cubicBezTo>
                    <a:pt x="3417" y="14982"/>
                    <a:pt x="3501" y="15085"/>
                    <a:pt x="3615" y="15094"/>
                  </a:cubicBezTo>
                  <a:lnTo>
                    <a:pt x="3633" y="15094"/>
                  </a:lnTo>
                  <a:cubicBezTo>
                    <a:pt x="3740" y="15094"/>
                    <a:pt x="3831" y="15014"/>
                    <a:pt x="3842" y="14904"/>
                  </a:cubicBezTo>
                  <a:cubicBezTo>
                    <a:pt x="4173" y="11090"/>
                    <a:pt x="4183" y="9050"/>
                    <a:pt x="3873" y="8843"/>
                  </a:cubicBezTo>
                  <a:cubicBezTo>
                    <a:pt x="3734" y="8753"/>
                    <a:pt x="3139" y="8087"/>
                    <a:pt x="2611" y="7504"/>
                  </a:cubicBezTo>
                  <a:cubicBezTo>
                    <a:pt x="1531" y="6303"/>
                    <a:pt x="962" y="5687"/>
                    <a:pt x="697" y="5541"/>
                  </a:cubicBezTo>
                  <a:cubicBezTo>
                    <a:pt x="526" y="5176"/>
                    <a:pt x="423" y="2719"/>
                    <a:pt x="415" y="420"/>
                  </a:cubicBezTo>
                  <a:lnTo>
                    <a:pt x="415" y="420"/>
                  </a:lnTo>
                  <a:lnTo>
                    <a:pt x="4728" y="537"/>
                  </a:lnTo>
                  <a:cubicBezTo>
                    <a:pt x="4846" y="537"/>
                    <a:pt x="4940" y="448"/>
                    <a:pt x="4942" y="334"/>
                  </a:cubicBezTo>
                  <a:cubicBezTo>
                    <a:pt x="4943" y="219"/>
                    <a:pt x="4854" y="125"/>
                    <a:pt x="4740" y="122"/>
                  </a:cubicBezTo>
                  <a:lnTo>
                    <a:pt x="214" y="1"/>
                  </a:lnTo>
                  <a:cubicBezTo>
                    <a:pt x="209" y="0"/>
                    <a:pt x="204"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 name="Google Shape;293;p54"/>
            <p:cNvSpPr/>
            <p:nvPr/>
          </p:nvSpPr>
          <p:spPr>
            <a:xfrm>
              <a:off x="4556413" y="4062800"/>
              <a:ext cx="139600" cy="224475"/>
            </a:xfrm>
            <a:custGeom>
              <a:rect b="b" l="l" r="r" t="t"/>
              <a:pathLst>
                <a:path extrusionOk="0" h="8979" w="5584">
                  <a:moveTo>
                    <a:pt x="1949" y="0"/>
                  </a:moveTo>
                  <a:cubicBezTo>
                    <a:pt x="1896" y="0"/>
                    <a:pt x="1842" y="20"/>
                    <a:pt x="1802" y="60"/>
                  </a:cubicBezTo>
                  <a:cubicBezTo>
                    <a:pt x="1721" y="140"/>
                    <a:pt x="1721" y="273"/>
                    <a:pt x="1802" y="353"/>
                  </a:cubicBezTo>
                  <a:cubicBezTo>
                    <a:pt x="2146" y="697"/>
                    <a:pt x="4565" y="2518"/>
                    <a:pt x="5047" y="2881"/>
                  </a:cubicBezTo>
                  <a:lnTo>
                    <a:pt x="5162" y="6314"/>
                  </a:lnTo>
                  <a:lnTo>
                    <a:pt x="151" y="8582"/>
                  </a:lnTo>
                  <a:cubicBezTo>
                    <a:pt x="46" y="8629"/>
                    <a:pt x="0" y="8752"/>
                    <a:pt x="46" y="8856"/>
                  </a:cubicBezTo>
                  <a:cubicBezTo>
                    <a:pt x="82" y="8932"/>
                    <a:pt x="158" y="8978"/>
                    <a:pt x="237" y="8978"/>
                  </a:cubicBezTo>
                  <a:cubicBezTo>
                    <a:pt x="264" y="8978"/>
                    <a:pt x="294" y="8971"/>
                    <a:pt x="322" y="8959"/>
                  </a:cubicBezTo>
                  <a:lnTo>
                    <a:pt x="5459" y="6635"/>
                  </a:lnTo>
                  <a:cubicBezTo>
                    <a:pt x="5535" y="6601"/>
                    <a:pt x="5584" y="6525"/>
                    <a:pt x="5581" y="6440"/>
                  </a:cubicBezTo>
                  <a:lnTo>
                    <a:pt x="5459" y="2770"/>
                  </a:lnTo>
                  <a:cubicBezTo>
                    <a:pt x="5456" y="2707"/>
                    <a:pt x="5426" y="2648"/>
                    <a:pt x="5376" y="2609"/>
                  </a:cubicBezTo>
                  <a:cubicBezTo>
                    <a:pt x="4365" y="1851"/>
                    <a:pt x="2378" y="342"/>
                    <a:pt x="2095" y="60"/>
                  </a:cubicBezTo>
                  <a:cubicBezTo>
                    <a:pt x="2055" y="20"/>
                    <a:pt x="2002" y="0"/>
                    <a:pt x="194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 name="Google Shape;294;p54"/>
            <p:cNvSpPr/>
            <p:nvPr/>
          </p:nvSpPr>
          <p:spPr>
            <a:xfrm>
              <a:off x="4678788" y="4013850"/>
              <a:ext cx="176200" cy="71525"/>
            </a:xfrm>
            <a:custGeom>
              <a:rect b="b" l="l" r="r" t="t"/>
              <a:pathLst>
                <a:path extrusionOk="0" h="2861" w="7048">
                  <a:moveTo>
                    <a:pt x="233" y="0"/>
                  </a:moveTo>
                  <a:cubicBezTo>
                    <a:pt x="173" y="0"/>
                    <a:pt x="113" y="26"/>
                    <a:pt x="72" y="76"/>
                  </a:cubicBezTo>
                  <a:cubicBezTo>
                    <a:pt x="1" y="164"/>
                    <a:pt x="14" y="294"/>
                    <a:pt x="101" y="367"/>
                  </a:cubicBezTo>
                  <a:lnTo>
                    <a:pt x="2915" y="2692"/>
                  </a:lnTo>
                  <a:cubicBezTo>
                    <a:pt x="2950" y="2721"/>
                    <a:pt x="2993" y="2736"/>
                    <a:pt x="3041" y="2739"/>
                  </a:cubicBezTo>
                  <a:lnTo>
                    <a:pt x="6833" y="2861"/>
                  </a:lnTo>
                  <a:lnTo>
                    <a:pt x="6840" y="2861"/>
                  </a:lnTo>
                  <a:cubicBezTo>
                    <a:pt x="6953" y="2861"/>
                    <a:pt x="7045" y="2771"/>
                    <a:pt x="7045" y="2659"/>
                  </a:cubicBezTo>
                  <a:cubicBezTo>
                    <a:pt x="7047" y="2547"/>
                    <a:pt x="6959" y="2450"/>
                    <a:pt x="6844" y="2447"/>
                  </a:cubicBezTo>
                  <a:lnTo>
                    <a:pt x="3122" y="2327"/>
                  </a:lnTo>
                  <a:lnTo>
                    <a:pt x="364" y="47"/>
                  </a:lnTo>
                  <a:cubicBezTo>
                    <a:pt x="326" y="15"/>
                    <a:pt x="279"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 name="Google Shape;295;p54"/>
            <p:cNvSpPr/>
            <p:nvPr/>
          </p:nvSpPr>
          <p:spPr>
            <a:xfrm>
              <a:off x="4713088" y="4279875"/>
              <a:ext cx="95400" cy="169475"/>
            </a:xfrm>
            <a:custGeom>
              <a:rect b="b" l="l" r="r" t="t"/>
              <a:pathLst>
                <a:path extrusionOk="0" h="6779" w="3816">
                  <a:moveTo>
                    <a:pt x="3512" y="1"/>
                  </a:moveTo>
                  <a:cubicBezTo>
                    <a:pt x="3425" y="1"/>
                    <a:pt x="3344" y="56"/>
                    <a:pt x="3315" y="142"/>
                  </a:cubicBezTo>
                  <a:cubicBezTo>
                    <a:pt x="3304" y="178"/>
                    <a:pt x="3301" y="215"/>
                    <a:pt x="3308" y="249"/>
                  </a:cubicBezTo>
                  <a:cubicBezTo>
                    <a:pt x="3060" y="601"/>
                    <a:pt x="1517" y="1880"/>
                    <a:pt x="82" y="2980"/>
                  </a:cubicBezTo>
                  <a:cubicBezTo>
                    <a:pt x="29" y="3022"/>
                    <a:pt x="1" y="3086"/>
                    <a:pt x="2" y="3152"/>
                  </a:cubicBezTo>
                  <a:lnTo>
                    <a:pt x="124" y="6578"/>
                  </a:lnTo>
                  <a:cubicBezTo>
                    <a:pt x="129" y="6691"/>
                    <a:pt x="219" y="6778"/>
                    <a:pt x="331" y="6778"/>
                  </a:cubicBezTo>
                  <a:cubicBezTo>
                    <a:pt x="332" y="6778"/>
                    <a:pt x="337" y="6778"/>
                    <a:pt x="338" y="6777"/>
                  </a:cubicBezTo>
                  <a:cubicBezTo>
                    <a:pt x="453" y="6772"/>
                    <a:pt x="543" y="6677"/>
                    <a:pt x="538" y="6562"/>
                  </a:cubicBezTo>
                  <a:lnTo>
                    <a:pt x="421" y="3243"/>
                  </a:lnTo>
                  <a:cubicBezTo>
                    <a:pt x="3816" y="635"/>
                    <a:pt x="3764" y="332"/>
                    <a:pt x="3743" y="201"/>
                  </a:cubicBezTo>
                  <a:cubicBezTo>
                    <a:pt x="3730" y="126"/>
                    <a:pt x="3651" y="36"/>
                    <a:pt x="3578" y="12"/>
                  </a:cubicBezTo>
                  <a:cubicBezTo>
                    <a:pt x="3556" y="4"/>
                    <a:pt x="3534" y="1"/>
                    <a:pt x="351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 name="Google Shape;296;p54"/>
            <p:cNvSpPr/>
            <p:nvPr/>
          </p:nvSpPr>
          <p:spPr>
            <a:xfrm>
              <a:off x="4645713" y="4160625"/>
              <a:ext cx="114425" cy="258150"/>
            </a:xfrm>
            <a:custGeom>
              <a:rect b="b" l="l" r="r" t="t"/>
              <a:pathLst>
                <a:path extrusionOk="0" h="10326" w="4577">
                  <a:moveTo>
                    <a:pt x="4369" y="1"/>
                  </a:moveTo>
                  <a:cubicBezTo>
                    <a:pt x="4255" y="1"/>
                    <a:pt x="4162" y="94"/>
                    <a:pt x="4162" y="208"/>
                  </a:cubicBezTo>
                  <a:lnTo>
                    <a:pt x="4162" y="3768"/>
                  </a:lnTo>
                  <a:lnTo>
                    <a:pt x="217" y="6398"/>
                  </a:lnTo>
                  <a:cubicBezTo>
                    <a:pt x="161" y="6434"/>
                    <a:pt x="128" y="6497"/>
                    <a:pt x="125" y="6563"/>
                  </a:cubicBezTo>
                  <a:lnTo>
                    <a:pt x="5" y="10110"/>
                  </a:lnTo>
                  <a:cubicBezTo>
                    <a:pt x="0" y="10225"/>
                    <a:pt x="91" y="10322"/>
                    <a:pt x="205" y="10325"/>
                  </a:cubicBezTo>
                  <a:lnTo>
                    <a:pt x="212" y="10325"/>
                  </a:lnTo>
                  <a:cubicBezTo>
                    <a:pt x="322" y="10325"/>
                    <a:pt x="415" y="10236"/>
                    <a:pt x="417" y="10123"/>
                  </a:cubicBezTo>
                  <a:lnTo>
                    <a:pt x="536" y="6682"/>
                  </a:lnTo>
                  <a:lnTo>
                    <a:pt x="4484" y="4049"/>
                  </a:lnTo>
                  <a:cubicBezTo>
                    <a:pt x="4542" y="4011"/>
                    <a:pt x="4577" y="3946"/>
                    <a:pt x="4577" y="3878"/>
                  </a:cubicBezTo>
                  <a:lnTo>
                    <a:pt x="4577" y="208"/>
                  </a:lnTo>
                  <a:cubicBezTo>
                    <a:pt x="4577" y="94"/>
                    <a:pt x="4484" y="1"/>
                    <a:pt x="436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 name="Google Shape;297;p54"/>
            <p:cNvSpPr/>
            <p:nvPr/>
          </p:nvSpPr>
          <p:spPr>
            <a:xfrm>
              <a:off x="4733613" y="4150525"/>
              <a:ext cx="36725" cy="36700"/>
            </a:xfrm>
            <a:custGeom>
              <a:rect b="b" l="l" r="r" t="t"/>
              <a:pathLst>
                <a:path extrusionOk="0" h="1468" w="1469">
                  <a:moveTo>
                    <a:pt x="733" y="0"/>
                  </a:moveTo>
                  <a:cubicBezTo>
                    <a:pt x="331" y="0"/>
                    <a:pt x="1" y="329"/>
                    <a:pt x="1" y="734"/>
                  </a:cubicBezTo>
                  <a:cubicBezTo>
                    <a:pt x="1" y="1137"/>
                    <a:pt x="328" y="1468"/>
                    <a:pt x="733" y="1468"/>
                  </a:cubicBezTo>
                  <a:cubicBezTo>
                    <a:pt x="1138" y="1468"/>
                    <a:pt x="1468" y="1137"/>
                    <a:pt x="1468" y="734"/>
                  </a:cubicBezTo>
                  <a:cubicBezTo>
                    <a:pt x="1468" y="331"/>
                    <a:pt x="1138" y="0"/>
                    <a:pt x="73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 name="Google Shape;298;p54"/>
            <p:cNvSpPr/>
            <p:nvPr/>
          </p:nvSpPr>
          <p:spPr>
            <a:xfrm>
              <a:off x="4585238" y="4052625"/>
              <a:ext cx="36725" cy="36725"/>
            </a:xfrm>
            <a:custGeom>
              <a:rect b="b" l="l" r="r" t="t"/>
              <a:pathLst>
                <a:path extrusionOk="0" h="1469" w="1469">
                  <a:moveTo>
                    <a:pt x="736" y="1"/>
                  </a:moveTo>
                  <a:cubicBezTo>
                    <a:pt x="331" y="1"/>
                    <a:pt x="0" y="331"/>
                    <a:pt x="0" y="735"/>
                  </a:cubicBezTo>
                  <a:cubicBezTo>
                    <a:pt x="0" y="1138"/>
                    <a:pt x="331" y="1469"/>
                    <a:pt x="736" y="1469"/>
                  </a:cubicBezTo>
                  <a:cubicBezTo>
                    <a:pt x="1138" y="1469"/>
                    <a:pt x="1468" y="1140"/>
                    <a:pt x="1468" y="735"/>
                  </a:cubicBezTo>
                  <a:cubicBezTo>
                    <a:pt x="1468" y="331"/>
                    <a:pt x="1139" y="1"/>
                    <a:pt x="73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 name="Google Shape;299;p54"/>
            <p:cNvSpPr/>
            <p:nvPr/>
          </p:nvSpPr>
          <p:spPr>
            <a:xfrm>
              <a:off x="4661763" y="3991450"/>
              <a:ext cx="36700" cy="36775"/>
            </a:xfrm>
            <a:custGeom>
              <a:rect b="b" l="l" r="r" t="t"/>
              <a:pathLst>
                <a:path extrusionOk="0" h="1471" w="1468">
                  <a:moveTo>
                    <a:pt x="733" y="0"/>
                  </a:moveTo>
                  <a:cubicBezTo>
                    <a:pt x="331" y="0"/>
                    <a:pt x="1" y="332"/>
                    <a:pt x="1" y="735"/>
                  </a:cubicBezTo>
                  <a:cubicBezTo>
                    <a:pt x="1" y="1140"/>
                    <a:pt x="330" y="1471"/>
                    <a:pt x="733" y="1471"/>
                  </a:cubicBezTo>
                  <a:cubicBezTo>
                    <a:pt x="1137" y="1471"/>
                    <a:pt x="1467" y="1140"/>
                    <a:pt x="1467" y="735"/>
                  </a:cubicBezTo>
                  <a:cubicBezTo>
                    <a:pt x="1467" y="332"/>
                    <a:pt x="1137" y="2"/>
                    <a:pt x="73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 name="Google Shape;300;p54"/>
            <p:cNvSpPr/>
            <p:nvPr/>
          </p:nvSpPr>
          <p:spPr>
            <a:xfrm>
              <a:off x="4826813" y="4057275"/>
              <a:ext cx="36750" cy="36725"/>
            </a:xfrm>
            <a:custGeom>
              <a:rect b="b" l="l" r="r" t="t"/>
              <a:pathLst>
                <a:path extrusionOk="0" h="1469" w="1470">
                  <a:moveTo>
                    <a:pt x="741" y="1"/>
                  </a:moveTo>
                  <a:cubicBezTo>
                    <a:pt x="739" y="1"/>
                    <a:pt x="738" y="1"/>
                    <a:pt x="736" y="1"/>
                  </a:cubicBezTo>
                  <a:cubicBezTo>
                    <a:pt x="331" y="1"/>
                    <a:pt x="1" y="330"/>
                    <a:pt x="1" y="733"/>
                  </a:cubicBezTo>
                  <a:cubicBezTo>
                    <a:pt x="1" y="1138"/>
                    <a:pt x="331" y="1469"/>
                    <a:pt x="736" y="1469"/>
                  </a:cubicBezTo>
                  <a:cubicBezTo>
                    <a:pt x="1139" y="1469"/>
                    <a:pt x="1470" y="1138"/>
                    <a:pt x="1470" y="733"/>
                  </a:cubicBezTo>
                  <a:cubicBezTo>
                    <a:pt x="1470" y="332"/>
                    <a:pt x="1144" y="1"/>
                    <a:pt x="74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 name="Google Shape;301;p54"/>
            <p:cNvSpPr/>
            <p:nvPr/>
          </p:nvSpPr>
          <p:spPr>
            <a:xfrm>
              <a:off x="4785613" y="4269825"/>
              <a:ext cx="36675" cy="36750"/>
            </a:xfrm>
            <a:custGeom>
              <a:rect b="b" l="l" r="r" t="t"/>
              <a:pathLst>
                <a:path extrusionOk="0" h="1470" w="1467">
                  <a:moveTo>
                    <a:pt x="737" y="0"/>
                  </a:moveTo>
                  <a:cubicBezTo>
                    <a:pt x="736" y="0"/>
                    <a:pt x="735" y="0"/>
                    <a:pt x="735" y="0"/>
                  </a:cubicBezTo>
                  <a:cubicBezTo>
                    <a:pt x="333" y="0"/>
                    <a:pt x="1" y="329"/>
                    <a:pt x="1" y="734"/>
                  </a:cubicBezTo>
                  <a:cubicBezTo>
                    <a:pt x="1" y="1138"/>
                    <a:pt x="330" y="1470"/>
                    <a:pt x="735" y="1470"/>
                  </a:cubicBezTo>
                  <a:cubicBezTo>
                    <a:pt x="1137" y="1470"/>
                    <a:pt x="1467" y="1138"/>
                    <a:pt x="1467" y="734"/>
                  </a:cubicBezTo>
                  <a:cubicBezTo>
                    <a:pt x="1467" y="330"/>
                    <a:pt x="1138" y="0"/>
                    <a:pt x="73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 name="Google Shape;302;p54"/>
            <p:cNvSpPr/>
            <p:nvPr/>
          </p:nvSpPr>
          <p:spPr>
            <a:xfrm>
              <a:off x="4706038" y="4431925"/>
              <a:ext cx="36750" cy="36725"/>
            </a:xfrm>
            <a:custGeom>
              <a:rect b="b" l="l" r="r" t="t"/>
              <a:pathLst>
                <a:path extrusionOk="0" h="1469" w="1470">
                  <a:moveTo>
                    <a:pt x="737" y="1"/>
                  </a:moveTo>
                  <a:cubicBezTo>
                    <a:pt x="736" y="1"/>
                    <a:pt x="736" y="1"/>
                    <a:pt x="735" y="1"/>
                  </a:cubicBezTo>
                  <a:cubicBezTo>
                    <a:pt x="333" y="1"/>
                    <a:pt x="1" y="330"/>
                    <a:pt x="1" y="733"/>
                  </a:cubicBezTo>
                  <a:cubicBezTo>
                    <a:pt x="1" y="1138"/>
                    <a:pt x="330" y="1469"/>
                    <a:pt x="735" y="1469"/>
                  </a:cubicBezTo>
                  <a:cubicBezTo>
                    <a:pt x="1139" y="1469"/>
                    <a:pt x="1470" y="1138"/>
                    <a:pt x="1470" y="733"/>
                  </a:cubicBezTo>
                  <a:cubicBezTo>
                    <a:pt x="1470" y="331"/>
                    <a:pt x="1141" y="1"/>
                    <a:pt x="73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 name="Google Shape;303;p54"/>
            <p:cNvSpPr/>
            <p:nvPr/>
          </p:nvSpPr>
          <p:spPr>
            <a:xfrm>
              <a:off x="4628113" y="4396700"/>
              <a:ext cx="36675" cy="36725"/>
            </a:xfrm>
            <a:custGeom>
              <a:rect b="b" l="l" r="r" t="t"/>
              <a:pathLst>
                <a:path extrusionOk="0" h="1469" w="1467">
                  <a:moveTo>
                    <a:pt x="733" y="1"/>
                  </a:moveTo>
                  <a:cubicBezTo>
                    <a:pt x="331" y="1"/>
                    <a:pt x="1" y="331"/>
                    <a:pt x="1" y="736"/>
                  </a:cubicBezTo>
                  <a:cubicBezTo>
                    <a:pt x="1" y="1138"/>
                    <a:pt x="328" y="1469"/>
                    <a:pt x="733" y="1469"/>
                  </a:cubicBezTo>
                  <a:cubicBezTo>
                    <a:pt x="1135" y="1469"/>
                    <a:pt x="1467" y="1140"/>
                    <a:pt x="1467" y="736"/>
                  </a:cubicBezTo>
                  <a:cubicBezTo>
                    <a:pt x="1467" y="331"/>
                    <a:pt x="1135" y="1"/>
                    <a:pt x="73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 name="Google Shape;304;p54"/>
            <p:cNvSpPr/>
            <p:nvPr/>
          </p:nvSpPr>
          <p:spPr>
            <a:xfrm>
              <a:off x="4534788" y="4266700"/>
              <a:ext cx="36700" cy="36775"/>
            </a:xfrm>
            <a:custGeom>
              <a:rect b="b" l="l" r="r" t="t"/>
              <a:pathLst>
                <a:path extrusionOk="0" h="1471" w="1468">
                  <a:moveTo>
                    <a:pt x="732" y="1"/>
                  </a:moveTo>
                  <a:cubicBezTo>
                    <a:pt x="330" y="1"/>
                    <a:pt x="0" y="331"/>
                    <a:pt x="0" y="736"/>
                  </a:cubicBezTo>
                  <a:cubicBezTo>
                    <a:pt x="0" y="1140"/>
                    <a:pt x="329" y="1470"/>
                    <a:pt x="732" y="1470"/>
                  </a:cubicBezTo>
                  <a:cubicBezTo>
                    <a:pt x="1137" y="1470"/>
                    <a:pt x="1468" y="1140"/>
                    <a:pt x="1468" y="736"/>
                  </a:cubicBezTo>
                  <a:cubicBezTo>
                    <a:pt x="1468" y="331"/>
                    <a:pt x="1139" y="2"/>
                    <a:pt x="73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 name="Google Shape;305;p54"/>
            <p:cNvSpPr/>
            <p:nvPr/>
          </p:nvSpPr>
          <p:spPr>
            <a:xfrm>
              <a:off x="5337913" y="4489875"/>
              <a:ext cx="430525" cy="79475"/>
            </a:xfrm>
            <a:custGeom>
              <a:rect b="b" l="l" r="r" t="t"/>
              <a:pathLst>
                <a:path extrusionOk="0" h="3179" w="17221">
                  <a:moveTo>
                    <a:pt x="16893" y="0"/>
                  </a:moveTo>
                  <a:cubicBezTo>
                    <a:pt x="15208" y="2160"/>
                    <a:pt x="13236" y="2766"/>
                    <a:pt x="11553" y="2766"/>
                  </a:cubicBezTo>
                  <a:cubicBezTo>
                    <a:pt x="9487" y="2766"/>
                    <a:pt x="7859" y="1852"/>
                    <a:pt x="7737" y="1781"/>
                  </a:cubicBezTo>
                  <a:cubicBezTo>
                    <a:pt x="6420" y="1054"/>
                    <a:pt x="5264" y="785"/>
                    <a:pt x="4274" y="785"/>
                  </a:cubicBezTo>
                  <a:cubicBezTo>
                    <a:pt x="1487" y="785"/>
                    <a:pt x="20" y="2918"/>
                    <a:pt x="0" y="2949"/>
                  </a:cubicBezTo>
                  <a:lnTo>
                    <a:pt x="345" y="3179"/>
                  </a:lnTo>
                  <a:cubicBezTo>
                    <a:pt x="364" y="3152"/>
                    <a:pt x="1704" y="1203"/>
                    <a:pt x="4277" y="1203"/>
                  </a:cubicBezTo>
                  <a:cubicBezTo>
                    <a:pt x="5204" y="1203"/>
                    <a:pt x="6291" y="1456"/>
                    <a:pt x="7533" y="2142"/>
                  </a:cubicBezTo>
                  <a:cubicBezTo>
                    <a:pt x="7564" y="2160"/>
                    <a:pt x="9326" y="3152"/>
                    <a:pt x="11569" y="3152"/>
                  </a:cubicBezTo>
                  <a:cubicBezTo>
                    <a:pt x="13358" y="3152"/>
                    <a:pt x="15454" y="2520"/>
                    <a:pt x="17221" y="256"/>
                  </a:cubicBezTo>
                  <a:lnTo>
                    <a:pt x="16893"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 name="Google Shape;306;p54"/>
            <p:cNvSpPr/>
            <p:nvPr/>
          </p:nvSpPr>
          <p:spPr>
            <a:xfrm>
              <a:off x="5331513" y="4554200"/>
              <a:ext cx="39825" cy="39800"/>
            </a:xfrm>
            <a:custGeom>
              <a:rect b="b" l="l" r="r" t="t"/>
              <a:pathLst>
                <a:path extrusionOk="0" h="1592" w="1593">
                  <a:moveTo>
                    <a:pt x="797" y="1"/>
                  </a:moveTo>
                  <a:cubicBezTo>
                    <a:pt x="358" y="1"/>
                    <a:pt x="0" y="358"/>
                    <a:pt x="0" y="796"/>
                  </a:cubicBezTo>
                  <a:cubicBezTo>
                    <a:pt x="0" y="1234"/>
                    <a:pt x="358" y="1592"/>
                    <a:pt x="797" y="1592"/>
                  </a:cubicBezTo>
                  <a:cubicBezTo>
                    <a:pt x="1233" y="1592"/>
                    <a:pt x="1592" y="1234"/>
                    <a:pt x="1592" y="796"/>
                  </a:cubicBezTo>
                  <a:cubicBezTo>
                    <a:pt x="1592" y="358"/>
                    <a:pt x="1235" y="1"/>
                    <a:pt x="79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 name="Google Shape;307;p54"/>
            <p:cNvSpPr/>
            <p:nvPr/>
          </p:nvSpPr>
          <p:spPr>
            <a:xfrm>
              <a:off x="5733738" y="4474700"/>
              <a:ext cx="45875" cy="45925"/>
            </a:xfrm>
            <a:custGeom>
              <a:rect b="b" l="l" r="r" t="t"/>
              <a:pathLst>
                <a:path extrusionOk="0" h="1837" w="1835">
                  <a:moveTo>
                    <a:pt x="917" y="1"/>
                  </a:moveTo>
                  <a:cubicBezTo>
                    <a:pt x="412" y="1"/>
                    <a:pt x="0" y="414"/>
                    <a:pt x="0" y="918"/>
                  </a:cubicBezTo>
                  <a:cubicBezTo>
                    <a:pt x="0" y="1423"/>
                    <a:pt x="412" y="1836"/>
                    <a:pt x="917" y="1836"/>
                  </a:cubicBezTo>
                  <a:cubicBezTo>
                    <a:pt x="1421" y="1836"/>
                    <a:pt x="1834" y="1423"/>
                    <a:pt x="1834" y="918"/>
                  </a:cubicBezTo>
                  <a:cubicBezTo>
                    <a:pt x="1834" y="414"/>
                    <a:pt x="1421" y="1"/>
                    <a:pt x="91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 name="Google Shape;308;p54"/>
            <p:cNvSpPr/>
            <p:nvPr/>
          </p:nvSpPr>
          <p:spPr>
            <a:xfrm>
              <a:off x="4411213" y="4707450"/>
              <a:ext cx="854575" cy="326300"/>
            </a:xfrm>
            <a:custGeom>
              <a:rect b="b" l="l" r="r" t="t"/>
              <a:pathLst>
                <a:path extrusionOk="0" h="13052" w="34183">
                  <a:moveTo>
                    <a:pt x="28382" y="829"/>
                  </a:moveTo>
                  <a:cubicBezTo>
                    <a:pt x="31116" y="829"/>
                    <a:pt x="33355" y="3066"/>
                    <a:pt x="33355" y="5803"/>
                  </a:cubicBezTo>
                  <a:lnTo>
                    <a:pt x="33355" y="7253"/>
                  </a:lnTo>
                  <a:cubicBezTo>
                    <a:pt x="33355" y="9987"/>
                    <a:pt x="31117" y="12226"/>
                    <a:pt x="28382" y="12226"/>
                  </a:cubicBezTo>
                  <a:lnTo>
                    <a:pt x="5801" y="12226"/>
                  </a:lnTo>
                  <a:cubicBezTo>
                    <a:pt x="3066" y="12226"/>
                    <a:pt x="827" y="9989"/>
                    <a:pt x="827" y="7253"/>
                  </a:cubicBezTo>
                  <a:lnTo>
                    <a:pt x="827" y="5803"/>
                  </a:lnTo>
                  <a:cubicBezTo>
                    <a:pt x="827" y="3069"/>
                    <a:pt x="3065" y="829"/>
                    <a:pt x="5801" y="829"/>
                  </a:cubicBezTo>
                  <a:close/>
                  <a:moveTo>
                    <a:pt x="5801" y="1"/>
                  </a:moveTo>
                  <a:cubicBezTo>
                    <a:pt x="2601" y="1"/>
                    <a:pt x="1" y="2601"/>
                    <a:pt x="1" y="5800"/>
                  </a:cubicBezTo>
                  <a:lnTo>
                    <a:pt x="1" y="7251"/>
                  </a:lnTo>
                  <a:cubicBezTo>
                    <a:pt x="1" y="10449"/>
                    <a:pt x="2601" y="13051"/>
                    <a:pt x="5801" y="13051"/>
                  </a:cubicBezTo>
                  <a:lnTo>
                    <a:pt x="28382" y="13051"/>
                  </a:lnTo>
                  <a:cubicBezTo>
                    <a:pt x="31581" y="13051"/>
                    <a:pt x="34183" y="10449"/>
                    <a:pt x="34183" y="7251"/>
                  </a:cubicBezTo>
                  <a:lnTo>
                    <a:pt x="34183" y="5800"/>
                  </a:lnTo>
                  <a:cubicBezTo>
                    <a:pt x="34183" y="2601"/>
                    <a:pt x="31581" y="1"/>
                    <a:pt x="2838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 name="Google Shape;309;p54"/>
            <p:cNvSpPr/>
            <p:nvPr/>
          </p:nvSpPr>
          <p:spPr>
            <a:xfrm>
              <a:off x="4431888" y="4728125"/>
              <a:ext cx="813200" cy="284950"/>
            </a:xfrm>
            <a:custGeom>
              <a:rect b="b" l="l" r="r" t="t"/>
              <a:pathLst>
                <a:path extrusionOk="0" h="11398" w="32528">
                  <a:moveTo>
                    <a:pt x="4974" y="0"/>
                  </a:moveTo>
                  <a:cubicBezTo>
                    <a:pt x="2238" y="0"/>
                    <a:pt x="0" y="2239"/>
                    <a:pt x="0" y="4973"/>
                  </a:cubicBezTo>
                  <a:lnTo>
                    <a:pt x="0" y="6424"/>
                  </a:lnTo>
                  <a:cubicBezTo>
                    <a:pt x="0" y="9160"/>
                    <a:pt x="2239" y="11397"/>
                    <a:pt x="4974" y="11397"/>
                  </a:cubicBezTo>
                  <a:lnTo>
                    <a:pt x="27555" y="11397"/>
                  </a:lnTo>
                  <a:cubicBezTo>
                    <a:pt x="30290" y="11397"/>
                    <a:pt x="32528" y="9157"/>
                    <a:pt x="32528" y="6424"/>
                  </a:cubicBezTo>
                  <a:lnTo>
                    <a:pt x="32528" y="4973"/>
                  </a:lnTo>
                  <a:cubicBezTo>
                    <a:pt x="32528" y="2238"/>
                    <a:pt x="30289" y="0"/>
                    <a:pt x="27555"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54"/>
            <p:cNvSpPr/>
            <p:nvPr/>
          </p:nvSpPr>
          <p:spPr>
            <a:xfrm>
              <a:off x="4576988" y="4728125"/>
              <a:ext cx="576200" cy="284875"/>
            </a:xfrm>
            <a:custGeom>
              <a:rect b="b" l="l" r="r" t="t"/>
              <a:pathLst>
                <a:path extrusionOk="0" h="11395" w="23048">
                  <a:moveTo>
                    <a:pt x="9888" y="0"/>
                  </a:moveTo>
                  <a:cubicBezTo>
                    <a:pt x="6526" y="3740"/>
                    <a:pt x="3267" y="7574"/>
                    <a:pt x="0" y="11395"/>
                  </a:cubicBezTo>
                  <a:lnTo>
                    <a:pt x="12360" y="11395"/>
                  </a:lnTo>
                  <a:cubicBezTo>
                    <a:pt x="15883" y="7619"/>
                    <a:pt x="19435" y="3870"/>
                    <a:pt x="23047" y="179"/>
                  </a:cubicBezTo>
                  <a:cubicBezTo>
                    <a:pt x="22632" y="68"/>
                    <a:pt x="22199" y="0"/>
                    <a:pt x="2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 name="Google Shape;311;p54"/>
            <p:cNvSpPr/>
            <p:nvPr/>
          </p:nvSpPr>
          <p:spPr>
            <a:xfrm>
              <a:off x="4956888" y="4757850"/>
              <a:ext cx="280475" cy="255175"/>
            </a:xfrm>
            <a:custGeom>
              <a:rect b="b" l="l" r="r" t="t"/>
              <a:pathLst>
                <a:path extrusionOk="0" h="10207" w="11219">
                  <a:moveTo>
                    <a:pt x="9767" y="0"/>
                  </a:moveTo>
                  <a:cubicBezTo>
                    <a:pt x="6466" y="3361"/>
                    <a:pt x="3219" y="6771"/>
                    <a:pt x="0" y="10207"/>
                  </a:cubicBezTo>
                  <a:lnTo>
                    <a:pt x="3810" y="10207"/>
                  </a:lnTo>
                  <a:cubicBezTo>
                    <a:pt x="6242" y="7465"/>
                    <a:pt x="8705" y="4748"/>
                    <a:pt x="11219" y="2079"/>
                  </a:cubicBezTo>
                  <a:cubicBezTo>
                    <a:pt x="10918" y="1268"/>
                    <a:pt x="10415" y="552"/>
                    <a:pt x="976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 name="Google Shape;312;p54"/>
            <p:cNvSpPr/>
            <p:nvPr/>
          </p:nvSpPr>
          <p:spPr>
            <a:xfrm>
              <a:off x="4814363" y="4500300"/>
              <a:ext cx="1164950" cy="530900"/>
            </a:xfrm>
            <a:custGeom>
              <a:rect b="b" l="l" r="r" t="t"/>
              <a:pathLst>
                <a:path extrusionOk="0" h="21236" w="46598">
                  <a:moveTo>
                    <a:pt x="39405" y="1"/>
                  </a:moveTo>
                  <a:cubicBezTo>
                    <a:pt x="39065" y="1"/>
                    <a:pt x="38792" y="255"/>
                    <a:pt x="38774" y="592"/>
                  </a:cubicBezTo>
                  <a:cubicBezTo>
                    <a:pt x="38757" y="935"/>
                    <a:pt x="39021" y="1226"/>
                    <a:pt x="39365" y="1243"/>
                  </a:cubicBezTo>
                  <a:cubicBezTo>
                    <a:pt x="41922" y="1366"/>
                    <a:pt x="44168" y="5164"/>
                    <a:pt x="44590" y="7726"/>
                  </a:cubicBezTo>
                  <a:cubicBezTo>
                    <a:pt x="45281" y="11916"/>
                    <a:pt x="42715" y="17225"/>
                    <a:pt x="36475" y="19264"/>
                  </a:cubicBezTo>
                  <a:cubicBezTo>
                    <a:pt x="34960" y="19760"/>
                    <a:pt x="33319" y="19998"/>
                    <a:pt x="31627" y="19998"/>
                  </a:cubicBezTo>
                  <a:cubicBezTo>
                    <a:pt x="26712" y="19998"/>
                    <a:pt x="21367" y="17989"/>
                    <a:pt x="17425" y="14434"/>
                  </a:cubicBezTo>
                  <a:cubicBezTo>
                    <a:pt x="16257" y="13381"/>
                    <a:pt x="15219" y="12139"/>
                    <a:pt x="14119" y="10827"/>
                  </a:cubicBezTo>
                  <a:cubicBezTo>
                    <a:pt x="11780" y="8033"/>
                    <a:pt x="9361" y="5145"/>
                    <a:pt x="5604" y="4185"/>
                  </a:cubicBezTo>
                  <a:cubicBezTo>
                    <a:pt x="4959" y="4021"/>
                    <a:pt x="4348" y="3940"/>
                    <a:pt x="3786" y="3940"/>
                  </a:cubicBezTo>
                  <a:cubicBezTo>
                    <a:pt x="2634" y="3940"/>
                    <a:pt x="1689" y="4280"/>
                    <a:pt x="1079" y="4941"/>
                  </a:cubicBezTo>
                  <a:cubicBezTo>
                    <a:pt x="522" y="5544"/>
                    <a:pt x="1" y="6686"/>
                    <a:pt x="686" y="8696"/>
                  </a:cubicBezTo>
                  <a:cubicBezTo>
                    <a:pt x="775" y="8954"/>
                    <a:pt x="1016" y="9117"/>
                    <a:pt x="1274" y="9117"/>
                  </a:cubicBezTo>
                  <a:cubicBezTo>
                    <a:pt x="1341" y="9117"/>
                    <a:pt x="1408" y="9106"/>
                    <a:pt x="1474" y="9083"/>
                  </a:cubicBezTo>
                  <a:cubicBezTo>
                    <a:pt x="1800" y="8972"/>
                    <a:pt x="1974" y="8620"/>
                    <a:pt x="1863" y="8295"/>
                  </a:cubicBezTo>
                  <a:cubicBezTo>
                    <a:pt x="1594" y="7504"/>
                    <a:pt x="1398" y="6428"/>
                    <a:pt x="1994" y="5785"/>
                  </a:cubicBezTo>
                  <a:cubicBezTo>
                    <a:pt x="2360" y="5387"/>
                    <a:pt x="2990" y="5182"/>
                    <a:pt x="3781" y="5182"/>
                  </a:cubicBezTo>
                  <a:cubicBezTo>
                    <a:pt x="4239" y="5182"/>
                    <a:pt x="4752" y="5251"/>
                    <a:pt x="5298" y="5391"/>
                  </a:cubicBezTo>
                  <a:cubicBezTo>
                    <a:pt x="8667" y="6252"/>
                    <a:pt x="10854" y="8863"/>
                    <a:pt x="13167" y="11625"/>
                  </a:cubicBezTo>
                  <a:cubicBezTo>
                    <a:pt x="14246" y="12913"/>
                    <a:pt x="15362" y="14246"/>
                    <a:pt x="16595" y="15358"/>
                  </a:cubicBezTo>
                  <a:cubicBezTo>
                    <a:pt x="20762" y="19116"/>
                    <a:pt x="26427" y="21236"/>
                    <a:pt x="31654" y="21236"/>
                  </a:cubicBezTo>
                  <a:cubicBezTo>
                    <a:pt x="33471" y="21236"/>
                    <a:pt x="35233" y="20978"/>
                    <a:pt x="36864" y="20448"/>
                  </a:cubicBezTo>
                  <a:cubicBezTo>
                    <a:pt x="43771" y="18189"/>
                    <a:pt x="46597" y="12238"/>
                    <a:pt x="45819" y="7524"/>
                  </a:cubicBezTo>
                  <a:cubicBezTo>
                    <a:pt x="45330" y="4552"/>
                    <a:pt x="42771" y="163"/>
                    <a:pt x="39425" y="1"/>
                  </a:cubicBezTo>
                  <a:cubicBezTo>
                    <a:pt x="39418" y="1"/>
                    <a:pt x="39412" y="1"/>
                    <a:pt x="3940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 name="Google Shape;313;p54"/>
            <p:cNvSpPr/>
            <p:nvPr/>
          </p:nvSpPr>
          <p:spPr>
            <a:xfrm>
              <a:off x="5028238" y="4203900"/>
              <a:ext cx="1143225" cy="797975"/>
            </a:xfrm>
            <a:custGeom>
              <a:rect b="b" l="l" r="r" t="t"/>
              <a:pathLst>
                <a:path extrusionOk="0" h="31919" w="45729">
                  <a:moveTo>
                    <a:pt x="34565" y="0"/>
                  </a:moveTo>
                  <a:cubicBezTo>
                    <a:pt x="34271" y="0"/>
                    <a:pt x="34011" y="208"/>
                    <a:pt x="33954" y="506"/>
                  </a:cubicBezTo>
                  <a:cubicBezTo>
                    <a:pt x="33889" y="843"/>
                    <a:pt x="34111" y="1168"/>
                    <a:pt x="34449" y="1233"/>
                  </a:cubicBezTo>
                  <a:cubicBezTo>
                    <a:pt x="41915" y="2636"/>
                    <a:pt x="44415" y="12514"/>
                    <a:pt x="43288" y="18804"/>
                  </a:cubicBezTo>
                  <a:cubicBezTo>
                    <a:pt x="42307" y="24290"/>
                    <a:pt x="38903" y="28217"/>
                    <a:pt x="33708" y="29860"/>
                  </a:cubicBezTo>
                  <a:cubicBezTo>
                    <a:pt x="31954" y="30415"/>
                    <a:pt x="30094" y="30682"/>
                    <a:pt x="28213" y="30682"/>
                  </a:cubicBezTo>
                  <a:cubicBezTo>
                    <a:pt x="22967" y="30682"/>
                    <a:pt x="17556" y="28607"/>
                    <a:pt x="13834" y="24918"/>
                  </a:cubicBezTo>
                  <a:cubicBezTo>
                    <a:pt x="12917" y="24009"/>
                    <a:pt x="12130" y="22912"/>
                    <a:pt x="11294" y="21748"/>
                  </a:cubicBezTo>
                  <a:cubicBezTo>
                    <a:pt x="9562" y="19332"/>
                    <a:pt x="7770" y="16832"/>
                    <a:pt x="4690" y="16020"/>
                  </a:cubicBezTo>
                  <a:cubicBezTo>
                    <a:pt x="4280" y="15912"/>
                    <a:pt x="3871" y="15860"/>
                    <a:pt x="3478" y="15860"/>
                  </a:cubicBezTo>
                  <a:cubicBezTo>
                    <a:pt x="2503" y="15860"/>
                    <a:pt x="1620" y="16182"/>
                    <a:pt x="1025" y="16787"/>
                  </a:cubicBezTo>
                  <a:cubicBezTo>
                    <a:pt x="221" y="17605"/>
                    <a:pt x="0" y="18857"/>
                    <a:pt x="410" y="20310"/>
                  </a:cubicBezTo>
                  <a:cubicBezTo>
                    <a:pt x="487" y="20584"/>
                    <a:pt x="738" y="20764"/>
                    <a:pt x="1010" y="20764"/>
                  </a:cubicBezTo>
                  <a:cubicBezTo>
                    <a:pt x="1065" y="20764"/>
                    <a:pt x="1122" y="20756"/>
                    <a:pt x="1178" y="20741"/>
                  </a:cubicBezTo>
                  <a:cubicBezTo>
                    <a:pt x="1508" y="20648"/>
                    <a:pt x="1701" y="20304"/>
                    <a:pt x="1608" y="19974"/>
                  </a:cubicBezTo>
                  <a:cubicBezTo>
                    <a:pt x="1408" y="19261"/>
                    <a:pt x="1299" y="18282"/>
                    <a:pt x="1912" y="17658"/>
                  </a:cubicBezTo>
                  <a:cubicBezTo>
                    <a:pt x="2273" y="17292"/>
                    <a:pt x="2830" y="17098"/>
                    <a:pt x="3467" y="17098"/>
                  </a:cubicBezTo>
                  <a:cubicBezTo>
                    <a:pt x="3756" y="17098"/>
                    <a:pt x="4062" y="17138"/>
                    <a:pt x="4372" y="17220"/>
                  </a:cubicBezTo>
                  <a:cubicBezTo>
                    <a:pt x="7021" y="17920"/>
                    <a:pt x="8605" y="20130"/>
                    <a:pt x="10284" y="22470"/>
                  </a:cubicBezTo>
                  <a:cubicBezTo>
                    <a:pt x="11111" y="23625"/>
                    <a:pt x="11967" y="24818"/>
                    <a:pt x="12958" y="25799"/>
                  </a:cubicBezTo>
                  <a:cubicBezTo>
                    <a:pt x="16909" y="29717"/>
                    <a:pt x="22657" y="31919"/>
                    <a:pt x="28232" y="31919"/>
                  </a:cubicBezTo>
                  <a:cubicBezTo>
                    <a:pt x="30233" y="31919"/>
                    <a:pt x="32214" y="31634"/>
                    <a:pt x="34083" y="31046"/>
                  </a:cubicBezTo>
                  <a:cubicBezTo>
                    <a:pt x="39740" y="29256"/>
                    <a:pt x="43445" y="24986"/>
                    <a:pt x="44513" y="19024"/>
                  </a:cubicBezTo>
                  <a:cubicBezTo>
                    <a:pt x="45729" y="12238"/>
                    <a:pt x="42928" y="1563"/>
                    <a:pt x="34681" y="11"/>
                  </a:cubicBezTo>
                  <a:cubicBezTo>
                    <a:pt x="34642" y="4"/>
                    <a:pt x="34603" y="0"/>
                    <a:pt x="3456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 name="Google Shape;314;p54"/>
            <p:cNvSpPr/>
            <p:nvPr/>
          </p:nvSpPr>
          <p:spPr>
            <a:xfrm>
              <a:off x="5762988" y="4469175"/>
              <a:ext cx="114000" cy="88100"/>
            </a:xfrm>
            <a:custGeom>
              <a:rect b="b" l="l" r="r" t="t"/>
              <a:pathLst>
                <a:path extrusionOk="0" h="3524" w="4560">
                  <a:moveTo>
                    <a:pt x="1763" y="0"/>
                  </a:moveTo>
                  <a:cubicBezTo>
                    <a:pt x="793" y="0"/>
                    <a:pt x="0" y="793"/>
                    <a:pt x="0" y="1761"/>
                  </a:cubicBezTo>
                  <a:cubicBezTo>
                    <a:pt x="0" y="2731"/>
                    <a:pt x="793" y="3523"/>
                    <a:pt x="1763" y="3523"/>
                  </a:cubicBezTo>
                  <a:lnTo>
                    <a:pt x="2797" y="3523"/>
                  </a:lnTo>
                  <a:cubicBezTo>
                    <a:pt x="3766" y="3523"/>
                    <a:pt x="4557" y="2731"/>
                    <a:pt x="4560" y="1761"/>
                  </a:cubicBezTo>
                  <a:cubicBezTo>
                    <a:pt x="4560" y="793"/>
                    <a:pt x="3767" y="0"/>
                    <a:pt x="279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 name="Google Shape;315;p54"/>
            <p:cNvSpPr/>
            <p:nvPr/>
          </p:nvSpPr>
          <p:spPr>
            <a:xfrm>
              <a:off x="5778513" y="4181725"/>
              <a:ext cx="113950" cy="88075"/>
            </a:xfrm>
            <a:custGeom>
              <a:rect b="b" l="l" r="r" t="t"/>
              <a:pathLst>
                <a:path extrusionOk="0" h="3523" w="4558">
                  <a:moveTo>
                    <a:pt x="1761" y="1"/>
                  </a:moveTo>
                  <a:cubicBezTo>
                    <a:pt x="793" y="1"/>
                    <a:pt x="0" y="792"/>
                    <a:pt x="0" y="1762"/>
                  </a:cubicBezTo>
                  <a:cubicBezTo>
                    <a:pt x="0" y="2730"/>
                    <a:pt x="793" y="3523"/>
                    <a:pt x="1761" y="3523"/>
                  </a:cubicBezTo>
                  <a:lnTo>
                    <a:pt x="2797" y="3523"/>
                  </a:lnTo>
                  <a:cubicBezTo>
                    <a:pt x="3767" y="3523"/>
                    <a:pt x="4558" y="2730"/>
                    <a:pt x="4558" y="1762"/>
                  </a:cubicBezTo>
                  <a:cubicBezTo>
                    <a:pt x="4558" y="792"/>
                    <a:pt x="3767" y="1"/>
                    <a:pt x="279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316" name="Google Shape;316;p54"/>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sp>
        <p:nvSpPr>
          <p:cNvPr id="317" name="Google Shape;317;p54"/>
          <p:cNvSpPr txBox="1"/>
          <p:nvPr>
            <p:ph type="title"/>
          </p:nvPr>
        </p:nvSpPr>
        <p:spPr>
          <a:xfrm>
            <a:off x="1708150" y="1839000"/>
            <a:ext cx="5727600" cy="841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43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318" name="Google Shape;318;p54"/>
          <p:cNvSpPr txBox="1"/>
          <p:nvPr>
            <p:ph idx="1" type="subTitle"/>
          </p:nvPr>
        </p:nvSpPr>
        <p:spPr>
          <a:xfrm>
            <a:off x="1708175" y="2680800"/>
            <a:ext cx="5727600" cy="841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19" name="Shape 319"/>
        <p:cNvGrpSpPr/>
        <p:nvPr/>
      </p:nvGrpSpPr>
      <p:grpSpPr>
        <a:xfrm>
          <a:off x="0" y="0"/>
          <a:ext cx="0" cy="0"/>
          <a:chOff x="0" y="0"/>
          <a:chExt cx="0" cy="0"/>
        </a:xfrm>
      </p:grpSpPr>
      <p:grpSp>
        <p:nvGrpSpPr>
          <p:cNvPr id="320" name="Google Shape;320;p55"/>
          <p:cNvGrpSpPr/>
          <p:nvPr/>
        </p:nvGrpSpPr>
        <p:grpSpPr>
          <a:xfrm rot="-955960">
            <a:off x="6784480" y="1444921"/>
            <a:ext cx="1597432" cy="1754779"/>
            <a:chOff x="453638" y="2044550"/>
            <a:chExt cx="2348725" cy="2580075"/>
          </a:xfrm>
        </p:grpSpPr>
        <p:sp>
          <p:nvSpPr>
            <p:cNvPr id="321" name="Google Shape;321;p55"/>
            <p:cNvSpPr/>
            <p:nvPr/>
          </p:nvSpPr>
          <p:spPr>
            <a:xfrm>
              <a:off x="1978763" y="3581000"/>
              <a:ext cx="283125" cy="611275"/>
            </a:xfrm>
            <a:custGeom>
              <a:rect b="b" l="l" r="r" t="t"/>
              <a:pathLst>
                <a:path extrusionOk="0" h="24451" w="11325">
                  <a:moveTo>
                    <a:pt x="4620" y="7798"/>
                  </a:moveTo>
                  <a:cubicBezTo>
                    <a:pt x="5123" y="7798"/>
                    <a:pt x="5687" y="8015"/>
                    <a:pt x="6153" y="8266"/>
                  </a:cubicBezTo>
                  <a:cubicBezTo>
                    <a:pt x="5847" y="8678"/>
                    <a:pt x="5390" y="8964"/>
                    <a:pt x="4751" y="9018"/>
                  </a:cubicBezTo>
                  <a:cubicBezTo>
                    <a:pt x="4706" y="9022"/>
                    <a:pt x="4660" y="9024"/>
                    <a:pt x="4612" y="9024"/>
                  </a:cubicBezTo>
                  <a:cubicBezTo>
                    <a:pt x="4337" y="9024"/>
                    <a:pt x="4029" y="8959"/>
                    <a:pt x="3822" y="8782"/>
                  </a:cubicBezTo>
                  <a:cubicBezTo>
                    <a:pt x="3109" y="8167"/>
                    <a:pt x="3845" y="7881"/>
                    <a:pt x="4430" y="7809"/>
                  </a:cubicBezTo>
                  <a:cubicBezTo>
                    <a:pt x="4492" y="7802"/>
                    <a:pt x="4556" y="7798"/>
                    <a:pt x="4620" y="7798"/>
                  </a:cubicBezTo>
                  <a:close/>
                  <a:moveTo>
                    <a:pt x="4221" y="14526"/>
                  </a:moveTo>
                  <a:cubicBezTo>
                    <a:pt x="4746" y="14526"/>
                    <a:pt x="5582" y="14873"/>
                    <a:pt x="5781" y="15026"/>
                  </a:cubicBezTo>
                  <a:cubicBezTo>
                    <a:pt x="5940" y="15149"/>
                    <a:pt x="6078" y="15280"/>
                    <a:pt x="6206" y="15417"/>
                  </a:cubicBezTo>
                  <a:cubicBezTo>
                    <a:pt x="6103" y="15457"/>
                    <a:pt x="5995" y="15494"/>
                    <a:pt x="5888" y="15523"/>
                  </a:cubicBezTo>
                  <a:cubicBezTo>
                    <a:pt x="5699" y="15574"/>
                    <a:pt x="5390" y="15620"/>
                    <a:pt x="5068" y="15620"/>
                  </a:cubicBezTo>
                  <a:cubicBezTo>
                    <a:pt x="4557" y="15620"/>
                    <a:pt x="4010" y="15504"/>
                    <a:pt x="3850" y="15106"/>
                  </a:cubicBezTo>
                  <a:cubicBezTo>
                    <a:pt x="3673" y="14671"/>
                    <a:pt x="3882" y="14526"/>
                    <a:pt x="4221" y="14526"/>
                  </a:cubicBezTo>
                  <a:close/>
                  <a:moveTo>
                    <a:pt x="2870" y="1"/>
                  </a:moveTo>
                  <a:cubicBezTo>
                    <a:pt x="2142" y="1"/>
                    <a:pt x="1664" y="1030"/>
                    <a:pt x="2399" y="1474"/>
                  </a:cubicBezTo>
                  <a:cubicBezTo>
                    <a:pt x="3951" y="2412"/>
                    <a:pt x="5519" y="3160"/>
                    <a:pt x="6319" y="4907"/>
                  </a:cubicBezTo>
                  <a:cubicBezTo>
                    <a:pt x="6480" y="5264"/>
                    <a:pt x="6592" y="5688"/>
                    <a:pt x="6635" y="6127"/>
                  </a:cubicBezTo>
                  <a:cubicBezTo>
                    <a:pt x="5870" y="5780"/>
                    <a:pt x="5037" y="5554"/>
                    <a:pt x="4232" y="5554"/>
                  </a:cubicBezTo>
                  <a:cubicBezTo>
                    <a:pt x="3410" y="5554"/>
                    <a:pt x="2618" y="5789"/>
                    <a:pt x="1957" y="6370"/>
                  </a:cubicBezTo>
                  <a:cubicBezTo>
                    <a:pt x="0" y="8090"/>
                    <a:pt x="1566" y="10974"/>
                    <a:pt x="3791" y="11378"/>
                  </a:cubicBezTo>
                  <a:cubicBezTo>
                    <a:pt x="4038" y="11423"/>
                    <a:pt x="4280" y="11444"/>
                    <a:pt x="4518" y="11444"/>
                  </a:cubicBezTo>
                  <a:cubicBezTo>
                    <a:pt x="5857" y="11444"/>
                    <a:pt x="7026" y="10765"/>
                    <a:pt x="7821" y="9755"/>
                  </a:cubicBezTo>
                  <a:cubicBezTo>
                    <a:pt x="8391" y="10576"/>
                    <a:pt x="8703" y="11574"/>
                    <a:pt x="8550" y="12560"/>
                  </a:cubicBezTo>
                  <a:cubicBezTo>
                    <a:pt x="8463" y="13118"/>
                    <a:pt x="8227" y="13653"/>
                    <a:pt x="7887" y="14116"/>
                  </a:cubicBezTo>
                  <a:cubicBezTo>
                    <a:pt x="7701" y="13895"/>
                    <a:pt x="7497" y="13684"/>
                    <a:pt x="7276" y="13491"/>
                  </a:cubicBezTo>
                  <a:cubicBezTo>
                    <a:pt x="6494" y="12814"/>
                    <a:pt x="5290" y="12349"/>
                    <a:pt x="4163" y="12349"/>
                  </a:cubicBezTo>
                  <a:cubicBezTo>
                    <a:pt x="3015" y="12349"/>
                    <a:pt x="1946" y="12831"/>
                    <a:pt x="1483" y="14061"/>
                  </a:cubicBezTo>
                  <a:cubicBezTo>
                    <a:pt x="596" y="16417"/>
                    <a:pt x="3208" y="18025"/>
                    <a:pt x="5249" y="18025"/>
                  </a:cubicBezTo>
                  <a:cubicBezTo>
                    <a:pt x="5344" y="18025"/>
                    <a:pt x="5438" y="18022"/>
                    <a:pt x="5530" y="18015"/>
                  </a:cubicBezTo>
                  <a:cubicBezTo>
                    <a:pt x="6045" y="17975"/>
                    <a:pt x="6546" y="17853"/>
                    <a:pt x="7025" y="17671"/>
                  </a:cubicBezTo>
                  <a:lnTo>
                    <a:pt x="7025" y="17671"/>
                  </a:lnTo>
                  <a:cubicBezTo>
                    <a:pt x="6973" y="19759"/>
                    <a:pt x="5167" y="21951"/>
                    <a:pt x="3004" y="21951"/>
                  </a:cubicBezTo>
                  <a:cubicBezTo>
                    <a:pt x="2978" y="21951"/>
                    <a:pt x="2953" y="21951"/>
                    <a:pt x="2927" y="21950"/>
                  </a:cubicBezTo>
                  <a:cubicBezTo>
                    <a:pt x="2913" y="21950"/>
                    <a:pt x="2900" y="21950"/>
                    <a:pt x="2887" y="21950"/>
                  </a:cubicBezTo>
                  <a:cubicBezTo>
                    <a:pt x="1229" y="21950"/>
                    <a:pt x="1313" y="24450"/>
                    <a:pt x="2857" y="24450"/>
                  </a:cubicBezTo>
                  <a:cubicBezTo>
                    <a:pt x="2944" y="24450"/>
                    <a:pt x="3037" y="24442"/>
                    <a:pt x="3134" y="24425"/>
                  </a:cubicBezTo>
                  <a:cubicBezTo>
                    <a:pt x="5652" y="23983"/>
                    <a:pt x="7957" y="22485"/>
                    <a:pt x="8885" y="20019"/>
                  </a:cubicBezTo>
                  <a:cubicBezTo>
                    <a:pt x="9323" y="18849"/>
                    <a:pt x="9364" y="17565"/>
                    <a:pt x="9047" y="16378"/>
                  </a:cubicBezTo>
                  <a:cubicBezTo>
                    <a:pt x="9766" y="15686"/>
                    <a:pt x="10320" y="14826"/>
                    <a:pt x="10615" y="13880"/>
                  </a:cubicBezTo>
                  <a:cubicBezTo>
                    <a:pt x="11324" y="11620"/>
                    <a:pt x="10460" y="9203"/>
                    <a:pt x="8809" y="7595"/>
                  </a:cubicBezTo>
                  <a:cubicBezTo>
                    <a:pt x="8889" y="7183"/>
                    <a:pt x="8919" y="6761"/>
                    <a:pt x="8892" y="6339"/>
                  </a:cubicBezTo>
                  <a:cubicBezTo>
                    <a:pt x="8678" y="3255"/>
                    <a:pt x="5931" y="846"/>
                    <a:pt x="3094" y="33"/>
                  </a:cubicBezTo>
                  <a:cubicBezTo>
                    <a:pt x="3018" y="11"/>
                    <a:pt x="2943" y="1"/>
                    <a:pt x="287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 name="Google Shape;322;p55"/>
            <p:cNvSpPr/>
            <p:nvPr/>
          </p:nvSpPr>
          <p:spPr>
            <a:xfrm>
              <a:off x="670463" y="2129550"/>
              <a:ext cx="1719150" cy="2495075"/>
            </a:xfrm>
            <a:custGeom>
              <a:rect b="b" l="l" r="r" t="t"/>
              <a:pathLst>
                <a:path extrusionOk="0" h="99803" w="68766">
                  <a:moveTo>
                    <a:pt x="36466" y="1"/>
                  </a:moveTo>
                  <a:cubicBezTo>
                    <a:pt x="7531" y="1"/>
                    <a:pt x="1" y="73197"/>
                    <a:pt x="1" y="73197"/>
                  </a:cubicBezTo>
                  <a:cubicBezTo>
                    <a:pt x="1" y="73197"/>
                    <a:pt x="4559" y="76362"/>
                    <a:pt x="8865" y="76362"/>
                  </a:cubicBezTo>
                  <a:cubicBezTo>
                    <a:pt x="9110" y="76362"/>
                    <a:pt x="9354" y="76352"/>
                    <a:pt x="9597" y="76330"/>
                  </a:cubicBezTo>
                  <a:lnTo>
                    <a:pt x="21673" y="70904"/>
                  </a:lnTo>
                  <a:lnTo>
                    <a:pt x="19798" y="86218"/>
                  </a:lnTo>
                  <a:lnTo>
                    <a:pt x="9997" y="95196"/>
                  </a:lnTo>
                  <a:lnTo>
                    <a:pt x="24106" y="99802"/>
                  </a:lnTo>
                  <a:lnTo>
                    <a:pt x="57247" y="84702"/>
                  </a:lnTo>
                  <a:lnTo>
                    <a:pt x="51006" y="62365"/>
                  </a:lnTo>
                  <a:cubicBezTo>
                    <a:pt x="51006" y="62365"/>
                    <a:pt x="68766" y="50051"/>
                    <a:pt x="67085" y="36075"/>
                  </a:cubicBezTo>
                  <a:cubicBezTo>
                    <a:pt x="65403" y="22096"/>
                    <a:pt x="66297" y="842"/>
                    <a:pt x="36958" y="8"/>
                  </a:cubicBezTo>
                  <a:cubicBezTo>
                    <a:pt x="36794" y="3"/>
                    <a:pt x="36630" y="1"/>
                    <a:pt x="3646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 name="Google Shape;323;p55"/>
            <p:cNvSpPr/>
            <p:nvPr/>
          </p:nvSpPr>
          <p:spPr>
            <a:xfrm>
              <a:off x="453638" y="2044550"/>
              <a:ext cx="1577950" cy="1992025"/>
            </a:xfrm>
            <a:custGeom>
              <a:rect b="b" l="l" r="r" t="t"/>
              <a:pathLst>
                <a:path extrusionOk="0" h="79681" w="63118">
                  <a:moveTo>
                    <a:pt x="42118" y="1"/>
                  </a:moveTo>
                  <a:cubicBezTo>
                    <a:pt x="39354" y="1"/>
                    <a:pt x="36399" y="187"/>
                    <a:pt x="33887" y="774"/>
                  </a:cubicBezTo>
                  <a:cubicBezTo>
                    <a:pt x="33194" y="934"/>
                    <a:pt x="32536" y="1126"/>
                    <a:pt x="31925" y="1351"/>
                  </a:cubicBezTo>
                  <a:cubicBezTo>
                    <a:pt x="22883" y="4698"/>
                    <a:pt x="15181" y="11540"/>
                    <a:pt x="10792" y="20129"/>
                  </a:cubicBezTo>
                  <a:cubicBezTo>
                    <a:pt x="9459" y="22741"/>
                    <a:pt x="10412" y="29688"/>
                    <a:pt x="10930" y="32574"/>
                  </a:cubicBezTo>
                  <a:cubicBezTo>
                    <a:pt x="7807" y="37053"/>
                    <a:pt x="4848" y="38297"/>
                    <a:pt x="1724" y="42776"/>
                  </a:cubicBezTo>
                  <a:cubicBezTo>
                    <a:pt x="884" y="43981"/>
                    <a:pt x="0" y="45379"/>
                    <a:pt x="328" y="46814"/>
                  </a:cubicBezTo>
                  <a:cubicBezTo>
                    <a:pt x="470" y="47445"/>
                    <a:pt x="834" y="47997"/>
                    <a:pt x="1211" y="48523"/>
                  </a:cubicBezTo>
                  <a:cubicBezTo>
                    <a:pt x="2381" y="50178"/>
                    <a:pt x="3694" y="51735"/>
                    <a:pt x="5123" y="53173"/>
                  </a:cubicBezTo>
                  <a:cubicBezTo>
                    <a:pt x="4926" y="56839"/>
                    <a:pt x="4767" y="60616"/>
                    <a:pt x="4608" y="64392"/>
                  </a:cubicBezTo>
                  <a:cubicBezTo>
                    <a:pt x="4438" y="68412"/>
                    <a:pt x="4273" y="72437"/>
                    <a:pt x="4060" y="76343"/>
                  </a:cubicBezTo>
                  <a:cubicBezTo>
                    <a:pt x="6000" y="78178"/>
                    <a:pt x="8465" y="79460"/>
                    <a:pt x="11126" y="79680"/>
                  </a:cubicBezTo>
                  <a:cubicBezTo>
                    <a:pt x="16334" y="71166"/>
                    <a:pt x="24578" y="63498"/>
                    <a:pt x="32922" y="58025"/>
                  </a:cubicBezTo>
                  <a:cubicBezTo>
                    <a:pt x="36931" y="59225"/>
                    <a:pt x="42355" y="59846"/>
                    <a:pt x="46541" y="59889"/>
                  </a:cubicBezTo>
                  <a:cubicBezTo>
                    <a:pt x="46619" y="59890"/>
                    <a:pt x="46697" y="59890"/>
                    <a:pt x="46775" y="59890"/>
                  </a:cubicBezTo>
                  <a:cubicBezTo>
                    <a:pt x="50886" y="59890"/>
                    <a:pt x="55110" y="58775"/>
                    <a:pt x="58217" y="56087"/>
                  </a:cubicBezTo>
                  <a:cubicBezTo>
                    <a:pt x="61378" y="53346"/>
                    <a:pt x="63118" y="48789"/>
                    <a:pt x="61843" y="44804"/>
                  </a:cubicBezTo>
                  <a:cubicBezTo>
                    <a:pt x="61288" y="43077"/>
                    <a:pt x="60223" y="41550"/>
                    <a:pt x="58985" y="40221"/>
                  </a:cubicBezTo>
                  <a:cubicBezTo>
                    <a:pt x="56934" y="38018"/>
                    <a:pt x="54373" y="36294"/>
                    <a:pt x="51561" y="35222"/>
                  </a:cubicBezTo>
                  <a:cubicBezTo>
                    <a:pt x="53937" y="33722"/>
                    <a:pt x="56233" y="31321"/>
                    <a:pt x="58609" y="29816"/>
                  </a:cubicBezTo>
                  <a:cubicBezTo>
                    <a:pt x="57339" y="19359"/>
                    <a:pt x="53034" y="8334"/>
                    <a:pt x="46414" y="135"/>
                  </a:cubicBezTo>
                  <a:cubicBezTo>
                    <a:pt x="45111" y="57"/>
                    <a:pt x="43644" y="1"/>
                    <a:pt x="421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 name="Google Shape;324;p55"/>
            <p:cNvSpPr/>
            <p:nvPr/>
          </p:nvSpPr>
          <p:spPr>
            <a:xfrm>
              <a:off x="1814813" y="2092400"/>
              <a:ext cx="594475" cy="1037250"/>
            </a:xfrm>
            <a:custGeom>
              <a:rect b="b" l="l" r="r" t="t"/>
              <a:pathLst>
                <a:path extrusionOk="0" h="41490" w="23779">
                  <a:moveTo>
                    <a:pt x="1" y="0"/>
                  </a:moveTo>
                  <a:cubicBezTo>
                    <a:pt x="1" y="0"/>
                    <a:pt x="6661" y="6860"/>
                    <a:pt x="8559" y="17784"/>
                  </a:cubicBezTo>
                  <a:cubicBezTo>
                    <a:pt x="10456" y="28709"/>
                    <a:pt x="9818" y="31622"/>
                    <a:pt x="9818" y="31622"/>
                  </a:cubicBezTo>
                  <a:lnTo>
                    <a:pt x="23305" y="41490"/>
                  </a:lnTo>
                  <a:cubicBezTo>
                    <a:pt x="23305" y="41490"/>
                    <a:pt x="23779" y="19471"/>
                    <a:pt x="20840" y="15078"/>
                  </a:cubicBezTo>
                  <a:cubicBezTo>
                    <a:pt x="17902" y="10686"/>
                    <a:pt x="14337" y="343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 name="Google Shape;325;p55"/>
            <p:cNvSpPr/>
            <p:nvPr/>
          </p:nvSpPr>
          <p:spPr>
            <a:xfrm>
              <a:off x="1667188" y="3815950"/>
              <a:ext cx="166000" cy="201525"/>
            </a:xfrm>
            <a:custGeom>
              <a:rect b="b" l="l" r="r" t="t"/>
              <a:pathLst>
                <a:path extrusionOk="0" h="8061" w="6640">
                  <a:moveTo>
                    <a:pt x="6639" y="1"/>
                  </a:moveTo>
                  <a:lnTo>
                    <a:pt x="0" y="956"/>
                  </a:lnTo>
                  <a:lnTo>
                    <a:pt x="2487" y="8013"/>
                  </a:lnTo>
                  <a:lnTo>
                    <a:pt x="5177" y="8060"/>
                  </a:lnTo>
                  <a:lnTo>
                    <a:pt x="663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 name="Google Shape;326;p55"/>
            <p:cNvSpPr/>
            <p:nvPr/>
          </p:nvSpPr>
          <p:spPr>
            <a:xfrm>
              <a:off x="1818413" y="3686950"/>
              <a:ext cx="311500" cy="237750"/>
            </a:xfrm>
            <a:custGeom>
              <a:rect b="b" l="l" r="r" t="t"/>
              <a:pathLst>
                <a:path extrusionOk="0" h="9510" w="12460">
                  <a:moveTo>
                    <a:pt x="1361" y="1"/>
                  </a:moveTo>
                  <a:lnTo>
                    <a:pt x="1" y="2573"/>
                  </a:lnTo>
                  <a:lnTo>
                    <a:pt x="7388" y="8005"/>
                  </a:lnTo>
                  <a:lnTo>
                    <a:pt x="11997" y="9509"/>
                  </a:lnTo>
                  <a:lnTo>
                    <a:pt x="12459" y="8099"/>
                  </a:lnTo>
                  <a:lnTo>
                    <a:pt x="8895" y="3709"/>
                  </a:lnTo>
                  <a:lnTo>
                    <a:pt x="1361"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 name="Google Shape;327;p55"/>
            <p:cNvSpPr/>
            <p:nvPr/>
          </p:nvSpPr>
          <p:spPr>
            <a:xfrm>
              <a:off x="1956788" y="3759950"/>
              <a:ext cx="120800" cy="146425"/>
            </a:xfrm>
            <a:custGeom>
              <a:rect b="b" l="l" r="r" t="t"/>
              <a:pathLst>
                <a:path extrusionOk="0" h="5857" w="4832">
                  <a:moveTo>
                    <a:pt x="1762" y="0"/>
                  </a:moveTo>
                  <a:lnTo>
                    <a:pt x="1" y="3723"/>
                  </a:lnTo>
                  <a:lnTo>
                    <a:pt x="1853" y="5085"/>
                  </a:lnTo>
                  <a:lnTo>
                    <a:pt x="4216" y="5857"/>
                  </a:lnTo>
                  <a:lnTo>
                    <a:pt x="4832" y="2600"/>
                  </a:lnTo>
                  <a:lnTo>
                    <a:pt x="3360" y="789"/>
                  </a:lnTo>
                  <a:lnTo>
                    <a:pt x="1762"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 name="Google Shape;328;p55"/>
            <p:cNvSpPr/>
            <p:nvPr/>
          </p:nvSpPr>
          <p:spPr>
            <a:xfrm>
              <a:off x="1043963" y="3656850"/>
              <a:ext cx="485200" cy="846875"/>
            </a:xfrm>
            <a:custGeom>
              <a:rect b="b" l="l" r="r" t="t"/>
              <a:pathLst>
                <a:path extrusionOk="0" h="33875" w="19408">
                  <a:moveTo>
                    <a:pt x="19407" y="0"/>
                  </a:moveTo>
                  <a:lnTo>
                    <a:pt x="11441" y="2085"/>
                  </a:lnTo>
                  <a:lnTo>
                    <a:pt x="7800" y="7974"/>
                  </a:lnTo>
                  <a:lnTo>
                    <a:pt x="6586" y="26525"/>
                  </a:lnTo>
                  <a:lnTo>
                    <a:pt x="1" y="31869"/>
                  </a:lnTo>
                  <a:lnTo>
                    <a:pt x="6148" y="33875"/>
                  </a:lnTo>
                  <a:cubicBezTo>
                    <a:pt x="8255" y="27692"/>
                    <a:pt x="17635" y="22012"/>
                    <a:pt x="17635" y="22012"/>
                  </a:cubicBezTo>
                  <a:lnTo>
                    <a:pt x="1940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 name="Google Shape;329;p55"/>
            <p:cNvSpPr/>
            <p:nvPr/>
          </p:nvSpPr>
          <p:spPr>
            <a:xfrm>
              <a:off x="1984763" y="3134050"/>
              <a:ext cx="514075" cy="575525"/>
            </a:xfrm>
            <a:custGeom>
              <a:rect b="b" l="l" r="r" t="t"/>
              <a:pathLst>
                <a:path extrusionOk="0" h="23021" w="20563">
                  <a:moveTo>
                    <a:pt x="11203" y="1"/>
                  </a:moveTo>
                  <a:cubicBezTo>
                    <a:pt x="7236" y="1"/>
                    <a:pt x="3329" y="3043"/>
                    <a:pt x="1816" y="7677"/>
                  </a:cubicBezTo>
                  <a:cubicBezTo>
                    <a:pt x="0" y="13236"/>
                    <a:pt x="1583" y="21237"/>
                    <a:pt x="6259" y="22763"/>
                  </a:cubicBezTo>
                  <a:cubicBezTo>
                    <a:pt x="6795" y="22938"/>
                    <a:pt x="7349" y="23020"/>
                    <a:pt x="7912" y="23020"/>
                  </a:cubicBezTo>
                  <a:cubicBezTo>
                    <a:pt x="12256" y="23020"/>
                    <a:pt x="17140" y="18126"/>
                    <a:pt x="18747" y="13205"/>
                  </a:cubicBezTo>
                  <a:cubicBezTo>
                    <a:pt x="20563" y="7647"/>
                    <a:pt x="18244" y="1901"/>
                    <a:pt x="13567" y="376"/>
                  </a:cubicBezTo>
                  <a:cubicBezTo>
                    <a:pt x="12789" y="122"/>
                    <a:pt x="11995" y="1"/>
                    <a:pt x="1120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 name="Google Shape;330;p55"/>
            <p:cNvSpPr/>
            <p:nvPr/>
          </p:nvSpPr>
          <p:spPr>
            <a:xfrm>
              <a:off x="2017688" y="3286050"/>
              <a:ext cx="143275" cy="123050"/>
            </a:xfrm>
            <a:custGeom>
              <a:rect b="b" l="l" r="r" t="t"/>
              <a:pathLst>
                <a:path extrusionOk="0" h="4922" w="5731">
                  <a:moveTo>
                    <a:pt x="708" y="1"/>
                  </a:moveTo>
                  <a:lnTo>
                    <a:pt x="1" y="2164"/>
                  </a:lnTo>
                  <a:lnTo>
                    <a:pt x="4305" y="4922"/>
                  </a:lnTo>
                  <a:lnTo>
                    <a:pt x="5730" y="2471"/>
                  </a:lnTo>
                  <a:lnTo>
                    <a:pt x="70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 name="Google Shape;331;p55"/>
            <p:cNvSpPr/>
            <p:nvPr/>
          </p:nvSpPr>
          <p:spPr>
            <a:xfrm>
              <a:off x="2043263" y="3489350"/>
              <a:ext cx="52725" cy="37325"/>
            </a:xfrm>
            <a:custGeom>
              <a:rect b="b" l="l" r="r" t="t"/>
              <a:pathLst>
                <a:path extrusionOk="0" h="1493" w="2109">
                  <a:moveTo>
                    <a:pt x="1042" y="1"/>
                  </a:moveTo>
                  <a:cubicBezTo>
                    <a:pt x="302" y="1"/>
                    <a:pt x="0" y="1183"/>
                    <a:pt x="823" y="1452"/>
                  </a:cubicBezTo>
                  <a:cubicBezTo>
                    <a:pt x="909" y="1480"/>
                    <a:pt x="990" y="1492"/>
                    <a:pt x="1067" y="1492"/>
                  </a:cubicBezTo>
                  <a:cubicBezTo>
                    <a:pt x="1806" y="1492"/>
                    <a:pt x="2108" y="311"/>
                    <a:pt x="1285" y="41"/>
                  </a:cubicBezTo>
                  <a:cubicBezTo>
                    <a:pt x="1200" y="13"/>
                    <a:pt x="1118" y="1"/>
                    <a:pt x="104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 name="Google Shape;332;p55"/>
            <p:cNvSpPr/>
            <p:nvPr/>
          </p:nvSpPr>
          <p:spPr>
            <a:xfrm>
              <a:off x="2168588" y="2417475"/>
              <a:ext cx="633775" cy="864125"/>
            </a:xfrm>
            <a:custGeom>
              <a:rect b="b" l="l" r="r" t="t"/>
              <a:pathLst>
                <a:path extrusionOk="0" h="34565" w="25351">
                  <a:moveTo>
                    <a:pt x="24226" y="1"/>
                  </a:moveTo>
                  <a:cubicBezTo>
                    <a:pt x="24122" y="1"/>
                    <a:pt x="24016" y="16"/>
                    <a:pt x="23910" y="48"/>
                  </a:cubicBezTo>
                  <a:cubicBezTo>
                    <a:pt x="23681" y="115"/>
                    <a:pt x="23481" y="257"/>
                    <a:pt x="23339" y="450"/>
                  </a:cubicBezTo>
                  <a:lnTo>
                    <a:pt x="631" y="31483"/>
                  </a:lnTo>
                  <a:cubicBezTo>
                    <a:pt x="0" y="32347"/>
                    <a:pt x="188" y="33561"/>
                    <a:pt x="1053" y="34193"/>
                  </a:cubicBezTo>
                  <a:cubicBezTo>
                    <a:pt x="1398" y="34444"/>
                    <a:pt x="1797" y="34564"/>
                    <a:pt x="2192" y="34564"/>
                  </a:cubicBezTo>
                  <a:cubicBezTo>
                    <a:pt x="2818" y="34564"/>
                    <a:pt x="3433" y="34263"/>
                    <a:pt x="3807" y="33701"/>
                  </a:cubicBezTo>
                  <a:lnTo>
                    <a:pt x="25351" y="1352"/>
                  </a:lnTo>
                  <a:lnTo>
                    <a:pt x="25312" y="980"/>
                  </a:lnTo>
                  <a:cubicBezTo>
                    <a:pt x="25252" y="409"/>
                    <a:pt x="24768" y="1"/>
                    <a:pt x="2422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 name="Google Shape;333;p55"/>
            <p:cNvSpPr/>
            <p:nvPr/>
          </p:nvSpPr>
          <p:spPr>
            <a:xfrm>
              <a:off x="2168188" y="3231025"/>
              <a:ext cx="272750" cy="426175"/>
            </a:xfrm>
            <a:custGeom>
              <a:rect b="b" l="l" r="r" t="t"/>
              <a:pathLst>
                <a:path extrusionOk="0" h="17047" w="10910">
                  <a:moveTo>
                    <a:pt x="7814" y="0"/>
                  </a:moveTo>
                  <a:cubicBezTo>
                    <a:pt x="7783" y="0"/>
                    <a:pt x="7752" y="1"/>
                    <a:pt x="7721" y="3"/>
                  </a:cubicBezTo>
                  <a:cubicBezTo>
                    <a:pt x="5996" y="106"/>
                    <a:pt x="4455" y="2920"/>
                    <a:pt x="3694" y="4191"/>
                  </a:cubicBezTo>
                  <a:cubicBezTo>
                    <a:pt x="1703" y="7519"/>
                    <a:pt x="1" y="11331"/>
                    <a:pt x="621" y="15158"/>
                  </a:cubicBezTo>
                  <a:cubicBezTo>
                    <a:pt x="733" y="15853"/>
                    <a:pt x="989" y="16621"/>
                    <a:pt x="1626" y="16922"/>
                  </a:cubicBezTo>
                  <a:cubicBezTo>
                    <a:pt x="1813" y="17010"/>
                    <a:pt x="2012" y="17047"/>
                    <a:pt x="2214" y="17047"/>
                  </a:cubicBezTo>
                  <a:cubicBezTo>
                    <a:pt x="2670" y="17047"/>
                    <a:pt x="3145" y="16858"/>
                    <a:pt x="3561" y="16643"/>
                  </a:cubicBezTo>
                  <a:cubicBezTo>
                    <a:pt x="6780" y="14980"/>
                    <a:pt x="9037" y="11800"/>
                    <a:pt x="10149" y="8353"/>
                  </a:cubicBezTo>
                  <a:cubicBezTo>
                    <a:pt x="10624" y="6877"/>
                    <a:pt x="10910" y="5307"/>
                    <a:pt x="10661" y="3777"/>
                  </a:cubicBezTo>
                  <a:cubicBezTo>
                    <a:pt x="10453" y="2484"/>
                    <a:pt x="9438" y="0"/>
                    <a:pt x="781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 name="Google Shape;334;p55"/>
            <p:cNvSpPr/>
            <p:nvPr/>
          </p:nvSpPr>
          <p:spPr>
            <a:xfrm>
              <a:off x="2244713" y="3319575"/>
              <a:ext cx="166300" cy="262000"/>
            </a:xfrm>
            <a:custGeom>
              <a:rect b="b" l="l" r="r" t="t"/>
              <a:pathLst>
                <a:path extrusionOk="0" h="10480" w="6652">
                  <a:moveTo>
                    <a:pt x="4923" y="0"/>
                  </a:moveTo>
                  <a:cubicBezTo>
                    <a:pt x="4568" y="0"/>
                    <a:pt x="4200" y="153"/>
                    <a:pt x="3873" y="433"/>
                  </a:cubicBezTo>
                  <a:cubicBezTo>
                    <a:pt x="1916" y="2110"/>
                    <a:pt x="882" y="5784"/>
                    <a:pt x="233" y="8168"/>
                  </a:cubicBezTo>
                  <a:cubicBezTo>
                    <a:pt x="114" y="8610"/>
                    <a:pt x="1" y="9070"/>
                    <a:pt x="82" y="9520"/>
                  </a:cubicBezTo>
                  <a:cubicBezTo>
                    <a:pt x="165" y="9971"/>
                    <a:pt x="492" y="10408"/>
                    <a:pt x="945" y="10471"/>
                  </a:cubicBezTo>
                  <a:cubicBezTo>
                    <a:pt x="985" y="10477"/>
                    <a:pt x="1024" y="10479"/>
                    <a:pt x="1064" y="10479"/>
                  </a:cubicBezTo>
                  <a:cubicBezTo>
                    <a:pt x="1344" y="10479"/>
                    <a:pt x="1617" y="10350"/>
                    <a:pt x="1862" y="10205"/>
                  </a:cubicBezTo>
                  <a:cubicBezTo>
                    <a:pt x="3916" y="8992"/>
                    <a:pt x="5063" y="6686"/>
                    <a:pt x="5783" y="4412"/>
                  </a:cubicBezTo>
                  <a:cubicBezTo>
                    <a:pt x="6111" y="3376"/>
                    <a:pt x="6651" y="1731"/>
                    <a:pt x="6038" y="702"/>
                  </a:cubicBezTo>
                  <a:cubicBezTo>
                    <a:pt x="5749" y="219"/>
                    <a:pt x="5346" y="0"/>
                    <a:pt x="4923"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 name="Google Shape;335;p55"/>
            <p:cNvSpPr/>
            <p:nvPr/>
          </p:nvSpPr>
          <p:spPr>
            <a:xfrm>
              <a:off x="2334663" y="3359550"/>
              <a:ext cx="47275" cy="42950"/>
            </a:xfrm>
            <a:custGeom>
              <a:rect b="b" l="l" r="r" t="t"/>
              <a:pathLst>
                <a:path extrusionOk="0" h="1718" w="1891">
                  <a:moveTo>
                    <a:pt x="960" y="0"/>
                  </a:moveTo>
                  <a:cubicBezTo>
                    <a:pt x="595" y="0"/>
                    <a:pt x="226" y="228"/>
                    <a:pt x="125" y="591"/>
                  </a:cubicBezTo>
                  <a:cubicBezTo>
                    <a:pt x="1" y="1042"/>
                    <a:pt x="218" y="1528"/>
                    <a:pt x="677" y="1678"/>
                  </a:cubicBezTo>
                  <a:cubicBezTo>
                    <a:pt x="759" y="1705"/>
                    <a:pt x="845" y="1718"/>
                    <a:pt x="932" y="1718"/>
                  </a:cubicBezTo>
                  <a:cubicBezTo>
                    <a:pt x="1296" y="1718"/>
                    <a:pt x="1665" y="1489"/>
                    <a:pt x="1764" y="1126"/>
                  </a:cubicBezTo>
                  <a:cubicBezTo>
                    <a:pt x="1890" y="677"/>
                    <a:pt x="1673" y="189"/>
                    <a:pt x="1212" y="39"/>
                  </a:cubicBezTo>
                  <a:cubicBezTo>
                    <a:pt x="1131" y="13"/>
                    <a:pt x="1045" y="0"/>
                    <a:pt x="96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 name="Google Shape;336;p55"/>
            <p:cNvSpPr/>
            <p:nvPr/>
          </p:nvSpPr>
          <p:spPr>
            <a:xfrm>
              <a:off x="2319513" y="3438625"/>
              <a:ext cx="26800" cy="24475"/>
            </a:xfrm>
            <a:custGeom>
              <a:rect b="b" l="l" r="r" t="t"/>
              <a:pathLst>
                <a:path extrusionOk="0" h="979" w="1072">
                  <a:moveTo>
                    <a:pt x="531" y="1"/>
                  </a:moveTo>
                  <a:cubicBezTo>
                    <a:pt x="417" y="1"/>
                    <a:pt x="302" y="40"/>
                    <a:pt x="209" y="122"/>
                  </a:cubicBezTo>
                  <a:cubicBezTo>
                    <a:pt x="6" y="302"/>
                    <a:pt x="0" y="610"/>
                    <a:pt x="167" y="816"/>
                  </a:cubicBezTo>
                  <a:cubicBezTo>
                    <a:pt x="260" y="929"/>
                    <a:pt x="382" y="978"/>
                    <a:pt x="506" y="978"/>
                  </a:cubicBezTo>
                  <a:cubicBezTo>
                    <a:pt x="670" y="978"/>
                    <a:pt x="838" y="893"/>
                    <a:pt x="946" y="760"/>
                  </a:cubicBezTo>
                  <a:cubicBezTo>
                    <a:pt x="1072" y="607"/>
                    <a:pt x="1043" y="366"/>
                    <a:pt x="938" y="215"/>
                  </a:cubicBezTo>
                  <a:cubicBezTo>
                    <a:pt x="843" y="75"/>
                    <a:pt x="688" y="1"/>
                    <a:pt x="53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 name="Google Shape;337;p55"/>
            <p:cNvSpPr/>
            <p:nvPr/>
          </p:nvSpPr>
          <p:spPr>
            <a:xfrm>
              <a:off x="2270588" y="3484500"/>
              <a:ext cx="58025" cy="41050"/>
            </a:xfrm>
            <a:custGeom>
              <a:rect b="b" l="l" r="r" t="t"/>
              <a:pathLst>
                <a:path extrusionOk="0" h="1642" w="2321">
                  <a:moveTo>
                    <a:pt x="1145" y="0"/>
                  </a:moveTo>
                  <a:cubicBezTo>
                    <a:pt x="331" y="0"/>
                    <a:pt x="0" y="1300"/>
                    <a:pt x="907" y="1597"/>
                  </a:cubicBezTo>
                  <a:cubicBezTo>
                    <a:pt x="1001" y="1628"/>
                    <a:pt x="1090" y="1641"/>
                    <a:pt x="1174" y="1641"/>
                  </a:cubicBezTo>
                  <a:cubicBezTo>
                    <a:pt x="1988" y="1641"/>
                    <a:pt x="2321" y="340"/>
                    <a:pt x="1413" y="45"/>
                  </a:cubicBezTo>
                  <a:cubicBezTo>
                    <a:pt x="1319" y="14"/>
                    <a:pt x="1229" y="0"/>
                    <a:pt x="114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 name="Google Shape;338;p55"/>
            <p:cNvSpPr/>
            <p:nvPr/>
          </p:nvSpPr>
          <p:spPr>
            <a:xfrm>
              <a:off x="2072263" y="3603325"/>
              <a:ext cx="97025" cy="82275"/>
            </a:xfrm>
            <a:custGeom>
              <a:rect b="b" l="l" r="r" t="t"/>
              <a:pathLst>
                <a:path extrusionOk="0" h="3291" w="3881">
                  <a:moveTo>
                    <a:pt x="103" y="1"/>
                  </a:moveTo>
                  <a:cubicBezTo>
                    <a:pt x="51" y="1"/>
                    <a:pt x="0" y="68"/>
                    <a:pt x="21" y="127"/>
                  </a:cubicBezTo>
                  <a:cubicBezTo>
                    <a:pt x="386" y="1130"/>
                    <a:pt x="713" y="1788"/>
                    <a:pt x="1572" y="2462"/>
                  </a:cubicBezTo>
                  <a:cubicBezTo>
                    <a:pt x="1980" y="2781"/>
                    <a:pt x="2642" y="3290"/>
                    <a:pt x="3224" y="3290"/>
                  </a:cubicBezTo>
                  <a:cubicBezTo>
                    <a:pt x="3414" y="3290"/>
                    <a:pt x="3596" y="3236"/>
                    <a:pt x="3757" y="3103"/>
                  </a:cubicBezTo>
                  <a:cubicBezTo>
                    <a:pt x="3875" y="3004"/>
                    <a:pt x="3880" y="2852"/>
                    <a:pt x="3830" y="2723"/>
                  </a:cubicBezTo>
                  <a:cubicBezTo>
                    <a:pt x="3590" y="2101"/>
                    <a:pt x="2599" y="2033"/>
                    <a:pt x="2067" y="1715"/>
                  </a:cubicBezTo>
                  <a:cubicBezTo>
                    <a:pt x="1400" y="1312"/>
                    <a:pt x="597" y="672"/>
                    <a:pt x="160" y="34"/>
                  </a:cubicBezTo>
                  <a:cubicBezTo>
                    <a:pt x="143" y="10"/>
                    <a:pt x="123" y="1"/>
                    <a:pt x="103" y="1"/>
                  </a:cubicBezTo>
                  <a:close/>
                </a:path>
              </a:pathLst>
            </a:custGeom>
            <a:solidFill>
              <a:srgbClr val="245A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 name="Google Shape;339;p55"/>
            <p:cNvSpPr/>
            <p:nvPr/>
          </p:nvSpPr>
          <p:spPr>
            <a:xfrm>
              <a:off x="753913" y="2583100"/>
              <a:ext cx="538625" cy="473225"/>
            </a:xfrm>
            <a:custGeom>
              <a:rect b="b" l="l" r="r" t="t"/>
              <a:pathLst>
                <a:path extrusionOk="0" h="18929" w="21545">
                  <a:moveTo>
                    <a:pt x="13506" y="1"/>
                  </a:moveTo>
                  <a:cubicBezTo>
                    <a:pt x="12791" y="1"/>
                    <a:pt x="12037" y="115"/>
                    <a:pt x="11253" y="362"/>
                  </a:cubicBezTo>
                  <a:cubicBezTo>
                    <a:pt x="6477" y="1866"/>
                    <a:pt x="0" y="9380"/>
                    <a:pt x="1727" y="14550"/>
                  </a:cubicBezTo>
                  <a:cubicBezTo>
                    <a:pt x="2522" y="16929"/>
                    <a:pt x="4960" y="18485"/>
                    <a:pt x="7446" y="18837"/>
                  </a:cubicBezTo>
                  <a:cubicBezTo>
                    <a:pt x="7879" y="18899"/>
                    <a:pt x="8316" y="18929"/>
                    <a:pt x="8752" y="18929"/>
                  </a:cubicBezTo>
                  <a:cubicBezTo>
                    <a:pt x="11011" y="18929"/>
                    <a:pt x="13265" y="18127"/>
                    <a:pt x="15092" y="16783"/>
                  </a:cubicBezTo>
                  <a:cubicBezTo>
                    <a:pt x="17271" y="15180"/>
                    <a:pt x="18861" y="12845"/>
                    <a:pt x="19788" y="10304"/>
                  </a:cubicBezTo>
                  <a:cubicBezTo>
                    <a:pt x="21545" y="5495"/>
                    <a:pt x="18464" y="1"/>
                    <a:pt x="1350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 name="Google Shape;340;p55"/>
            <p:cNvSpPr/>
            <p:nvPr/>
          </p:nvSpPr>
          <p:spPr>
            <a:xfrm>
              <a:off x="798313" y="2678600"/>
              <a:ext cx="337550" cy="328900"/>
            </a:xfrm>
            <a:custGeom>
              <a:rect b="b" l="l" r="r" t="t"/>
              <a:pathLst>
                <a:path extrusionOk="0" h="13156" w="13502">
                  <a:moveTo>
                    <a:pt x="8427" y="0"/>
                  </a:moveTo>
                  <a:cubicBezTo>
                    <a:pt x="7705" y="0"/>
                    <a:pt x="6943" y="188"/>
                    <a:pt x="6173" y="608"/>
                  </a:cubicBezTo>
                  <a:cubicBezTo>
                    <a:pt x="3257" y="2204"/>
                    <a:pt x="1" y="7941"/>
                    <a:pt x="1792" y="11088"/>
                  </a:cubicBezTo>
                  <a:cubicBezTo>
                    <a:pt x="2572" y="12455"/>
                    <a:pt x="4210" y="13155"/>
                    <a:pt x="5791" y="13155"/>
                  </a:cubicBezTo>
                  <a:cubicBezTo>
                    <a:pt x="5885" y="13155"/>
                    <a:pt x="5979" y="13153"/>
                    <a:pt x="6073" y="13148"/>
                  </a:cubicBezTo>
                  <a:cubicBezTo>
                    <a:pt x="7870" y="13050"/>
                    <a:pt x="9580" y="12149"/>
                    <a:pt x="10794" y="10823"/>
                  </a:cubicBezTo>
                  <a:cubicBezTo>
                    <a:pt x="12009" y="9496"/>
                    <a:pt x="12745" y="7770"/>
                    <a:pt x="13023" y="5992"/>
                  </a:cubicBezTo>
                  <a:cubicBezTo>
                    <a:pt x="13501" y="2922"/>
                    <a:pt x="11278" y="0"/>
                    <a:pt x="8427" y="0"/>
                  </a:cubicBezTo>
                  <a:close/>
                </a:path>
              </a:pathLst>
            </a:custGeom>
            <a:solidFill>
              <a:srgbClr val="245A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 name="Google Shape;341;p55"/>
            <p:cNvSpPr/>
            <p:nvPr/>
          </p:nvSpPr>
          <p:spPr>
            <a:xfrm>
              <a:off x="853363" y="2764700"/>
              <a:ext cx="145025" cy="141375"/>
            </a:xfrm>
            <a:custGeom>
              <a:rect b="b" l="l" r="r" t="t"/>
              <a:pathLst>
                <a:path extrusionOk="0" h="5655" w="5801">
                  <a:moveTo>
                    <a:pt x="3622" y="1"/>
                  </a:moveTo>
                  <a:cubicBezTo>
                    <a:pt x="3312" y="1"/>
                    <a:pt x="2984" y="81"/>
                    <a:pt x="2654" y="262"/>
                  </a:cubicBezTo>
                  <a:cubicBezTo>
                    <a:pt x="1398" y="949"/>
                    <a:pt x="0" y="3412"/>
                    <a:pt x="770" y="4766"/>
                  </a:cubicBezTo>
                  <a:cubicBezTo>
                    <a:pt x="1105" y="5354"/>
                    <a:pt x="1809" y="5654"/>
                    <a:pt x="2492" y="5654"/>
                  </a:cubicBezTo>
                  <a:cubicBezTo>
                    <a:pt x="2532" y="5654"/>
                    <a:pt x="2571" y="5653"/>
                    <a:pt x="2611" y="5651"/>
                  </a:cubicBezTo>
                  <a:cubicBezTo>
                    <a:pt x="3383" y="5610"/>
                    <a:pt x="4116" y="5222"/>
                    <a:pt x="4638" y="4651"/>
                  </a:cubicBezTo>
                  <a:cubicBezTo>
                    <a:pt x="5160" y="4082"/>
                    <a:pt x="5478" y="3341"/>
                    <a:pt x="5595" y="2575"/>
                  </a:cubicBezTo>
                  <a:cubicBezTo>
                    <a:pt x="5800" y="1256"/>
                    <a:pt x="4846" y="1"/>
                    <a:pt x="362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 name="Google Shape;342;p55"/>
            <p:cNvSpPr/>
            <p:nvPr/>
          </p:nvSpPr>
          <p:spPr>
            <a:xfrm>
              <a:off x="555138" y="2044550"/>
              <a:ext cx="1476450" cy="1992025"/>
            </a:xfrm>
            <a:custGeom>
              <a:rect b="b" l="l" r="r" t="t"/>
              <a:pathLst>
                <a:path extrusionOk="0" h="79681" w="59058">
                  <a:moveTo>
                    <a:pt x="38060" y="1"/>
                  </a:moveTo>
                  <a:cubicBezTo>
                    <a:pt x="35295" y="1"/>
                    <a:pt x="32340" y="187"/>
                    <a:pt x="29828" y="774"/>
                  </a:cubicBezTo>
                  <a:cubicBezTo>
                    <a:pt x="32550" y="1963"/>
                    <a:pt x="34749" y="4522"/>
                    <a:pt x="36311" y="7156"/>
                  </a:cubicBezTo>
                  <a:cubicBezTo>
                    <a:pt x="39860" y="13148"/>
                    <a:pt x="41472" y="20268"/>
                    <a:pt x="40856" y="27207"/>
                  </a:cubicBezTo>
                  <a:cubicBezTo>
                    <a:pt x="40703" y="28912"/>
                    <a:pt x="40347" y="30748"/>
                    <a:pt x="39069" y="31892"/>
                  </a:cubicBezTo>
                  <a:cubicBezTo>
                    <a:pt x="38003" y="32849"/>
                    <a:pt x="36566" y="33100"/>
                    <a:pt x="35097" y="33100"/>
                  </a:cubicBezTo>
                  <a:cubicBezTo>
                    <a:pt x="34410" y="33100"/>
                    <a:pt x="33716" y="33045"/>
                    <a:pt x="33050" y="32982"/>
                  </a:cubicBezTo>
                  <a:lnTo>
                    <a:pt x="33050" y="32982"/>
                  </a:lnTo>
                  <a:cubicBezTo>
                    <a:pt x="34730" y="36019"/>
                    <a:pt x="32908" y="39907"/>
                    <a:pt x="30320" y="42219"/>
                  </a:cubicBezTo>
                  <a:cubicBezTo>
                    <a:pt x="25792" y="46269"/>
                    <a:pt x="19358" y="47406"/>
                    <a:pt x="13277" y="47406"/>
                  </a:cubicBezTo>
                  <a:cubicBezTo>
                    <a:pt x="13220" y="47406"/>
                    <a:pt x="13162" y="47406"/>
                    <a:pt x="13105" y="47406"/>
                  </a:cubicBezTo>
                  <a:lnTo>
                    <a:pt x="13105" y="47406"/>
                  </a:lnTo>
                  <a:cubicBezTo>
                    <a:pt x="15809" y="51466"/>
                    <a:pt x="13853" y="57308"/>
                    <a:pt x="10071" y="60385"/>
                  </a:cubicBezTo>
                  <a:cubicBezTo>
                    <a:pt x="7365" y="62588"/>
                    <a:pt x="4010" y="63708"/>
                    <a:pt x="548" y="64392"/>
                  </a:cubicBezTo>
                  <a:cubicBezTo>
                    <a:pt x="378" y="68412"/>
                    <a:pt x="213" y="72437"/>
                    <a:pt x="0" y="76343"/>
                  </a:cubicBezTo>
                  <a:cubicBezTo>
                    <a:pt x="1940" y="78178"/>
                    <a:pt x="4405" y="79460"/>
                    <a:pt x="7066" y="79680"/>
                  </a:cubicBezTo>
                  <a:cubicBezTo>
                    <a:pt x="12274" y="71166"/>
                    <a:pt x="20518" y="63498"/>
                    <a:pt x="28862" y="58025"/>
                  </a:cubicBezTo>
                  <a:cubicBezTo>
                    <a:pt x="32871" y="59225"/>
                    <a:pt x="38295" y="59846"/>
                    <a:pt x="42481" y="59889"/>
                  </a:cubicBezTo>
                  <a:cubicBezTo>
                    <a:pt x="42559" y="59890"/>
                    <a:pt x="42637" y="59890"/>
                    <a:pt x="42715" y="59890"/>
                  </a:cubicBezTo>
                  <a:cubicBezTo>
                    <a:pt x="46826" y="59890"/>
                    <a:pt x="51050" y="58775"/>
                    <a:pt x="54157" y="56087"/>
                  </a:cubicBezTo>
                  <a:cubicBezTo>
                    <a:pt x="57318" y="53346"/>
                    <a:pt x="59058" y="48789"/>
                    <a:pt x="57785" y="44803"/>
                  </a:cubicBezTo>
                  <a:cubicBezTo>
                    <a:pt x="57230" y="43077"/>
                    <a:pt x="56164" y="41548"/>
                    <a:pt x="54927" y="40221"/>
                  </a:cubicBezTo>
                  <a:cubicBezTo>
                    <a:pt x="52877" y="38018"/>
                    <a:pt x="50316" y="36294"/>
                    <a:pt x="47502" y="35222"/>
                  </a:cubicBezTo>
                  <a:cubicBezTo>
                    <a:pt x="49880" y="33722"/>
                    <a:pt x="52176" y="31320"/>
                    <a:pt x="54552" y="29816"/>
                  </a:cubicBezTo>
                  <a:cubicBezTo>
                    <a:pt x="53280" y="19359"/>
                    <a:pt x="48976" y="8334"/>
                    <a:pt x="42357" y="135"/>
                  </a:cubicBezTo>
                  <a:cubicBezTo>
                    <a:pt x="41053" y="57"/>
                    <a:pt x="39586" y="1"/>
                    <a:pt x="3806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 name="Google Shape;343;p55"/>
            <p:cNvSpPr/>
            <p:nvPr/>
          </p:nvSpPr>
          <p:spPr>
            <a:xfrm>
              <a:off x="589063" y="3280975"/>
              <a:ext cx="130450" cy="107200"/>
            </a:xfrm>
            <a:custGeom>
              <a:rect b="b" l="l" r="r" t="t"/>
              <a:pathLst>
                <a:path extrusionOk="0" h="4288" w="5218">
                  <a:moveTo>
                    <a:pt x="1" y="0"/>
                  </a:moveTo>
                  <a:lnTo>
                    <a:pt x="428" y="790"/>
                  </a:lnTo>
                  <a:cubicBezTo>
                    <a:pt x="989" y="1515"/>
                    <a:pt x="1551" y="2242"/>
                    <a:pt x="2114" y="2966"/>
                  </a:cubicBezTo>
                  <a:cubicBezTo>
                    <a:pt x="2478" y="3437"/>
                    <a:pt x="2865" y="3924"/>
                    <a:pt x="3411" y="4166"/>
                  </a:cubicBezTo>
                  <a:cubicBezTo>
                    <a:pt x="3593" y="4246"/>
                    <a:pt x="3797" y="4287"/>
                    <a:pt x="3999" y="4287"/>
                  </a:cubicBezTo>
                  <a:cubicBezTo>
                    <a:pt x="4402" y="4287"/>
                    <a:pt x="4797" y="4123"/>
                    <a:pt x="4986" y="3774"/>
                  </a:cubicBezTo>
                  <a:cubicBezTo>
                    <a:pt x="5218" y="3344"/>
                    <a:pt x="5056" y="2783"/>
                    <a:pt x="4729" y="2418"/>
                  </a:cubicBezTo>
                  <a:cubicBezTo>
                    <a:pt x="4401" y="2053"/>
                    <a:pt x="3943" y="1839"/>
                    <a:pt x="3498" y="1634"/>
                  </a:cubicBezTo>
                  <a:cubicBezTo>
                    <a:pt x="2331" y="1093"/>
                    <a:pt x="1165" y="55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 name="Google Shape;344;p55"/>
            <p:cNvSpPr/>
            <p:nvPr/>
          </p:nvSpPr>
          <p:spPr>
            <a:xfrm>
              <a:off x="1796038" y="2713375"/>
              <a:ext cx="94475" cy="84300"/>
            </a:xfrm>
            <a:custGeom>
              <a:rect b="b" l="l" r="r" t="t"/>
              <a:pathLst>
                <a:path extrusionOk="0" h="3372" w="3779">
                  <a:moveTo>
                    <a:pt x="1887" y="1"/>
                  </a:moveTo>
                  <a:cubicBezTo>
                    <a:pt x="1178" y="1"/>
                    <a:pt x="519" y="453"/>
                    <a:pt x="288" y="1164"/>
                  </a:cubicBezTo>
                  <a:cubicBezTo>
                    <a:pt x="0" y="2048"/>
                    <a:pt x="481" y="2999"/>
                    <a:pt x="1367" y="3288"/>
                  </a:cubicBezTo>
                  <a:cubicBezTo>
                    <a:pt x="1540" y="3344"/>
                    <a:pt x="1716" y="3371"/>
                    <a:pt x="1889" y="3371"/>
                  </a:cubicBezTo>
                  <a:cubicBezTo>
                    <a:pt x="2599" y="3371"/>
                    <a:pt x="3259" y="2921"/>
                    <a:pt x="3491" y="2209"/>
                  </a:cubicBezTo>
                  <a:cubicBezTo>
                    <a:pt x="3778" y="1325"/>
                    <a:pt x="3295" y="374"/>
                    <a:pt x="2412" y="85"/>
                  </a:cubicBezTo>
                  <a:cubicBezTo>
                    <a:pt x="2238" y="28"/>
                    <a:pt x="2061"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 name="Google Shape;345;p55"/>
            <p:cNvSpPr/>
            <p:nvPr/>
          </p:nvSpPr>
          <p:spPr>
            <a:xfrm>
              <a:off x="1816788" y="2731925"/>
              <a:ext cx="52975" cy="47250"/>
            </a:xfrm>
            <a:custGeom>
              <a:rect b="b" l="l" r="r" t="t"/>
              <a:pathLst>
                <a:path extrusionOk="0" h="1890" w="2119">
                  <a:moveTo>
                    <a:pt x="1059" y="0"/>
                  </a:moveTo>
                  <a:cubicBezTo>
                    <a:pt x="660" y="0"/>
                    <a:pt x="290" y="254"/>
                    <a:pt x="160" y="652"/>
                  </a:cubicBezTo>
                  <a:cubicBezTo>
                    <a:pt x="0" y="1147"/>
                    <a:pt x="269" y="1681"/>
                    <a:pt x="766" y="1842"/>
                  </a:cubicBezTo>
                  <a:cubicBezTo>
                    <a:pt x="863" y="1874"/>
                    <a:pt x="961" y="1889"/>
                    <a:pt x="1058" y="1889"/>
                  </a:cubicBezTo>
                  <a:cubicBezTo>
                    <a:pt x="1455" y="1889"/>
                    <a:pt x="1825" y="1636"/>
                    <a:pt x="1956" y="1239"/>
                  </a:cubicBezTo>
                  <a:cubicBezTo>
                    <a:pt x="2119" y="744"/>
                    <a:pt x="1848" y="210"/>
                    <a:pt x="1352" y="47"/>
                  </a:cubicBezTo>
                  <a:cubicBezTo>
                    <a:pt x="1255" y="15"/>
                    <a:pt x="1156" y="0"/>
                    <a:pt x="105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 name="Google Shape;346;p55"/>
            <p:cNvSpPr/>
            <p:nvPr/>
          </p:nvSpPr>
          <p:spPr>
            <a:xfrm>
              <a:off x="2081738" y="2806700"/>
              <a:ext cx="94525" cy="84250"/>
            </a:xfrm>
            <a:custGeom>
              <a:rect b="b" l="l" r="r" t="t"/>
              <a:pathLst>
                <a:path extrusionOk="0" h="3370" w="3781">
                  <a:moveTo>
                    <a:pt x="1891" y="1"/>
                  </a:moveTo>
                  <a:cubicBezTo>
                    <a:pt x="1181" y="1"/>
                    <a:pt x="521" y="452"/>
                    <a:pt x="290" y="1161"/>
                  </a:cubicBezTo>
                  <a:cubicBezTo>
                    <a:pt x="1" y="2047"/>
                    <a:pt x="483" y="2998"/>
                    <a:pt x="1369" y="3286"/>
                  </a:cubicBezTo>
                  <a:cubicBezTo>
                    <a:pt x="1542" y="3342"/>
                    <a:pt x="1718" y="3369"/>
                    <a:pt x="1891" y="3369"/>
                  </a:cubicBezTo>
                  <a:cubicBezTo>
                    <a:pt x="2601" y="3369"/>
                    <a:pt x="3261" y="2919"/>
                    <a:pt x="3493" y="2209"/>
                  </a:cubicBezTo>
                  <a:cubicBezTo>
                    <a:pt x="3780" y="1323"/>
                    <a:pt x="3297" y="373"/>
                    <a:pt x="2414" y="84"/>
                  </a:cubicBezTo>
                  <a:cubicBezTo>
                    <a:pt x="2240" y="28"/>
                    <a:pt x="2064" y="1"/>
                    <a:pt x="18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 name="Google Shape;347;p55"/>
            <p:cNvSpPr/>
            <p:nvPr/>
          </p:nvSpPr>
          <p:spPr>
            <a:xfrm>
              <a:off x="2102538" y="2825175"/>
              <a:ext cx="52975" cy="47250"/>
            </a:xfrm>
            <a:custGeom>
              <a:rect b="b" l="l" r="r" t="t"/>
              <a:pathLst>
                <a:path extrusionOk="0" h="1890" w="2119">
                  <a:moveTo>
                    <a:pt x="1058" y="1"/>
                  </a:moveTo>
                  <a:cubicBezTo>
                    <a:pt x="661" y="1"/>
                    <a:pt x="291" y="254"/>
                    <a:pt x="160" y="651"/>
                  </a:cubicBezTo>
                  <a:cubicBezTo>
                    <a:pt x="0" y="1149"/>
                    <a:pt x="269" y="1681"/>
                    <a:pt x="765" y="1843"/>
                  </a:cubicBezTo>
                  <a:cubicBezTo>
                    <a:pt x="862" y="1874"/>
                    <a:pt x="961" y="1889"/>
                    <a:pt x="1057" y="1889"/>
                  </a:cubicBezTo>
                  <a:cubicBezTo>
                    <a:pt x="1454" y="1889"/>
                    <a:pt x="1824" y="1637"/>
                    <a:pt x="1956" y="1238"/>
                  </a:cubicBezTo>
                  <a:cubicBezTo>
                    <a:pt x="2119" y="743"/>
                    <a:pt x="1847" y="211"/>
                    <a:pt x="1350" y="48"/>
                  </a:cubicBezTo>
                  <a:cubicBezTo>
                    <a:pt x="1253" y="16"/>
                    <a:pt x="1155" y="1"/>
                    <a:pt x="105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 name="Google Shape;348;p55"/>
            <p:cNvSpPr/>
            <p:nvPr/>
          </p:nvSpPr>
          <p:spPr>
            <a:xfrm>
              <a:off x="1990238" y="2285925"/>
              <a:ext cx="94500" cy="84275"/>
            </a:xfrm>
            <a:custGeom>
              <a:rect b="b" l="l" r="r" t="t"/>
              <a:pathLst>
                <a:path extrusionOk="0" h="3371" w="3780">
                  <a:moveTo>
                    <a:pt x="1889" y="1"/>
                  </a:moveTo>
                  <a:cubicBezTo>
                    <a:pt x="1179" y="1"/>
                    <a:pt x="519" y="451"/>
                    <a:pt x="288" y="1163"/>
                  </a:cubicBezTo>
                  <a:cubicBezTo>
                    <a:pt x="0" y="2048"/>
                    <a:pt x="481" y="2999"/>
                    <a:pt x="1366" y="3287"/>
                  </a:cubicBezTo>
                  <a:cubicBezTo>
                    <a:pt x="1540" y="3343"/>
                    <a:pt x="1715" y="3370"/>
                    <a:pt x="1888" y="3370"/>
                  </a:cubicBezTo>
                  <a:cubicBezTo>
                    <a:pt x="2598" y="3370"/>
                    <a:pt x="3258" y="2919"/>
                    <a:pt x="3491" y="2208"/>
                  </a:cubicBezTo>
                  <a:cubicBezTo>
                    <a:pt x="3780" y="1324"/>
                    <a:pt x="3298" y="374"/>
                    <a:pt x="2412" y="84"/>
                  </a:cubicBezTo>
                  <a:cubicBezTo>
                    <a:pt x="2238" y="28"/>
                    <a:pt x="2062" y="1"/>
                    <a:pt x="18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 name="Google Shape;349;p55"/>
            <p:cNvSpPr/>
            <p:nvPr/>
          </p:nvSpPr>
          <p:spPr>
            <a:xfrm>
              <a:off x="2011013" y="2304450"/>
              <a:ext cx="52950" cy="47225"/>
            </a:xfrm>
            <a:custGeom>
              <a:rect b="b" l="l" r="r" t="t"/>
              <a:pathLst>
                <a:path extrusionOk="0" h="1889" w="2118">
                  <a:moveTo>
                    <a:pt x="1059" y="0"/>
                  </a:moveTo>
                  <a:cubicBezTo>
                    <a:pt x="662" y="0"/>
                    <a:pt x="290" y="253"/>
                    <a:pt x="161" y="651"/>
                  </a:cubicBezTo>
                  <a:cubicBezTo>
                    <a:pt x="0" y="1146"/>
                    <a:pt x="271" y="1679"/>
                    <a:pt x="766" y="1842"/>
                  </a:cubicBezTo>
                  <a:cubicBezTo>
                    <a:pt x="862" y="1873"/>
                    <a:pt x="960" y="1888"/>
                    <a:pt x="1057" y="1888"/>
                  </a:cubicBezTo>
                  <a:cubicBezTo>
                    <a:pt x="1455" y="1888"/>
                    <a:pt x="1826" y="1635"/>
                    <a:pt x="1956" y="1237"/>
                  </a:cubicBezTo>
                  <a:cubicBezTo>
                    <a:pt x="2118" y="742"/>
                    <a:pt x="1847" y="209"/>
                    <a:pt x="1352" y="47"/>
                  </a:cubicBezTo>
                  <a:cubicBezTo>
                    <a:pt x="1255" y="15"/>
                    <a:pt x="1156" y="0"/>
                    <a:pt x="105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 name="Google Shape;350;p55"/>
            <p:cNvSpPr/>
            <p:nvPr/>
          </p:nvSpPr>
          <p:spPr>
            <a:xfrm>
              <a:off x="1532613" y="2067425"/>
              <a:ext cx="94500" cy="84250"/>
            </a:xfrm>
            <a:custGeom>
              <a:rect b="b" l="l" r="r" t="t"/>
              <a:pathLst>
                <a:path extrusionOk="0" h="3370" w="3780">
                  <a:moveTo>
                    <a:pt x="1890" y="0"/>
                  </a:moveTo>
                  <a:cubicBezTo>
                    <a:pt x="1180" y="0"/>
                    <a:pt x="520" y="451"/>
                    <a:pt x="289" y="1162"/>
                  </a:cubicBezTo>
                  <a:cubicBezTo>
                    <a:pt x="0" y="2048"/>
                    <a:pt x="482" y="2999"/>
                    <a:pt x="1366" y="3287"/>
                  </a:cubicBezTo>
                  <a:cubicBezTo>
                    <a:pt x="1540" y="3343"/>
                    <a:pt x="1716" y="3370"/>
                    <a:pt x="1889" y="3370"/>
                  </a:cubicBezTo>
                  <a:cubicBezTo>
                    <a:pt x="2599" y="3370"/>
                    <a:pt x="3260" y="2919"/>
                    <a:pt x="3492" y="2208"/>
                  </a:cubicBezTo>
                  <a:cubicBezTo>
                    <a:pt x="3780" y="1325"/>
                    <a:pt x="3299" y="374"/>
                    <a:pt x="2414" y="84"/>
                  </a:cubicBezTo>
                  <a:cubicBezTo>
                    <a:pt x="2240" y="27"/>
                    <a:pt x="2063" y="0"/>
                    <a:pt x="18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 name="Google Shape;351;p55"/>
            <p:cNvSpPr/>
            <p:nvPr/>
          </p:nvSpPr>
          <p:spPr>
            <a:xfrm>
              <a:off x="1553413" y="2085975"/>
              <a:ext cx="52950" cy="47250"/>
            </a:xfrm>
            <a:custGeom>
              <a:rect b="b" l="l" r="r" t="t"/>
              <a:pathLst>
                <a:path extrusionOk="0" h="1890" w="2118">
                  <a:moveTo>
                    <a:pt x="1060" y="0"/>
                  </a:moveTo>
                  <a:cubicBezTo>
                    <a:pt x="662" y="0"/>
                    <a:pt x="292" y="253"/>
                    <a:pt x="161" y="651"/>
                  </a:cubicBezTo>
                  <a:cubicBezTo>
                    <a:pt x="1" y="1147"/>
                    <a:pt x="271" y="1679"/>
                    <a:pt x="766" y="1842"/>
                  </a:cubicBezTo>
                  <a:cubicBezTo>
                    <a:pt x="864" y="1874"/>
                    <a:pt x="963" y="1890"/>
                    <a:pt x="1060" y="1890"/>
                  </a:cubicBezTo>
                  <a:cubicBezTo>
                    <a:pt x="1457" y="1890"/>
                    <a:pt x="1827" y="1636"/>
                    <a:pt x="1956" y="1237"/>
                  </a:cubicBezTo>
                  <a:cubicBezTo>
                    <a:pt x="2118" y="741"/>
                    <a:pt x="1848" y="207"/>
                    <a:pt x="1353" y="47"/>
                  </a:cubicBezTo>
                  <a:cubicBezTo>
                    <a:pt x="1255" y="15"/>
                    <a:pt x="1157" y="0"/>
                    <a:pt x="106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 name="Google Shape;352;p55"/>
            <p:cNvSpPr/>
            <p:nvPr/>
          </p:nvSpPr>
          <p:spPr>
            <a:xfrm>
              <a:off x="633213" y="3885425"/>
              <a:ext cx="94475" cy="84275"/>
            </a:xfrm>
            <a:custGeom>
              <a:rect b="b" l="l" r="r" t="t"/>
              <a:pathLst>
                <a:path extrusionOk="0" h="3371" w="3779">
                  <a:moveTo>
                    <a:pt x="1888" y="1"/>
                  </a:moveTo>
                  <a:cubicBezTo>
                    <a:pt x="1179" y="1"/>
                    <a:pt x="519" y="451"/>
                    <a:pt x="288" y="1163"/>
                  </a:cubicBezTo>
                  <a:cubicBezTo>
                    <a:pt x="0" y="2048"/>
                    <a:pt x="482" y="3000"/>
                    <a:pt x="1366" y="3287"/>
                  </a:cubicBezTo>
                  <a:cubicBezTo>
                    <a:pt x="1540" y="3343"/>
                    <a:pt x="1716" y="3370"/>
                    <a:pt x="1889" y="3370"/>
                  </a:cubicBezTo>
                  <a:cubicBezTo>
                    <a:pt x="2598" y="3370"/>
                    <a:pt x="3258" y="2920"/>
                    <a:pt x="3490" y="2208"/>
                  </a:cubicBezTo>
                  <a:cubicBezTo>
                    <a:pt x="3778" y="1324"/>
                    <a:pt x="3294" y="375"/>
                    <a:pt x="2412" y="84"/>
                  </a:cubicBezTo>
                  <a:cubicBezTo>
                    <a:pt x="2238" y="28"/>
                    <a:pt x="2062" y="1"/>
                    <a:pt x="188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 name="Google Shape;353;p55"/>
            <p:cNvSpPr/>
            <p:nvPr/>
          </p:nvSpPr>
          <p:spPr>
            <a:xfrm>
              <a:off x="653863" y="3903950"/>
              <a:ext cx="53075" cy="47225"/>
            </a:xfrm>
            <a:custGeom>
              <a:rect b="b" l="l" r="r" t="t"/>
              <a:pathLst>
                <a:path extrusionOk="0" h="1889" w="2123">
                  <a:moveTo>
                    <a:pt x="1062" y="0"/>
                  </a:moveTo>
                  <a:cubicBezTo>
                    <a:pt x="664" y="0"/>
                    <a:pt x="295" y="253"/>
                    <a:pt x="164" y="651"/>
                  </a:cubicBezTo>
                  <a:cubicBezTo>
                    <a:pt x="1" y="1146"/>
                    <a:pt x="273" y="1679"/>
                    <a:pt x="769" y="1842"/>
                  </a:cubicBezTo>
                  <a:cubicBezTo>
                    <a:pt x="866" y="1874"/>
                    <a:pt x="964" y="1889"/>
                    <a:pt x="1061" y="1889"/>
                  </a:cubicBezTo>
                  <a:cubicBezTo>
                    <a:pt x="1458" y="1889"/>
                    <a:pt x="1828" y="1635"/>
                    <a:pt x="1959" y="1237"/>
                  </a:cubicBezTo>
                  <a:cubicBezTo>
                    <a:pt x="2122" y="742"/>
                    <a:pt x="1851" y="209"/>
                    <a:pt x="1356" y="47"/>
                  </a:cubicBezTo>
                  <a:cubicBezTo>
                    <a:pt x="1258" y="15"/>
                    <a:pt x="1159"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 name="Google Shape;354;p55"/>
            <p:cNvSpPr/>
            <p:nvPr/>
          </p:nvSpPr>
          <p:spPr>
            <a:xfrm>
              <a:off x="891488" y="2338175"/>
              <a:ext cx="353350" cy="161300"/>
            </a:xfrm>
            <a:custGeom>
              <a:rect b="b" l="l" r="r" t="t"/>
              <a:pathLst>
                <a:path extrusionOk="0" h="6452" w="14134">
                  <a:moveTo>
                    <a:pt x="5501" y="0"/>
                  </a:moveTo>
                  <a:cubicBezTo>
                    <a:pt x="3530" y="0"/>
                    <a:pt x="1601" y="214"/>
                    <a:pt x="0" y="666"/>
                  </a:cubicBezTo>
                  <a:cubicBezTo>
                    <a:pt x="836" y="2546"/>
                    <a:pt x="2060" y="4313"/>
                    <a:pt x="2923" y="6212"/>
                  </a:cubicBezTo>
                  <a:cubicBezTo>
                    <a:pt x="6659" y="6291"/>
                    <a:pt x="10397" y="6373"/>
                    <a:pt x="14134" y="6451"/>
                  </a:cubicBezTo>
                  <a:cubicBezTo>
                    <a:pt x="14054" y="4896"/>
                    <a:pt x="13878" y="3349"/>
                    <a:pt x="13606" y="1816"/>
                  </a:cubicBezTo>
                  <a:cubicBezTo>
                    <a:pt x="13574" y="1639"/>
                    <a:pt x="13539" y="1453"/>
                    <a:pt x="13420" y="1317"/>
                  </a:cubicBezTo>
                  <a:cubicBezTo>
                    <a:pt x="13284" y="1161"/>
                    <a:pt x="13070" y="1104"/>
                    <a:pt x="12869" y="1055"/>
                  </a:cubicBezTo>
                  <a:cubicBezTo>
                    <a:pt x="10776" y="372"/>
                    <a:pt x="8102" y="0"/>
                    <a:pt x="550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 name="Google Shape;355;p55"/>
            <p:cNvSpPr/>
            <p:nvPr/>
          </p:nvSpPr>
          <p:spPr>
            <a:xfrm>
              <a:off x="941713" y="2374850"/>
              <a:ext cx="33100" cy="47775"/>
            </a:xfrm>
            <a:custGeom>
              <a:rect b="b" l="l" r="r" t="t"/>
              <a:pathLst>
                <a:path extrusionOk="0" h="1911" w="1324">
                  <a:moveTo>
                    <a:pt x="222" y="0"/>
                  </a:moveTo>
                  <a:cubicBezTo>
                    <a:pt x="104" y="0"/>
                    <a:pt x="1" y="100"/>
                    <a:pt x="20" y="246"/>
                  </a:cubicBezTo>
                  <a:cubicBezTo>
                    <a:pt x="53" y="527"/>
                    <a:pt x="163" y="751"/>
                    <a:pt x="284" y="1005"/>
                  </a:cubicBezTo>
                  <a:cubicBezTo>
                    <a:pt x="402" y="1255"/>
                    <a:pt x="510" y="1512"/>
                    <a:pt x="658" y="1747"/>
                  </a:cubicBezTo>
                  <a:cubicBezTo>
                    <a:pt x="730" y="1862"/>
                    <a:pt x="833" y="1910"/>
                    <a:pt x="933" y="1910"/>
                  </a:cubicBezTo>
                  <a:cubicBezTo>
                    <a:pt x="1134" y="1910"/>
                    <a:pt x="1324" y="1714"/>
                    <a:pt x="1221" y="1461"/>
                  </a:cubicBezTo>
                  <a:cubicBezTo>
                    <a:pt x="1117" y="1205"/>
                    <a:pt x="971" y="966"/>
                    <a:pt x="838" y="724"/>
                  </a:cubicBezTo>
                  <a:cubicBezTo>
                    <a:pt x="702" y="478"/>
                    <a:pt x="586" y="258"/>
                    <a:pt x="379" y="65"/>
                  </a:cubicBezTo>
                  <a:cubicBezTo>
                    <a:pt x="330" y="20"/>
                    <a:pt x="275" y="0"/>
                    <a:pt x="222" y="0"/>
                  </a:cubicBezTo>
                  <a:close/>
                </a:path>
              </a:pathLst>
            </a:custGeom>
            <a:solidFill>
              <a:srgbClr val="85E2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 name="Google Shape;356;p55"/>
            <p:cNvSpPr/>
            <p:nvPr/>
          </p:nvSpPr>
          <p:spPr>
            <a:xfrm>
              <a:off x="973313" y="2371400"/>
              <a:ext cx="25300" cy="39225"/>
            </a:xfrm>
            <a:custGeom>
              <a:rect b="b" l="l" r="r" t="t"/>
              <a:pathLst>
                <a:path extrusionOk="0" h="1569" w="1012">
                  <a:moveTo>
                    <a:pt x="194" y="0"/>
                  </a:moveTo>
                  <a:cubicBezTo>
                    <a:pt x="171" y="0"/>
                    <a:pt x="144" y="12"/>
                    <a:pt x="133" y="33"/>
                  </a:cubicBezTo>
                  <a:cubicBezTo>
                    <a:pt x="95" y="111"/>
                    <a:pt x="47" y="201"/>
                    <a:pt x="30" y="281"/>
                  </a:cubicBezTo>
                  <a:cubicBezTo>
                    <a:pt x="0" y="413"/>
                    <a:pt x="47" y="537"/>
                    <a:pt x="90" y="661"/>
                  </a:cubicBezTo>
                  <a:cubicBezTo>
                    <a:pt x="181" y="911"/>
                    <a:pt x="266" y="1170"/>
                    <a:pt x="381" y="1412"/>
                  </a:cubicBezTo>
                  <a:cubicBezTo>
                    <a:pt x="434" y="1521"/>
                    <a:pt x="536" y="1568"/>
                    <a:pt x="640" y="1568"/>
                  </a:cubicBezTo>
                  <a:cubicBezTo>
                    <a:pt x="823" y="1568"/>
                    <a:pt x="1012" y="1421"/>
                    <a:pt x="949" y="1207"/>
                  </a:cubicBezTo>
                  <a:cubicBezTo>
                    <a:pt x="874" y="952"/>
                    <a:pt x="768" y="703"/>
                    <a:pt x="668" y="456"/>
                  </a:cubicBezTo>
                  <a:cubicBezTo>
                    <a:pt x="625" y="352"/>
                    <a:pt x="587" y="227"/>
                    <a:pt x="497" y="153"/>
                  </a:cubicBezTo>
                  <a:cubicBezTo>
                    <a:pt x="427" y="91"/>
                    <a:pt x="301" y="38"/>
                    <a:pt x="215" y="4"/>
                  </a:cubicBezTo>
                  <a:cubicBezTo>
                    <a:pt x="209" y="1"/>
                    <a:pt x="202" y="0"/>
                    <a:pt x="194" y="0"/>
                  </a:cubicBezTo>
                  <a:close/>
                </a:path>
              </a:pathLst>
            </a:custGeom>
            <a:solidFill>
              <a:srgbClr val="85E2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 name="Google Shape;357;p55"/>
            <p:cNvSpPr/>
            <p:nvPr/>
          </p:nvSpPr>
          <p:spPr>
            <a:xfrm>
              <a:off x="1003813" y="2362850"/>
              <a:ext cx="28525" cy="39300"/>
            </a:xfrm>
            <a:custGeom>
              <a:rect b="b" l="l" r="r" t="t"/>
              <a:pathLst>
                <a:path extrusionOk="0" h="1572" w="1141">
                  <a:moveTo>
                    <a:pt x="276" y="1"/>
                  </a:moveTo>
                  <a:cubicBezTo>
                    <a:pt x="142" y="1"/>
                    <a:pt x="0" y="123"/>
                    <a:pt x="43" y="272"/>
                  </a:cubicBezTo>
                  <a:cubicBezTo>
                    <a:pt x="171" y="695"/>
                    <a:pt x="328" y="1113"/>
                    <a:pt x="587" y="1475"/>
                  </a:cubicBezTo>
                  <a:cubicBezTo>
                    <a:pt x="636" y="1542"/>
                    <a:pt x="707" y="1571"/>
                    <a:pt x="781" y="1571"/>
                  </a:cubicBezTo>
                  <a:cubicBezTo>
                    <a:pt x="954" y="1571"/>
                    <a:pt x="1140" y="1411"/>
                    <a:pt x="1079" y="1224"/>
                  </a:cubicBezTo>
                  <a:cubicBezTo>
                    <a:pt x="942" y="802"/>
                    <a:pt x="694" y="429"/>
                    <a:pt x="428" y="76"/>
                  </a:cubicBezTo>
                  <a:cubicBezTo>
                    <a:pt x="389" y="23"/>
                    <a:pt x="333" y="1"/>
                    <a:pt x="276" y="1"/>
                  </a:cubicBezTo>
                  <a:close/>
                </a:path>
              </a:pathLst>
            </a:custGeom>
            <a:solidFill>
              <a:srgbClr val="85E2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 name="Google Shape;358;p55"/>
            <p:cNvSpPr/>
            <p:nvPr/>
          </p:nvSpPr>
          <p:spPr>
            <a:xfrm>
              <a:off x="1328188" y="3391125"/>
              <a:ext cx="94550" cy="84250"/>
            </a:xfrm>
            <a:custGeom>
              <a:rect b="b" l="l" r="r" t="t"/>
              <a:pathLst>
                <a:path extrusionOk="0" h="3370" w="3782">
                  <a:moveTo>
                    <a:pt x="1891" y="0"/>
                  </a:moveTo>
                  <a:cubicBezTo>
                    <a:pt x="1181" y="0"/>
                    <a:pt x="520" y="451"/>
                    <a:pt x="288" y="1162"/>
                  </a:cubicBezTo>
                  <a:cubicBezTo>
                    <a:pt x="0" y="2046"/>
                    <a:pt x="482" y="2997"/>
                    <a:pt x="1367" y="3286"/>
                  </a:cubicBezTo>
                  <a:cubicBezTo>
                    <a:pt x="1540" y="3343"/>
                    <a:pt x="1717" y="3370"/>
                    <a:pt x="1890" y="3370"/>
                  </a:cubicBezTo>
                  <a:cubicBezTo>
                    <a:pt x="2600" y="3370"/>
                    <a:pt x="3260" y="2919"/>
                    <a:pt x="3491" y="2208"/>
                  </a:cubicBezTo>
                  <a:cubicBezTo>
                    <a:pt x="3781" y="1324"/>
                    <a:pt x="3298" y="372"/>
                    <a:pt x="2414" y="83"/>
                  </a:cubicBezTo>
                  <a:cubicBezTo>
                    <a:pt x="2240" y="27"/>
                    <a:pt x="2064" y="0"/>
                    <a:pt x="18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 name="Google Shape;359;p55"/>
            <p:cNvSpPr/>
            <p:nvPr/>
          </p:nvSpPr>
          <p:spPr>
            <a:xfrm>
              <a:off x="1348963" y="3409625"/>
              <a:ext cx="53000" cy="47250"/>
            </a:xfrm>
            <a:custGeom>
              <a:rect b="b" l="l" r="r" t="t"/>
              <a:pathLst>
                <a:path extrusionOk="0" h="1890" w="2120">
                  <a:moveTo>
                    <a:pt x="1060" y="1"/>
                  </a:moveTo>
                  <a:cubicBezTo>
                    <a:pt x="663" y="1"/>
                    <a:pt x="293" y="254"/>
                    <a:pt x="162" y="652"/>
                  </a:cubicBezTo>
                  <a:cubicBezTo>
                    <a:pt x="1" y="1147"/>
                    <a:pt x="271" y="1681"/>
                    <a:pt x="767" y="1843"/>
                  </a:cubicBezTo>
                  <a:cubicBezTo>
                    <a:pt x="864" y="1874"/>
                    <a:pt x="963" y="1889"/>
                    <a:pt x="1060" y="1889"/>
                  </a:cubicBezTo>
                  <a:cubicBezTo>
                    <a:pt x="1457" y="1889"/>
                    <a:pt x="1826" y="1637"/>
                    <a:pt x="1957" y="1239"/>
                  </a:cubicBezTo>
                  <a:cubicBezTo>
                    <a:pt x="2119" y="744"/>
                    <a:pt x="1849" y="210"/>
                    <a:pt x="1352" y="47"/>
                  </a:cubicBezTo>
                  <a:cubicBezTo>
                    <a:pt x="1255" y="16"/>
                    <a:pt x="1157" y="1"/>
                    <a:pt x="106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0" name="Google Shape;360;p55"/>
          <p:cNvGrpSpPr/>
          <p:nvPr/>
        </p:nvGrpSpPr>
        <p:grpSpPr>
          <a:xfrm rot="401786">
            <a:off x="1610189" y="3211662"/>
            <a:ext cx="1039046" cy="1489737"/>
            <a:chOff x="6224263" y="1126225"/>
            <a:chExt cx="1156125" cy="1657600"/>
          </a:xfrm>
        </p:grpSpPr>
        <p:sp>
          <p:nvSpPr>
            <p:cNvPr id="361" name="Google Shape;361;p55"/>
            <p:cNvSpPr/>
            <p:nvPr/>
          </p:nvSpPr>
          <p:spPr>
            <a:xfrm>
              <a:off x="6534363" y="1126225"/>
              <a:ext cx="426675" cy="954650"/>
            </a:xfrm>
            <a:custGeom>
              <a:rect b="b" l="l" r="r" t="t"/>
              <a:pathLst>
                <a:path extrusionOk="0" h="38186" w="17067">
                  <a:moveTo>
                    <a:pt x="3471" y="0"/>
                  </a:moveTo>
                  <a:cubicBezTo>
                    <a:pt x="1554" y="0"/>
                    <a:pt x="0" y="1554"/>
                    <a:pt x="0" y="3471"/>
                  </a:cubicBezTo>
                  <a:lnTo>
                    <a:pt x="0" y="34713"/>
                  </a:lnTo>
                  <a:cubicBezTo>
                    <a:pt x="0" y="36630"/>
                    <a:pt x="1554" y="38185"/>
                    <a:pt x="3471" y="38185"/>
                  </a:cubicBezTo>
                  <a:lnTo>
                    <a:pt x="13596" y="38185"/>
                  </a:lnTo>
                  <a:cubicBezTo>
                    <a:pt x="15513" y="38185"/>
                    <a:pt x="17067" y="36630"/>
                    <a:pt x="17067" y="34713"/>
                  </a:cubicBezTo>
                  <a:lnTo>
                    <a:pt x="17067" y="3471"/>
                  </a:lnTo>
                  <a:cubicBezTo>
                    <a:pt x="17067" y="1554"/>
                    <a:pt x="15513" y="0"/>
                    <a:pt x="1359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 name="Google Shape;362;p55"/>
            <p:cNvSpPr/>
            <p:nvPr/>
          </p:nvSpPr>
          <p:spPr>
            <a:xfrm>
              <a:off x="6531963" y="1127100"/>
              <a:ext cx="426675" cy="843725"/>
            </a:xfrm>
            <a:custGeom>
              <a:rect b="b" l="l" r="r" t="t"/>
              <a:pathLst>
                <a:path extrusionOk="0" h="33749" w="17067">
                  <a:moveTo>
                    <a:pt x="3471" y="1"/>
                  </a:moveTo>
                  <a:cubicBezTo>
                    <a:pt x="1554" y="1"/>
                    <a:pt x="1" y="1554"/>
                    <a:pt x="1" y="3471"/>
                  </a:cubicBezTo>
                  <a:lnTo>
                    <a:pt x="1" y="33748"/>
                  </a:lnTo>
                  <a:cubicBezTo>
                    <a:pt x="4995" y="33173"/>
                    <a:pt x="9866" y="31723"/>
                    <a:pt x="14890" y="31362"/>
                  </a:cubicBezTo>
                  <a:cubicBezTo>
                    <a:pt x="15610" y="31309"/>
                    <a:pt x="16339" y="31281"/>
                    <a:pt x="17067" y="31275"/>
                  </a:cubicBezTo>
                  <a:lnTo>
                    <a:pt x="17067" y="3471"/>
                  </a:lnTo>
                  <a:cubicBezTo>
                    <a:pt x="17067" y="1554"/>
                    <a:pt x="15512" y="1"/>
                    <a:pt x="1359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 name="Google Shape;363;p55"/>
            <p:cNvSpPr/>
            <p:nvPr/>
          </p:nvSpPr>
          <p:spPr>
            <a:xfrm>
              <a:off x="6502713" y="1907250"/>
              <a:ext cx="491800" cy="65100"/>
            </a:xfrm>
            <a:custGeom>
              <a:rect b="b" l="l" r="r" t="t"/>
              <a:pathLst>
                <a:path extrusionOk="0" h="2604" w="19672">
                  <a:moveTo>
                    <a:pt x="0" y="0"/>
                  </a:moveTo>
                  <a:lnTo>
                    <a:pt x="0" y="2604"/>
                  </a:lnTo>
                  <a:lnTo>
                    <a:pt x="19672" y="2604"/>
                  </a:lnTo>
                  <a:lnTo>
                    <a:pt x="19672"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 name="Google Shape;364;p55"/>
            <p:cNvSpPr/>
            <p:nvPr/>
          </p:nvSpPr>
          <p:spPr>
            <a:xfrm>
              <a:off x="6601988" y="1445000"/>
              <a:ext cx="122300" cy="472650"/>
            </a:xfrm>
            <a:custGeom>
              <a:rect b="b" l="l" r="r" t="t"/>
              <a:pathLst>
                <a:path extrusionOk="0" h="18906" w="4892">
                  <a:moveTo>
                    <a:pt x="415" y="1"/>
                  </a:moveTo>
                  <a:cubicBezTo>
                    <a:pt x="187" y="1"/>
                    <a:pt x="1" y="187"/>
                    <a:pt x="1" y="416"/>
                  </a:cubicBezTo>
                  <a:lnTo>
                    <a:pt x="1" y="5876"/>
                  </a:lnTo>
                  <a:cubicBezTo>
                    <a:pt x="1" y="7093"/>
                    <a:pt x="576" y="8268"/>
                    <a:pt x="1538" y="9013"/>
                  </a:cubicBezTo>
                  <a:lnTo>
                    <a:pt x="3261" y="10345"/>
                  </a:lnTo>
                  <a:cubicBezTo>
                    <a:pt x="3763" y="10733"/>
                    <a:pt x="4062" y="11343"/>
                    <a:pt x="4062" y="11977"/>
                  </a:cubicBezTo>
                  <a:lnTo>
                    <a:pt x="4062" y="18490"/>
                  </a:lnTo>
                  <a:cubicBezTo>
                    <a:pt x="4062" y="18719"/>
                    <a:pt x="4248" y="18905"/>
                    <a:pt x="4477" y="18905"/>
                  </a:cubicBezTo>
                  <a:cubicBezTo>
                    <a:pt x="4706" y="18905"/>
                    <a:pt x="4892" y="18719"/>
                    <a:pt x="4892" y="18490"/>
                  </a:cubicBezTo>
                  <a:lnTo>
                    <a:pt x="4892" y="11977"/>
                  </a:lnTo>
                  <a:cubicBezTo>
                    <a:pt x="4892" y="11089"/>
                    <a:pt x="4474" y="10235"/>
                    <a:pt x="3770" y="9691"/>
                  </a:cubicBezTo>
                  <a:lnTo>
                    <a:pt x="2049" y="8358"/>
                  </a:lnTo>
                  <a:cubicBezTo>
                    <a:pt x="1285" y="7769"/>
                    <a:pt x="830" y="6840"/>
                    <a:pt x="830" y="5876"/>
                  </a:cubicBezTo>
                  <a:lnTo>
                    <a:pt x="830" y="416"/>
                  </a:lnTo>
                  <a:cubicBezTo>
                    <a:pt x="830" y="187"/>
                    <a:pt x="644" y="1"/>
                    <a:pt x="41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 name="Google Shape;365;p55"/>
            <p:cNvSpPr/>
            <p:nvPr/>
          </p:nvSpPr>
          <p:spPr>
            <a:xfrm>
              <a:off x="6575813" y="1405675"/>
              <a:ext cx="75900" cy="75900"/>
            </a:xfrm>
            <a:custGeom>
              <a:rect b="b" l="l" r="r" t="t"/>
              <a:pathLst>
                <a:path extrusionOk="0" h="3036" w="3036">
                  <a:moveTo>
                    <a:pt x="1518" y="0"/>
                  </a:moveTo>
                  <a:cubicBezTo>
                    <a:pt x="680" y="0"/>
                    <a:pt x="0" y="680"/>
                    <a:pt x="0" y="1518"/>
                  </a:cubicBezTo>
                  <a:cubicBezTo>
                    <a:pt x="0" y="2356"/>
                    <a:pt x="680" y="3036"/>
                    <a:pt x="1518" y="3036"/>
                  </a:cubicBezTo>
                  <a:cubicBezTo>
                    <a:pt x="2357" y="3036"/>
                    <a:pt x="3036" y="2356"/>
                    <a:pt x="3036" y="1518"/>
                  </a:cubicBezTo>
                  <a:cubicBezTo>
                    <a:pt x="3036" y="680"/>
                    <a:pt x="2357" y="0"/>
                    <a:pt x="151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 name="Google Shape;366;p55"/>
            <p:cNvSpPr/>
            <p:nvPr/>
          </p:nvSpPr>
          <p:spPr>
            <a:xfrm>
              <a:off x="6769038" y="1445975"/>
              <a:ext cx="122300" cy="472625"/>
            </a:xfrm>
            <a:custGeom>
              <a:rect b="b" l="l" r="r" t="t"/>
              <a:pathLst>
                <a:path extrusionOk="0" h="18905" w="4892">
                  <a:moveTo>
                    <a:pt x="4477" y="0"/>
                  </a:moveTo>
                  <a:cubicBezTo>
                    <a:pt x="4248" y="0"/>
                    <a:pt x="4062" y="186"/>
                    <a:pt x="4062" y="415"/>
                  </a:cubicBezTo>
                  <a:lnTo>
                    <a:pt x="4062" y="5877"/>
                  </a:lnTo>
                  <a:cubicBezTo>
                    <a:pt x="4062" y="6841"/>
                    <a:pt x="3607" y="7768"/>
                    <a:pt x="2844" y="8359"/>
                  </a:cubicBezTo>
                  <a:lnTo>
                    <a:pt x="1122" y="9691"/>
                  </a:lnTo>
                  <a:cubicBezTo>
                    <a:pt x="421" y="10234"/>
                    <a:pt x="1" y="11090"/>
                    <a:pt x="1" y="11978"/>
                  </a:cubicBezTo>
                  <a:lnTo>
                    <a:pt x="1" y="18490"/>
                  </a:lnTo>
                  <a:cubicBezTo>
                    <a:pt x="1" y="18719"/>
                    <a:pt x="188" y="18905"/>
                    <a:pt x="417" y="18905"/>
                  </a:cubicBezTo>
                  <a:cubicBezTo>
                    <a:pt x="643" y="18905"/>
                    <a:pt x="829" y="18722"/>
                    <a:pt x="832" y="18490"/>
                  </a:cubicBezTo>
                  <a:lnTo>
                    <a:pt x="832" y="11978"/>
                  </a:lnTo>
                  <a:cubicBezTo>
                    <a:pt x="832" y="11343"/>
                    <a:pt x="1132" y="10734"/>
                    <a:pt x="1633" y="10346"/>
                  </a:cubicBezTo>
                  <a:lnTo>
                    <a:pt x="3354" y="9013"/>
                  </a:lnTo>
                  <a:cubicBezTo>
                    <a:pt x="4316" y="8267"/>
                    <a:pt x="4892" y="7096"/>
                    <a:pt x="4892" y="5877"/>
                  </a:cubicBezTo>
                  <a:lnTo>
                    <a:pt x="4892" y="415"/>
                  </a:lnTo>
                  <a:cubicBezTo>
                    <a:pt x="4892" y="186"/>
                    <a:pt x="4706" y="0"/>
                    <a:pt x="447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 name="Google Shape;367;p55"/>
            <p:cNvSpPr/>
            <p:nvPr/>
          </p:nvSpPr>
          <p:spPr>
            <a:xfrm>
              <a:off x="6841613" y="1406625"/>
              <a:ext cx="75950" cy="75950"/>
            </a:xfrm>
            <a:custGeom>
              <a:rect b="b" l="l" r="r" t="t"/>
              <a:pathLst>
                <a:path extrusionOk="0" h="3038" w="3038">
                  <a:moveTo>
                    <a:pt x="1519" y="1"/>
                  </a:moveTo>
                  <a:cubicBezTo>
                    <a:pt x="680" y="1"/>
                    <a:pt x="0" y="680"/>
                    <a:pt x="0" y="1520"/>
                  </a:cubicBezTo>
                  <a:cubicBezTo>
                    <a:pt x="0" y="2358"/>
                    <a:pt x="680" y="3038"/>
                    <a:pt x="1519" y="3038"/>
                  </a:cubicBezTo>
                  <a:cubicBezTo>
                    <a:pt x="2358" y="3038"/>
                    <a:pt x="3037" y="2358"/>
                    <a:pt x="3037" y="1520"/>
                  </a:cubicBezTo>
                  <a:cubicBezTo>
                    <a:pt x="3037" y="680"/>
                    <a:pt x="2358" y="1"/>
                    <a:pt x="151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 name="Google Shape;368;p55"/>
            <p:cNvSpPr/>
            <p:nvPr/>
          </p:nvSpPr>
          <p:spPr>
            <a:xfrm>
              <a:off x="6873963" y="1595150"/>
              <a:ext cx="50350" cy="45850"/>
            </a:xfrm>
            <a:custGeom>
              <a:rect b="b" l="l" r="r" t="t"/>
              <a:pathLst>
                <a:path extrusionOk="0" h="1834" w="2014">
                  <a:moveTo>
                    <a:pt x="1007" y="1"/>
                  </a:moveTo>
                  <a:cubicBezTo>
                    <a:pt x="772" y="1"/>
                    <a:pt x="537" y="90"/>
                    <a:pt x="358" y="269"/>
                  </a:cubicBezTo>
                  <a:cubicBezTo>
                    <a:pt x="1" y="627"/>
                    <a:pt x="1" y="1208"/>
                    <a:pt x="358" y="1565"/>
                  </a:cubicBezTo>
                  <a:cubicBezTo>
                    <a:pt x="537" y="1744"/>
                    <a:pt x="772" y="1833"/>
                    <a:pt x="1007" y="1833"/>
                  </a:cubicBezTo>
                  <a:cubicBezTo>
                    <a:pt x="1242" y="1833"/>
                    <a:pt x="1477" y="1744"/>
                    <a:pt x="1656" y="1565"/>
                  </a:cubicBezTo>
                  <a:cubicBezTo>
                    <a:pt x="2013" y="1208"/>
                    <a:pt x="2013" y="627"/>
                    <a:pt x="1656" y="269"/>
                  </a:cubicBezTo>
                  <a:cubicBezTo>
                    <a:pt x="1477" y="90"/>
                    <a:pt x="1242" y="1"/>
                    <a:pt x="100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 name="Google Shape;369;p55"/>
            <p:cNvSpPr/>
            <p:nvPr/>
          </p:nvSpPr>
          <p:spPr>
            <a:xfrm>
              <a:off x="6883163" y="1281750"/>
              <a:ext cx="40850" cy="251875"/>
            </a:xfrm>
            <a:custGeom>
              <a:rect b="b" l="l" r="r" t="t"/>
              <a:pathLst>
                <a:path extrusionOk="0" h="10075" w="1634">
                  <a:moveTo>
                    <a:pt x="817" y="1"/>
                  </a:moveTo>
                  <a:cubicBezTo>
                    <a:pt x="367" y="1"/>
                    <a:pt x="0" y="367"/>
                    <a:pt x="0" y="817"/>
                  </a:cubicBezTo>
                  <a:lnTo>
                    <a:pt x="0" y="9257"/>
                  </a:lnTo>
                  <a:cubicBezTo>
                    <a:pt x="0" y="9709"/>
                    <a:pt x="367" y="10074"/>
                    <a:pt x="817" y="10074"/>
                  </a:cubicBezTo>
                  <a:cubicBezTo>
                    <a:pt x="1268" y="10074"/>
                    <a:pt x="1634" y="9708"/>
                    <a:pt x="1634" y="9257"/>
                  </a:cubicBezTo>
                  <a:lnTo>
                    <a:pt x="1634" y="817"/>
                  </a:lnTo>
                  <a:cubicBezTo>
                    <a:pt x="1634" y="365"/>
                    <a:pt x="1268" y="1"/>
                    <a:pt x="81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 name="Google Shape;370;p55"/>
            <p:cNvSpPr/>
            <p:nvPr/>
          </p:nvSpPr>
          <p:spPr>
            <a:xfrm>
              <a:off x="6734838" y="1418750"/>
              <a:ext cx="20775" cy="492350"/>
            </a:xfrm>
            <a:custGeom>
              <a:rect b="b" l="l" r="r" t="t"/>
              <a:pathLst>
                <a:path extrusionOk="0" h="19694" w="831">
                  <a:moveTo>
                    <a:pt x="416" y="1"/>
                  </a:moveTo>
                  <a:cubicBezTo>
                    <a:pt x="187" y="1"/>
                    <a:pt x="1" y="187"/>
                    <a:pt x="1" y="416"/>
                  </a:cubicBezTo>
                  <a:lnTo>
                    <a:pt x="1" y="19279"/>
                  </a:lnTo>
                  <a:cubicBezTo>
                    <a:pt x="1" y="19507"/>
                    <a:pt x="187" y="19693"/>
                    <a:pt x="416" y="19693"/>
                  </a:cubicBezTo>
                  <a:cubicBezTo>
                    <a:pt x="645" y="19693"/>
                    <a:pt x="831" y="19507"/>
                    <a:pt x="831" y="19277"/>
                  </a:cubicBezTo>
                  <a:lnTo>
                    <a:pt x="831" y="416"/>
                  </a:lnTo>
                  <a:cubicBezTo>
                    <a:pt x="831" y="187"/>
                    <a:pt x="645" y="1"/>
                    <a:pt x="41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 name="Google Shape;371;p55"/>
            <p:cNvSpPr/>
            <p:nvPr/>
          </p:nvSpPr>
          <p:spPr>
            <a:xfrm>
              <a:off x="6705888" y="1349300"/>
              <a:ext cx="78400" cy="71400"/>
            </a:xfrm>
            <a:custGeom>
              <a:rect b="b" l="l" r="r" t="t"/>
              <a:pathLst>
                <a:path extrusionOk="0" h="2856" w="3136">
                  <a:moveTo>
                    <a:pt x="1568" y="0"/>
                  </a:moveTo>
                  <a:cubicBezTo>
                    <a:pt x="1203" y="0"/>
                    <a:pt x="837" y="140"/>
                    <a:pt x="558" y="418"/>
                  </a:cubicBezTo>
                  <a:cubicBezTo>
                    <a:pt x="0" y="976"/>
                    <a:pt x="0" y="1879"/>
                    <a:pt x="558" y="2437"/>
                  </a:cubicBezTo>
                  <a:cubicBezTo>
                    <a:pt x="837" y="2716"/>
                    <a:pt x="1203" y="2855"/>
                    <a:pt x="1568" y="2855"/>
                  </a:cubicBezTo>
                  <a:cubicBezTo>
                    <a:pt x="1934" y="2855"/>
                    <a:pt x="2299" y="2716"/>
                    <a:pt x="2578" y="2437"/>
                  </a:cubicBezTo>
                  <a:cubicBezTo>
                    <a:pt x="3136" y="1879"/>
                    <a:pt x="3136" y="976"/>
                    <a:pt x="2578" y="418"/>
                  </a:cubicBezTo>
                  <a:cubicBezTo>
                    <a:pt x="2299" y="140"/>
                    <a:pt x="1934" y="0"/>
                    <a:pt x="156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 name="Google Shape;372;p55"/>
            <p:cNvSpPr/>
            <p:nvPr/>
          </p:nvSpPr>
          <p:spPr>
            <a:xfrm>
              <a:off x="6664838" y="2067725"/>
              <a:ext cx="147350" cy="42575"/>
            </a:xfrm>
            <a:custGeom>
              <a:rect b="b" l="l" r="r" t="t"/>
              <a:pathLst>
                <a:path extrusionOk="0" h="1703" w="5894">
                  <a:moveTo>
                    <a:pt x="851" y="0"/>
                  </a:moveTo>
                  <a:cubicBezTo>
                    <a:pt x="382" y="0"/>
                    <a:pt x="0" y="383"/>
                    <a:pt x="0" y="851"/>
                  </a:cubicBezTo>
                  <a:cubicBezTo>
                    <a:pt x="0" y="1320"/>
                    <a:pt x="382" y="1702"/>
                    <a:pt x="851" y="1702"/>
                  </a:cubicBezTo>
                  <a:lnTo>
                    <a:pt x="5043" y="1702"/>
                  </a:lnTo>
                  <a:cubicBezTo>
                    <a:pt x="5510" y="1702"/>
                    <a:pt x="5894" y="1320"/>
                    <a:pt x="5894" y="851"/>
                  </a:cubicBezTo>
                  <a:cubicBezTo>
                    <a:pt x="5894" y="383"/>
                    <a:pt x="5510" y="0"/>
                    <a:pt x="50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 name="Google Shape;373;p55"/>
            <p:cNvSpPr/>
            <p:nvPr/>
          </p:nvSpPr>
          <p:spPr>
            <a:xfrm>
              <a:off x="6664838" y="2139775"/>
              <a:ext cx="147350" cy="42575"/>
            </a:xfrm>
            <a:custGeom>
              <a:rect b="b" l="l" r="r" t="t"/>
              <a:pathLst>
                <a:path extrusionOk="0" h="1703" w="5894">
                  <a:moveTo>
                    <a:pt x="851" y="1"/>
                  </a:moveTo>
                  <a:cubicBezTo>
                    <a:pt x="382" y="1"/>
                    <a:pt x="0" y="384"/>
                    <a:pt x="0" y="852"/>
                  </a:cubicBezTo>
                  <a:cubicBezTo>
                    <a:pt x="0" y="1321"/>
                    <a:pt x="382" y="1703"/>
                    <a:pt x="851" y="1703"/>
                  </a:cubicBezTo>
                  <a:lnTo>
                    <a:pt x="5043" y="1703"/>
                  </a:lnTo>
                  <a:cubicBezTo>
                    <a:pt x="5510" y="1703"/>
                    <a:pt x="5894" y="1320"/>
                    <a:pt x="5894" y="852"/>
                  </a:cubicBezTo>
                  <a:cubicBezTo>
                    <a:pt x="5894" y="384"/>
                    <a:pt x="5510" y="1"/>
                    <a:pt x="504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 name="Google Shape;374;p55"/>
            <p:cNvSpPr/>
            <p:nvPr/>
          </p:nvSpPr>
          <p:spPr>
            <a:xfrm>
              <a:off x="6389988" y="2164600"/>
              <a:ext cx="699075" cy="231950"/>
            </a:xfrm>
            <a:custGeom>
              <a:rect b="b" l="l" r="r" t="t"/>
              <a:pathLst>
                <a:path extrusionOk="0" h="9278" w="27963">
                  <a:moveTo>
                    <a:pt x="1009" y="0"/>
                  </a:moveTo>
                  <a:cubicBezTo>
                    <a:pt x="425" y="0"/>
                    <a:pt x="0" y="491"/>
                    <a:pt x="0" y="1073"/>
                  </a:cubicBezTo>
                  <a:lnTo>
                    <a:pt x="0" y="8239"/>
                  </a:lnTo>
                  <a:cubicBezTo>
                    <a:pt x="0" y="8821"/>
                    <a:pt x="425" y="9277"/>
                    <a:pt x="1009" y="9277"/>
                  </a:cubicBezTo>
                  <a:lnTo>
                    <a:pt x="26861" y="9277"/>
                  </a:lnTo>
                  <a:cubicBezTo>
                    <a:pt x="27445" y="9277"/>
                    <a:pt x="27963" y="8821"/>
                    <a:pt x="27963" y="8239"/>
                  </a:cubicBezTo>
                  <a:lnTo>
                    <a:pt x="27963" y="1073"/>
                  </a:lnTo>
                  <a:cubicBezTo>
                    <a:pt x="27963" y="491"/>
                    <a:pt x="27445" y="0"/>
                    <a:pt x="26861"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 name="Google Shape;375;p55"/>
            <p:cNvSpPr/>
            <p:nvPr/>
          </p:nvSpPr>
          <p:spPr>
            <a:xfrm>
              <a:off x="6885563" y="2258875"/>
              <a:ext cx="110450" cy="110450"/>
            </a:xfrm>
            <a:custGeom>
              <a:rect b="b" l="l" r="r" t="t"/>
              <a:pathLst>
                <a:path extrusionOk="0" h="4418" w="4418">
                  <a:moveTo>
                    <a:pt x="2209" y="0"/>
                  </a:moveTo>
                  <a:cubicBezTo>
                    <a:pt x="989" y="0"/>
                    <a:pt x="0" y="990"/>
                    <a:pt x="0" y="2209"/>
                  </a:cubicBezTo>
                  <a:cubicBezTo>
                    <a:pt x="0" y="3429"/>
                    <a:pt x="989" y="4418"/>
                    <a:pt x="2209" y="4418"/>
                  </a:cubicBezTo>
                  <a:cubicBezTo>
                    <a:pt x="3428" y="4418"/>
                    <a:pt x="4418" y="3429"/>
                    <a:pt x="4418" y="2209"/>
                  </a:cubicBezTo>
                  <a:cubicBezTo>
                    <a:pt x="4418" y="990"/>
                    <a:pt x="3431" y="0"/>
                    <a:pt x="220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 name="Google Shape;376;p55"/>
            <p:cNvSpPr/>
            <p:nvPr/>
          </p:nvSpPr>
          <p:spPr>
            <a:xfrm>
              <a:off x="6444563" y="2290800"/>
              <a:ext cx="248975" cy="64800"/>
            </a:xfrm>
            <a:custGeom>
              <a:rect b="b" l="l" r="r" t="t"/>
              <a:pathLst>
                <a:path extrusionOk="0" h="2592" w="9959">
                  <a:moveTo>
                    <a:pt x="0" y="1"/>
                  </a:moveTo>
                  <a:lnTo>
                    <a:pt x="0" y="2591"/>
                  </a:lnTo>
                  <a:lnTo>
                    <a:pt x="9958" y="2591"/>
                  </a:lnTo>
                  <a:lnTo>
                    <a:pt x="9958"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 name="Google Shape;377;p55"/>
            <p:cNvSpPr/>
            <p:nvPr/>
          </p:nvSpPr>
          <p:spPr>
            <a:xfrm>
              <a:off x="6447963" y="2232825"/>
              <a:ext cx="64775" cy="30725"/>
            </a:xfrm>
            <a:custGeom>
              <a:rect b="b" l="l" r="r" t="t"/>
              <a:pathLst>
                <a:path extrusionOk="0" h="1229" w="2591">
                  <a:moveTo>
                    <a:pt x="0" y="1"/>
                  </a:moveTo>
                  <a:lnTo>
                    <a:pt x="0" y="1228"/>
                  </a:lnTo>
                  <a:lnTo>
                    <a:pt x="2591" y="1228"/>
                  </a:lnTo>
                  <a:lnTo>
                    <a:pt x="2591"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 name="Google Shape;378;p55"/>
            <p:cNvSpPr/>
            <p:nvPr/>
          </p:nvSpPr>
          <p:spPr>
            <a:xfrm>
              <a:off x="6363888" y="2251400"/>
              <a:ext cx="233200" cy="229175"/>
            </a:xfrm>
            <a:custGeom>
              <a:rect b="b" l="l" r="r" t="t"/>
              <a:pathLst>
                <a:path extrusionOk="0" h="9167" w="9328">
                  <a:moveTo>
                    <a:pt x="8419" y="1"/>
                  </a:moveTo>
                  <a:cubicBezTo>
                    <a:pt x="8207" y="1"/>
                    <a:pt x="7995" y="81"/>
                    <a:pt x="7834" y="242"/>
                  </a:cubicBezTo>
                  <a:lnTo>
                    <a:pt x="322" y="7755"/>
                  </a:lnTo>
                  <a:cubicBezTo>
                    <a:pt x="0" y="8077"/>
                    <a:pt x="0" y="8603"/>
                    <a:pt x="322" y="8925"/>
                  </a:cubicBezTo>
                  <a:cubicBezTo>
                    <a:pt x="483" y="9086"/>
                    <a:pt x="695" y="9167"/>
                    <a:pt x="907" y="9167"/>
                  </a:cubicBezTo>
                  <a:cubicBezTo>
                    <a:pt x="1119" y="9167"/>
                    <a:pt x="1331" y="9086"/>
                    <a:pt x="1492" y="8925"/>
                  </a:cubicBezTo>
                  <a:lnTo>
                    <a:pt x="9005" y="1414"/>
                  </a:lnTo>
                  <a:cubicBezTo>
                    <a:pt x="9327" y="1092"/>
                    <a:pt x="9327" y="564"/>
                    <a:pt x="9005" y="242"/>
                  </a:cubicBezTo>
                  <a:cubicBezTo>
                    <a:pt x="8844" y="81"/>
                    <a:pt x="8632" y="1"/>
                    <a:pt x="84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 name="Google Shape;379;p55"/>
            <p:cNvSpPr/>
            <p:nvPr/>
          </p:nvSpPr>
          <p:spPr>
            <a:xfrm>
              <a:off x="6298888" y="2559200"/>
              <a:ext cx="78825" cy="77800"/>
            </a:xfrm>
            <a:custGeom>
              <a:rect b="b" l="l" r="r" t="t"/>
              <a:pathLst>
                <a:path extrusionOk="0" h="3112" w="3153">
                  <a:moveTo>
                    <a:pt x="227" y="1"/>
                  </a:moveTo>
                  <a:cubicBezTo>
                    <a:pt x="175" y="1"/>
                    <a:pt x="122" y="21"/>
                    <a:pt x="82" y="61"/>
                  </a:cubicBezTo>
                  <a:cubicBezTo>
                    <a:pt x="1" y="142"/>
                    <a:pt x="1" y="271"/>
                    <a:pt x="82" y="351"/>
                  </a:cubicBezTo>
                  <a:lnTo>
                    <a:pt x="2782" y="3051"/>
                  </a:lnTo>
                  <a:cubicBezTo>
                    <a:pt x="2822" y="3091"/>
                    <a:pt x="2874" y="3112"/>
                    <a:pt x="2926" y="3112"/>
                  </a:cubicBezTo>
                  <a:cubicBezTo>
                    <a:pt x="2979" y="3112"/>
                    <a:pt x="3031" y="3091"/>
                    <a:pt x="3072" y="3051"/>
                  </a:cubicBezTo>
                  <a:cubicBezTo>
                    <a:pt x="3152" y="2970"/>
                    <a:pt x="3152" y="2842"/>
                    <a:pt x="3072" y="2762"/>
                  </a:cubicBezTo>
                  <a:lnTo>
                    <a:pt x="371" y="61"/>
                  </a:lnTo>
                  <a:cubicBezTo>
                    <a:pt x="331" y="21"/>
                    <a:pt x="279" y="1"/>
                    <a:pt x="22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55"/>
            <p:cNvSpPr/>
            <p:nvPr/>
          </p:nvSpPr>
          <p:spPr>
            <a:xfrm>
              <a:off x="6276438" y="2640275"/>
              <a:ext cx="105700" cy="10225"/>
            </a:xfrm>
            <a:custGeom>
              <a:rect b="b" l="l" r="r" t="t"/>
              <a:pathLst>
                <a:path extrusionOk="0" h="409" w="4228">
                  <a:moveTo>
                    <a:pt x="204" y="1"/>
                  </a:moveTo>
                  <a:cubicBezTo>
                    <a:pt x="91" y="1"/>
                    <a:pt x="1" y="92"/>
                    <a:pt x="1" y="205"/>
                  </a:cubicBezTo>
                  <a:cubicBezTo>
                    <a:pt x="1" y="317"/>
                    <a:pt x="91" y="408"/>
                    <a:pt x="204" y="408"/>
                  </a:cubicBezTo>
                  <a:lnTo>
                    <a:pt x="4023" y="408"/>
                  </a:lnTo>
                  <a:cubicBezTo>
                    <a:pt x="4136" y="408"/>
                    <a:pt x="4228" y="318"/>
                    <a:pt x="4228" y="205"/>
                  </a:cubicBezTo>
                  <a:cubicBezTo>
                    <a:pt x="4228" y="92"/>
                    <a:pt x="4136" y="1"/>
                    <a:pt x="402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 name="Google Shape;381;p55"/>
            <p:cNvSpPr/>
            <p:nvPr/>
          </p:nvSpPr>
          <p:spPr>
            <a:xfrm>
              <a:off x="6312588" y="2647850"/>
              <a:ext cx="78775" cy="77775"/>
            </a:xfrm>
            <a:custGeom>
              <a:rect b="b" l="l" r="r" t="t"/>
              <a:pathLst>
                <a:path extrusionOk="0" h="3111" w="3151">
                  <a:moveTo>
                    <a:pt x="2926" y="1"/>
                  </a:moveTo>
                  <a:cubicBezTo>
                    <a:pt x="2873" y="1"/>
                    <a:pt x="2821" y="21"/>
                    <a:pt x="2782" y="61"/>
                  </a:cubicBezTo>
                  <a:lnTo>
                    <a:pt x="81" y="2762"/>
                  </a:lnTo>
                  <a:cubicBezTo>
                    <a:pt x="1" y="2842"/>
                    <a:pt x="1" y="2971"/>
                    <a:pt x="81" y="3051"/>
                  </a:cubicBezTo>
                  <a:cubicBezTo>
                    <a:pt x="121" y="3091"/>
                    <a:pt x="173" y="3111"/>
                    <a:pt x="226" y="3111"/>
                  </a:cubicBezTo>
                  <a:cubicBezTo>
                    <a:pt x="278" y="3111"/>
                    <a:pt x="331" y="3091"/>
                    <a:pt x="371" y="3051"/>
                  </a:cubicBezTo>
                  <a:lnTo>
                    <a:pt x="3071" y="351"/>
                  </a:lnTo>
                  <a:cubicBezTo>
                    <a:pt x="3151" y="270"/>
                    <a:pt x="3151" y="141"/>
                    <a:pt x="3071" y="61"/>
                  </a:cubicBezTo>
                  <a:cubicBezTo>
                    <a:pt x="3031" y="21"/>
                    <a:pt x="2978" y="1"/>
                    <a:pt x="292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55"/>
            <p:cNvSpPr/>
            <p:nvPr/>
          </p:nvSpPr>
          <p:spPr>
            <a:xfrm>
              <a:off x="6404338" y="2559200"/>
              <a:ext cx="78725" cy="77800"/>
            </a:xfrm>
            <a:custGeom>
              <a:rect b="b" l="l" r="r" t="t"/>
              <a:pathLst>
                <a:path extrusionOk="0" h="3112" w="3149">
                  <a:moveTo>
                    <a:pt x="2924" y="1"/>
                  </a:moveTo>
                  <a:cubicBezTo>
                    <a:pt x="2871" y="1"/>
                    <a:pt x="2819" y="21"/>
                    <a:pt x="2778" y="61"/>
                  </a:cubicBezTo>
                  <a:lnTo>
                    <a:pt x="79" y="2762"/>
                  </a:lnTo>
                  <a:cubicBezTo>
                    <a:pt x="0" y="2842"/>
                    <a:pt x="0" y="2970"/>
                    <a:pt x="79" y="3051"/>
                  </a:cubicBezTo>
                  <a:cubicBezTo>
                    <a:pt x="119" y="3091"/>
                    <a:pt x="171" y="3112"/>
                    <a:pt x="223" y="3112"/>
                  </a:cubicBezTo>
                  <a:cubicBezTo>
                    <a:pt x="275" y="3112"/>
                    <a:pt x="328" y="3091"/>
                    <a:pt x="368" y="3051"/>
                  </a:cubicBezTo>
                  <a:lnTo>
                    <a:pt x="3069" y="351"/>
                  </a:lnTo>
                  <a:cubicBezTo>
                    <a:pt x="3149" y="271"/>
                    <a:pt x="3149" y="142"/>
                    <a:pt x="3069" y="61"/>
                  </a:cubicBezTo>
                  <a:cubicBezTo>
                    <a:pt x="3028" y="21"/>
                    <a:pt x="2976" y="1"/>
                    <a:pt x="292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55"/>
            <p:cNvSpPr/>
            <p:nvPr/>
          </p:nvSpPr>
          <p:spPr>
            <a:xfrm>
              <a:off x="6402563" y="2640275"/>
              <a:ext cx="105725" cy="10225"/>
            </a:xfrm>
            <a:custGeom>
              <a:rect b="b" l="l" r="r" t="t"/>
              <a:pathLst>
                <a:path extrusionOk="0" h="409" w="4229">
                  <a:moveTo>
                    <a:pt x="206" y="1"/>
                  </a:moveTo>
                  <a:cubicBezTo>
                    <a:pt x="93" y="1"/>
                    <a:pt x="1" y="92"/>
                    <a:pt x="1" y="205"/>
                  </a:cubicBezTo>
                  <a:cubicBezTo>
                    <a:pt x="1" y="318"/>
                    <a:pt x="93" y="408"/>
                    <a:pt x="206" y="408"/>
                  </a:cubicBezTo>
                  <a:lnTo>
                    <a:pt x="4025" y="408"/>
                  </a:lnTo>
                  <a:cubicBezTo>
                    <a:pt x="4027" y="408"/>
                    <a:pt x="4028" y="408"/>
                    <a:pt x="4030" y="408"/>
                  </a:cubicBezTo>
                  <a:cubicBezTo>
                    <a:pt x="4139" y="408"/>
                    <a:pt x="4228" y="317"/>
                    <a:pt x="4228" y="205"/>
                  </a:cubicBezTo>
                  <a:cubicBezTo>
                    <a:pt x="4228" y="92"/>
                    <a:pt x="4137" y="1"/>
                    <a:pt x="402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 name="Google Shape;384;p55"/>
            <p:cNvSpPr/>
            <p:nvPr/>
          </p:nvSpPr>
          <p:spPr>
            <a:xfrm>
              <a:off x="6390638" y="2647850"/>
              <a:ext cx="78800" cy="77775"/>
            </a:xfrm>
            <a:custGeom>
              <a:rect b="b" l="l" r="r" t="t"/>
              <a:pathLst>
                <a:path extrusionOk="0" h="3111" w="3152">
                  <a:moveTo>
                    <a:pt x="226" y="1"/>
                  </a:moveTo>
                  <a:cubicBezTo>
                    <a:pt x="174" y="1"/>
                    <a:pt x="122" y="21"/>
                    <a:pt x="82" y="61"/>
                  </a:cubicBezTo>
                  <a:cubicBezTo>
                    <a:pt x="0" y="141"/>
                    <a:pt x="0" y="270"/>
                    <a:pt x="82" y="351"/>
                  </a:cubicBezTo>
                  <a:lnTo>
                    <a:pt x="2781" y="3051"/>
                  </a:lnTo>
                  <a:cubicBezTo>
                    <a:pt x="2821" y="3091"/>
                    <a:pt x="2873" y="3111"/>
                    <a:pt x="2926" y="3111"/>
                  </a:cubicBezTo>
                  <a:cubicBezTo>
                    <a:pt x="2978" y="3111"/>
                    <a:pt x="3031" y="3091"/>
                    <a:pt x="3072" y="3051"/>
                  </a:cubicBezTo>
                  <a:cubicBezTo>
                    <a:pt x="3152" y="2971"/>
                    <a:pt x="3152" y="2842"/>
                    <a:pt x="3072" y="2762"/>
                  </a:cubicBezTo>
                  <a:lnTo>
                    <a:pt x="371" y="61"/>
                  </a:lnTo>
                  <a:cubicBezTo>
                    <a:pt x="331" y="21"/>
                    <a:pt x="278" y="1"/>
                    <a:pt x="22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 name="Google Shape;385;p55"/>
            <p:cNvSpPr/>
            <p:nvPr/>
          </p:nvSpPr>
          <p:spPr>
            <a:xfrm>
              <a:off x="6388938" y="2643675"/>
              <a:ext cx="10225" cy="105700"/>
            </a:xfrm>
            <a:custGeom>
              <a:rect b="b" l="l" r="r" t="t"/>
              <a:pathLst>
                <a:path extrusionOk="0" h="4228" w="409">
                  <a:moveTo>
                    <a:pt x="204" y="1"/>
                  </a:moveTo>
                  <a:cubicBezTo>
                    <a:pt x="92" y="1"/>
                    <a:pt x="1" y="92"/>
                    <a:pt x="1" y="205"/>
                  </a:cubicBezTo>
                  <a:lnTo>
                    <a:pt x="1" y="4025"/>
                  </a:lnTo>
                  <a:cubicBezTo>
                    <a:pt x="1" y="4136"/>
                    <a:pt x="92" y="4228"/>
                    <a:pt x="204" y="4228"/>
                  </a:cubicBezTo>
                  <a:cubicBezTo>
                    <a:pt x="317" y="4228"/>
                    <a:pt x="409" y="4138"/>
                    <a:pt x="409" y="4025"/>
                  </a:cubicBezTo>
                  <a:lnTo>
                    <a:pt x="409" y="205"/>
                  </a:lnTo>
                  <a:cubicBezTo>
                    <a:pt x="409" y="92"/>
                    <a:pt x="317" y="1"/>
                    <a:pt x="20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 name="Google Shape;386;p55"/>
            <p:cNvSpPr/>
            <p:nvPr/>
          </p:nvSpPr>
          <p:spPr>
            <a:xfrm>
              <a:off x="6224263" y="2492250"/>
              <a:ext cx="331750" cy="291575"/>
            </a:xfrm>
            <a:custGeom>
              <a:rect b="b" l="l" r="r" t="t"/>
              <a:pathLst>
                <a:path extrusionOk="0" h="11663" w="13270">
                  <a:moveTo>
                    <a:pt x="6629" y="2611"/>
                  </a:moveTo>
                  <a:cubicBezTo>
                    <a:pt x="7864" y="2611"/>
                    <a:pt x="9044" y="3323"/>
                    <a:pt x="9578" y="4520"/>
                  </a:cubicBezTo>
                  <a:cubicBezTo>
                    <a:pt x="10302" y="6142"/>
                    <a:pt x="9571" y="8050"/>
                    <a:pt x="7947" y="8774"/>
                  </a:cubicBezTo>
                  <a:cubicBezTo>
                    <a:pt x="7522" y="8963"/>
                    <a:pt x="7078" y="9053"/>
                    <a:pt x="6640" y="9053"/>
                  </a:cubicBezTo>
                  <a:cubicBezTo>
                    <a:pt x="5406" y="9053"/>
                    <a:pt x="4226" y="8341"/>
                    <a:pt x="3693" y="7143"/>
                  </a:cubicBezTo>
                  <a:cubicBezTo>
                    <a:pt x="2970" y="5521"/>
                    <a:pt x="3701" y="3611"/>
                    <a:pt x="5323" y="2889"/>
                  </a:cubicBezTo>
                  <a:cubicBezTo>
                    <a:pt x="5748" y="2700"/>
                    <a:pt x="6192" y="2611"/>
                    <a:pt x="6629" y="2611"/>
                  </a:cubicBezTo>
                  <a:close/>
                  <a:moveTo>
                    <a:pt x="6626" y="1"/>
                  </a:moveTo>
                  <a:cubicBezTo>
                    <a:pt x="5834" y="1"/>
                    <a:pt x="5030" y="163"/>
                    <a:pt x="4262" y="506"/>
                  </a:cubicBezTo>
                  <a:cubicBezTo>
                    <a:pt x="1324" y="1815"/>
                    <a:pt x="0" y="5269"/>
                    <a:pt x="1309" y="8206"/>
                  </a:cubicBezTo>
                  <a:cubicBezTo>
                    <a:pt x="2276" y="10373"/>
                    <a:pt x="4411" y="11662"/>
                    <a:pt x="6644" y="11662"/>
                  </a:cubicBezTo>
                  <a:cubicBezTo>
                    <a:pt x="7436" y="11662"/>
                    <a:pt x="8240" y="11500"/>
                    <a:pt x="9008" y="11157"/>
                  </a:cubicBezTo>
                  <a:cubicBezTo>
                    <a:pt x="11945" y="9848"/>
                    <a:pt x="13270" y="6394"/>
                    <a:pt x="11961" y="3458"/>
                  </a:cubicBezTo>
                  <a:cubicBezTo>
                    <a:pt x="10995" y="1290"/>
                    <a:pt x="8859" y="1"/>
                    <a:pt x="6626"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 name="Google Shape;387;p55"/>
            <p:cNvSpPr/>
            <p:nvPr/>
          </p:nvSpPr>
          <p:spPr>
            <a:xfrm>
              <a:off x="6368463" y="2442950"/>
              <a:ext cx="47750" cy="181150"/>
            </a:xfrm>
            <a:custGeom>
              <a:rect b="b" l="l" r="r" t="t"/>
              <a:pathLst>
                <a:path extrusionOk="0" h="7246" w="1910">
                  <a:moveTo>
                    <a:pt x="956" y="0"/>
                  </a:moveTo>
                  <a:cubicBezTo>
                    <a:pt x="428" y="0"/>
                    <a:pt x="0" y="212"/>
                    <a:pt x="0" y="474"/>
                  </a:cubicBezTo>
                  <a:lnTo>
                    <a:pt x="0" y="6771"/>
                  </a:lnTo>
                  <a:cubicBezTo>
                    <a:pt x="0" y="7033"/>
                    <a:pt x="428" y="7246"/>
                    <a:pt x="956" y="7246"/>
                  </a:cubicBezTo>
                  <a:cubicBezTo>
                    <a:pt x="1484" y="7246"/>
                    <a:pt x="1910" y="7033"/>
                    <a:pt x="1910" y="6771"/>
                  </a:cubicBezTo>
                  <a:lnTo>
                    <a:pt x="1910" y="474"/>
                  </a:lnTo>
                  <a:cubicBezTo>
                    <a:pt x="1910" y="212"/>
                    <a:pt x="1484" y="0"/>
                    <a:pt x="95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 name="Google Shape;388;p55"/>
            <p:cNvSpPr/>
            <p:nvPr/>
          </p:nvSpPr>
          <p:spPr>
            <a:xfrm>
              <a:off x="6362838" y="2431000"/>
              <a:ext cx="56425" cy="56425"/>
            </a:xfrm>
            <a:custGeom>
              <a:rect b="b" l="l" r="r" t="t"/>
              <a:pathLst>
                <a:path extrusionOk="0" h="2257" w="2257">
                  <a:moveTo>
                    <a:pt x="1129" y="0"/>
                  </a:moveTo>
                  <a:cubicBezTo>
                    <a:pt x="507" y="0"/>
                    <a:pt x="1" y="504"/>
                    <a:pt x="1" y="1129"/>
                  </a:cubicBezTo>
                  <a:cubicBezTo>
                    <a:pt x="1" y="1753"/>
                    <a:pt x="507" y="2256"/>
                    <a:pt x="1129" y="2256"/>
                  </a:cubicBezTo>
                  <a:cubicBezTo>
                    <a:pt x="1752" y="2256"/>
                    <a:pt x="2257" y="1750"/>
                    <a:pt x="2257" y="1129"/>
                  </a:cubicBezTo>
                  <a:cubicBezTo>
                    <a:pt x="2257" y="505"/>
                    <a:pt x="1752" y="0"/>
                    <a:pt x="112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 name="Google Shape;389;p55"/>
            <p:cNvSpPr/>
            <p:nvPr/>
          </p:nvSpPr>
          <p:spPr>
            <a:xfrm>
              <a:off x="6361638" y="2604350"/>
              <a:ext cx="63675" cy="63675"/>
            </a:xfrm>
            <a:custGeom>
              <a:rect b="b" l="l" r="r" t="t"/>
              <a:pathLst>
                <a:path extrusionOk="0" h="2547" w="2547">
                  <a:moveTo>
                    <a:pt x="1273" y="0"/>
                  </a:moveTo>
                  <a:cubicBezTo>
                    <a:pt x="571" y="0"/>
                    <a:pt x="0" y="571"/>
                    <a:pt x="0" y="1273"/>
                  </a:cubicBezTo>
                  <a:cubicBezTo>
                    <a:pt x="0" y="1977"/>
                    <a:pt x="571" y="2546"/>
                    <a:pt x="1273" y="2546"/>
                  </a:cubicBezTo>
                  <a:cubicBezTo>
                    <a:pt x="1976" y="2546"/>
                    <a:pt x="2546" y="1977"/>
                    <a:pt x="2546" y="1273"/>
                  </a:cubicBezTo>
                  <a:cubicBezTo>
                    <a:pt x="2546" y="569"/>
                    <a:pt x="1976" y="0"/>
                    <a:pt x="12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 name="Google Shape;390;p55"/>
            <p:cNvSpPr/>
            <p:nvPr/>
          </p:nvSpPr>
          <p:spPr>
            <a:xfrm>
              <a:off x="7029513" y="2282650"/>
              <a:ext cx="219525" cy="215750"/>
            </a:xfrm>
            <a:custGeom>
              <a:rect b="b" l="l" r="r" t="t"/>
              <a:pathLst>
                <a:path extrusionOk="0" h="8630" w="8781">
                  <a:moveTo>
                    <a:pt x="854" y="0"/>
                  </a:moveTo>
                  <a:cubicBezTo>
                    <a:pt x="654" y="0"/>
                    <a:pt x="454" y="76"/>
                    <a:pt x="302" y="228"/>
                  </a:cubicBezTo>
                  <a:cubicBezTo>
                    <a:pt x="0" y="533"/>
                    <a:pt x="0" y="1028"/>
                    <a:pt x="302" y="1331"/>
                  </a:cubicBezTo>
                  <a:lnTo>
                    <a:pt x="7373" y="8402"/>
                  </a:lnTo>
                  <a:cubicBezTo>
                    <a:pt x="7525" y="8554"/>
                    <a:pt x="7725" y="8629"/>
                    <a:pt x="7924" y="8629"/>
                  </a:cubicBezTo>
                  <a:cubicBezTo>
                    <a:pt x="8124" y="8629"/>
                    <a:pt x="8324" y="8554"/>
                    <a:pt x="8476" y="8402"/>
                  </a:cubicBezTo>
                  <a:cubicBezTo>
                    <a:pt x="8781" y="8097"/>
                    <a:pt x="8781" y="7602"/>
                    <a:pt x="8476" y="7299"/>
                  </a:cubicBezTo>
                  <a:lnTo>
                    <a:pt x="1406" y="228"/>
                  </a:lnTo>
                  <a:cubicBezTo>
                    <a:pt x="1254" y="76"/>
                    <a:pt x="1054" y="0"/>
                    <a:pt x="8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 name="Google Shape;391;p55"/>
            <p:cNvSpPr/>
            <p:nvPr/>
          </p:nvSpPr>
          <p:spPr>
            <a:xfrm>
              <a:off x="7235988" y="2572400"/>
              <a:ext cx="74125" cy="73225"/>
            </a:xfrm>
            <a:custGeom>
              <a:rect b="b" l="l" r="r" t="t"/>
              <a:pathLst>
                <a:path extrusionOk="0" h="2929" w="2965">
                  <a:moveTo>
                    <a:pt x="2754" y="1"/>
                  </a:moveTo>
                  <a:cubicBezTo>
                    <a:pt x="2705" y="1"/>
                    <a:pt x="2656" y="20"/>
                    <a:pt x="2619" y="58"/>
                  </a:cubicBezTo>
                  <a:lnTo>
                    <a:pt x="75" y="2600"/>
                  </a:lnTo>
                  <a:cubicBezTo>
                    <a:pt x="1" y="2676"/>
                    <a:pt x="1" y="2797"/>
                    <a:pt x="75" y="2872"/>
                  </a:cubicBezTo>
                  <a:cubicBezTo>
                    <a:pt x="113" y="2910"/>
                    <a:pt x="163" y="2928"/>
                    <a:pt x="212" y="2928"/>
                  </a:cubicBezTo>
                  <a:cubicBezTo>
                    <a:pt x="261" y="2928"/>
                    <a:pt x="310" y="2910"/>
                    <a:pt x="347" y="2872"/>
                  </a:cubicBezTo>
                  <a:lnTo>
                    <a:pt x="2891" y="330"/>
                  </a:lnTo>
                  <a:cubicBezTo>
                    <a:pt x="2965" y="254"/>
                    <a:pt x="2965" y="132"/>
                    <a:pt x="2891" y="58"/>
                  </a:cubicBezTo>
                  <a:cubicBezTo>
                    <a:pt x="2853" y="20"/>
                    <a:pt x="2803" y="1"/>
                    <a:pt x="275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 name="Google Shape;392;p55"/>
            <p:cNvSpPr/>
            <p:nvPr/>
          </p:nvSpPr>
          <p:spPr>
            <a:xfrm>
              <a:off x="7231838" y="2648675"/>
              <a:ext cx="99575" cy="9700"/>
            </a:xfrm>
            <a:custGeom>
              <a:rect b="b" l="l" r="r" t="t"/>
              <a:pathLst>
                <a:path extrusionOk="0" h="388" w="3983">
                  <a:moveTo>
                    <a:pt x="193" y="1"/>
                  </a:moveTo>
                  <a:cubicBezTo>
                    <a:pt x="87" y="1"/>
                    <a:pt x="1" y="90"/>
                    <a:pt x="1" y="194"/>
                  </a:cubicBezTo>
                  <a:cubicBezTo>
                    <a:pt x="1" y="300"/>
                    <a:pt x="85" y="387"/>
                    <a:pt x="193" y="387"/>
                  </a:cubicBezTo>
                  <a:lnTo>
                    <a:pt x="3789" y="387"/>
                  </a:lnTo>
                  <a:cubicBezTo>
                    <a:pt x="3895" y="387"/>
                    <a:pt x="3982" y="301"/>
                    <a:pt x="3982" y="194"/>
                  </a:cubicBezTo>
                  <a:cubicBezTo>
                    <a:pt x="3982" y="90"/>
                    <a:pt x="3896" y="1"/>
                    <a:pt x="378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 name="Google Shape;393;p55"/>
            <p:cNvSpPr/>
            <p:nvPr/>
          </p:nvSpPr>
          <p:spPr>
            <a:xfrm>
              <a:off x="7223163" y="2655875"/>
              <a:ext cx="74150" cy="73200"/>
            </a:xfrm>
            <a:custGeom>
              <a:rect b="b" l="l" r="r" t="t"/>
              <a:pathLst>
                <a:path extrusionOk="0" h="2928" w="2966">
                  <a:moveTo>
                    <a:pt x="212" y="0"/>
                  </a:moveTo>
                  <a:cubicBezTo>
                    <a:pt x="162" y="0"/>
                    <a:pt x="113" y="19"/>
                    <a:pt x="76" y="56"/>
                  </a:cubicBezTo>
                  <a:cubicBezTo>
                    <a:pt x="0" y="132"/>
                    <a:pt x="0" y="254"/>
                    <a:pt x="76" y="328"/>
                  </a:cubicBezTo>
                  <a:lnTo>
                    <a:pt x="2618" y="2871"/>
                  </a:lnTo>
                  <a:cubicBezTo>
                    <a:pt x="2656" y="2909"/>
                    <a:pt x="2705" y="2927"/>
                    <a:pt x="2755" y="2927"/>
                  </a:cubicBezTo>
                  <a:cubicBezTo>
                    <a:pt x="2804" y="2927"/>
                    <a:pt x="2853" y="2909"/>
                    <a:pt x="2890" y="2871"/>
                  </a:cubicBezTo>
                  <a:cubicBezTo>
                    <a:pt x="2966" y="2796"/>
                    <a:pt x="2966" y="2674"/>
                    <a:pt x="2890" y="2600"/>
                  </a:cubicBezTo>
                  <a:lnTo>
                    <a:pt x="348" y="56"/>
                  </a:lnTo>
                  <a:cubicBezTo>
                    <a:pt x="310" y="19"/>
                    <a:pt x="261" y="0"/>
                    <a:pt x="21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 name="Google Shape;394;p55"/>
            <p:cNvSpPr/>
            <p:nvPr/>
          </p:nvSpPr>
          <p:spPr>
            <a:xfrm>
              <a:off x="7136788" y="2572400"/>
              <a:ext cx="74175" cy="73225"/>
            </a:xfrm>
            <a:custGeom>
              <a:rect b="b" l="l" r="r" t="t"/>
              <a:pathLst>
                <a:path extrusionOk="0" h="2929" w="2967">
                  <a:moveTo>
                    <a:pt x="211" y="1"/>
                  </a:moveTo>
                  <a:cubicBezTo>
                    <a:pt x="162" y="1"/>
                    <a:pt x="113" y="20"/>
                    <a:pt x="75" y="58"/>
                  </a:cubicBezTo>
                  <a:cubicBezTo>
                    <a:pt x="1" y="132"/>
                    <a:pt x="1" y="254"/>
                    <a:pt x="75" y="330"/>
                  </a:cubicBezTo>
                  <a:lnTo>
                    <a:pt x="2618" y="2872"/>
                  </a:lnTo>
                  <a:cubicBezTo>
                    <a:pt x="2656" y="2910"/>
                    <a:pt x="2705" y="2928"/>
                    <a:pt x="2754" y="2928"/>
                  </a:cubicBezTo>
                  <a:cubicBezTo>
                    <a:pt x="2803" y="2928"/>
                    <a:pt x="2852" y="2910"/>
                    <a:pt x="2890" y="2872"/>
                  </a:cubicBezTo>
                  <a:cubicBezTo>
                    <a:pt x="2966" y="2797"/>
                    <a:pt x="2966" y="2676"/>
                    <a:pt x="2890" y="2600"/>
                  </a:cubicBezTo>
                  <a:lnTo>
                    <a:pt x="347" y="58"/>
                  </a:lnTo>
                  <a:cubicBezTo>
                    <a:pt x="310" y="20"/>
                    <a:pt x="261" y="1"/>
                    <a:pt x="21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 name="Google Shape;395;p55"/>
            <p:cNvSpPr/>
            <p:nvPr/>
          </p:nvSpPr>
          <p:spPr>
            <a:xfrm>
              <a:off x="7113038" y="2648675"/>
              <a:ext cx="99550" cy="9700"/>
            </a:xfrm>
            <a:custGeom>
              <a:rect b="b" l="l" r="r" t="t"/>
              <a:pathLst>
                <a:path extrusionOk="0" h="388" w="3982">
                  <a:moveTo>
                    <a:pt x="194" y="1"/>
                  </a:moveTo>
                  <a:cubicBezTo>
                    <a:pt x="87" y="1"/>
                    <a:pt x="1" y="90"/>
                    <a:pt x="1" y="194"/>
                  </a:cubicBezTo>
                  <a:cubicBezTo>
                    <a:pt x="1" y="300"/>
                    <a:pt x="87" y="387"/>
                    <a:pt x="194" y="387"/>
                  </a:cubicBezTo>
                  <a:lnTo>
                    <a:pt x="3789" y="387"/>
                  </a:lnTo>
                  <a:cubicBezTo>
                    <a:pt x="3896" y="387"/>
                    <a:pt x="3982" y="300"/>
                    <a:pt x="3982" y="194"/>
                  </a:cubicBezTo>
                  <a:cubicBezTo>
                    <a:pt x="3982" y="87"/>
                    <a:pt x="3896" y="1"/>
                    <a:pt x="378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 name="Google Shape;396;p55"/>
            <p:cNvSpPr/>
            <p:nvPr/>
          </p:nvSpPr>
          <p:spPr>
            <a:xfrm>
              <a:off x="7149638" y="2655875"/>
              <a:ext cx="74125" cy="73200"/>
            </a:xfrm>
            <a:custGeom>
              <a:rect b="b" l="l" r="r" t="t"/>
              <a:pathLst>
                <a:path extrusionOk="0" h="2928" w="2965">
                  <a:moveTo>
                    <a:pt x="2753" y="0"/>
                  </a:moveTo>
                  <a:cubicBezTo>
                    <a:pt x="2704" y="0"/>
                    <a:pt x="2655" y="19"/>
                    <a:pt x="2618" y="56"/>
                  </a:cubicBezTo>
                  <a:lnTo>
                    <a:pt x="75" y="2600"/>
                  </a:lnTo>
                  <a:cubicBezTo>
                    <a:pt x="0" y="2674"/>
                    <a:pt x="0" y="2796"/>
                    <a:pt x="75" y="2871"/>
                  </a:cubicBezTo>
                  <a:cubicBezTo>
                    <a:pt x="112" y="2909"/>
                    <a:pt x="162" y="2927"/>
                    <a:pt x="211" y="2927"/>
                  </a:cubicBezTo>
                  <a:cubicBezTo>
                    <a:pt x="260" y="2927"/>
                    <a:pt x="309" y="2909"/>
                    <a:pt x="346" y="2871"/>
                  </a:cubicBezTo>
                  <a:lnTo>
                    <a:pt x="2890" y="328"/>
                  </a:lnTo>
                  <a:cubicBezTo>
                    <a:pt x="2964" y="254"/>
                    <a:pt x="2964" y="132"/>
                    <a:pt x="2890" y="56"/>
                  </a:cubicBezTo>
                  <a:cubicBezTo>
                    <a:pt x="2852" y="19"/>
                    <a:pt x="2803" y="0"/>
                    <a:pt x="275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 name="Google Shape;397;p55"/>
            <p:cNvSpPr/>
            <p:nvPr/>
          </p:nvSpPr>
          <p:spPr>
            <a:xfrm>
              <a:off x="7215788" y="2651875"/>
              <a:ext cx="9675" cy="99575"/>
            </a:xfrm>
            <a:custGeom>
              <a:rect b="b" l="l" r="r" t="t"/>
              <a:pathLst>
                <a:path extrusionOk="0" h="3983" w="387">
                  <a:moveTo>
                    <a:pt x="194" y="0"/>
                  </a:moveTo>
                  <a:cubicBezTo>
                    <a:pt x="88" y="0"/>
                    <a:pt x="1" y="86"/>
                    <a:pt x="1" y="193"/>
                  </a:cubicBezTo>
                  <a:lnTo>
                    <a:pt x="1" y="3790"/>
                  </a:lnTo>
                  <a:cubicBezTo>
                    <a:pt x="1" y="3895"/>
                    <a:pt x="86" y="3983"/>
                    <a:pt x="194" y="3983"/>
                  </a:cubicBezTo>
                  <a:cubicBezTo>
                    <a:pt x="301" y="3983"/>
                    <a:pt x="387" y="3897"/>
                    <a:pt x="387" y="3790"/>
                  </a:cubicBezTo>
                  <a:lnTo>
                    <a:pt x="387" y="193"/>
                  </a:lnTo>
                  <a:cubicBezTo>
                    <a:pt x="387" y="87"/>
                    <a:pt x="301"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 name="Google Shape;398;p55"/>
            <p:cNvSpPr/>
            <p:nvPr/>
          </p:nvSpPr>
          <p:spPr>
            <a:xfrm>
              <a:off x="7068138" y="2509350"/>
              <a:ext cx="312250" cy="274450"/>
            </a:xfrm>
            <a:custGeom>
              <a:rect b="b" l="l" r="r" t="t"/>
              <a:pathLst>
                <a:path extrusionOk="0" h="10978" w="12490">
                  <a:moveTo>
                    <a:pt x="6252" y="2458"/>
                  </a:moveTo>
                  <a:cubicBezTo>
                    <a:pt x="6663" y="2458"/>
                    <a:pt x="7081" y="2542"/>
                    <a:pt x="7480" y="2720"/>
                  </a:cubicBezTo>
                  <a:cubicBezTo>
                    <a:pt x="9007" y="3399"/>
                    <a:pt x="9696" y="5196"/>
                    <a:pt x="9014" y="6724"/>
                  </a:cubicBezTo>
                  <a:cubicBezTo>
                    <a:pt x="8511" y="7852"/>
                    <a:pt x="7402" y="8522"/>
                    <a:pt x="6241" y="8522"/>
                  </a:cubicBezTo>
                  <a:cubicBezTo>
                    <a:pt x="5829" y="8522"/>
                    <a:pt x="5411" y="8437"/>
                    <a:pt x="5011" y="8259"/>
                  </a:cubicBezTo>
                  <a:cubicBezTo>
                    <a:pt x="3483" y="7579"/>
                    <a:pt x="2795" y="5781"/>
                    <a:pt x="3476" y="4256"/>
                  </a:cubicBezTo>
                  <a:cubicBezTo>
                    <a:pt x="3979" y="3129"/>
                    <a:pt x="5090" y="2458"/>
                    <a:pt x="6252" y="2458"/>
                  </a:cubicBezTo>
                  <a:close/>
                  <a:moveTo>
                    <a:pt x="6252" y="1"/>
                  </a:moveTo>
                  <a:cubicBezTo>
                    <a:pt x="4150" y="1"/>
                    <a:pt x="2142" y="1214"/>
                    <a:pt x="1232" y="3255"/>
                  </a:cubicBezTo>
                  <a:cubicBezTo>
                    <a:pt x="0" y="6020"/>
                    <a:pt x="1246" y="9270"/>
                    <a:pt x="4011" y="10502"/>
                  </a:cubicBezTo>
                  <a:cubicBezTo>
                    <a:pt x="4735" y="10825"/>
                    <a:pt x="5492" y="10978"/>
                    <a:pt x="6238" y="10978"/>
                  </a:cubicBezTo>
                  <a:cubicBezTo>
                    <a:pt x="8340" y="10978"/>
                    <a:pt x="10349" y="9764"/>
                    <a:pt x="11258" y="7724"/>
                  </a:cubicBezTo>
                  <a:cubicBezTo>
                    <a:pt x="12490" y="4959"/>
                    <a:pt x="11244" y="1709"/>
                    <a:pt x="8480" y="477"/>
                  </a:cubicBezTo>
                  <a:cubicBezTo>
                    <a:pt x="7756" y="154"/>
                    <a:pt x="6998" y="1"/>
                    <a:pt x="6252"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 name="Google Shape;399;p55"/>
            <p:cNvSpPr/>
            <p:nvPr/>
          </p:nvSpPr>
          <p:spPr>
            <a:xfrm>
              <a:off x="7199738" y="2462975"/>
              <a:ext cx="44975" cy="170525"/>
            </a:xfrm>
            <a:custGeom>
              <a:rect b="b" l="l" r="r" t="t"/>
              <a:pathLst>
                <a:path extrusionOk="0" h="6821" w="1799">
                  <a:moveTo>
                    <a:pt x="900" y="0"/>
                  </a:moveTo>
                  <a:cubicBezTo>
                    <a:pt x="402" y="0"/>
                    <a:pt x="0" y="200"/>
                    <a:pt x="0" y="447"/>
                  </a:cubicBezTo>
                  <a:lnTo>
                    <a:pt x="0" y="6375"/>
                  </a:lnTo>
                  <a:cubicBezTo>
                    <a:pt x="0" y="6621"/>
                    <a:pt x="402" y="6821"/>
                    <a:pt x="900" y="6821"/>
                  </a:cubicBezTo>
                  <a:cubicBezTo>
                    <a:pt x="1397" y="6821"/>
                    <a:pt x="1799" y="6621"/>
                    <a:pt x="1799" y="6375"/>
                  </a:cubicBezTo>
                  <a:lnTo>
                    <a:pt x="1799" y="447"/>
                  </a:lnTo>
                  <a:cubicBezTo>
                    <a:pt x="1799" y="200"/>
                    <a:pt x="1397" y="0"/>
                    <a:pt x="90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55"/>
            <p:cNvSpPr/>
            <p:nvPr/>
          </p:nvSpPr>
          <p:spPr>
            <a:xfrm>
              <a:off x="7196838" y="2451700"/>
              <a:ext cx="53125" cy="53125"/>
            </a:xfrm>
            <a:custGeom>
              <a:rect b="b" l="l" r="r" t="t"/>
              <a:pathLst>
                <a:path extrusionOk="0" h="2125" w="2125">
                  <a:moveTo>
                    <a:pt x="1062" y="1"/>
                  </a:moveTo>
                  <a:cubicBezTo>
                    <a:pt x="475" y="1"/>
                    <a:pt x="0" y="475"/>
                    <a:pt x="0" y="1062"/>
                  </a:cubicBezTo>
                  <a:cubicBezTo>
                    <a:pt x="0" y="1649"/>
                    <a:pt x="475" y="2125"/>
                    <a:pt x="1062" y="2125"/>
                  </a:cubicBezTo>
                  <a:cubicBezTo>
                    <a:pt x="1648" y="2125"/>
                    <a:pt x="2125" y="1649"/>
                    <a:pt x="2125" y="1062"/>
                  </a:cubicBezTo>
                  <a:cubicBezTo>
                    <a:pt x="2125" y="475"/>
                    <a:pt x="1648" y="1"/>
                    <a:pt x="1062"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55"/>
            <p:cNvSpPr/>
            <p:nvPr/>
          </p:nvSpPr>
          <p:spPr>
            <a:xfrm>
              <a:off x="7191188" y="2614900"/>
              <a:ext cx="59925" cy="59925"/>
            </a:xfrm>
            <a:custGeom>
              <a:rect b="b" l="l" r="r" t="t"/>
              <a:pathLst>
                <a:path extrusionOk="0" h="2397" w="2397">
                  <a:moveTo>
                    <a:pt x="1197" y="0"/>
                  </a:moveTo>
                  <a:cubicBezTo>
                    <a:pt x="535" y="0"/>
                    <a:pt x="0" y="536"/>
                    <a:pt x="0" y="1199"/>
                  </a:cubicBezTo>
                  <a:cubicBezTo>
                    <a:pt x="0" y="1860"/>
                    <a:pt x="537" y="2396"/>
                    <a:pt x="1199" y="2396"/>
                  </a:cubicBezTo>
                  <a:cubicBezTo>
                    <a:pt x="1860" y="2396"/>
                    <a:pt x="2397" y="1860"/>
                    <a:pt x="2397" y="1199"/>
                  </a:cubicBezTo>
                  <a:cubicBezTo>
                    <a:pt x="2397" y="536"/>
                    <a:pt x="1860" y="0"/>
                    <a:pt x="1199" y="0"/>
                  </a:cubicBezTo>
                  <a:cubicBezTo>
                    <a:pt x="1198" y="0"/>
                    <a:pt x="1197" y="0"/>
                    <a:pt x="11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 name="Google Shape;402;p55"/>
            <p:cNvSpPr/>
            <p:nvPr/>
          </p:nvSpPr>
          <p:spPr>
            <a:xfrm>
              <a:off x="6769013" y="2248025"/>
              <a:ext cx="39325" cy="198775"/>
            </a:xfrm>
            <a:custGeom>
              <a:rect b="b" l="l" r="r" t="t"/>
              <a:pathLst>
                <a:path extrusionOk="0" h="7951" w="1573">
                  <a:moveTo>
                    <a:pt x="764" y="1"/>
                  </a:moveTo>
                  <a:cubicBezTo>
                    <a:pt x="343" y="1"/>
                    <a:pt x="0" y="344"/>
                    <a:pt x="0" y="763"/>
                  </a:cubicBezTo>
                  <a:lnTo>
                    <a:pt x="0" y="7186"/>
                  </a:lnTo>
                  <a:cubicBezTo>
                    <a:pt x="0" y="7607"/>
                    <a:pt x="343" y="7950"/>
                    <a:pt x="764" y="7950"/>
                  </a:cubicBezTo>
                  <a:lnTo>
                    <a:pt x="808" y="7950"/>
                  </a:lnTo>
                  <a:cubicBezTo>
                    <a:pt x="1228" y="7950"/>
                    <a:pt x="1571" y="7607"/>
                    <a:pt x="1572" y="7186"/>
                  </a:cubicBezTo>
                  <a:lnTo>
                    <a:pt x="1572" y="763"/>
                  </a:lnTo>
                  <a:cubicBezTo>
                    <a:pt x="1572" y="344"/>
                    <a:pt x="1229" y="1"/>
                    <a:pt x="80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 name="Google Shape;403;p55"/>
            <p:cNvSpPr/>
            <p:nvPr/>
          </p:nvSpPr>
          <p:spPr>
            <a:xfrm>
              <a:off x="6695038" y="2559200"/>
              <a:ext cx="78750" cy="77800"/>
            </a:xfrm>
            <a:custGeom>
              <a:rect b="b" l="l" r="r" t="t"/>
              <a:pathLst>
                <a:path extrusionOk="0" h="3112" w="3150">
                  <a:moveTo>
                    <a:pt x="225" y="1"/>
                  </a:moveTo>
                  <a:cubicBezTo>
                    <a:pt x="173" y="1"/>
                    <a:pt x="121" y="21"/>
                    <a:pt x="81" y="61"/>
                  </a:cubicBezTo>
                  <a:cubicBezTo>
                    <a:pt x="1" y="142"/>
                    <a:pt x="1" y="271"/>
                    <a:pt x="81" y="351"/>
                  </a:cubicBezTo>
                  <a:lnTo>
                    <a:pt x="2780" y="3051"/>
                  </a:lnTo>
                  <a:cubicBezTo>
                    <a:pt x="2821" y="3091"/>
                    <a:pt x="2874" y="3112"/>
                    <a:pt x="2926" y="3112"/>
                  </a:cubicBezTo>
                  <a:cubicBezTo>
                    <a:pt x="2978" y="3112"/>
                    <a:pt x="3031" y="3091"/>
                    <a:pt x="3071" y="3051"/>
                  </a:cubicBezTo>
                  <a:cubicBezTo>
                    <a:pt x="3149" y="2970"/>
                    <a:pt x="3149" y="2842"/>
                    <a:pt x="3071" y="2762"/>
                  </a:cubicBezTo>
                  <a:lnTo>
                    <a:pt x="370" y="61"/>
                  </a:lnTo>
                  <a:cubicBezTo>
                    <a:pt x="330" y="21"/>
                    <a:pt x="278"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55"/>
            <p:cNvSpPr/>
            <p:nvPr/>
          </p:nvSpPr>
          <p:spPr>
            <a:xfrm>
              <a:off x="6672513" y="2640275"/>
              <a:ext cx="105700" cy="10225"/>
            </a:xfrm>
            <a:custGeom>
              <a:rect b="b" l="l" r="r" t="t"/>
              <a:pathLst>
                <a:path extrusionOk="0" h="409" w="4228">
                  <a:moveTo>
                    <a:pt x="204" y="1"/>
                  </a:moveTo>
                  <a:cubicBezTo>
                    <a:pt x="91" y="1"/>
                    <a:pt x="1" y="92"/>
                    <a:pt x="1" y="205"/>
                  </a:cubicBezTo>
                  <a:cubicBezTo>
                    <a:pt x="1" y="317"/>
                    <a:pt x="91" y="408"/>
                    <a:pt x="204" y="408"/>
                  </a:cubicBezTo>
                  <a:lnTo>
                    <a:pt x="4023" y="408"/>
                  </a:lnTo>
                  <a:cubicBezTo>
                    <a:pt x="4136" y="408"/>
                    <a:pt x="4228" y="318"/>
                    <a:pt x="4228" y="205"/>
                  </a:cubicBezTo>
                  <a:cubicBezTo>
                    <a:pt x="4228" y="92"/>
                    <a:pt x="4136" y="1"/>
                    <a:pt x="402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55"/>
            <p:cNvSpPr/>
            <p:nvPr/>
          </p:nvSpPr>
          <p:spPr>
            <a:xfrm>
              <a:off x="6708663" y="2647850"/>
              <a:ext cx="78775" cy="77775"/>
            </a:xfrm>
            <a:custGeom>
              <a:rect b="b" l="l" r="r" t="t"/>
              <a:pathLst>
                <a:path extrusionOk="0" h="3111" w="3151">
                  <a:moveTo>
                    <a:pt x="2926" y="1"/>
                  </a:moveTo>
                  <a:cubicBezTo>
                    <a:pt x="2874" y="1"/>
                    <a:pt x="2822" y="21"/>
                    <a:pt x="2782" y="61"/>
                  </a:cubicBezTo>
                  <a:lnTo>
                    <a:pt x="81" y="2762"/>
                  </a:lnTo>
                  <a:cubicBezTo>
                    <a:pt x="1" y="2842"/>
                    <a:pt x="1" y="2971"/>
                    <a:pt x="81" y="3051"/>
                  </a:cubicBezTo>
                  <a:cubicBezTo>
                    <a:pt x="121" y="3091"/>
                    <a:pt x="173" y="3111"/>
                    <a:pt x="226" y="3111"/>
                  </a:cubicBezTo>
                  <a:cubicBezTo>
                    <a:pt x="278" y="3111"/>
                    <a:pt x="331" y="3091"/>
                    <a:pt x="371" y="3051"/>
                  </a:cubicBezTo>
                  <a:lnTo>
                    <a:pt x="3071" y="351"/>
                  </a:lnTo>
                  <a:cubicBezTo>
                    <a:pt x="3151" y="270"/>
                    <a:pt x="3151" y="141"/>
                    <a:pt x="3071" y="61"/>
                  </a:cubicBezTo>
                  <a:cubicBezTo>
                    <a:pt x="3031" y="21"/>
                    <a:pt x="2978" y="1"/>
                    <a:pt x="292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 name="Google Shape;406;p55"/>
            <p:cNvSpPr/>
            <p:nvPr/>
          </p:nvSpPr>
          <p:spPr>
            <a:xfrm>
              <a:off x="6800413" y="2559200"/>
              <a:ext cx="78775" cy="77800"/>
            </a:xfrm>
            <a:custGeom>
              <a:rect b="b" l="l" r="r" t="t"/>
              <a:pathLst>
                <a:path extrusionOk="0" h="3112" w="3151">
                  <a:moveTo>
                    <a:pt x="2926" y="1"/>
                  </a:moveTo>
                  <a:cubicBezTo>
                    <a:pt x="2873" y="1"/>
                    <a:pt x="2821" y="21"/>
                    <a:pt x="2781" y="61"/>
                  </a:cubicBezTo>
                  <a:lnTo>
                    <a:pt x="80" y="2762"/>
                  </a:lnTo>
                  <a:cubicBezTo>
                    <a:pt x="0" y="2842"/>
                    <a:pt x="0" y="2970"/>
                    <a:pt x="80" y="3051"/>
                  </a:cubicBezTo>
                  <a:cubicBezTo>
                    <a:pt x="120" y="3091"/>
                    <a:pt x="173" y="3112"/>
                    <a:pt x="225" y="3112"/>
                  </a:cubicBezTo>
                  <a:cubicBezTo>
                    <a:pt x="277" y="3112"/>
                    <a:pt x="330" y="3091"/>
                    <a:pt x="371" y="3051"/>
                  </a:cubicBezTo>
                  <a:lnTo>
                    <a:pt x="3070" y="351"/>
                  </a:lnTo>
                  <a:cubicBezTo>
                    <a:pt x="3150" y="271"/>
                    <a:pt x="3150" y="142"/>
                    <a:pt x="3070" y="61"/>
                  </a:cubicBezTo>
                  <a:cubicBezTo>
                    <a:pt x="3030" y="21"/>
                    <a:pt x="2978" y="1"/>
                    <a:pt x="292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 name="Google Shape;407;p55"/>
            <p:cNvSpPr/>
            <p:nvPr/>
          </p:nvSpPr>
          <p:spPr>
            <a:xfrm>
              <a:off x="6798688" y="2640275"/>
              <a:ext cx="105700" cy="10225"/>
            </a:xfrm>
            <a:custGeom>
              <a:rect b="b" l="l" r="r" t="t"/>
              <a:pathLst>
                <a:path extrusionOk="0" h="409" w="4228">
                  <a:moveTo>
                    <a:pt x="205" y="1"/>
                  </a:moveTo>
                  <a:cubicBezTo>
                    <a:pt x="92" y="1"/>
                    <a:pt x="0" y="92"/>
                    <a:pt x="0" y="205"/>
                  </a:cubicBezTo>
                  <a:cubicBezTo>
                    <a:pt x="0" y="318"/>
                    <a:pt x="92" y="408"/>
                    <a:pt x="205" y="408"/>
                  </a:cubicBezTo>
                  <a:lnTo>
                    <a:pt x="4025" y="408"/>
                  </a:lnTo>
                  <a:cubicBezTo>
                    <a:pt x="4026" y="408"/>
                    <a:pt x="4028" y="408"/>
                    <a:pt x="4029" y="408"/>
                  </a:cubicBezTo>
                  <a:cubicBezTo>
                    <a:pt x="4137" y="408"/>
                    <a:pt x="4228" y="317"/>
                    <a:pt x="4228" y="205"/>
                  </a:cubicBezTo>
                  <a:cubicBezTo>
                    <a:pt x="4228" y="92"/>
                    <a:pt x="4138" y="1"/>
                    <a:pt x="402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 name="Google Shape;408;p55"/>
            <p:cNvSpPr/>
            <p:nvPr/>
          </p:nvSpPr>
          <p:spPr>
            <a:xfrm>
              <a:off x="6786788" y="2647850"/>
              <a:ext cx="78775" cy="77775"/>
            </a:xfrm>
            <a:custGeom>
              <a:rect b="b" l="l" r="r" t="t"/>
              <a:pathLst>
                <a:path extrusionOk="0" h="3111" w="3151">
                  <a:moveTo>
                    <a:pt x="224" y="1"/>
                  </a:moveTo>
                  <a:cubicBezTo>
                    <a:pt x="172" y="1"/>
                    <a:pt x="120" y="21"/>
                    <a:pt x="80" y="61"/>
                  </a:cubicBezTo>
                  <a:cubicBezTo>
                    <a:pt x="0" y="141"/>
                    <a:pt x="0" y="270"/>
                    <a:pt x="80" y="351"/>
                  </a:cubicBezTo>
                  <a:lnTo>
                    <a:pt x="2780" y="3051"/>
                  </a:lnTo>
                  <a:cubicBezTo>
                    <a:pt x="2820" y="3091"/>
                    <a:pt x="2873" y="3111"/>
                    <a:pt x="2925" y="3111"/>
                  </a:cubicBezTo>
                  <a:cubicBezTo>
                    <a:pt x="2978" y="3111"/>
                    <a:pt x="3030" y="3091"/>
                    <a:pt x="3070" y="3051"/>
                  </a:cubicBezTo>
                  <a:cubicBezTo>
                    <a:pt x="3150" y="2971"/>
                    <a:pt x="3150" y="2842"/>
                    <a:pt x="3070" y="2762"/>
                  </a:cubicBezTo>
                  <a:lnTo>
                    <a:pt x="369" y="61"/>
                  </a:lnTo>
                  <a:cubicBezTo>
                    <a:pt x="329" y="21"/>
                    <a:pt x="277"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 name="Google Shape;409;p55"/>
            <p:cNvSpPr/>
            <p:nvPr/>
          </p:nvSpPr>
          <p:spPr>
            <a:xfrm>
              <a:off x="6785063" y="2643675"/>
              <a:ext cx="10225" cy="105700"/>
            </a:xfrm>
            <a:custGeom>
              <a:rect b="b" l="l" r="r" t="t"/>
              <a:pathLst>
                <a:path extrusionOk="0" h="4228" w="409">
                  <a:moveTo>
                    <a:pt x="205" y="1"/>
                  </a:moveTo>
                  <a:cubicBezTo>
                    <a:pt x="92" y="1"/>
                    <a:pt x="0" y="92"/>
                    <a:pt x="0" y="205"/>
                  </a:cubicBezTo>
                  <a:lnTo>
                    <a:pt x="0" y="4025"/>
                  </a:lnTo>
                  <a:cubicBezTo>
                    <a:pt x="0" y="4136"/>
                    <a:pt x="92" y="4228"/>
                    <a:pt x="205" y="4228"/>
                  </a:cubicBezTo>
                  <a:cubicBezTo>
                    <a:pt x="317" y="4228"/>
                    <a:pt x="408" y="4138"/>
                    <a:pt x="408" y="4025"/>
                  </a:cubicBezTo>
                  <a:lnTo>
                    <a:pt x="408" y="205"/>
                  </a:lnTo>
                  <a:cubicBezTo>
                    <a:pt x="408" y="92"/>
                    <a:pt x="317" y="1"/>
                    <a:pt x="20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 name="Google Shape;410;p55"/>
            <p:cNvSpPr/>
            <p:nvPr/>
          </p:nvSpPr>
          <p:spPr>
            <a:xfrm>
              <a:off x="6620363" y="2492250"/>
              <a:ext cx="331775" cy="291575"/>
            </a:xfrm>
            <a:custGeom>
              <a:rect b="b" l="l" r="r" t="t"/>
              <a:pathLst>
                <a:path extrusionOk="0" h="11663" w="13271">
                  <a:moveTo>
                    <a:pt x="6630" y="2611"/>
                  </a:moveTo>
                  <a:cubicBezTo>
                    <a:pt x="7864" y="2611"/>
                    <a:pt x="9045" y="3323"/>
                    <a:pt x="9578" y="4520"/>
                  </a:cubicBezTo>
                  <a:cubicBezTo>
                    <a:pt x="10301" y="6142"/>
                    <a:pt x="9570" y="8050"/>
                    <a:pt x="7947" y="8774"/>
                  </a:cubicBezTo>
                  <a:cubicBezTo>
                    <a:pt x="7523" y="8963"/>
                    <a:pt x="7078" y="9053"/>
                    <a:pt x="6641" y="9053"/>
                  </a:cubicBezTo>
                  <a:cubicBezTo>
                    <a:pt x="5407" y="9053"/>
                    <a:pt x="4226" y="8341"/>
                    <a:pt x="3693" y="7143"/>
                  </a:cubicBezTo>
                  <a:cubicBezTo>
                    <a:pt x="2971" y="5521"/>
                    <a:pt x="3703" y="3611"/>
                    <a:pt x="5324" y="2889"/>
                  </a:cubicBezTo>
                  <a:cubicBezTo>
                    <a:pt x="5748" y="2700"/>
                    <a:pt x="6192" y="2611"/>
                    <a:pt x="6630" y="2611"/>
                  </a:cubicBezTo>
                  <a:close/>
                  <a:moveTo>
                    <a:pt x="6627" y="1"/>
                  </a:moveTo>
                  <a:cubicBezTo>
                    <a:pt x="5835" y="1"/>
                    <a:pt x="5031" y="163"/>
                    <a:pt x="4262" y="506"/>
                  </a:cubicBezTo>
                  <a:cubicBezTo>
                    <a:pt x="1324" y="1815"/>
                    <a:pt x="1" y="5269"/>
                    <a:pt x="1310" y="8206"/>
                  </a:cubicBezTo>
                  <a:cubicBezTo>
                    <a:pt x="2276" y="10373"/>
                    <a:pt x="4411" y="11662"/>
                    <a:pt x="6644" y="11662"/>
                  </a:cubicBezTo>
                  <a:cubicBezTo>
                    <a:pt x="7436" y="11662"/>
                    <a:pt x="8241" y="11500"/>
                    <a:pt x="9010" y="11157"/>
                  </a:cubicBezTo>
                  <a:cubicBezTo>
                    <a:pt x="11946" y="9848"/>
                    <a:pt x="13270" y="6394"/>
                    <a:pt x="11961" y="3458"/>
                  </a:cubicBezTo>
                  <a:cubicBezTo>
                    <a:pt x="10995" y="1290"/>
                    <a:pt x="8860" y="1"/>
                    <a:pt x="6627"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 name="Google Shape;411;p55"/>
            <p:cNvSpPr/>
            <p:nvPr/>
          </p:nvSpPr>
          <p:spPr>
            <a:xfrm>
              <a:off x="6764538" y="2442950"/>
              <a:ext cx="47775" cy="181150"/>
            </a:xfrm>
            <a:custGeom>
              <a:rect b="b" l="l" r="r" t="t"/>
              <a:pathLst>
                <a:path extrusionOk="0" h="7246" w="1911">
                  <a:moveTo>
                    <a:pt x="956" y="0"/>
                  </a:moveTo>
                  <a:cubicBezTo>
                    <a:pt x="428" y="0"/>
                    <a:pt x="0" y="212"/>
                    <a:pt x="0" y="474"/>
                  </a:cubicBezTo>
                  <a:lnTo>
                    <a:pt x="0" y="6771"/>
                  </a:lnTo>
                  <a:cubicBezTo>
                    <a:pt x="0" y="7033"/>
                    <a:pt x="428" y="7246"/>
                    <a:pt x="956" y="7246"/>
                  </a:cubicBezTo>
                  <a:cubicBezTo>
                    <a:pt x="1484" y="7246"/>
                    <a:pt x="1910" y="7033"/>
                    <a:pt x="1910" y="6771"/>
                  </a:cubicBezTo>
                  <a:lnTo>
                    <a:pt x="1910" y="474"/>
                  </a:lnTo>
                  <a:cubicBezTo>
                    <a:pt x="1910" y="212"/>
                    <a:pt x="1484" y="0"/>
                    <a:pt x="95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 name="Google Shape;412;p55"/>
            <p:cNvSpPr/>
            <p:nvPr/>
          </p:nvSpPr>
          <p:spPr>
            <a:xfrm>
              <a:off x="6758963" y="2431000"/>
              <a:ext cx="56450" cy="56425"/>
            </a:xfrm>
            <a:custGeom>
              <a:rect b="b" l="l" r="r" t="t"/>
              <a:pathLst>
                <a:path extrusionOk="0" h="2257" w="2258">
                  <a:moveTo>
                    <a:pt x="1129" y="0"/>
                  </a:moveTo>
                  <a:cubicBezTo>
                    <a:pt x="505" y="0"/>
                    <a:pt x="0" y="504"/>
                    <a:pt x="0" y="1129"/>
                  </a:cubicBezTo>
                  <a:cubicBezTo>
                    <a:pt x="0" y="1753"/>
                    <a:pt x="507" y="2256"/>
                    <a:pt x="1129" y="2256"/>
                  </a:cubicBezTo>
                  <a:cubicBezTo>
                    <a:pt x="1751" y="2256"/>
                    <a:pt x="2258" y="1750"/>
                    <a:pt x="2258" y="1129"/>
                  </a:cubicBezTo>
                  <a:cubicBezTo>
                    <a:pt x="2258" y="505"/>
                    <a:pt x="1751" y="0"/>
                    <a:pt x="112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 name="Google Shape;413;p55"/>
            <p:cNvSpPr/>
            <p:nvPr/>
          </p:nvSpPr>
          <p:spPr>
            <a:xfrm>
              <a:off x="6757713" y="2604350"/>
              <a:ext cx="63675" cy="63675"/>
            </a:xfrm>
            <a:custGeom>
              <a:rect b="b" l="l" r="r" t="t"/>
              <a:pathLst>
                <a:path extrusionOk="0" h="2547" w="2547">
                  <a:moveTo>
                    <a:pt x="1273" y="0"/>
                  </a:moveTo>
                  <a:cubicBezTo>
                    <a:pt x="571" y="0"/>
                    <a:pt x="0" y="571"/>
                    <a:pt x="0" y="1273"/>
                  </a:cubicBezTo>
                  <a:cubicBezTo>
                    <a:pt x="0" y="1977"/>
                    <a:pt x="571" y="2546"/>
                    <a:pt x="1273" y="2546"/>
                  </a:cubicBezTo>
                  <a:cubicBezTo>
                    <a:pt x="1976" y="2546"/>
                    <a:pt x="2546" y="1977"/>
                    <a:pt x="2546" y="1273"/>
                  </a:cubicBezTo>
                  <a:cubicBezTo>
                    <a:pt x="2546" y="569"/>
                    <a:pt x="1976" y="0"/>
                    <a:pt x="12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 name="Google Shape;414;p55"/>
            <p:cNvSpPr/>
            <p:nvPr/>
          </p:nvSpPr>
          <p:spPr>
            <a:xfrm>
              <a:off x="6579038" y="1203475"/>
              <a:ext cx="66775" cy="51825"/>
            </a:xfrm>
            <a:custGeom>
              <a:rect b="b" l="l" r="r" t="t"/>
              <a:pathLst>
                <a:path extrusionOk="0" h="2073" w="2671">
                  <a:moveTo>
                    <a:pt x="1336" y="0"/>
                  </a:moveTo>
                  <a:cubicBezTo>
                    <a:pt x="2" y="2"/>
                    <a:pt x="0" y="2073"/>
                    <a:pt x="1336" y="2073"/>
                  </a:cubicBezTo>
                  <a:cubicBezTo>
                    <a:pt x="2668" y="2073"/>
                    <a:pt x="2671" y="0"/>
                    <a:pt x="133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 name="Google Shape;415;p55"/>
            <p:cNvSpPr/>
            <p:nvPr/>
          </p:nvSpPr>
          <p:spPr>
            <a:xfrm>
              <a:off x="6665963" y="1249275"/>
              <a:ext cx="50100" cy="38900"/>
            </a:xfrm>
            <a:custGeom>
              <a:rect b="b" l="l" r="r" t="t"/>
              <a:pathLst>
                <a:path extrusionOk="0" h="1556" w="2004">
                  <a:moveTo>
                    <a:pt x="1002" y="1"/>
                  </a:moveTo>
                  <a:cubicBezTo>
                    <a:pt x="2" y="1"/>
                    <a:pt x="1" y="1556"/>
                    <a:pt x="1002" y="1556"/>
                  </a:cubicBezTo>
                  <a:cubicBezTo>
                    <a:pt x="2002" y="1556"/>
                    <a:pt x="2004" y="1"/>
                    <a:pt x="100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 name="Google Shape;416;p55"/>
            <p:cNvSpPr/>
            <p:nvPr/>
          </p:nvSpPr>
          <p:spPr>
            <a:xfrm>
              <a:off x="6873263" y="2047225"/>
              <a:ext cx="45975" cy="38825"/>
            </a:xfrm>
            <a:custGeom>
              <a:rect b="b" l="l" r="r" t="t"/>
              <a:pathLst>
                <a:path extrusionOk="0" h="1553" w="1839">
                  <a:moveTo>
                    <a:pt x="797" y="0"/>
                  </a:moveTo>
                  <a:cubicBezTo>
                    <a:pt x="391" y="0"/>
                    <a:pt x="0" y="358"/>
                    <a:pt x="20" y="776"/>
                  </a:cubicBezTo>
                  <a:cubicBezTo>
                    <a:pt x="40" y="1196"/>
                    <a:pt x="362" y="1552"/>
                    <a:pt x="797" y="1552"/>
                  </a:cubicBezTo>
                  <a:lnTo>
                    <a:pt x="1043" y="1552"/>
                  </a:lnTo>
                  <a:cubicBezTo>
                    <a:pt x="1449" y="1552"/>
                    <a:pt x="1838" y="1195"/>
                    <a:pt x="1820" y="776"/>
                  </a:cubicBezTo>
                  <a:cubicBezTo>
                    <a:pt x="1801" y="355"/>
                    <a:pt x="1478" y="0"/>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417" name="Google Shape;417;p55"/>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418" name="Google Shape;418;p55"/>
          <p:cNvGrpSpPr/>
          <p:nvPr/>
        </p:nvGrpSpPr>
        <p:grpSpPr>
          <a:xfrm>
            <a:off x="372025" y="321975"/>
            <a:ext cx="8400000" cy="4503300"/>
            <a:chOff x="372025" y="321975"/>
            <a:chExt cx="8400000" cy="4503300"/>
          </a:xfrm>
        </p:grpSpPr>
        <p:grpSp>
          <p:nvGrpSpPr>
            <p:cNvPr id="419" name="Google Shape;419;p55"/>
            <p:cNvGrpSpPr/>
            <p:nvPr/>
          </p:nvGrpSpPr>
          <p:grpSpPr>
            <a:xfrm>
              <a:off x="372025" y="321975"/>
              <a:ext cx="8400000" cy="4503300"/>
              <a:chOff x="372025" y="321975"/>
              <a:chExt cx="8400000" cy="4503300"/>
            </a:xfrm>
          </p:grpSpPr>
          <p:sp>
            <p:nvSpPr>
              <p:cNvPr id="420" name="Google Shape;420;p55"/>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21" name="Google Shape;421;p55"/>
              <p:cNvGrpSpPr/>
              <p:nvPr/>
            </p:nvGrpSpPr>
            <p:grpSpPr>
              <a:xfrm>
                <a:off x="372025" y="321975"/>
                <a:ext cx="8400000" cy="4499700"/>
                <a:chOff x="372025" y="321975"/>
                <a:chExt cx="8400000" cy="4499700"/>
              </a:xfrm>
            </p:grpSpPr>
            <p:sp>
              <p:nvSpPr>
                <p:cNvPr id="422" name="Google Shape;422;p55"/>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 name="Google Shape;423;p55"/>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 name="Google Shape;424;p55"/>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55"/>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 name="Google Shape;426;p55"/>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 name="Google Shape;427;p55"/>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28" name="Google Shape;428;p55"/>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429" name="Google Shape;429;p55"/>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
        <p:nvSpPr>
          <p:cNvPr id="430" name="Google Shape;430;p55"/>
          <p:cNvSpPr txBox="1"/>
          <p:nvPr>
            <p:ph idx="1" type="subTitle"/>
          </p:nvPr>
        </p:nvSpPr>
        <p:spPr>
          <a:xfrm>
            <a:off x="1359525" y="1645625"/>
            <a:ext cx="2907600" cy="46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Clr>
                <a:schemeClr val="lt2"/>
              </a:buClr>
              <a:buSzPts val="1600"/>
              <a:buFont typeface="Zen Dots"/>
              <a:buNone/>
              <a:defRPr sz="1600">
                <a:solidFill>
                  <a:schemeClr val="lt2"/>
                </a:solidFill>
                <a:latin typeface="Zen Dots"/>
                <a:ea typeface="Zen Dots"/>
                <a:cs typeface="Zen Dots"/>
                <a:sym typeface="Zen Dots"/>
              </a:defRPr>
            </a:lvl1pPr>
            <a:lvl2pPr lvl="1"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2pPr>
            <a:lvl3pPr lvl="2"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3pPr>
            <a:lvl4pPr lvl="3"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4pPr>
            <a:lvl5pPr lvl="4"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5pPr>
            <a:lvl6pPr lvl="5"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6pPr>
            <a:lvl7pPr lvl="6"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7pPr>
            <a:lvl8pPr lvl="7"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8pPr>
            <a:lvl9pPr lvl="8" algn="ctr">
              <a:lnSpc>
                <a:spcPct val="100000"/>
              </a:lnSpc>
              <a:spcBef>
                <a:spcPts val="1600"/>
              </a:spcBef>
              <a:spcAft>
                <a:spcPts val="1600"/>
              </a:spcAft>
              <a:buClr>
                <a:schemeClr val="lt2"/>
              </a:buClr>
              <a:buSzPts val="1600"/>
              <a:buFont typeface="Zen Dots"/>
              <a:buNone/>
              <a:defRPr sz="1600">
                <a:solidFill>
                  <a:schemeClr val="lt2"/>
                </a:solidFill>
                <a:latin typeface="Zen Dots"/>
                <a:ea typeface="Zen Dots"/>
                <a:cs typeface="Zen Dots"/>
                <a:sym typeface="Zen Dots"/>
              </a:defRPr>
            </a:lvl9pPr>
          </a:lstStyle>
          <a:p/>
        </p:txBody>
      </p:sp>
      <p:sp>
        <p:nvSpPr>
          <p:cNvPr id="431" name="Google Shape;431;p55"/>
          <p:cNvSpPr txBox="1"/>
          <p:nvPr>
            <p:ph idx="2" type="subTitle"/>
          </p:nvPr>
        </p:nvSpPr>
        <p:spPr>
          <a:xfrm>
            <a:off x="4876875" y="3506050"/>
            <a:ext cx="2907600" cy="46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Clr>
                <a:schemeClr val="lt2"/>
              </a:buClr>
              <a:buSzPts val="1600"/>
              <a:buFont typeface="Zen Dots"/>
              <a:buNone/>
              <a:defRPr sz="1600">
                <a:solidFill>
                  <a:schemeClr val="lt2"/>
                </a:solidFill>
                <a:latin typeface="Zen Dots"/>
                <a:ea typeface="Zen Dots"/>
                <a:cs typeface="Zen Dots"/>
                <a:sym typeface="Zen Dots"/>
              </a:defRPr>
            </a:lvl1pPr>
            <a:lvl2pPr lvl="1"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2pPr>
            <a:lvl3pPr lvl="2"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3pPr>
            <a:lvl4pPr lvl="3"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4pPr>
            <a:lvl5pPr lvl="4"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5pPr>
            <a:lvl6pPr lvl="5"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6pPr>
            <a:lvl7pPr lvl="6"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7pPr>
            <a:lvl8pPr lvl="7" algn="ctr">
              <a:lnSpc>
                <a:spcPct val="100000"/>
              </a:lnSpc>
              <a:spcBef>
                <a:spcPts val="1600"/>
              </a:spcBef>
              <a:spcAft>
                <a:spcPts val="0"/>
              </a:spcAft>
              <a:buClr>
                <a:schemeClr val="lt2"/>
              </a:buClr>
              <a:buSzPts val="1600"/>
              <a:buFont typeface="Zen Dots"/>
              <a:buNone/>
              <a:defRPr sz="1600">
                <a:solidFill>
                  <a:schemeClr val="lt2"/>
                </a:solidFill>
                <a:latin typeface="Zen Dots"/>
                <a:ea typeface="Zen Dots"/>
                <a:cs typeface="Zen Dots"/>
                <a:sym typeface="Zen Dots"/>
              </a:defRPr>
            </a:lvl8pPr>
            <a:lvl9pPr lvl="8" algn="ctr">
              <a:lnSpc>
                <a:spcPct val="100000"/>
              </a:lnSpc>
              <a:spcBef>
                <a:spcPts val="1600"/>
              </a:spcBef>
              <a:spcAft>
                <a:spcPts val="1600"/>
              </a:spcAft>
              <a:buClr>
                <a:schemeClr val="lt2"/>
              </a:buClr>
              <a:buSzPts val="1600"/>
              <a:buFont typeface="Zen Dots"/>
              <a:buNone/>
              <a:defRPr sz="1600">
                <a:solidFill>
                  <a:schemeClr val="lt2"/>
                </a:solidFill>
                <a:latin typeface="Zen Dots"/>
                <a:ea typeface="Zen Dots"/>
                <a:cs typeface="Zen Dots"/>
                <a:sym typeface="Zen Dots"/>
              </a:defRPr>
            </a:lvl9pPr>
          </a:lstStyle>
          <a:p/>
        </p:txBody>
      </p:sp>
      <p:sp>
        <p:nvSpPr>
          <p:cNvPr id="432" name="Google Shape;432;p55"/>
          <p:cNvSpPr txBox="1"/>
          <p:nvPr>
            <p:ph idx="3" type="subTitle"/>
          </p:nvPr>
        </p:nvSpPr>
        <p:spPr>
          <a:xfrm>
            <a:off x="1359525" y="2108625"/>
            <a:ext cx="2907600" cy="6381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433" name="Google Shape;433;p55"/>
          <p:cNvSpPr txBox="1"/>
          <p:nvPr>
            <p:ph idx="4" type="subTitle"/>
          </p:nvPr>
        </p:nvSpPr>
        <p:spPr>
          <a:xfrm>
            <a:off x="4876875" y="3969050"/>
            <a:ext cx="2907600" cy="6381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434" name="Google Shape;434;p55"/>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2"/>
        </a:solidFill>
      </p:bgPr>
    </p:bg>
    <p:spTree>
      <p:nvGrpSpPr>
        <p:cNvPr id="435" name="Shape 435"/>
        <p:cNvGrpSpPr/>
        <p:nvPr/>
      </p:nvGrpSpPr>
      <p:grpSpPr>
        <a:xfrm>
          <a:off x="0" y="0"/>
          <a:ext cx="0" cy="0"/>
          <a:chOff x="0" y="0"/>
          <a:chExt cx="0" cy="0"/>
        </a:xfrm>
      </p:grpSpPr>
      <p:pic>
        <p:nvPicPr>
          <p:cNvPr id="436" name="Google Shape;436;p56"/>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sp>
        <p:nvSpPr>
          <p:cNvPr id="437" name="Google Shape;437;p56"/>
          <p:cNvSpPr/>
          <p:nvPr/>
        </p:nvSpPr>
        <p:spPr>
          <a:xfrm>
            <a:off x="372375" y="324675"/>
            <a:ext cx="8394900" cy="4500600"/>
          </a:xfrm>
          <a:prstGeom prst="rect">
            <a:avLst/>
          </a:prstGeom>
          <a:solidFill>
            <a:srgbClr val="7C7C7C">
              <a:alpha val="2705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38" name="Google Shape;438;p56"/>
          <p:cNvGrpSpPr/>
          <p:nvPr/>
        </p:nvGrpSpPr>
        <p:grpSpPr>
          <a:xfrm>
            <a:off x="372025" y="321975"/>
            <a:ext cx="8400000" cy="4499700"/>
            <a:chOff x="372025" y="321975"/>
            <a:chExt cx="8400000" cy="4499700"/>
          </a:xfrm>
        </p:grpSpPr>
        <p:sp>
          <p:nvSpPr>
            <p:cNvPr id="439" name="Google Shape;439;p56"/>
            <p:cNvSpPr/>
            <p:nvPr/>
          </p:nvSpPr>
          <p:spPr>
            <a:xfrm>
              <a:off x="372025" y="321975"/>
              <a:ext cx="8400000" cy="44997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 name="Google Shape;440;p56"/>
            <p:cNvSpPr/>
            <p:nvPr/>
          </p:nvSpPr>
          <p:spPr>
            <a:xfrm>
              <a:off x="372025" y="321975"/>
              <a:ext cx="8400000" cy="2181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56"/>
            <p:cNvSpPr/>
            <p:nvPr/>
          </p:nvSpPr>
          <p:spPr>
            <a:xfrm>
              <a:off x="486450" y="38090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 name="Google Shape;442;p56"/>
            <p:cNvSpPr/>
            <p:nvPr/>
          </p:nvSpPr>
          <p:spPr>
            <a:xfrm>
              <a:off x="669900" y="38090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 name="Google Shape;443;p56"/>
            <p:cNvSpPr/>
            <p:nvPr/>
          </p:nvSpPr>
          <p:spPr>
            <a:xfrm>
              <a:off x="853350" y="38090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 name="Google Shape;444;p56"/>
            <p:cNvSpPr/>
            <p:nvPr/>
          </p:nvSpPr>
          <p:spPr>
            <a:xfrm>
              <a:off x="8537750" y="380900"/>
              <a:ext cx="100200" cy="100200"/>
            </a:xfrm>
            <a:prstGeom prst="ellipse">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45" name="Google Shape;445;p56"/>
            <p:cNvCxnSpPr/>
            <p:nvPr/>
          </p:nvCxnSpPr>
          <p:spPr>
            <a:xfrm>
              <a:off x="7498375" y="431000"/>
              <a:ext cx="1039500" cy="0"/>
            </a:xfrm>
            <a:prstGeom prst="straightConnector1">
              <a:avLst/>
            </a:prstGeom>
            <a:noFill/>
            <a:ln cap="flat" cmpd="sng" w="9525">
              <a:solidFill>
                <a:schemeClr val="accent6"/>
              </a:solidFill>
              <a:prstDash val="solid"/>
              <a:round/>
              <a:headEnd len="sm" w="sm" type="none"/>
              <a:tailEnd len="sm" w="sm" type="none"/>
            </a:ln>
          </p:spPr>
        </p:cxnSp>
      </p:grpSp>
      <p:sp>
        <p:nvSpPr>
          <p:cNvPr id="446" name="Google Shape;446;p56"/>
          <p:cNvSpPr txBox="1"/>
          <p:nvPr>
            <p:ph type="title"/>
          </p:nvPr>
        </p:nvSpPr>
        <p:spPr>
          <a:xfrm>
            <a:off x="720000" y="936725"/>
            <a:ext cx="5025300" cy="13239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47" name="Shape 447"/>
        <p:cNvGrpSpPr/>
        <p:nvPr/>
      </p:nvGrpSpPr>
      <p:grpSpPr>
        <a:xfrm>
          <a:off x="0" y="0"/>
          <a:ext cx="0" cy="0"/>
          <a:chOff x="0" y="0"/>
          <a:chExt cx="0" cy="0"/>
        </a:xfrm>
      </p:grpSpPr>
      <p:pic>
        <p:nvPicPr>
          <p:cNvPr id="448" name="Google Shape;448;p57"/>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449" name="Google Shape;449;p57"/>
          <p:cNvGrpSpPr/>
          <p:nvPr/>
        </p:nvGrpSpPr>
        <p:grpSpPr>
          <a:xfrm>
            <a:off x="372025" y="321975"/>
            <a:ext cx="8400000" cy="4503300"/>
            <a:chOff x="372025" y="321975"/>
            <a:chExt cx="8400000" cy="4503300"/>
          </a:xfrm>
        </p:grpSpPr>
        <p:grpSp>
          <p:nvGrpSpPr>
            <p:cNvPr id="450" name="Google Shape;450;p57"/>
            <p:cNvGrpSpPr/>
            <p:nvPr/>
          </p:nvGrpSpPr>
          <p:grpSpPr>
            <a:xfrm>
              <a:off x="372025" y="321975"/>
              <a:ext cx="8400000" cy="4503300"/>
              <a:chOff x="372025" y="321975"/>
              <a:chExt cx="8400000" cy="4503300"/>
            </a:xfrm>
          </p:grpSpPr>
          <p:sp>
            <p:nvSpPr>
              <p:cNvPr id="451" name="Google Shape;451;p57"/>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52" name="Google Shape;452;p57"/>
              <p:cNvGrpSpPr/>
              <p:nvPr/>
            </p:nvGrpSpPr>
            <p:grpSpPr>
              <a:xfrm>
                <a:off x="372025" y="321975"/>
                <a:ext cx="8400000" cy="4499700"/>
                <a:chOff x="372025" y="321975"/>
                <a:chExt cx="8400000" cy="4499700"/>
              </a:xfrm>
            </p:grpSpPr>
            <p:sp>
              <p:nvSpPr>
                <p:cNvPr id="453" name="Google Shape;453;p57"/>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 name="Google Shape;454;p57"/>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 name="Google Shape;455;p57"/>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57"/>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57"/>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 name="Google Shape;458;p57"/>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59" name="Google Shape;459;p57"/>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460" name="Google Shape;460;p57"/>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
        <p:nvSpPr>
          <p:cNvPr id="461" name="Google Shape;461;p57"/>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ONE_COLUMN_TEXT_1">
    <p:spTree>
      <p:nvGrpSpPr>
        <p:cNvPr id="462" name="Shape 462"/>
        <p:cNvGrpSpPr/>
        <p:nvPr/>
      </p:nvGrpSpPr>
      <p:grpSpPr>
        <a:xfrm>
          <a:off x="0" y="0"/>
          <a:ext cx="0" cy="0"/>
          <a:chOff x="0" y="0"/>
          <a:chExt cx="0" cy="0"/>
        </a:xfrm>
      </p:grpSpPr>
      <p:pic>
        <p:nvPicPr>
          <p:cNvPr id="463" name="Google Shape;463;p58"/>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464" name="Google Shape;464;p58"/>
          <p:cNvGrpSpPr/>
          <p:nvPr/>
        </p:nvGrpSpPr>
        <p:grpSpPr>
          <a:xfrm>
            <a:off x="372025" y="321975"/>
            <a:ext cx="8400000" cy="4503300"/>
            <a:chOff x="372025" y="321975"/>
            <a:chExt cx="8400000" cy="4503300"/>
          </a:xfrm>
        </p:grpSpPr>
        <p:grpSp>
          <p:nvGrpSpPr>
            <p:cNvPr id="465" name="Google Shape;465;p58"/>
            <p:cNvGrpSpPr/>
            <p:nvPr/>
          </p:nvGrpSpPr>
          <p:grpSpPr>
            <a:xfrm>
              <a:off x="372025" y="321975"/>
              <a:ext cx="8400000" cy="4503300"/>
              <a:chOff x="372025" y="321975"/>
              <a:chExt cx="8400000" cy="4503300"/>
            </a:xfrm>
          </p:grpSpPr>
          <p:sp>
            <p:nvSpPr>
              <p:cNvPr id="466" name="Google Shape;466;p58"/>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7" name="Google Shape;467;p58"/>
              <p:cNvGrpSpPr/>
              <p:nvPr/>
            </p:nvGrpSpPr>
            <p:grpSpPr>
              <a:xfrm>
                <a:off x="372025" y="321975"/>
                <a:ext cx="8400000" cy="4499700"/>
                <a:chOff x="372025" y="321975"/>
                <a:chExt cx="8400000" cy="4499700"/>
              </a:xfrm>
            </p:grpSpPr>
            <p:sp>
              <p:nvSpPr>
                <p:cNvPr id="468" name="Google Shape;468;p58"/>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 name="Google Shape;469;p58"/>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 name="Google Shape;470;p58"/>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58"/>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58"/>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58"/>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74" name="Google Shape;474;p58"/>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475" name="Google Shape;475;p58"/>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
        <p:nvSpPr>
          <p:cNvPr id="476" name="Google Shape;476;p58"/>
          <p:cNvSpPr txBox="1"/>
          <p:nvPr>
            <p:ph idx="1" type="subTitle"/>
          </p:nvPr>
        </p:nvSpPr>
        <p:spPr>
          <a:xfrm>
            <a:off x="1272075" y="2229875"/>
            <a:ext cx="3201000" cy="1717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400"/>
              <a:buChar char="●"/>
              <a:defRPr/>
            </a:lvl1pPr>
            <a:lvl2pPr lvl="1" algn="ctr">
              <a:lnSpc>
                <a:spcPct val="100000"/>
              </a:lnSpc>
              <a:spcBef>
                <a:spcPts val="0"/>
              </a:spcBef>
              <a:spcAft>
                <a:spcPts val="0"/>
              </a:spcAft>
              <a:buSzPts val="1400"/>
              <a:buChar char="○"/>
              <a:defRPr/>
            </a:lvl2pPr>
            <a:lvl3pPr lvl="2" algn="ctr">
              <a:lnSpc>
                <a:spcPct val="100000"/>
              </a:lnSpc>
              <a:spcBef>
                <a:spcPts val="1600"/>
              </a:spcBef>
              <a:spcAft>
                <a:spcPts val="0"/>
              </a:spcAft>
              <a:buSzPts val="1400"/>
              <a:buChar char="■"/>
              <a:defRPr/>
            </a:lvl3pPr>
            <a:lvl4pPr lvl="3" algn="ctr">
              <a:lnSpc>
                <a:spcPct val="100000"/>
              </a:lnSpc>
              <a:spcBef>
                <a:spcPts val="1600"/>
              </a:spcBef>
              <a:spcAft>
                <a:spcPts val="0"/>
              </a:spcAft>
              <a:buSzPts val="1400"/>
              <a:buChar char="●"/>
              <a:defRPr/>
            </a:lvl4pPr>
            <a:lvl5pPr lvl="4" algn="ctr">
              <a:lnSpc>
                <a:spcPct val="100000"/>
              </a:lnSpc>
              <a:spcBef>
                <a:spcPts val="1600"/>
              </a:spcBef>
              <a:spcAft>
                <a:spcPts val="0"/>
              </a:spcAft>
              <a:buSzPts val="1400"/>
              <a:buChar char="○"/>
              <a:defRPr/>
            </a:lvl5pPr>
            <a:lvl6pPr lvl="5" algn="ctr">
              <a:lnSpc>
                <a:spcPct val="100000"/>
              </a:lnSpc>
              <a:spcBef>
                <a:spcPts val="1600"/>
              </a:spcBef>
              <a:spcAft>
                <a:spcPts val="0"/>
              </a:spcAft>
              <a:buSzPts val="1400"/>
              <a:buChar char="■"/>
              <a:defRPr/>
            </a:lvl6pPr>
            <a:lvl7pPr lvl="6" algn="ctr">
              <a:lnSpc>
                <a:spcPct val="100000"/>
              </a:lnSpc>
              <a:spcBef>
                <a:spcPts val="1600"/>
              </a:spcBef>
              <a:spcAft>
                <a:spcPts val="0"/>
              </a:spcAft>
              <a:buSzPts val="1400"/>
              <a:buChar char="●"/>
              <a:defRPr/>
            </a:lvl7pPr>
            <a:lvl8pPr lvl="7" algn="ctr">
              <a:lnSpc>
                <a:spcPct val="100000"/>
              </a:lnSpc>
              <a:spcBef>
                <a:spcPts val="1600"/>
              </a:spcBef>
              <a:spcAft>
                <a:spcPts val="0"/>
              </a:spcAft>
              <a:buSzPts val="1400"/>
              <a:buChar char="○"/>
              <a:defRPr/>
            </a:lvl8pPr>
            <a:lvl9pPr lvl="8" algn="ctr">
              <a:lnSpc>
                <a:spcPct val="100000"/>
              </a:lnSpc>
              <a:spcBef>
                <a:spcPts val="1600"/>
              </a:spcBef>
              <a:spcAft>
                <a:spcPts val="1600"/>
              </a:spcAft>
              <a:buSzPts val="1400"/>
              <a:buChar char="■"/>
              <a:defRPr/>
            </a:lvl9pPr>
          </a:lstStyle>
          <a:p/>
        </p:txBody>
      </p:sp>
      <p:sp>
        <p:nvSpPr>
          <p:cNvPr id="477" name="Google Shape;477;p58"/>
          <p:cNvSpPr txBox="1"/>
          <p:nvPr>
            <p:ph idx="2" type="subTitle"/>
          </p:nvPr>
        </p:nvSpPr>
        <p:spPr>
          <a:xfrm>
            <a:off x="4964325" y="2654613"/>
            <a:ext cx="2907600" cy="8637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478" name="Google Shape;478;p58"/>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479" name="Shape 479"/>
        <p:cNvGrpSpPr/>
        <p:nvPr/>
      </p:nvGrpSpPr>
      <p:grpSpPr>
        <a:xfrm>
          <a:off x="0" y="0"/>
          <a:ext cx="0" cy="0"/>
          <a:chOff x="0" y="0"/>
          <a:chExt cx="0" cy="0"/>
        </a:xfrm>
      </p:grpSpPr>
      <p:grpSp>
        <p:nvGrpSpPr>
          <p:cNvPr id="480" name="Google Shape;480;p59"/>
          <p:cNvGrpSpPr/>
          <p:nvPr/>
        </p:nvGrpSpPr>
        <p:grpSpPr>
          <a:xfrm>
            <a:off x="818830" y="3790732"/>
            <a:ext cx="757775" cy="901643"/>
            <a:chOff x="1081548" y="3586707"/>
            <a:chExt cx="975133" cy="1160267"/>
          </a:xfrm>
        </p:grpSpPr>
        <p:sp>
          <p:nvSpPr>
            <p:cNvPr id="481" name="Google Shape;481;p59"/>
            <p:cNvSpPr/>
            <p:nvPr/>
          </p:nvSpPr>
          <p:spPr>
            <a:xfrm rot="448199">
              <a:off x="1199243" y="4572582"/>
              <a:ext cx="415099" cy="148037"/>
            </a:xfrm>
            <a:custGeom>
              <a:rect b="b" l="l" r="r" t="t"/>
              <a:pathLst>
                <a:path extrusionOk="0" h="6700" w="18787">
                  <a:moveTo>
                    <a:pt x="9393" y="0"/>
                  </a:moveTo>
                  <a:cubicBezTo>
                    <a:pt x="5040" y="0"/>
                    <a:pt x="1342" y="2801"/>
                    <a:pt x="0" y="6699"/>
                  </a:cubicBezTo>
                  <a:lnTo>
                    <a:pt x="18786" y="6699"/>
                  </a:lnTo>
                  <a:cubicBezTo>
                    <a:pt x="17443" y="2803"/>
                    <a:pt x="13748" y="0"/>
                    <a:pt x="939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59"/>
            <p:cNvSpPr/>
            <p:nvPr/>
          </p:nvSpPr>
          <p:spPr>
            <a:xfrm rot="448199">
              <a:off x="1455355" y="4141939"/>
              <a:ext cx="63236" cy="528844"/>
            </a:xfrm>
            <a:custGeom>
              <a:rect b="b" l="l" r="r" t="t"/>
              <a:pathLst>
                <a:path extrusionOk="0" h="23935" w="2862">
                  <a:moveTo>
                    <a:pt x="1431" y="0"/>
                  </a:moveTo>
                  <a:cubicBezTo>
                    <a:pt x="644" y="0"/>
                    <a:pt x="0" y="644"/>
                    <a:pt x="0" y="1431"/>
                  </a:cubicBezTo>
                  <a:lnTo>
                    <a:pt x="0" y="22504"/>
                  </a:lnTo>
                  <a:cubicBezTo>
                    <a:pt x="0" y="23291"/>
                    <a:pt x="644" y="23934"/>
                    <a:pt x="1431" y="23934"/>
                  </a:cubicBezTo>
                  <a:cubicBezTo>
                    <a:pt x="2216" y="23934"/>
                    <a:pt x="2860" y="23291"/>
                    <a:pt x="2861" y="22504"/>
                  </a:cubicBezTo>
                  <a:lnTo>
                    <a:pt x="2861" y="1431"/>
                  </a:lnTo>
                  <a:cubicBezTo>
                    <a:pt x="2861" y="644"/>
                    <a:pt x="2217" y="0"/>
                    <a:pt x="1431"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59"/>
            <p:cNvSpPr/>
            <p:nvPr/>
          </p:nvSpPr>
          <p:spPr>
            <a:xfrm rot="448199">
              <a:off x="1381310" y="3758307"/>
              <a:ext cx="437393" cy="437371"/>
            </a:xfrm>
            <a:custGeom>
              <a:rect b="b" l="l" r="r" t="t"/>
              <a:pathLst>
                <a:path extrusionOk="0" h="19795" w="19796">
                  <a:moveTo>
                    <a:pt x="9898" y="0"/>
                  </a:moveTo>
                  <a:cubicBezTo>
                    <a:pt x="7273" y="0"/>
                    <a:pt x="4755" y="1042"/>
                    <a:pt x="2900" y="2899"/>
                  </a:cubicBezTo>
                  <a:cubicBezTo>
                    <a:pt x="1043" y="4754"/>
                    <a:pt x="0" y="7272"/>
                    <a:pt x="0" y="9897"/>
                  </a:cubicBezTo>
                  <a:cubicBezTo>
                    <a:pt x="0" y="12522"/>
                    <a:pt x="1043" y="15039"/>
                    <a:pt x="2900" y="16896"/>
                  </a:cubicBezTo>
                  <a:cubicBezTo>
                    <a:pt x="4755" y="18752"/>
                    <a:pt x="7273" y="19794"/>
                    <a:pt x="9898" y="19794"/>
                  </a:cubicBezTo>
                  <a:cubicBezTo>
                    <a:pt x="12523" y="19794"/>
                    <a:pt x="15041" y="18752"/>
                    <a:pt x="16898" y="16896"/>
                  </a:cubicBezTo>
                  <a:cubicBezTo>
                    <a:pt x="18753" y="15039"/>
                    <a:pt x="19796" y="12522"/>
                    <a:pt x="19796" y="9897"/>
                  </a:cubicBezTo>
                  <a:cubicBezTo>
                    <a:pt x="19796" y="7272"/>
                    <a:pt x="18753" y="4754"/>
                    <a:pt x="16898" y="2899"/>
                  </a:cubicBezTo>
                  <a:cubicBezTo>
                    <a:pt x="15041" y="1042"/>
                    <a:pt x="12523" y="0"/>
                    <a:pt x="989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 name="Google Shape;484;p59"/>
            <p:cNvSpPr/>
            <p:nvPr/>
          </p:nvSpPr>
          <p:spPr>
            <a:xfrm rot="448199">
              <a:off x="1101491" y="3700859"/>
              <a:ext cx="732892" cy="354647"/>
            </a:xfrm>
            <a:custGeom>
              <a:rect b="b" l="l" r="r" t="t"/>
              <a:pathLst>
                <a:path extrusionOk="0" h="16051" w="33170">
                  <a:moveTo>
                    <a:pt x="8025" y="0"/>
                  </a:moveTo>
                  <a:cubicBezTo>
                    <a:pt x="3609" y="0"/>
                    <a:pt x="0" y="3612"/>
                    <a:pt x="0" y="8025"/>
                  </a:cubicBezTo>
                  <a:cubicBezTo>
                    <a:pt x="0" y="12440"/>
                    <a:pt x="3612" y="16051"/>
                    <a:pt x="8025" y="16051"/>
                  </a:cubicBezTo>
                  <a:lnTo>
                    <a:pt x="25144" y="16051"/>
                  </a:lnTo>
                  <a:cubicBezTo>
                    <a:pt x="29558" y="16051"/>
                    <a:pt x="33168" y="12440"/>
                    <a:pt x="33170" y="8025"/>
                  </a:cubicBezTo>
                  <a:cubicBezTo>
                    <a:pt x="33170" y="3611"/>
                    <a:pt x="29558" y="0"/>
                    <a:pt x="2514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 name="Google Shape;485;p59"/>
            <p:cNvSpPr/>
            <p:nvPr/>
          </p:nvSpPr>
          <p:spPr>
            <a:xfrm rot="448199">
              <a:off x="1637174" y="3633965"/>
              <a:ext cx="359839" cy="941402"/>
            </a:xfrm>
            <a:custGeom>
              <a:rect b="b" l="l" r="r" t="t"/>
              <a:pathLst>
                <a:path extrusionOk="0" h="42607" w="16286">
                  <a:moveTo>
                    <a:pt x="5123" y="1"/>
                  </a:moveTo>
                  <a:cubicBezTo>
                    <a:pt x="3640" y="1"/>
                    <a:pt x="2314" y="734"/>
                    <a:pt x="1532" y="2714"/>
                  </a:cubicBezTo>
                  <a:cubicBezTo>
                    <a:pt x="533" y="5248"/>
                    <a:pt x="937" y="7974"/>
                    <a:pt x="1963" y="10433"/>
                  </a:cubicBezTo>
                  <a:cubicBezTo>
                    <a:pt x="2595" y="11944"/>
                    <a:pt x="3540" y="13347"/>
                    <a:pt x="4099" y="14884"/>
                  </a:cubicBezTo>
                  <a:cubicBezTo>
                    <a:pt x="4634" y="16347"/>
                    <a:pt x="4694" y="18011"/>
                    <a:pt x="4617" y="19549"/>
                  </a:cubicBezTo>
                  <a:cubicBezTo>
                    <a:pt x="4421" y="23536"/>
                    <a:pt x="1698" y="26787"/>
                    <a:pt x="943" y="30634"/>
                  </a:cubicBezTo>
                  <a:cubicBezTo>
                    <a:pt x="0" y="35417"/>
                    <a:pt x="667" y="41118"/>
                    <a:pt x="6283" y="42427"/>
                  </a:cubicBezTo>
                  <a:cubicBezTo>
                    <a:pt x="6807" y="42549"/>
                    <a:pt x="7317" y="42607"/>
                    <a:pt x="7811" y="42607"/>
                  </a:cubicBezTo>
                  <a:cubicBezTo>
                    <a:pt x="11663" y="42607"/>
                    <a:pt x="14500" y="39100"/>
                    <a:pt x="14500" y="35234"/>
                  </a:cubicBezTo>
                  <a:lnTo>
                    <a:pt x="14500" y="21554"/>
                  </a:lnTo>
                  <a:cubicBezTo>
                    <a:pt x="15637" y="19403"/>
                    <a:pt x="16285" y="16955"/>
                    <a:pt x="16285" y="14353"/>
                  </a:cubicBezTo>
                  <a:cubicBezTo>
                    <a:pt x="16285" y="9987"/>
                    <a:pt x="14391" y="5760"/>
                    <a:pt x="11136" y="2847"/>
                  </a:cubicBezTo>
                  <a:cubicBezTo>
                    <a:pt x="9514" y="1398"/>
                    <a:pt x="7169" y="1"/>
                    <a:pt x="512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59"/>
            <p:cNvSpPr/>
            <p:nvPr/>
          </p:nvSpPr>
          <p:spPr>
            <a:xfrm rot="448199">
              <a:off x="1091629" y="3870125"/>
              <a:ext cx="269780" cy="95870"/>
            </a:xfrm>
            <a:custGeom>
              <a:rect b="b" l="l" r="r" t="t"/>
              <a:pathLst>
                <a:path extrusionOk="0" h="4339" w="12210">
                  <a:moveTo>
                    <a:pt x="208" y="1"/>
                  </a:moveTo>
                  <a:cubicBezTo>
                    <a:pt x="93" y="1"/>
                    <a:pt x="0" y="92"/>
                    <a:pt x="0" y="208"/>
                  </a:cubicBezTo>
                  <a:cubicBezTo>
                    <a:pt x="0" y="323"/>
                    <a:pt x="93" y="414"/>
                    <a:pt x="208" y="414"/>
                  </a:cubicBezTo>
                  <a:lnTo>
                    <a:pt x="7089" y="414"/>
                  </a:lnTo>
                  <a:lnTo>
                    <a:pt x="11847" y="4292"/>
                  </a:lnTo>
                  <a:cubicBezTo>
                    <a:pt x="11885" y="4324"/>
                    <a:pt x="11931" y="4338"/>
                    <a:pt x="11978" y="4338"/>
                  </a:cubicBezTo>
                  <a:cubicBezTo>
                    <a:pt x="12038" y="4338"/>
                    <a:pt x="12097" y="4314"/>
                    <a:pt x="12138" y="4261"/>
                  </a:cubicBezTo>
                  <a:cubicBezTo>
                    <a:pt x="12210" y="4172"/>
                    <a:pt x="12197" y="4042"/>
                    <a:pt x="12108" y="3970"/>
                  </a:cubicBezTo>
                  <a:lnTo>
                    <a:pt x="7292" y="47"/>
                  </a:lnTo>
                  <a:cubicBezTo>
                    <a:pt x="7255" y="16"/>
                    <a:pt x="7210" y="1"/>
                    <a:pt x="716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59"/>
            <p:cNvSpPr/>
            <p:nvPr/>
          </p:nvSpPr>
          <p:spPr>
            <a:xfrm rot="448199">
              <a:off x="1330623" y="3968076"/>
              <a:ext cx="37473" cy="37473"/>
            </a:xfrm>
            <a:custGeom>
              <a:rect b="b" l="l" r="r" t="t"/>
              <a:pathLst>
                <a:path extrusionOk="0" h="1696" w="1696">
                  <a:moveTo>
                    <a:pt x="848" y="0"/>
                  </a:moveTo>
                  <a:cubicBezTo>
                    <a:pt x="382" y="0"/>
                    <a:pt x="0" y="381"/>
                    <a:pt x="0" y="847"/>
                  </a:cubicBezTo>
                  <a:cubicBezTo>
                    <a:pt x="0" y="1314"/>
                    <a:pt x="382" y="1695"/>
                    <a:pt x="848" y="1695"/>
                  </a:cubicBezTo>
                  <a:cubicBezTo>
                    <a:pt x="1315" y="1695"/>
                    <a:pt x="1695" y="1314"/>
                    <a:pt x="1695" y="847"/>
                  </a:cubicBezTo>
                  <a:cubicBezTo>
                    <a:pt x="1695" y="381"/>
                    <a:pt x="1315" y="0"/>
                    <a:pt x="84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59"/>
            <p:cNvSpPr/>
            <p:nvPr/>
          </p:nvSpPr>
          <p:spPr>
            <a:xfrm rot="448199">
              <a:off x="1121684" y="3771313"/>
              <a:ext cx="243730" cy="166795"/>
            </a:xfrm>
            <a:custGeom>
              <a:rect b="b" l="l" r="r" t="t"/>
              <a:pathLst>
                <a:path extrusionOk="0" h="7549" w="11031">
                  <a:moveTo>
                    <a:pt x="10820" y="1"/>
                  </a:moveTo>
                  <a:cubicBezTo>
                    <a:pt x="10713" y="1"/>
                    <a:pt x="10618" y="85"/>
                    <a:pt x="10612" y="197"/>
                  </a:cubicBezTo>
                  <a:lnTo>
                    <a:pt x="10439" y="3999"/>
                  </a:lnTo>
                  <a:lnTo>
                    <a:pt x="4083" y="7134"/>
                  </a:lnTo>
                  <a:lnTo>
                    <a:pt x="208" y="7134"/>
                  </a:lnTo>
                  <a:cubicBezTo>
                    <a:pt x="94" y="7134"/>
                    <a:pt x="1" y="7227"/>
                    <a:pt x="1" y="7341"/>
                  </a:cubicBezTo>
                  <a:cubicBezTo>
                    <a:pt x="1" y="7456"/>
                    <a:pt x="94" y="7549"/>
                    <a:pt x="208" y="7549"/>
                  </a:cubicBezTo>
                  <a:lnTo>
                    <a:pt x="4132" y="7549"/>
                  </a:lnTo>
                  <a:cubicBezTo>
                    <a:pt x="4162" y="7549"/>
                    <a:pt x="4195" y="7541"/>
                    <a:pt x="4224" y="7527"/>
                  </a:cubicBezTo>
                  <a:lnTo>
                    <a:pt x="10732" y="4317"/>
                  </a:lnTo>
                  <a:cubicBezTo>
                    <a:pt x="10798" y="4284"/>
                    <a:pt x="10843" y="4215"/>
                    <a:pt x="10847" y="4141"/>
                  </a:cubicBezTo>
                  <a:lnTo>
                    <a:pt x="11026" y="217"/>
                  </a:lnTo>
                  <a:cubicBezTo>
                    <a:pt x="11030" y="103"/>
                    <a:pt x="10943" y="7"/>
                    <a:pt x="10828" y="1"/>
                  </a:cubicBezTo>
                  <a:cubicBezTo>
                    <a:pt x="10826" y="1"/>
                    <a:pt x="10823" y="1"/>
                    <a:pt x="1082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 name="Google Shape;489;p59"/>
            <p:cNvSpPr/>
            <p:nvPr/>
          </p:nvSpPr>
          <p:spPr>
            <a:xfrm rot="448199">
              <a:off x="1348743" y="3773242"/>
              <a:ext cx="29563" cy="29563"/>
            </a:xfrm>
            <a:custGeom>
              <a:rect b="b" l="l" r="r" t="t"/>
              <a:pathLst>
                <a:path extrusionOk="0" h="1338" w="1338">
                  <a:moveTo>
                    <a:pt x="668" y="0"/>
                  </a:moveTo>
                  <a:cubicBezTo>
                    <a:pt x="301" y="0"/>
                    <a:pt x="0" y="301"/>
                    <a:pt x="0" y="668"/>
                  </a:cubicBezTo>
                  <a:cubicBezTo>
                    <a:pt x="0" y="1038"/>
                    <a:pt x="301" y="1338"/>
                    <a:pt x="668" y="1338"/>
                  </a:cubicBezTo>
                  <a:cubicBezTo>
                    <a:pt x="1035" y="1338"/>
                    <a:pt x="1338" y="1036"/>
                    <a:pt x="1338" y="668"/>
                  </a:cubicBezTo>
                  <a:cubicBezTo>
                    <a:pt x="1338" y="301"/>
                    <a:pt x="1038" y="0"/>
                    <a:pt x="66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59"/>
            <p:cNvSpPr/>
            <p:nvPr/>
          </p:nvSpPr>
          <p:spPr>
            <a:xfrm rot="448199">
              <a:off x="1141995" y="3755918"/>
              <a:ext cx="451158" cy="184471"/>
            </a:xfrm>
            <a:custGeom>
              <a:rect b="b" l="l" r="r" t="t"/>
              <a:pathLst>
                <a:path extrusionOk="0" h="8349" w="20419">
                  <a:moveTo>
                    <a:pt x="0" y="0"/>
                  </a:moveTo>
                  <a:lnTo>
                    <a:pt x="0" y="414"/>
                  </a:lnTo>
                  <a:lnTo>
                    <a:pt x="3923" y="414"/>
                  </a:lnTo>
                  <a:lnTo>
                    <a:pt x="11323" y="8259"/>
                  </a:lnTo>
                  <a:lnTo>
                    <a:pt x="20415" y="8349"/>
                  </a:lnTo>
                  <a:lnTo>
                    <a:pt x="20418" y="7935"/>
                  </a:lnTo>
                  <a:lnTo>
                    <a:pt x="11503" y="7847"/>
                  </a:lnTo>
                  <a:lnTo>
                    <a:pt x="4102"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59"/>
            <p:cNvSpPr/>
            <p:nvPr/>
          </p:nvSpPr>
          <p:spPr>
            <a:xfrm rot="448199">
              <a:off x="1556068" y="3947692"/>
              <a:ext cx="33562" cy="33518"/>
            </a:xfrm>
            <a:custGeom>
              <a:rect b="b" l="l" r="r" t="t"/>
              <a:pathLst>
                <a:path extrusionOk="0" h="1517" w="1519">
                  <a:moveTo>
                    <a:pt x="760" y="1"/>
                  </a:moveTo>
                  <a:cubicBezTo>
                    <a:pt x="341" y="1"/>
                    <a:pt x="1" y="340"/>
                    <a:pt x="1" y="759"/>
                  </a:cubicBezTo>
                  <a:cubicBezTo>
                    <a:pt x="1" y="1178"/>
                    <a:pt x="341" y="1517"/>
                    <a:pt x="760" y="1517"/>
                  </a:cubicBezTo>
                  <a:cubicBezTo>
                    <a:pt x="1178" y="1517"/>
                    <a:pt x="1518" y="1178"/>
                    <a:pt x="1518" y="759"/>
                  </a:cubicBezTo>
                  <a:cubicBezTo>
                    <a:pt x="1518" y="340"/>
                    <a:pt x="1178" y="1"/>
                    <a:pt x="76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59"/>
            <p:cNvSpPr/>
            <p:nvPr/>
          </p:nvSpPr>
          <p:spPr>
            <a:xfrm rot="448199">
              <a:off x="1117365" y="3708388"/>
              <a:ext cx="103095" cy="116861"/>
            </a:xfrm>
            <a:custGeom>
              <a:rect b="b" l="l" r="r" t="t"/>
              <a:pathLst>
                <a:path extrusionOk="0" h="5289" w="4666">
                  <a:moveTo>
                    <a:pt x="4251" y="0"/>
                  </a:moveTo>
                  <a:lnTo>
                    <a:pt x="4251" y="4874"/>
                  </a:lnTo>
                  <a:lnTo>
                    <a:pt x="1" y="4874"/>
                  </a:lnTo>
                  <a:lnTo>
                    <a:pt x="1" y="5289"/>
                  </a:lnTo>
                  <a:lnTo>
                    <a:pt x="4666" y="5289"/>
                  </a:lnTo>
                  <a:lnTo>
                    <a:pt x="4666"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59"/>
            <p:cNvSpPr/>
            <p:nvPr/>
          </p:nvSpPr>
          <p:spPr>
            <a:xfrm rot="448199">
              <a:off x="1210047" y="3695309"/>
              <a:ext cx="27597" cy="27575"/>
            </a:xfrm>
            <a:custGeom>
              <a:rect b="b" l="l" r="r" t="t"/>
              <a:pathLst>
                <a:path extrusionOk="0" h="1248" w="1249">
                  <a:moveTo>
                    <a:pt x="624" y="0"/>
                  </a:moveTo>
                  <a:cubicBezTo>
                    <a:pt x="280" y="0"/>
                    <a:pt x="1" y="279"/>
                    <a:pt x="1" y="624"/>
                  </a:cubicBezTo>
                  <a:cubicBezTo>
                    <a:pt x="1" y="969"/>
                    <a:pt x="280" y="1248"/>
                    <a:pt x="624" y="1248"/>
                  </a:cubicBezTo>
                  <a:cubicBezTo>
                    <a:pt x="969" y="1248"/>
                    <a:pt x="1248" y="969"/>
                    <a:pt x="1248" y="624"/>
                  </a:cubicBezTo>
                  <a:cubicBezTo>
                    <a:pt x="1248" y="279"/>
                    <a:pt x="969" y="0"/>
                    <a:pt x="62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59"/>
            <p:cNvSpPr/>
            <p:nvPr/>
          </p:nvSpPr>
          <p:spPr>
            <a:xfrm rot="448199">
              <a:off x="1456382" y="3745409"/>
              <a:ext cx="72229" cy="254137"/>
            </a:xfrm>
            <a:custGeom>
              <a:rect b="b" l="l" r="r" t="t"/>
              <a:pathLst>
                <a:path extrusionOk="0" h="11502" w="3269">
                  <a:moveTo>
                    <a:pt x="2854" y="0"/>
                  </a:moveTo>
                  <a:lnTo>
                    <a:pt x="2854" y="2940"/>
                  </a:lnTo>
                  <a:lnTo>
                    <a:pt x="0" y="5526"/>
                  </a:lnTo>
                  <a:lnTo>
                    <a:pt x="0" y="11501"/>
                  </a:lnTo>
                  <a:lnTo>
                    <a:pt x="415" y="11501"/>
                  </a:lnTo>
                  <a:lnTo>
                    <a:pt x="415" y="5709"/>
                  </a:lnTo>
                  <a:lnTo>
                    <a:pt x="3269" y="3124"/>
                  </a:lnTo>
                  <a:lnTo>
                    <a:pt x="326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59"/>
            <p:cNvSpPr/>
            <p:nvPr/>
          </p:nvSpPr>
          <p:spPr>
            <a:xfrm rot="448199">
              <a:off x="1430645" y="3980801"/>
              <a:ext cx="31574" cy="31530"/>
            </a:xfrm>
            <a:custGeom>
              <a:rect b="b" l="l" r="r" t="t"/>
              <a:pathLst>
                <a:path extrusionOk="0" h="1427" w="1429">
                  <a:moveTo>
                    <a:pt x="715" y="1"/>
                  </a:moveTo>
                  <a:cubicBezTo>
                    <a:pt x="321" y="1"/>
                    <a:pt x="1" y="321"/>
                    <a:pt x="1" y="715"/>
                  </a:cubicBezTo>
                  <a:cubicBezTo>
                    <a:pt x="1" y="1108"/>
                    <a:pt x="321" y="1427"/>
                    <a:pt x="715" y="1427"/>
                  </a:cubicBezTo>
                  <a:cubicBezTo>
                    <a:pt x="1108" y="1427"/>
                    <a:pt x="1428" y="1108"/>
                    <a:pt x="1428" y="715"/>
                  </a:cubicBezTo>
                  <a:cubicBezTo>
                    <a:pt x="1428" y="321"/>
                    <a:pt x="1108" y="1"/>
                    <a:pt x="71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59"/>
            <p:cNvSpPr/>
            <p:nvPr/>
          </p:nvSpPr>
          <p:spPr>
            <a:xfrm rot="448199">
              <a:off x="1407896" y="3696379"/>
              <a:ext cx="163547" cy="188471"/>
            </a:xfrm>
            <a:custGeom>
              <a:rect b="b" l="l" r="r" t="t"/>
              <a:pathLst>
                <a:path extrusionOk="0" h="8530" w="7402">
                  <a:moveTo>
                    <a:pt x="305" y="1"/>
                  </a:moveTo>
                  <a:cubicBezTo>
                    <a:pt x="205" y="5"/>
                    <a:pt x="96" y="88"/>
                    <a:pt x="92" y="203"/>
                  </a:cubicBezTo>
                  <a:lnTo>
                    <a:pt x="3" y="3590"/>
                  </a:lnTo>
                  <a:cubicBezTo>
                    <a:pt x="0" y="3662"/>
                    <a:pt x="34" y="3729"/>
                    <a:pt x="93" y="3768"/>
                  </a:cubicBezTo>
                  <a:lnTo>
                    <a:pt x="7048" y="8494"/>
                  </a:lnTo>
                  <a:cubicBezTo>
                    <a:pt x="7084" y="8520"/>
                    <a:pt x="7124" y="8530"/>
                    <a:pt x="7164" y="8530"/>
                  </a:cubicBezTo>
                  <a:cubicBezTo>
                    <a:pt x="7230" y="8530"/>
                    <a:pt x="7294" y="8498"/>
                    <a:pt x="7337" y="8438"/>
                  </a:cubicBezTo>
                  <a:cubicBezTo>
                    <a:pt x="7402" y="8344"/>
                    <a:pt x="7377" y="8215"/>
                    <a:pt x="7281" y="8151"/>
                  </a:cubicBezTo>
                  <a:lnTo>
                    <a:pt x="421" y="3489"/>
                  </a:lnTo>
                  <a:lnTo>
                    <a:pt x="506" y="213"/>
                  </a:lnTo>
                  <a:cubicBezTo>
                    <a:pt x="508" y="98"/>
                    <a:pt x="419" y="4"/>
                    <a:pt x="30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59"/>
            <p:cNvSpPr/>
            <p:nvPr/>
          </p:nvSpPr>
          <p:spPr>
            <a:xfrm rot="448199">
              <a:off x="1541589" y="3876264"/>
              <a:ext cx="33518" cy="33518"/>
            </a:xfrm>
            <a:custGeom>
              <a:rect b="b" l="l" r="r" t="t"/>
              <a:pathLst>
                <a:path extrusionOk="0" h="1517" w="1517">
                  <a:moveTo>
                    <a:pt x="759" y="1"/>
                  </a:moveTo>
                  <a:cubicBezTo>
                    <a:pt x="340" y="1"/>
                    <a:pt x="1" y="340"/>
                    <a:pt x="1" y="759"/>
                  </a:cubicBezTo>
                  <a:cubicBezTo>
                    <a:pt x="1" y="1176"/>
                    <a:pt x="340" y="1517"/>
                    <a:pt x="759" y="1517"/>
                  </a:cubicBezTo>
                  <a:cubicBezTo>
                    <a:pt x="1177" y="1517"/>
                    <a:pt x="1517" y="1176"/>
                    <a:pt x="1517" y="759"/>
                  </a:cubicBezTo>
                  <a:cubicBezTo>
                    <a:pt x="1517" y="340"/>
                    <a:pt x="1177" y="1"/>
                    <a:pt x="75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 name="Google Shape;498;p59"/>
            <p:cNvSpPr/>
            <p:nvPr/>
          </p:nvSpPr>
          <p:spPr>
            <a:xfrm rot="448199">
              <a:off x="1306695" y="3694565"/>
              <a:ext cx="185841" cy="40058"/>
            </a:xfrm>
            <a:custGeom>
              <a:rect b="b" l="l" r="r" t="t"/>
              <a:pathLst>
                <a:path extrusionOk="0" h="1813" w="8411">
                  <a:moveTo>
                    <a:pt x="0" y="0"/>
                  </a:moveTo>
                  <a:lnTo>
                    <a:pt x="0" y="1813"/>
                  </a:lnTo>
                  <a:lnTo>
                    <a:pt x="8411" y="1813"/>
                  </a:lnTo>
                  <a:lnTo>
                    <a:pt x="8411" y="1397"/>
                  </a:lnTo>
                  <a:lnTo>
                    <a:pt x="415" y="1397"/>
                  </a:lnTo>
                  <a:lnTo>
                    <a:pt x="415"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 name="Google Shape;499;p59"/>
            <p:cNvSpPr/>
            <p:nvPr/>
          </p:nvSpPr>
          <p:spPr>
            <a:xfrm rot="448199">
              <a:off x="1471933" y="3729510"/>
              <a:ext cx="25630" cy="25630"/>
            </a:xfrm>
            <a:custGeom>
              <a:rect b="b" l="l" r="r" t="t"/>
              <a:pathLst>
                <a:path extrusionOk="0" h="1160" w="1160">
                  <a:moveTo>
                    <a:pt x="580" y="0"/>
                  </a:moveTo>
                  <a:cubicBezTo>
                    <a:pt x="259" y="0"/>
                    <a:pt x="0" y="259"/>
                    <a:pt x="0" y="580"/>
                  </a:cubicBezTo>
                  <a:cubicBezTo>
                    <a:pt x="0" y="900"/>
                    <a:pt x="259" y="1159"/>
                    <a:pt x="580" y="1159"/>
                  </a:cubicBezTo>
                  <a:cubicBezTo>
                    <a:pt x="900" y="1159"/>
                    <a:pt x="1159" y="900"/>
                    <a:pt x="1159" y="580"/>
                  </a:cubicBezTo>
                  <a:cubicBezTo>
                    <a:pt x="1159" y="259"/>
                    <a:pt x="900" y="0"/>
                    <a:pt x="58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 name="Google Shape;500;p59"/>
            <p:cNvSpPr/>
            <p:nvPr/>
          </p:nvSpPr>
          <p:spPr>
            <a:xfrm rot="448199">
              <a:off x="1186301" y="4113114"/>
              <a:ext cx="141121" cy="83342"/>
            </a:xfrm>
            <a:custGeom>
              <a:rect b="b" l="l" r="r" t="t"/>
              <a:pathLst>
                <a:path extrusionOk="0" h="3772" w="6387">
                  <a:moveTo>
                    <a:pt x="6087" y="2981"/>
                  </a:moveTo>
                  <a:cubicBezTo>
                    <a:pt x="6091" y="2982"/>
                    <a:pt x="6095" y="2984"/>
                    <a:pt x="6095" y="2987"/>
                  </a:cubicBezTo>
                  <a:cubicBezTo>
                    <a:pt x="6092" y="2985"/>
                    <a:pt x="6089" y="2983"/>
                    <a:pt x="6087" y="2981"/>
                  </a:cubicBezTo>
                  <a:close/>
                  <a:moveTo>
                    <a:pt x="870" y="3159"/>
                  </a:moveTo>
                  <a:lnTo>
                    <a:pt x="870" y="3159"/>
                  </a:lnTo>
                  <a:cubicBezTo>
                    <a:pt x="870" y="3159"/>
                    <a:pt x="870" y="3159"/>
                    <a:pt x="870" y="3159"/>
                  </a:cubicBezTo>
                  <a:lnTo>
                    <a:pt x="870" y="3159"/>
                  </a:lnTo>
                  <a:close/>
                  <a:moveTo>
                    <a:pt x="3027" y="1"/>
                  </a:moveTo>
                  <a:cubicBezTo>
                    <a:pt x="2848" y="1"/>
                    <a:pt x="2691" y="144"/>
                    <a:pt x="2669" y="325"/>
                  </a:cubicBezTo>
                  <a:cubicBezTo>
                    <a:pt x="2660" y="392"/>
                    <a:pt x="2673" y="464"/>
                    <a:pt x="2700" y="524"/>
                  </a:cubicBezTo>
                  <a:cubicBezTo>
                    <a:pt x="2626" y="534"/>
                    <a:pt x="2553" y="552"/>
                    <a:pt x="2480" y="570"/>
                  </a:cubicBezTo>
                  <a:lnTo>
                    <a:pt x="2480" y="570"/>
                  </a:lnTo>
                  <a:cubicBezTo>
                    <a:pt x="2492" y="383"/>
                    <a:pt x="2356" y="219"/>
                    <a:pt x="2166" y="196"/>
                  </a:cubicBezTo>
                  <a:cubicBezTo>
                    <a:pt x="2152" y="195"/>
                    <a:pt x="2138" y="194"/>
                    <a:pt x="2124" y="194"/>
                  </a:cubicBezTo>
                  <a:cubicBezTo>
                    <a:pt x="1947" y="194"/>
                    <a:pt x="1793" y="326"/>
                    <a:pt x="1772" y="507"/>
                  </a:cubicBezTo>
                  <a:cubicBezTo>
                    <a:pt x="1757" y="618"/>
                    <a:pt x="1799" y="720"/>
                    <a:pt x="1870" y="796"/>
                  </a:cubicBezTo>
                  <a:cubicBezTo>
                    <a:pt x="1789" y="836"/>
                    <a:pt x="1706" y="926"/>
                    <a:pt x="1636" y="926"/>
                  </a:cubicBezTo>
                  <a:cubicBezTo>
                    <a:pt x="1617" y="778"/>
                    <a:pt x="1493" y="631"/>
                    <a:pt x="1322" y="611"/>
                  </a:cubicBezTo>
                  <a:cubicBezTo>
                    <a:pt x="1308" y="609"/>
                    <a:pt x="1294" y="609"/>
                    <a:pt x="1280" y="609"/>
                  </a:cubicBezTo>
                  <a:cubicBezTo>
                    <a:pt x="1103" y="609"/>
                    <a:pt x="947" y="741"/>
                    <a:pt x="925" y="921"/>
                  </a:cubicBezTo>
                  <a:cubicBezTo>
                    <a:pt x="906" y="1092"/>
                    <a:pt x="1008" y="1249"/>
                    <a:pt x="1164" y="1301"/>
                  </a:cubicBezTo>
                  <a:cubicBezTo>
                    <a:pt x="1099" y="1365"/>
                    <a:pt x="1036" y="1434"/>
                    <a:pt x="978" y="1504"/>
                  </a:cubicBezTo>
                  <a:cubicBezTo>
                    <a:pt x="922" y="1414"/>
                    <a:pt x="829" y="1349"/>
                    <a:pt x="716" y="1335"/>
                  </a:cubicBezTo>
                  <a:cubicBezTo>
                    <a:pt x="702" y="1333"/>
                    <a:pt x="689" y="1333"/>
                    <a:pt x="676" y="1333"/>
                  </a:cubicBezTo>
                  <a:cubicBezTo>
                    <a:pt x="504" y="1333"/>
                    <a:pt x="391" y="1472"/>
                    <a:pt x="370" y="1654"/>
                  </a:cubicBezTo>
                  <a:cubicBezTo>
                    <a:pt x="347" y="1847"/>
                    <a:pt x="355" y="2007"/>
                    <a:pt x="723" y="2056"/>
                  </a:cubicBezTo>
                  <a:cubicBezTo>
                    <a:pt x="501" y="2113"/>
                    <a:pt x="599" y="2209"/>
                    <a:pt x="566" y="2293"/>
                  </a:cubicBezTo>
                  <a:cubicBezTo>
                    <a:pt x="533" y="2278"/>
                    <a:pt x="471" y="2263"/>
                    <a:pt x="433" y="2258"/>
                  </a:cubicBezTo>
                  <a:cubicBezTo>
                    <a:pt x="418" y="2256"/>
                    <a:pt x="404" y="2255"/>
                    <a:pt x="390" y="2255"/>
                  </a:cubicBezTo>
                  <a:cubicBezTo>
                    <a:pt x="210" y="2255"/>
                    <a:pt x="46" y="2386"/>
                    <a:pt x="25" y="2567"/>
                  </a:cubicBezTo>
                  <a:cubicBezTo>
                    <a:pt x="1" y="2763"/>
                    <a:pt x="151" y="2934"/>
                    <a:pt x="347" y="2957"/>
                  </a:cubicBezTo>
                  <a:cubicBezTo>
                    <a:pt x="347" y="2957"/>
                    <a:pt x="348" y="2957"/>
                    <a:pt x="348" y="2957"/>
                  </a:cubicBezTo>
                  <a:cubicBezTo>
                    <a:pt x="352" y="2957"/>
                    <a:pt x="345" y="2952"/>
                    <a:pt x="364" y="2952"/>
                  </a:cubicBezTo>
                  <a:cubicBezTo>
                    <a:pt x="370" y="2952"/>
                    <a:pt x="379" y="2952"/>
                    <a:pt x="393" y="2954"/>
                  </a:cubicBezTo>
                  <a:lnTo>
                    <a:pt x="393" y="2954"/>
                  </a:lnTo>
                  <a:lnTo>
                    <a:pt x="391" y="2971"/>
                  </a:lnTo>
                  <a:cubicBezTo>
                    <a:pt x="384" y="3034"/>
                    <a:pt x="335" y="3094"/>
                    <a:pt x="341" y="3094"/>
                  </a:cubicBezTo>
                  <a:lnTo>
                    <a:pt x="870" y="3159"/>
                  </a:lnTo>
                  <a:lnTo>
                    <a:pt x="870" y="3159"/>
                  </a:lnTo>
                  <a:cubicBezTo>
                    <a:pt x="866" y="3158"/>
                    <a:pt x="873" y="3081"/>
                    <a:pt x="880" y="3030"/>
                  </a:cubicBezTo>
                  <a:cubicBezTo>
                    <a:pt x="1022" y="1874"/>
                    <a:pt x="2001" y="1037"/>
                    <a:pt x="3136" y="1037"/>
                  </a:cubicBezTo>
                  <a:cubicBezTo>
                    <a:pt x="3229" y="1037"/>
                    <a:pt x="3322" y="1043"/>
                    <a:pt x="3417" y="1055"/>
                  </a:cubicBezTo>
                  <a:cubicBezTo>
                    <a:pt x="4667" y="1206"/>
                    <a:pt x="5558" y="2322"/>
                    <a:pt x="5408" y="3572"/>
                  </a:cubicBezTo>
                  <a:cubicBezTo>
                    <a:pt x="5401" y="3623"/>
                    <a:pt x="5391" y="3706"/>
                    <a:pt x="5387" y="3707"/>
                  </a:cubicBezTo>
                  <a:lnTo>
                    <a:pt x="5387" y="3707"/>
                  </a:lnTo>
                  <a:lnTo>
                    <a:pt x="5387" y="3707"/>
                  </a:lnTo>
                  <a:lnTo>
                    <a:pt x="5387" y="3707"/>
                  </a:lnTo>
                  <a:cubicBezTo>
                    <a:pt x="5387" y="3707"/>
                    <a:pt x="5387" y="3707"/>
                    <a:pt x="5387" y="3707"/>
                  </a:cubicBezTo>
                  <a:cubicBezTo>
                    <a:pt x="5387" y="3707"/>
                    <a:pt x="5387" y="3707"/>
                    <a:pt x="5387" y="3707"/>
                  </a:cubicBezTo>
                  <a:lnTo>
                    <a:pt x="5387" y="3707"/>
                  </a:lnTo>
                  <a:lnTo>
                    <a:pt x="5916" y="3771"/>
                  </a:lnTo>
                  <a:cubicBezTo>
                    <a:pt x="5920" y="3771"/>
                    <a:pt x="5940" y="3738"/>
                    <a:pt x="5947" y="3682"/>
                  </a:cubicBezTo>
                  <a:lnTo>
                    <a:pt x="5954" y="3625"/>
                  </a:lnTo>
                  <a:lnTo>
                    <a:pt x="5954" y="3625"/>
                  </a:lnTo>
                  <a:cubicBezTo>
                    <a:pt x="5966" y="3626"/>
                    <a:pt x="5978" y="3627"/>
                    <a:pt x="5990" y="3627"/>
                  </a:cubicBezTo>
                  <a:cubicBezTo>
                    <a:pt x="6171" y="3627"/>
                    <a:pt x="6353" y="3522"/>
                    <a:pt x="6374" y="3345"/>
                  </a:cubicBezTo>
                  <a:cubicBezTo>
                    <a:pt x="6387" y="3150"/>
                    <a:pt x="6288" y="3006"/>
                    <a:pt x="6093" y="2980"/>
                  </a:cubicBezTo>
                  <a:cubicBezTo>
                    <a:pt x="6089" y="2980"/>
                    <a:pt x="6087" y="2979"/>
                    <a:pt x="6085" y="2979"/>
                  </a:cubicBezTo>
                  <a:lnTo>
                    <a:pt x="6085" y="2979"/>
                  </a:lnTo>
                  <a:cubicBezTo>
                    <a:pt x="5950" y="2868"/>
                    <a:pt x="5984" y="2779"/>
                    <a:pt x="5962" y="2685"/>
                  </a:cubicBezTo>
                  <a:lnTo>
                    <a:pt x="5962" y="2685"/>
                  </a:lnTo>
                  <a:cubicBezTo>
                    <a:pt x="5966" y="2685"/>
                    <a:pt x="5971" y="2686"/>
                    <a:pt x="5975" y="2686"/>
                  </a:cubicBezTo>
                  <a:cubicBezTo>
                    <a:pt x="6149" y="2686"/>
                    <a:pt x="6264" y="2550"/>
                    <a:pt x="6285" y="2369"/>
                  </a:cubicBezTo>
                  <a:cubicBezTo>
                    <a:pt x="6308" y="2173"/>
                    <a:pt x="6149" y="1994"/>
                    <a:pt x="5955" y="1971"/>
                  </a:cubicBezTo>
                  <a:cubicBezTo>
                    <a:pt x="5940" y="1970"/>
                    <a:pt x="5925" y="1969"/>
                    <a:pt x="5910" y="1969"/>
                  </a:cubicBezTo>
                  <a:cubicBezTo>
                    <a:pt x="5819" y="1969"/>
                    <a:pt x="5730" y="2002"/>
                    <a:pt x="5666" y="2057"/>
                  </a:cubicBezTo>
                  <a:lnTo>
                    <a:pt x="5656" y="2107"/>
                  </a:lnTo>
                  <a:cubicBezTo>
                    <a:pt x="5608" y="2013"/>
                    <a:pt x="5555" y="1884"/>
                    <a:pt x="5490" y="1884"/>
                  </a:cubicBezTo>
                  <a:cubicBezTo>
                    <a:pt x="5663" y="1662"/>
                    <a:pt x="5770" y="1685"/>
                    <a:pt x="5790" y="1525"/>
                  </a:cubicBezTo>
                  <a:cubicBezTo>
                    <a:pt x="5813" y="1329"/>
                    <a:pt x="5633" y="1120"/>
                    <a:pt x="5437" y="1097"/>
                  </a:cubicBezTo>
                  <a:cubicBezTo>
                    <a:pt x="5421" y="1096"/>
                    <a:pt x="5408" y="1095"/>
                    <a:pt x="5395" y="1095"/>
                  </a:cubicBezTo>
                  <a:cubicBezTo>
                    <a:pt x="5266" y="1095"/>
                    <a:pt x="5234" y="1182"/>
                    <a:pt x="5020" y="1299"/>
                  </a:cubicBezTo>
                  <a:lnTo>
                    <a:pt x="5020" y="1296"/>
                  </a:lnTo>
                  <a:cubicBezTo>
                    <a:pt x="5025" y="1258"/>
                    <a:pt x="4976" y="1213"/>
                    <a:pt x="4927" y="1172"/>
                  </a:cubicBezTo>
                  <a:cubicBezTo>
                    <a:pt x="4972" y="1120"/>
                    <a:pt x="5026" y="1056"/>
                    <a:pt x="5035" y="983"/>
                  </a:cubicBezTo>
                  <a:cubicBezTo>
                    <a:pt x="5058" y="788"/>
                    <a:pt x="4977" y="617"/>
                    <a:pt x="4783" y="592"/>
                  </a:cubicBezTo>
                  <a:cubicBezTo>
                    <a:pt x="4769" y="591"/>
                    <a:pt x="4755" y="590"/>
                    <a:pt x="4741" y="590"/>
                  </a:cubicBezTo>
                  <a:cubicBezTo>
                    <a:pt x="4603" y="590"/>
                    <a:pt x="4490" y="672"/>
                    <a:pt x="4478" y="798"/>
                  </a:cubicBezTo>
                  <a:lnTo>
                    <a:pt x="4478" y="799"/>
                  </a:lnTo>
                  <a:lnTo>
                    <a:pt x="4478" y="799"/>
                  </a:lnTo>
                  <a:cubicBezTo>
                    <a:pt x="4475" y="775"/>
                    <a:pt x="4304" y="681"/>
                    <a:pt x="4242" y="674"/>
                  </a:cubicBezTo>
                  <a:lnTo>
                    <a:pt x="4226" y="671"/>
                  </a:lnTo>
                  <a:lnTo>
                    <a:pt x="4226" y="671"/>
                  </a:lnTo>
                  <a:cubicBezTo>
                    <a:pt x="4227" y="671"/>
                    <a:pt x="4228" y="671"/>
                    <a:pt x="4229" y="671"/>
                  </a:cubicBezTo>
                  <a:cubicBezTo>
                    <a:pt x="4260" y="671"/>
                    <a:pt x="4281" y="580"/>
                    <a:pt x="4288" y="514"/>
                  </a:cubicBezTo>
                  <a:cubicBezTo>
                    <a:pt x="4311" y="319"/>
                    <a:pt x="4168" y="152"/>
                    <a:pt x="3970" y="126"/>
                  </a:cubicBezTo>
                  <a:cubicBezTo>
                    <a:pt x="3949" y="124"/>
                    <a:pt x="3928" y="122"/>
                    <a:pt x="3908" y="122"/>
                  </a:cubicBezTo>
                  <a:cubicBezTo>
                    <a:pt x="3740" y="122"/>
                    <a:pt x="3600" y="206"/>
                    <a:pt x="3577" y="382"/>
                  </a:cubicBezTo>
                  <a:cubicBezTo>
                    <a:pt x="3574" y="407"/>
                    <a:pt x="3574" y="409"/>
                    <a:pt x="3579" y="409"/>
                  </a:cubicBezTo>
                  <a:lnTo>
                    <a:pt x="3579" y="409"/>
                  </a:lnTo>
                  <a:cubicBezTo>
                    <a:pt x="3558" y="409"/>
                    <a:pt x="3538" y="411"/>
                    <a:pt x="3518" y="411"/>
                  </a:cubicBezTo>
                  <a:cubicBezTo>
                    <a:pt x="3508" y="411"/>
                    <a:pt x="3497" y="410"/>
                    <a:pt x="3487" y="409"/>
                  </a:cubicBezTo>
                  <a:cubicBezTo>
                    <a:pt x="3473" y="407"/>
                    <a:pt x="3459" y="407"/>
                    <a:pt x="3446" y="407"/>
                  </a:cubicBezTo>
                  <a:cubicBezTo>
                    <a:pt x="3419" y="407"/>
                    <a:pt x="3392" y="409"/>
                    <a:pt x="3367" y="409"/>
                  </a:cubicBezTo>
                  <a:cubicBezTo>
                    <a:pt x="3374" y="409"/>
                    <a:pt x="3377" y="404"/>
                    <a:pt x="3381" y="375"/>
                  </a:cubicBezTo>
                  <a:cubicBezTo>
                    <a:pt x="3404" y="180"/>
                    <a:pt x="3262" y="26"/>
                    <a:pt x="3066" y="3"/>
                  </a:cubicBezTo>
                  <a:cubicBezTo>
                    <a:pt x="3053" y="2"/>
                    <a:pt x="3040" y="1"/>
                    <a:pt x="3027"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 name="Google Shape;501;p59"/>
            <p:cNvSpPr/>
            <p:nvPr/>
          </p:nvSpPr>
          <p:spPr>
            <a:xfrm rot="448199">
              <a:off x="1226441" y="4149285"/>
              <a:ext cx="25652" cy="24437"/>
            </a:xfrm>
            <a:custGeom>
              <a:rect b="b" l="l" r="r" t="t"/>
              <a:pathLst>
                <a:path extrusionOk="0" h="1106" w="1161">
                  <a:moveTo>
                    <a:pt x="577" y="0"/>
                  </a:moveTo>
                  <a:cubicBezTo>
                    <a:pt x="297" y="0"/>
                    <a:pt x="58" y="213"/>
                    <a:pt x="30" y="498"/>
                  </a:cubicBezTo>
                  <a:cubicBezTo>
                    <a:pt x="0" y="801"/>
                    <a:pt x="222" y="1072"/>
                    <a:pt x="525" y="1103"/>
                  </a:cubicBezTo>
                  <a:cubicBezTo>
                    <a:pt x="544" y="1105"/>
                    <a:pt x="562" y="1106"/>
                    <a:pt x="580" y="1106"/>
                  </a:cubicBezTo>
                  <a:cubicBezTo>
                    <a:pt x="862" y="1106"/>
                    <a:pt x="1101" y="893"/>
                    <a:pt x="1130" y="607"/>
                  </a:cubicBezTo>
                  <a:cubicBezTo>
                    <a:pt x="1160" y="304"/>
                    <a:pt x="937" y="33"/>
                    <a:pt x="634" y="3"/>
                  </a:cubicBezTo>
                  <a:cubicBezTo>
                    <a:pt x="615" y="1"/>
                    <a:pt x="596" y="0"/>
                    <a:pt x="577"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 name="Google Shape;502;p59"/>
            <p:cNvSpPr/>
            <p:nvPr/>
          </p:nvSpPr>
          <p:spPr>
            <a:xfrm rot="448199">
              <a:off x="1261483" y="4170774"/>
              <a:ext cx="25697" cy="24459"/>
            </a:xfrm>
            <a:custGeom>
              <a:rect b="b" l="l" r="r" t="t"/>
              <a:pathLst>
                <a:path extrusionOk="0" h="1107" w="1163">
                  <a:moveTo>
                    <a:pt x="578" y="0"/>
                  </a:moveTo>
                  <a:cubicBezTo>
                    <a:pt x="299" y="0"/>
                    <a:pt x="60" y="213"/>
                    <a:pt x="32" y="498"/>
                  </a:cubicBezTo>
                  <a:cubicBezTo>
                    <a:pt x="1" y="802"/>
                    <a:pt x="222" y="1072"/>
                    <a:pt x="527" y="1103"/>
                  </a:cubicBezTo>
                  <a:cubicBezTo>
                    <a:pt x="546" y="1105"/>
                    <a:pt x="564" y="1106"/>
                    <a:pt x="582" y="1106"/>
                  </a:cubicBezTo>
                  <a:cubicBezTo>
                    <a:pt x="862" y="1106"/>
                    <a:pt x="1103" y="893"/>
                    <a:pt x="1131" y="607"/>
                  </a:cubicBezTo>
                  <a:cubicBezTo>
                    <a:pt x="1162" y="304"/>
                    <a:pt x="941" y="33"/>
                    <a:pt x="636" y="3"/>
                  </a:cubicBezTo>
                  <a:cubicBezTo>
                    <a:pt x="617" y="1"/>
                    <a:pt x="597" y="0"/>
                    <a:pt x="57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 name="Google Shape;503;p59"/>
            <p:cNvSpPr/>
            <p:nvPr/>
          </p:nvSpPr>
          <p:spPr>
            <a:xfrm rot="448199">
              <a:off x="1278862" y="4219205"/>
              <a:ext cx="226982" cy="226982"/>
            </a:xfrm>
            <a:custGeom>
              <a:rect b="b" l="l" r="r" t="t"/>
              <a:pathLst>
                <a:path extrusionOk="0" h="10273" w="10273">
                  <a:moveTo>
                    <a:pt x="5139" y="1"/>
                  </a:moveTo>
                  <a:cubicBezTo>
                    <a:pt x="5138" y="1"/>
                    <a:pt x="5137" y="1"/>
                    <a:pt x="5136" y="1"/>
                  </a:cubicBezTo>
                  <a:cubicBezTo>
                    <a:pt x="2301" y="1"/>
                    <a:pt x="1" y="2300"/>
                    <a:pt x="1" y="5137"/>
                  </a:cubicBezTo>
                  <a:cubicBezTo>
                    <a:pt x="1" y="7972"/>
                    <a:pt x="2301" y="10272"/>
                    <a:pt x="5136" y="10272"/>
                  </a:cubicBezTo>
                  <a:cubicBezTo>
                    <a:pt x="7972" y="10272"/>
                    <a:pt x="10272" y="7972"/>
                    <a:pt x="10272" y="5137"/>
                  </a:cubicBezTo>
                  <a:cubicBezTo>
                    <a:pt x="10272" y="2299"/>
                    <a:pt x="7975" y="1"/>
                    <a:pt x="5139"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 name="Google Shape;504;p59"/>
            <p:cNvSpPr/>
            <p:nvPr/>
          </p:nvSpPr>
          <p:spPr>
            <a:xfrm rot="448199">
              <a:off x="1329218" y="4272717"/>
              <a:ext cx="122031" cy="122031"/>
            </a:xfrm>
            <a:custGeom>
              <a:rect b="b" l="l" r="r" t="t"/>
              <a:pathLst>
                <a:path extrusionOk="0" h="5523" w="5523">
                  <a:moveTo>
                    <a:pt x="2762" y="0"/>
                  </a:moveTo>
                  <a:cubicBezTo>
                    <a:pt x="1235" y="0"/>
                    <a:pt x="1" y="1236"/>
                    <a:pt x="1" y="2761"/>
                  </a:cubicBezTo>
                  <a:cubicBezTo>
                    <a:pt x="1" y="4286"/>
                    <a:pt x="1235" y="5522"/>
                    <a:pt x="2762" y="5522"/>
                  </a:cubicBezTo>
                  <a:cubicBezTo>
                    <a:pt x="4287" y="5522"/>
                    <a:pt x="5523" y="4286"/>
                    <a:pt x="5523" y="2761"/>
                  </a:cubicBezTo>
                  <a:cubicBezTo>
                    <a:pt x="5523" y="1236"/>
                    <a:pt x="4287" y="0"/>
                    <a:pt x="276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 name="Google Shape;505;p59"/>
            <p:cNvSpPr/>
            <p:nvPr/>
          </p:nvSpPr>
          <p:spPr>
            <a:xfrm rot="448199">
              <a:off x="1352837" y="4296357"/>
              <a:ext cx="74770" cy="74770"/>
            </a:xfrm>
            <a:custGeom>
              <a:rect b="b" l="l" r="r" t="t"/>
              <a:pathLst>
                <a:path extrusionOk="0" h="3384" w="3384">
                  <a:moveTo>
                    <a:pt x="1693" y="0"/>
                  </a:moveTo>
                  <a:cubicBezTo>
                    <a:pt x="759" y="0"/>
                    <a:pt x="0" y="756"/>
                    <a:pt x="0" y="1691"/>
                  </a:cubicBezTo>
                  <a:cubicBezTo>
                    <a:pt x="0" y="2625"/>
                    <a:pt x="757" y="3384"/>
                    <a:pt x="1693" y="3384"/>
                  </a:cubicBezTo>
                  <a:cubicBezTo>
                    <a:pt x="2625" y="3384"/>
                    <a:pt x="3384" y="2627"/>
                    <a:pt x="3384" y="1691"/>
                  </a:cubicBezTo>
                  <a:cubicBezTo>
                    <a:pt x="3384" y="756"/>
                    <a:pt x="2627" y="0"/>
                    <a:pt x="1693"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 name="Google Shape;506;p59"/>
            <p:cNvSpPr/>
            <p:nvPr/>
          </p:nvSpPr>
          <p:spPr>
            <a:xfrm rot="448199">
              <a:off x="1396860" y="4191294"/>
              <a:ext cx="24459" cy="55392"/>
            </a:xfrm>
            <a:custGeom>
              <a:rect b="b" l="l" r="r" t="t"/>
              <a:pathLst>
                <a:path extrusionOk="0" h="2507" w="1107">
                  <a:moveTo>
                    <a:pt x="536" y="0"/>
                  </a:moveTo>
                  <a:cubicBezTo>
                    <a:pt x="241" y="0"/>
                    <a:pt x="1" y="240"/>
                    <a:pt x="1" y="535"/>
                  </a:cubicBezTo>
                  <a:lnTo>
                    <a:pt x="1" y="1971"/>
                  </a:lnTo>
                  <a:cubicBezTo>
                    <a:pt x="1" y="2266"/>
                    <a:pt x="241" y="2506"/>
                    <a:pt x="536" y="2506"/>
                  </a:cubicBezTo>
                  <a:lnTo>
                    <a:pt x="572" y="2506"/>
                  </a:lnTo>
                  <a:cubicBezTo>
                    <a:pt x="866" y="2506"/>
                    <a:pt x="1107" y="2266"/>
                    <a:pt x="1107" y="1971"/>
                  </a:cubicBezTo>
                  <a:lnTo>
                    <a:pt x="1107" y="535"/>
                  </a:lnTo>
                  <a:cubicBezTo>
                    <a:pt x="1107" y="240"/>
                    <a:pt x="866" y="0"/>
                    <a:pt x="57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 name="Google Shape;507;p59"/>
            <p:cNvSpPr/>
            <p:nvPr/>
          </p:nvSpPr>
          <p:spPr>
            <a:xfrm rot="448199">
              <a:off x="1367875" y="4412341"/>
              <a:ext cx="24459" cy="55414"/>
            </a:xfrm>
            <a:custGeom>
              <a:rect b="b" l="l" r="r" t="t"/>
              <a:pathLst>
                <a:path extrusionOk="0" h="2508" w="1107">
                  <a:moveTo>
                    <a:pt x="536" y="1"/>
                  </a:moveTo>
                  <a:cubicBezTo>
                    <a:pt x="241" y="1"/>
                    <a:pt x="1" y="241"/>
                    <a:pt x="1" y="536"/>
                  </a:cubicBezTo>
                  <a:lnTo>
                    <a:pt x="1" y="1972"/>
                  </a:lnTo>
                  <a:cubicBezTo>
                    <a:pt x="1" y="2267"/>
                    <a:pt x="241" y="2507"/>
                    <a:pt x="536" y="2507"/>
                  </a:cubicBezTo>
                  <a:lnTo>
                    <a:pt x="572" y="2507"/>
                  </a:lnTo>
                  <a:cubicBezTo>
                    <a:pt x="866" y="2507"/>
                    <a:pt x="1107" y="2267"/>
                    <a:pt x="1107" y="1972"/>
                  </a:cubicBezTo>
                  <a:lnTo>
                    <a:pt x="1107" y="536"/>
                  </a:lnTo>
                  <a:cubicBezTo>
                    <a:pt x="1107" y="241"/>
                    <a:pt x="866" y="1"/>
                    <a:pt x="572"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 name="Google Shape;508;p59"/>
            <p:cNvSpPr/>
            <p:nvPr/>
          </p:nvSpPr>
          <p:spPr>
            <a:xfrm rot="448199">
              <a:off x="1255994" y="4306080"/>
              <a:ext cx="55326" cy="24415"/>
            </a:xfrm>
            <a:custGeom>
              <a:rect b="b" l="l" r="r" t="t"/>
              <a:pathLst>
                <a:path extrusionOk="0" h="1105" w="2504">
                  <a:moveTo>
                    <a:pt x="521" y="0"/>
                  </a:moveTo>
                  <a:cubicBezTo>
                    <a:pt x="221" y="0"/>
                    <a:pt x="0" y="248"/>
                    <a:pt x="0" y="541"/>
                  </a:cubicBezTo>
                  <a:lnTo>
                    <a:pt x="0" y="581"/>
                  </a:lnTo>
                  <a:cubicBezTo>
                    <a:pt x="0" y="876"/>
                    <a:pt x="219" y="1105"/>
                    <a:pt x="521" y="1105"/>
                  </a:cubicBezTo>
                  <a:lnTo>
                    <a:pt x="1934" y="1105"/>
                  </a:lnTo>
                  <a:cubicBezTo>
                    <a:pt x="2235" y="1105"/>
                    <a:pt x="2504" y="876"/>
                    <a:pt x="2504" y="581"/>
                  </a:cubicBezTo>
                  <a:lnTo>
                    <a:pt x="2504" y="541"/>
                  </a:lnTo>
                  <a:cubicBezTo>
                    <a:pt x="2504" y="248"/>
                    <a:pt x="2236" y="0"/>
                    <a:pt x="193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 name="Google Shape;509;p59"/>
            <p:cNvSpPr/>
            <p:nvPr/>
          </p:nvSpPr>
          <p:spPr>
            <a:xfrm rot="448199">
              <a:off x="1476997" y="4335061"/>
              <a:ext cx="55370" cy="24415"/>
            </a:xfrm>
            <a:custGeom>
              <a:rect b="b" l="l" r="r" t="t"/>
              <a:pathLst>
                <a:path extrusionOk="0" h="1105" w="2506">
                  <a:moveTo>
                    <a:pt x="534" y="0"/>
                  </a:moveTo>
                  <a:cubicBezTo>
                    <a:pt x="239" y="0"/>
                    <a:pt x="0" y="239"/>
                    <a:pt x="0" y="534"/>
                  </a:cubicBezTo>
                  <a:lnTo>
                    <a:pt x="0" y="570"/>
                  </a:lnTo>
                  <a:cubicBezTo>
                    <a:pt x="0" y="866"/>
                    <a:pt x="239" y="1105"/>
                    <a:pt x="534" y="1105"/>
                  </a:cubicBezTo>
                  <a:lnTo>
                    <a:pt x="1970" y="1105"/>
                  </a:lnTo>
                  <a:cubicBezTo>
                    <a:pt x="2265" y="1105"/>
                    <a:pt x="2505" y="866"/>
                    <a:pt x="2505" y="570"/>
                  </a:cubicBezTo>
                  <a:lnTo>
                    <a:pt x="2505" y="534"/>
                  </a:lnTo>
                  <a:cubicBezTo>
                    <a:pt x="2505" y="239"/>
                    <a:pt x="2265" y="0"/>
                    <a:pt x="1970"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 name="Google Shape;510;p59"/>
            <p:cNvSpPr/>
            <p:nvPr/>
          </p:nvSpPr>
          <p:spPr>
            <a:xfrm rot="448199">
              <a:off x="1291632" y="4228239"/>
              <a:ext cx="48211" cy="45958"/>
            </a:xfrm>
            <a:custGeom>
              <a:rect b="b" l="l" r="r" t="t"/>
              <a:pathLst>
                <a:path extrusionOk="0" h="2080" w="2182">
                  <a:moveTo>
                    <a:pt x="587" y="0"/>
                  </a:moveTo>
                  <a:cubicBezTo>
                    <a:pt x="450" y="0"/>
                    <a:pt x="313" y="53"/>
                    <a:pt x="209" y="157"/>
                  </a:cubicBezTo>
                  <a:cubicBezTo>
                    <a:pt x="0" y="367"/>
                    <a:pt x="0" y="705"/>
                    <a:pt x="209" y="914"/>
                  </a:cubicBezTo>
                  <a:lnTo>
                    <a:pt x="1218" y="1922"/>
                  </a:lnTo>
                  <a:cubicBezTo>
                    <a:pt x="1322" y="2027"/>
                    <a:pt x="1459" y="2079"/>
                    <a:pt x="1596" y="2079"/>
                  </a:cubicBezTo>
                  <a:cubicBezTo>
                    <a:pt x="1733" y="2079"/>
                    <a:pt x="1870" y="2027"/>
                    <a:pt x="1974" y="1922"/>
                  </a:cubicBezTo>
                  <a:cubicBezTo>
                    <a:pt x="2182" y="1714"/>
                    <a:pt x="2182" y="1376"/>
                    <a:pt x="1974" y="1166"/>
                  </a:cubicBezTo>
                  <a:lnTo>
                    <a:pt x="966" y="157"/>
                  </a:lnTo>
                  <a:cubicBezTo>
                    <a:pt x="861" y="53"/>
                    <a:pt x="724" y="0"/>
                    <a:pt x="587"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 name="Google Shape;511;p59"/>
            <p:cNvSpPr/>
            <p:nvPr/>
          </p:nvSpPr>
          <p:spPr>
            <a:xfrm rot="448199">
              <a:off x="1428283" y="4406158"/>
              <a:ext cx="48233" cy="45936"/>
            </a:xfrm>
            <a:custGeom>
              <a:rect b="b" l="l" r="r" t="t"/>
              <a:pathLst>
                <a:path extrusionOk="0" h="2079" w="2183">
                  <a:moveTo>
                    <a:pt x="588" y="0"/>
                  </a:moveTo>
                  <a:cubicBezTo>
                    <a:pt x="451" y="0"/>
                    <a:pt x="314" y="52"/>
                    <a:pt x="210" y="157"/>
                  </a:cubicBezTo>
                  <a:cubicBezTo>
                    <a:pt x="1" y="366"/>
                    <a:pt x="1" y="705"/>
                    <a:pt x="210" y="914"/>
                  </a:cubicBezTo>
                  <a:lnTo>
                    <a:pt x="1218" y="1922"/>
                  </a:lnTo>
                  <a:cubicBezTo>
                    <a:pt x="1323" y="2027"/>
                    <a:pt x="1459" y="2079"/>
                    <a:pt x="1596" y="2079"/>
                  </a:cubicBezTo>
                  <a:cubicBezTo>
                    <a:pt x="1733" y="2079"/>
                    <a:pt x="1870" y="2027"/>
                    <a:pt x="1975" y="1922"/>
                  </a:cubicBezTo>
                  <a:cubicBezTo>
                    <a:pt x="2183" y="1713"/>
                    <a:pt x="2183" y="1374"/>
                    <a:pt x="1975" y="1165"/>
                  </a:cubicBezTo>
                  <a:lnTo>
                    <a:pt x="967" y="157"/>
                  </a:lnTo>
                  <a:cubicBezTo>
                    <a:pt x="861" y="52"/>
                    <a:pt x="724" y="0"/>
                    <a:pt x="58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 name="Google Shape;512;p59"/>
            <p:cNvSpPr/>
            <p:nvPr/>
          </p:nvSpPr>
          <p:spPr>
            <a:xfrm rot="448199">
              <a:off x="1455848" y="4236536"/>
              <a:ext cx="48233" cy="45958"/>
            </a:xfrm>
            <a:custGeom>
              <a:rect b="b" l="l" r="r" t="t"/>
              <a:pathLst>
                <a:path extrusionOk="0" h="2080" w="2183">
                  <a:moveTo>
                    <a:pt x="1595" y="1"/>
                  </a:moveTo>
                  <a:cubicBezTo>
                    <a:pt x="1458" y="1"/>
                    <a:pt x="1321" y="53"/>
                    <a:pt x="1217" y="157"/>
                  </a:cubicBezTo>
                  <a:lnTo>
                    <a:pt x="208" y="1166"/>
                  </a:lnTo>
                  <a:cubicBezTo>
                    <a:pt x="1" y="1376"/>
                    <a:pt x="1" y="1714"/>
                    <a:pt x="208" y="1923"/>
                  </a:cubicBezTo>
                  <a:cubicBezTo>
                    <a:pt x="313" y="2027"/>
                    <a:pt x="450" y="2079"/>
                    <a:pt x="587" y="2079"/>
                  </a:cubicBezTo>
                  <a:cubicBezTo>
                    <a:pt x="724" y="2079"/>
                    <a:pt x="861" y="2027"/>
                    <a:pt x="965" y="1923"/>
                  </a:cubicBezTo>
                  <a:lnTo>
                    <a:pt x="1974" y="914"/>
                  </a:lnTo>
                  <a:cubicBezTo>
                    <a:pt x="2182" y="705"/>
                    <a:pt x="2182" y="368"/>
                    <a:pt x="1974" y="157"/>
                  </a:cubicBezTo>
                  <a:cubicBezTo>
                    <a:pt x="1869" y="53"/>
                    <a:pt x="1732" y="1"/>
                    <a:pt x="159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 name="Google Shape;513;p59"/>
            <p:cNvSpPr/>
            <p:nvPr/>
          </p:nvSpPr>
          <p:spPr>
            <a:xfrm rot="448199">
              <a:off x="1926942" y="4104648"/>
              <a:ext cx="98013" cy="218719"/>
            </a:xfrm>
            <a:custGeom>
              <a:rect b="b" l="l" r="r" t="t"/>
              <a:pathLst>
                <a:path extrusionOk="0" h="9899" w="4436">
                  <a:moveTo>
                    <a:pt x="1" y="1"/>
                  </a:moveTo>
                  <a:lnTo>
                    <a:pt x="447" y="9899"/>
                  </a:lnTo>
                  <a:lnTo>
                    <a:pt x="3056" y="8568"/>
                  </a:lnTo>
                  <a:cubicBezTo>
                    <a:pt x="4091" y="8040"/>
                    <a:pt x="4435" y="6734"/>
                    <a:pt x="3797" y="5764"/>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 name="Google Shape;514;p59"/>
            <p:cNvSpPr/>
            <p:nvPr/>
          </p:nvSpPr>
          <p:spPr>
            <a:xfrm rot="448199">
              <a:off x="1788097" y="4048989"/>
              <a:ext cx="127798" cy="60629"/>
            </a:xfrm>
            <a:custGeom>
              <a:rect b="b" l="l" r="r" t="t"/>
              <a:pathLst>
                <a:path extrusionOk="0" h="2744" w="5784">
                  <a:moveTo>
                    <a:pt x="0" y="1"/>
                  </a:moveTo>
                  <a:cubicBezTo>
                    <a:pt x="1525" y="976"/>
                    <a:pt x="3077" y="1908"/>
                    <a:pt x="4679" y="2743"/>
                  </a:cubicBezTo>
                  <a:cubicBezTo>
                    <a:pt x="5362" y="2031"/>
                    <a:pt x="5784" y="1065"/>
                    <a:pt x="578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 name="Google Shape;515;p59"/>
            <p:cNvSpPr/>
            <p:nvPr/>
          </p:nvSpPr>
          <p:spPr>
            <a:xfrm rot="448199">
              <a:off x="1871179" y="4054391"/>
              <a:ext cx="44367" cy="60585"/>
            </a:xfrm>
            <a:custGeom>
              <a:rect b="b" l="l" r="r" t="t"/>
              <a:pathLst>
                <a:path extrusionOk="0" h="2742" w="2008">
                  <a:moveTo>
                    <a:pt x="1" y="0"/>
                  </a:moveTo>
                  <a:lnTo>
                    <a:pt x="1" y="2"/>
                  </a:lnTo>
                  <a:lnTo>
                    <a:pt x="1" y="2255"/>
                  </a:lnTo>
                  <a:cubicBezTo>
                    <a:pt x="301" y="2419"/>
                    <a:pt x="600" y="2584"/>
                    <a:pt x="903" y="2741"/>
                  </a:cubicBezTo>
                  <a:cubicBezTo>
                    <a:pt x="1586" y="2030"/>
                    <a:pt x="2008" y="1065"/>
                    <a:pt x="2008"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 name="Google Shape;516;p59"/>
            <p:cNvSpPr/>
            <p:nvPr/>
          </p:nvSpPr>
          <p:spPr>
            <a:xfrm rot="448199">
              <a:off x="1852976" y="4339552"/>
              <a:ext cx="102410" cy="91562"/>
            </a:xfrm>
            <a:custGeom>
              <a:rect b="b" l="l" r="r" t="t"/>
              <a:pathLst>
                <a:path extrusionOk="0" h="4144" w="4635">
                  <a:moveTo>
                    <a:pt x="3403" y="1"/>
                  </a:moveTo>
                  <a:cubicBezTo>
                    <a:pt x="3282" y="1"/>
                    <a:pt x="3152" y="52"/>
                    <a:pt x="3015" y="167"/>
                  </a:cubicBezTo>
                  <a:cubicBezTo>
                    <a:pt x="2938" y="231"/>
                    <a:pt x="2859" y="314"/>
                    <a:pt x="2779" y="420"/>
                  </a:cubicBezTo>
                  <a:cubicBezTo>
                    <a:pt x="1852" y="1640"/>
                    <a:pt x="926" y="2860"/>
                    <a:pt x="1" y="4081"/>
                  </a:cubicBezTo>
                  <a:cubicBezTo>
                    <a:pt x="399" y="4112"/>
                    <a:pt x="800" y="4144"/>
                    <a:pt x="1199" y="4144"/>
                  </a:cubicBezTo>
                  <a:cubicBezTo>
                    <a:pt x="1470" y="4144"/>
                    <a:pt x="1740" y="4129"/>
                    <a:pt x="2008" y="4091"/>
                  </a:cubicBezTo>
                  <a:cubicBezTo>
                    <a:pt x="2672" y="3996"/>
                    <a:pt x="3333" y="3740"/>
                    <a:pt x="3798" y="3257"/>
                  </a:cubicBezTo>
                  <a:cubicBezTo>
                    <a:pt x="4635" y="2387"/>
                    <a:pt x="4231" y="1"/>
                    <a:pt x="3403"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 name="Google Shape;517;p59"/>
            <p:cNvSpPr/>
            <p:nvPr/>
          </p:nvSpPr>
          <p:spPr>
            <a:xfrm rot="448199">
              <a:off x="1846512" y="4416594"/>
              <a:ext cx="123820" cy="35772"/>
            </a:xfrm>
            <a:custGeom>
              <a:rect b="b" l="l" r="r" t="t"/>
              <a:pathLst>
                <a:path extrusionOk="0" h="1619" w="5604">
                  <a:moveTo>
                    <a:pt x="2796" y="0"/>
                  </a:moveTo>
                  <a:cubicBezTo>
                    <a:pt x="2772" y="0"/>
                    <a:pt x="2749" y="1"/>
                    <a:pt x="2728" y="2"/>
                  </a:cubicBezTo>
                  <a:cubicBezTo>
                    <a:pt x="1810" y="74"/>
                    <a:pt x="916" y="533"/>
                    <a:pt x="0" y="550"/>
                  </a:cubicBezTo>
                  <a:cubicBezTo>
                    <a:pt x="9" y="550"/>
                    <a:pt x="18" y="550"/>
                    <a:pt x="26" y="550"/>
                  </a:cubicBezTo>
                  <a:cubicBezTo>
                    <a:pt x="1073" y="550"/>
                    <a:pt x="2183" y="1618"/>
                    <a:pt x="3346" y="1618"/>
                  </a:cubicBezTo>
                  <a:cubicBezTo>
                    <a:pt x="3574" y="1618"/>
                    <a:pt x="3803" y="1578"/>
                    <a:pt x="4034" y="1480"/>
                  </a:cubicBezTo>
                  <a:cubicBezTo>
                    <a:pt x="5604" y="818"/>
                    <a:pt x="3564" y="0"/>
                    <a:pt x="279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 name="Google Shape;518;p59"/>
            <p:cNvSpPr/>
            <p:nvPr/>
          </p:nvSpPr>
          <p:spPr>
            <a:xfrm rot="448199">
              <a:off x="1723523" y="3704850"/>
              <a:ext cx="25630" cy="25630"/>
            </a:xfrm>
            <a:custGeom>
              <a:rect b="b" l="l" r="r" t="t"/>
              <a:pathLst>
                <a:path extrusionOk="0" h="1160" w="1160">
                  <a:moveTo>
                    <a:pt x="580" y="1"/>
                  </a:moveTo>
                  <a:cubicBezTo>
                    <a:pt x="261" y="1"/>
                    <a:pt x="1" y="261"/>
                    <a:pt x="1" y="580"/>
                  </a:cubicBezTo>
                  <a:cubicBezTo>
                    <a:pt x="1" y="901"/>
                    <a:pt x="261" y="1160"/>
                    <a:pt x="580" y="1160"/>
                  </a:cubicBezTo>
                  <a:cubicBezTo>
                    <a:pt x="900" y="1160"/>
                    <a:pt x="1159" y="901"/>
                    <a:pt x="1159" y="580"/>
                  </a:cubicBezTo>
                  <a:cubicBezTo>
                    <a:pt x="1159" y="261"/>
                    <a:pt x="900" y="1"/>
                    <a:pt x="58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 name="Google Shape;519;p59"/>
            <p:cNvSpPr/>
            <p:nvPr/>
          </p:nvSpPr>
          <p:spPr>
            <a:xfrm rot="448199">
              <a:off x="1640860" y="4410073"/>
              <a:ext cx="36766" cy="33496"/>
            </a:xfrm>
            <a:custGeom>
              <a:rect b="b" l="l" r="r" t="t"/>
              <a:pathLst>
                <a:path extrusionOk="0" h="1516" w="1664">
                  <a:moveTo>
                    <a:pt x="832" y="1"/>
                  </a:moveTo>
                  <a:cubicBezTo>
                    <a:pt x="638" y="1"/>
                    <a:pt x="444" y="74"/>
                    <a:pt x="296" y="222"/>
                  </a:cubicBezTo>
                  <a:cubicBezTo>
                    <a:pt x="0" y="516"/>
                    <a:pt x="0" y="996"/>
                    <a:pt x="296" y="1293"/>
                  </a:cubicBezTo>
                  <a:cubicBezTo>
                    <a:pt x="444" y="1441"/>
                    <a:pt x="637" y="1515"/>
                    <a:pt x="831" y="1515"/>
                  </a:cubicBezTo>
                  <a:cubicBezTo>
                    <a:pt x="1025" y="1515"/>
                    <a:pt x="1219" y="1441"/>
                    <a:pt x="1368" y="1293"/>
                  </a:cubicBezTo>
                  <a:cubicBezTo>
                    <a:pt x="1664" y="997"/>
                    <a:pt x="1664" y="518"/>
                    <a:pt x="1368" y="222"/>
                  </a:cubicBezTo>
                  <a:cubicBezTo>
                    <a:pt x="1221" y="74"/>
                    <a:pt x="1026" y="1"/>
                    <a:pt x="83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 name="Google Shape;520;p59"/>
            <p:cNvSpPr/>
            <p:nvPr/>
          </p:nvSpPr>
          <p:spPr>
            <a:xfrm rot="448199">
              <a:off x="1722719" y="3761526"/>
              <a:ext cx="13854" cy="13854"/>
            </a:xfrm>
            <a:custGeom>
              <a:rect b="b" l="l" r="r" t="t"/>
              <a:pathLst>
                <a:path extrusionOk="0" h="627" w="627">
                  <a:moveTo>
                    <a:pt x="314" y="1"/>
                  </a:moveTo>
                  <a:cubicBezTo>
                    <a:pt x="140" y="1"/>
                    <a:pt x="0" y="141"/>
                    <a:pt x="0" y="313"/>
                  </a:cubicBezTo>
                  <a:cubicBezTo>
                    <a:pt x="0" y="487"/>
                    <a:pt x="142" y="626"/>
                    <a:pt x="314" y="626"/>
                  </a:cubicBezTo>
                  <a:cubicBezTo>
                    <a:pt x="487" y="626"/>
                    <a:pt x="627" y="484"/>
                    <a:pt x="627" y="313"/>
                  </a:cubicBezTo>
                  <a:cubicBezTo>
                    <a:pt x="627" y="141"/>
                    <a:pt x="487" y="2"/>
                    <a:pt x="31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 name="Google Shape;521;p59"/>
            <p:cNvSpPr/>
            <p:nvPr/>
          </p:nvSpPr>
          <p:spPr>
            <a:xfrm rot="448199">
              <a:off x="1632416" y="4372046"/>
              <a:ext cx="19731" cy="19687"/>
            </a:xfrm>
            <a:custGeom>
              <a:rect b="b" l="l" r="r" t="t"/>
              <a:pathLst>
                <a:path extrusionOk="0" h="891" w="893">
                  <a:moveTo>
                    <a:pt x="447" y="0"/>
                  </a:moveTo>
                  <a:cubicBezTo>
                    <a:pt x="201" y="0"/>
                    <a:pt x="1" y="198"/>
                    <a:pt x="1" y="445"/>
                  </a:cubicBezTo>
                  <a:cubicBezTo>
                    <a:pt x="1" y="690"/>
                    <a:pt x="201" y="890"/>
                    <a:pt x="447" y="890"/>
                  </a:cubicBezTo>
                  <a:cubicBezTo>
                    <a:pt x="692" y="890"/>
                    <a:pt x="892" y="691"/>
                    <a:pt x="892" y="445"/>
                  </a:cubicBezTo>
                  <a:cubicBezTo>
                    <a:pt x="892" y="198"/>
                    <a:pt x="692" y="0"/>
                    <a:pt x="44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 name="Google Shape;522;p59"/>
            <p:cNvSpPr/>
            <p:nvPr/>
          </p:nvSpPr>
          <p:spPr>
            <a:xfrm rot="448199">
              <a:off x="1316783" y="3642236"/>
              <a:ext cx="428467" cy="32502"/>
            </a:xfrm>
            <a:custGeom>
              <a:rect b="b" l="l" r="r" t="t"/>
              <a:pathLst>
                <a:path extrusionOk="0" h="1471" w="19392">
                  <a:moveTo>
                    <a:pt x="736" y="0"/>
                  </a:moveTo>
                  <a:cubicBezTo>
                    <a:pt x="331" y="0"/>
                    <a:pt x="0" y="331"/>
                    <a:pt x="0" y="736"/>
                  </a:cubicBezTo>
                  <a:cubicBezTo>
                    <a:pt x="0" y="1139"/>
                    <a:pt x="331" y="1471"/>
                    <a:pt x="736" y="1471"/>
                  </a:cubicBezTo>
                  <a:lnTo>
                    <a:pt x="18656" y="1471"/>
                  </a:lnTo>
                  <a:cubicBezTo>
                    <a:pt x="19061" y="1471"/>
                    <a:pt x="19391" y="1139"/>
                    <a:pt x="19391" y="736"/>
                  </a:cubicBezTo>
                  <a:cubicBezTo>
                    <a:pt x="19391" y="331"/>
                    <a:pt x="19061" y="0"/>
                    <a:pt x="1865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 name="Google Shape;523;p59"/>
            <p:cNvSpPr/>
            <p:nvPr/>
          </p:nvSpPr>
          <p:spPr>
            <a:xfrm rot="448199">
              <a:off x="1446906" y="3602934"/>
              <a:ext cx="251176" cy="23642"/>
            </a:xfrm>
            <a:custGeom>
              <a:rect b="b" l="l" r="r" t="t"/>
              <a:pathLst>
                <a:path extrusionOk="0" h="1070" w="11368">
                  <a:moveTo>
                    <a:pt x="536" y="1"/>
                  </a:moveTo>
                  <a:cubicBezTo>
                    <a:pt x="242" y="1"/>
                    <a:pt x="1" y="240"/>
                    <a:pt x="1" y="534"/>
                  </a:cubicBezTo>
                  <a:cubicBezTo>
                    <a:pt x="1" y="828"/>
                    <a:pt x="241" y="1069"/>
                    <a:pt x="536" y="1069"/>
                  </a:cubicBezTo>
                  <a:lnTo>
                    <a:pt x="10834" y="1069"/>
                  </a:lnTo>
                  <a:cubicBezTo>
                    <a:pt x="11127" y="1069"/>
                    <a:pt x="11367" y="828"/>
                    <a:pt x="11367" y="534"/>
                  </a:cubicBezTo>
                  <a:cubicBezTo>
                    <a:pt x="11367" y="241"/>
                    <a:pt x="11129" y="1"/>
                    <a:pt x="1083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 name="Google Shape;524;p59"/>
            <p:cNvSpPr/>
            <p:nvPr/>
          </p:nvSpPr>
          <p:spPr>
            <a:xfrm rot="448199">
              <a:off x="1421805" y="4543099"/>
              <a:ext cx="86480" cy="86480"/>
            </a:xfrm>
            <a:custGeom>
              <a:rect b="b" l="l" r="r" t="t"/>
              <a:pathLst>
                <a:path extrusionOk="0" h="3914" w="3914">
                  <a:moveTo>
                    <a:pt x="1958" y="1"/>
                  </a:moveTo>
                  <a:cubicBezTo>
                    <a:pt x="880" y="1"/>
                    <a:pt x="1" y="880"/>
                    <a:pt x="1" y="1956"/>
                  </a:cubicBezTo>
                  <a:cubicBezTo>
                    <a:pt x="1" y="3033"/>
                    <a:pt x="880" y="3913"/>
                    <a:pt x="1958" y="3913"/>
                  </a:cubicBezTo>
                  <a:cubicBezTo>
                    <a:pt x="3032" y="3913"/>
                    <a:pt x="3913" y="3032"/>
                    <a:pt x="3913" y="1956"/>
                  </a:cubicBezTo>
                  <a:cubicBezTo>
                    <a:pt x="3913" y="880"/>
                    <a:pt x="3033" y="1"/>
                    <a:pt x="195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 name="Google Shape;525;p59"/>
            <p:cNvSpPr/>
            <p:nvPr/>
          </p:nvSpPr>
          <p:spPr>
            <a:xfrm rot="448199">
              <a:off x="1835047" y="3675643"/>
              <a:ext cx="82680" cy="53227"/>
            </a:xfrm>
            <a:custGeom>
              <a:rect b="b" l="l" r="r" t="t"/>
              <a:pathLst>
                <a:path extrusionOk="0" h="2409" w="3742">
                  <a:moveTo>
                    <a:pt x="744" y="1"/>
                  </a:moveTo>
                  <a:cubicBezTo>
                    <a:pt x="297" y="1"/>
                    <a:pt x="1" y="683"/>
                    <a:pt x="482" y="972"/>
                  </a:cubicBezTo>
                  <a:cubicBezTo>
                    <a:pt x="1233" y="1424"/>
                    <a:pt x="1986" y="1876"/>
                    <a:pt x="2737" y="2331"/>
                  </a:cubicBezTo>
                  <a:cubicBezTo>
                    <a:pt x="2826" y="2385"/>
                    <a:pt x="2915" y="2409"/>
                    <a:pt x="2998" y="2409"/>
                  </a:cubicBezTo>
                  <a:cubicBezTo>
                    <a:pt x="3446" y="2409"/>
                    <a:pt x="3741" y="1727"/>
                    <a:pt x="3259" y="1437"/>
                  </a:cubicBezTo>
                  <a:cubicBezTo>
                    <a:pt x="2508" y="985"/>
                    <a:pt x="1755" y="532"/>
                    <a:pt x="1004" y="78"/>
                  </a:cubicBezTo>
                  <a:cubicBezTo>
                    <a:pt x="915" y="24"/>
                    <a:pt x="827" y="1"/>
                    <a:pt x="74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 name="Google Shape;526;p59"/>
            <p:cNvSpPr/>
            <p:nvPr/>
          </p:nvSpPr>
          <p:spPr>
            <a:xfrm rot="448199">
              <a:off x="1920319" y="3760564"/>
              <a:ext cx="47350" cy="37915"/>
            </a:xfrm>
            <a:custGeom>
              <a:rect b="b" l="l" r="r" t="t"/>
              <a:pathLst>
                <a:path extrusionOk="0" h="1716" w="2143">
                  <a:moveTo>
                    <a:pt x="754" y="0"/>
                  </a:moveTo>
                  <a:cubicBezTo>
                    <a:pt x="356" y="0"/>
                    <a:pt x="1" y="520"/>
                    <a:pt x="366" y="885"/>
                  </a:cubicBezTo>
                  <a:lnTo>
                    <a:pt x="1044" y="1563"/>
                  </a:lnTo>
                  <a:cubicBezTo>
                    <a:pt x="1151" y="1670"/>
                    <a:pt x="1272" y="1716"/>
                    <a:pt x="1389" y="1716"/>
                  </a:cubicBezTo>
                  <a:cubicBezTo>
                    <a:pt x="1787" y="1716"/>
                    <a:pt x="2142" y="1195"/>
                    <a:pt x="1777" y="831"/>
                  </a:cubicBezTo>
                  <a:lnTo>
                    <a:pt x="1099" y="153"/>
                  </a:lnTo>
                  <a:cubicBezTo>
                    <a:pt x="992" y="45"/>
                    <a:pt x="871" y="0"/>
                    <a:pt x="75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 name="Google Shape;527;p59"/>
            <p:cNvSpPr/>
            <p:nvPr/>
          </p:nvSpPr>
          <p:spPr>
            <a:xfrm rot="448199">
              <a:off x="1935673" y="4199834"/>
              <a:ext cx="42224" cy="42798"/>
            </a:xfrm>
            <a:custGeom>
              <a:rect b="b" l="l" r="r" t="t"/>
              <a:pathLst>
                <a:path extrusionOk="0" h="1937" w="1911">
                  <a:moveTo>
                    <a:pt x="605" y="0"/>
                  </a:moveTo>
                  <a:cubicBezTo>
                    <a:pt x="523" y="0"/>
                    <a:pt x="439" y="22"/>
                    <a:pt x="357" y="70"/>
                  </a:cubicBezTo>
                  <a:cubicBezTo>
                    <a:pt x="135" y="199"/>
                    <a:pt x="1" y="553"/>
                    <a:pt x="171" y="779"/>
                  </a:cubicBezTo>
                  <a:cubicBezTo>
                    <a:pt x="395" y="1079"/>
                    <a:pt x="621" y="1381"/>
                    <a:pt x="849" y="1681"/>
                  </a:cubicBezTo>
                  <a:cubicBezTo>
                    <a:pt x="964" y="1834"/>
                    <a:pt x="1131" y="1936"/>
                    <a:pt x="1309" y="1936"/>
                  </a:cubicBezTo>
                  <a:cubicBezTo>
                    <a:pt x="1391" y="1936"/>
                    <a:pt x="1475" y="1915"/>
                    <a:pt x="1557" y="1867"/>
                  </a:cubicBezTo>
                  <a:cubicBezTo>
                    <a:pt x="1776" y="1738"/>
                    <a:pt x="1910" y="1384"/>
                    <a:pt x="1743" y="1159"/>
                  </a:cubicBezTo>
                  <a:cubicBezTo>
                    <a:pt x="1517" y="859"/>
                    <a:pt x="1291" y="557"/>
                    <a:pt x="1065" y="256"/>
                  </a:cubicBezTo>
                  <a:cubicBezTo>
                    <a:pt x="949" y="103"/>
                    <a:pt x="782" y="0"/>
                    <a:pt x="60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 name="Google Shape;528;p59"/>
            <p:cNvSpPr/>
            <p:nvPr/>
          </p:nvSpPr>
          <p:spPr>
            <a:xfrm rot="448199">
              <a:off x="1897639" y="3943250"/>
              <a:ext cx="47151" cy="58927"/>
            </a:xfrm>
            <a:custGeom>
              <a:rect b="b" l="l" r="r" t="t"/>
              <a:pathLst>
                <a:path extrusionOk="0" h="2667" w="2134">
                  <a:moveTo>
                    <a:pt x="701" y="0"/>
                  </a:moveTo>
                  <a:cubicBezTo>
                    <a:pt x="359" y="0"/>
                    <a:pt x="0" y="376"/>
                    <a:pt x="208" y="784"/>
                  </a:cubicBezTo>
                  <a:cubicBezTo>
                    <a:pt x="483" y="1325"/>
                    <a:pt x="757" y="1865"/>
                    <a:pt x="1032" y="2405"/>
                  </a:cubicBezTo>
                  <a:cubicBezTo>
                    <a:pt x="1126" y="2590"/>
                    <a:pt x="1277" y="2666"/>
                    <a:pt x="1432" y="2666"/>
                  </a:cubicBezTo>
                  <a:cubicBezTo>
                    <a:pt x="1775" y="2666"/>
                    <a:pt x="2134" y="2291"/>
                    <a:pt x="1926" y="1883"/>
                  </a:cubicBezTo>
                  <a:cubicBezTo>
                    <a:pt x="1651" y="1343"/>
                    <a:pt x="1377" y="803"/>
                    <a:pt x="1102" y="263"/>
                  </a:cubicBezTo>
                  <a:cubicBezTo>
                    <a:pt x="1008" y="77"/>
                    <a:pt x="856" y="0"/>
                    <a:pt x="70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 name="Google Shape;529;p59"/>
            <p:cNvSpPr/>
            <p:nvPr/>
          </p:nvSpPr>
          <p:spPr>
            <a:xfrm rot="448199">
              <a:off x="1704175" y="4198913"/>
              <a:ext cx="29519" cy="22890"/>
            </a:xfrm>
            <a:custGeom>
              <a:rect b="b" l="l" r="r" t="t"/>
              <a:pathLst>
                <a:path extrusionOk="0" h="1036" w="1336">
                  <a:moveTo>
                    <a:pt x="667" y="0"/>
                  </a:moveTo>
                  <a:cubicBezTo>
                    <a:pt x="2" y="0"/>
                    <a:pt x="1" y="1036"/>
                    <a:pt x="667" y="1036"/>
                  </a:cubicBezTo>
                  <a:cubicBezTo>
                    <a:pt x="1335" y="1036"/>
                    <a:pt x="1335" y="0"/>
                    <a:pt x="66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 name="Google Shape;530;p59"/>
            <p:cNvSpPr/>
            <p:nvPr/>
          </p:nvSpPr>
          <p:spPr>
            <a:xfrm rot="448199">
              <a:off x="1726745" y="4257245"/>
              <a:ext cx="29475" cy="22868"/>
            </a:xfrm>
            <a:custGeom>
              <a:rect b="b" l="l" r="r" t="t"/>
              <a:pathLst>
                <a:path extrusionOk="0" h="1035" w="1334">
                  <a:moveTo>
                    <a:pt x="667" y="0"/>
                  </a:moveTo>
                  <a:cubicBezTo>
                    <a:pt x="1" y="0"/>
                    <a:pt x="1" y="1034"/>
                    <a:pt x="667" y="1034"/>
                  </a:cubicBezTo>
                  <a:cubicBezTo>
                    <a:pt x="1334" y="1034"/>
                    <a:pt x="1334" y="0"/>
                    <a:pt x="66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531" name="Google Shape;531;p59"/>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532" name="Google Shape;532;p59"/>
          <p:cNvGrpSpPr/>
          <p:nvPr/>
        </p:nvGrpSpPr>
        <p:grpSpPr>
          <a:xfrm>
            <a:off x="372025" y="321975"/>
            <a:ext cx="8400000" cy="4503300"/>
            <a:chOff x="372025" y="321975"/>
            <a:chExt cx="8400000" cy="4503300"/>
          </a:xfrm>
        </p:grpSpPr>
        <p:grpSp>
          <p:nvGrpSpPr>
            <p:cNvPr id="533" name="Google Shape;533;p59"/>
            <p:cNvGrpSpPr/>
            <p:nvPr/>
          </p:nvGrpSpPr>
          <p:grpSpPr>
            <a:xfrm>
              <a:off x="372025" y="321975"/>
              <a:ext cx="8400000" cy="4503300"/>
              <a:chOff x="372025" y="321975"/>
              <a:chExt cx="8400000" cy="4503300"/>
            </a:xfrm>
          </p:grpSpPr>
          <p:sp>
            <p:nvSpPr>
              <p:cNvPr id="534" name="Google Shape;534;p59"/>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35" name="Google Shape;535;p59"/>
              <p:cNvGrpSpPr/>
              <p:nvPr/>
            </p:nvGrpSpPr>
            <p:grpSpPr>
              <a:xfrm>
                <a:off x="372025" y="321975"/>
                <a:ext cx="8400000" cy="4499700"/>
                <a:chOff x="372025" y="321975"/>
                <a:chExt cx="8400000" cy="4499700"/>
              </a:xfrm>
            </p:grpSpPr>
            <p:sp>
              <p:nvSpPr>
                <p:cNvPr id="536" name="Google Shape;536;p59"/>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 name="Google Shape;537;p59"/>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 name="Google Shape;538;p59"/>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 name="Google Shape;539;p59"/>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 name="Google Shape;540;p59"/>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 name="Google Shape;541;p59"/>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42" name="Google Shape;542;p59"/>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543" name="Google Shape;543;p59"/>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
        <p:nvSpPr>
          <p:cNvPr id="544" name="Google Shape;544;p59"/>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545" name="Google Shape;545;p59"/>
          <p:cNvSpPr txBox="1"/>
          <p:nvPr>
            <p:ph idx="2" type="title"/>
          </p:nvPr>
        </p:nvSpPr>
        <p:spPr>
          <a:xfrm>
            <a:off x="1355100" y="2482871"/>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546" name="Google Shape;546;p59"/>
          <p:cNvSpPr txBox="1"/>
          <p:nvPr>
            <p:ph idx="1" type="subTitle"/>
          </p:nvPr>
        </p:nvSpPr>
        <p:spPr>
          <a:xfrm>
            <a:off x="1355100" y="3010584"/>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47" name="Google Shape;547;p59"/>
          <p:cNvSpPr txBox="1"/>
          <p:nvPr>
            <p:ph idx="3" type="title"/>
          </p:nvPr>
        </p:nvSpPr>
        <p:spPr>
          <a:xfrm>
            <a:off x="5452500" y="1598709"/>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548" name="Google Shape;548;p59"/>
          <p:cNvSpPr txBox="1"/>
          <p:nvPr>
            <p:ph idx="4" type="subTitle"/>
          </p:nvPr>
        </p:nvSpPr>
        <p:spPr>
          <a:xfrm>
            <a:off x="5452500" y="2126421"/>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49" name="Google Shape;549;p59"/>
          <p:cNvSpPr txBox="1"/>
          <p:nvPr>
            <p:ph idx="5" type="title"/>
          </p:nvPr>
        </p:nvSpPr>
        <p:spPr>
          <a:xfrm>
            <a:off x="5452500" y="3367059"/>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550" name="Google Shape;550;p59"/>
          <p:cNvSpPr txBox="1"/>
          <p:nvPr>
            <p:ph idx="6" type="subTitle"/>
          </p:nvPr>
        </p:nvSpPr>
        <p:spPr>
          <a:xfrm>
            <a:off x="5452500" y="3894771"/>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SECTION_HEADER_1">
    <p:bg>
      <p:bgPr>
        <a:solidFill>
          <a:schemeClr val="accent4"/>
        </a:solidFill>
      </p:bgPr>
    </p:bg>
    <p:spTree>
      <p:nvGrpSpPr>
        <p:cNvPr id="551" name="Shape 551"/>
        <p:cNvGrpSpPr/>
        <p:nvPr/>
      </p:nvGrpSpPr>
      <p:grpSpPr>
        <a:xfrm>
          <a:off x="0" y="0"/>
          <a:ext cx="0" cy="0"/>
          <a:chOff x="0" y="0"/>
          <a:chExt cx="0" cy="0"/>
        </a:xfrm>
      </p:grpSpPr>
      <p:pic>
        <p:nvPicPr>
          <p:cNvPr id="552" name="Google Shape;552;p60"/>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553" name="Google Shape;553;p60"/>
          <p:cNvGrpSpPr/>
          <p:nvPr/>
        </p:nvGrpSpPr>
        <p:grpSpPr>
          <a:xfrm>
            <a:off x="372025" y="321975"/>
            <a:ext cx="8400000" cy="4499700"/>
            <a:chOff x="372025" y="321975"/>
            <a:chExt cx="8400000" cy="4499700"/>
          </a:xfrm>
        </p:grpSpPr>
        <p:sp>
          <p:nvSpPr>
            <p:cNvPr id="554" name="Google Shape;554;p60"/>
            <p:cNvSpPr/>
            <p:nvPr/>
          </p:nvSpPr>
          <p:spPr>
            <a:xfrm>
              <a:off x="372025" y="321975"/>
              <a:ext cx="8400000" cy="44997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 name="Google Shape;555;p60"/>
            <p:cNvSpPr/>
            <p:nvPr/>
          </p:nvSpPr>
          <p:spPr>
            <a:xfrm>
              <a:off x="372025" y="321975"/>
              <a:ext cx="8400000" cy="218100"/>
            </a:xfrm>
            <a:prstGeom prst="rec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 name="Google Shape;556;p60"/>
            <p:cNvSpPr/>
            <p:nvPr/>
          </p:nvSpPr>
          <p:spPr>
            <a:xfrm>
              <a:off x="486450" y="380900"/>
              <a:ext cx="100200" cy="1002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 name="Google Shape;557;p60"/>
            <p:cNvSpPr/>
            <p:nvPr/>
          </p:nvSpPr>
          <p:spPr>
            <a:xfrm>
              <a:off x="669900" y="380900"/>
              <a:ext cx="100200" cy="1002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 name="Google Shape;558;p60"/>
            <p:cNvSpPr/>
            <p:nvPr/>
          </p:nvSpPr>
          <p:spPr>
            <a:xfrm>
              <a:off x="853350" y="380900"/>
              <a:ext cx="100200" cy="1002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9" name="Google Shape;559;p60"/>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0" name="Google Shape;560;p60"/>
          <p:cNvGrpSpPr/>
          <p:nvPr/>
        </p:nvGrpSpPr>
        <p:grpSpPr>
          <a:xfrm>
            <a:off x="371330" y="4054252"/>
            <a:ext cx="8400431" cy="767401"/>
            <a:chOff x="4122825" y="2769975"/>
            <a:chExt cx="4390775" cy="1934950"/>
          </a:xfrm>
        </p:grpSpPr>
        <p:sp>
          <p:nvSpPr>
            <p:cNvPr id="561" name="Google Shape;561;p60"/>
            <p:cNvSpPr/>
            <p:nvPr/>
          </p:nvSpPr>
          <p:spPr>
            <a:xfrm>
              <a:off x="4122825" y="2769975"/>
              <a:ext cx="4390775" cy="1399600"/>
            </a:xfrm>
            <a:custGeom>
              <a:rect b="b" l="l" r="r" t="t"/>
              <a:pathLst>
                <a:path extrusionOk="0" fill="none" h="55984" w="175631">
                  <a:moveTo>
                    <a:pt x="175486" y="55983"/>
                  </a:moveTo>
                  <a:cubicBezTo>
                    <a:pt x="175594" y="55983"/>
                    <a:pt x="175630" y="55808"/>
                    <a:pt x="175534" y="55748"/>
                  </a:cubicBezTo>
                  <a:lnTo>
                    <a:pt x="87817" y="1"/>
                  </a:lnTo>
                  <a:lnTo>
                    <a:pt x="97" y="55748"/>
                  </a:lnTo>
                  <a:cubicBezTo>
                    <a:pt x="1" y="55810"/>
                    <a:pt x="37" y="55983"/>
                    <a:pt x="146" y="55983"/>
                  </a:cubicBez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 name="Google Shape;562;p60"/>
            <p:cNvSpPr/>
            <p:nvPr/>
          </p:nvSpPr>
          <p:spPr>
            <a:xfrm>
              <a:off x="5419875" y="2769975"/>
              <a:ext cx="898375" cy="1934950"/>
            </a:xfrm>
            <a:custGeom>
              <a:rect b="b" l="l" r="r" t="t"/>
              <a:pathLst>
                <a:path extrusionOk="0" fill="none" h="77398" w="35935">
                  <a:moveTo>
                    <a:pt x="35935" y="1"/>
                  </a:moveTo>
                  <a:lnTo>
                    <a:pt x="0" y="77398"/>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 name="Google Shape;563;p60"/>
            <p:cNvSpPr/>
            <p:nvPr/>
          </p:nvSpPr>
          <p:spPr>
            <a:xfrm>
              <a:off x="4355900" y="2769975"/>
              <a:ext cx="1962350" cy="1934950"/>
            </a:xfrm>
            <a:custGeom>
              <a:rect b="b" l="l" r="r" t="t"/>
              <a:pathLst>
                <a:path extrusionOk="0" fill="none" h="77398" w="78494">
                  <a:moveTo>
                    <a:pt x="0" y="77398"/>
                  </a:moveTo>
                  <a:lnTo>
                    <a:pt x="78494"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60"/>
            <p:cNvSpPr/>
            <p:nvPr/>
          </p:nvSpPr>
          <p:spPr>
            <a:xfrm>
              <a:off x="6318225" y="2769975"/>
              <a:ext cx="898350" cy="1934950"/>
            </a:xfrm>
            <a:custGeom>
              <a:rect b="b" l="l" r="r" t="t"/>
              <a:pathLst>
                <a:path extrusionOk="0" fill="none" h="77398" w="35934">
                  <a:moveTo>
                    <a:pt x="1" y="1"/>
                  </a:moveTo>
                  <a:lnTo>
                    <a:pt x="35934" y="77398"/>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60"/>
            <p:cNvSpPr/>
            <p:nvPr/>
          </p:nvSpPr>
          <p:spPr>
            <a:xfrm>
              <a:off x="6318225" y="2769975"/>
              <a:ext cx="1962350" cy="1934950"/>
            </a:xfrm>
            <a:custGeom>
              <a:rect b="b" l="l" r="r" t="t"/>
              <a:pathLst>
                <a:path extrusionOk="0" fill="none" h="77398" w="78494">
                  <a:moveTo>
                    <a:pt x="78493" y="77398"/>
                  </a:moveTo>
                  <a:lnTo>
                    <a:pt x="1"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 name="Google Shape;566;p60"/>
            <p:cNvSpPr/>
            <p:nvPr/>
          </p:nvSpPr>
          <p:spPr>
            <a:xfrm>
              <a:off x="4123850" y="3851100"/>
              <a:ext cx="4389300" cy="25"/>
            </a:xfrm>
            <a:custGeom>
              <a:rect b="b" l="l" r="r" t="t"/>
              <a:pathLst>
                <a:path extrusionOk="0" fill="none" h="1" w="175572">
                  <a:moveTo>
                    <a:pt x="1" y="0"/>
                  </a:moveTo>
                  <a:lnTo>
                    <a:pt x="175571" y="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 name="Google Shape;567;p60"/>
            <p:cNvSpPr/>
            <p:nvPr/>
          </p:nvSpPr>
          <p:spPr>
            <a:xfrm>
              <a:off x="4123850" y="4346500"/>
              <a:ext cx="4389300" cy="25"/>
            </a:xfrm>
            <a:custGeom>
              <a:rect b="b" l="l" r="r" t="t"/>
              <a:pathLst>
                <a:path extrusionOk="0" fill="none" h="1" w="175572">
                  <a:moveTo>
                    <a:pt x="1" y="1"/>
                  </a:moveTo>
                  <a:lnTo>
                    <a:pt x="175571"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 name="Google Shape;568;p60"/>
            <p:cNvSpPr/>
            <p:nvPr/>
          </p:nvSpPr>
          <p:spPr>
            <a:xfrm>
              <a:off x="4123850" y="3557300"/>
              <a:ext cx="4388725" cy="25"/>
            </a:xfrm>
            <a:custGeom>
              <a:rect b="b" l="l" r="r" t="t"/>
              <a:pathLst>
                <a:path extrusionOk="0" fill="none" h="1" w="175549">
                  <a:moveTo>
                    <a:pt x="1" y="0"/>
                  </a:moveTo>
                  <a:lnTo>
                    <a:pt x="175549" y="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 name="Google Shape;569;p60"/>
            <p:cNvSpPr/>
            <p:nvPr/>
          </p:nvSpPr>
          <p:spPr>
            <a:xfrm>
              <a:off x="4123850" y="3353425"/>
              <a:ext cx="4389300" cy="25"/>
            </a:xfrm>
            <a:custGeom>
              <a:rect b="b" l="l" r="r" t="t"/>
              <a:pathLst>
                <a:path extrusionOk="0" fill="none" h="1" w="175572">
                  <a:moveTo>
                    <a:pt x="1" y="0"/>
                  </a:moveTo>
                  <a:lnTo>
                    <a:pt x="175571" y="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60"/>
            <p:cNvSpPr/>
            <p:nvPr/>
          </p:nvSpPr>
          <p:spPr>
            <a:xfrm>
              <a:off x="4123850" y="3194925"/>
              <a:ext cx="4389300" cy="25"/>
            </a:xfrm>
            <a:custGeom>
              <a:rect b="b" l="l" r="r" t="t"/>
              <a:pathLst>
                <a:path extrusionOk="0" fill="none" h="1" w="175572">
                  <a:moveTo>
                    <a:pt x="1" y="1"/>
                  </a:moveTo>
                  <a:lnTo>
                    <a:pt x="175571"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 name="Google Shape;571;p60"/>
            <p:cNvSpPr/>
            <p:nvPr/>
          </p:nvSpPr>
          <p:spPr>
            <a:xfrm>
              <a:off x="4123850" y="3079875"/>
              <a:ext cx="4388725" cy="25"/>
            </a:xfrm>
            <a:custGeom>
              <a:rect b="b" l="l" r="r" t="t"/>
              <a:pathLst>
                <a:path extrusionOk="0" fill="none" h="1" w="175549">
                  <a:moveTo>
                    <a:pt x="1" y="1"/>
                  </a:moveTo>
                  <a:lnTo>
                    <a:pt x="175549"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 name="Google Shape;572;p60"/>
            <p:cNvSpPr/>
            <p:nvPr/>
          </p:nvSpPr>
          <p:spPr>
            <a:xfrm>
              <a:off x="4123850" y="2976475"/>
              <a:ext cx="4389300" cy="25"/>
            </a:xfrm>
            <a:custGeom>
              <a:rect b="b" l="l" r="r" t="t"/>
              <a:pathLst>
                <a:path extrusionOk="0" fill="none" h="1" w="175572">
                  <a:moveTo>
                    <a:pt x="1" y="0"/>
                  </a:moveTo>
                  <a:lnTo>
                    <a:pt x="175571" y="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 name="Google Shape;573;p60"/>
            <p:cNvSpPr/>
            <p:nvPr/>
          </p:nvSpPr>
          <p:spPr>
            <a:xfrm>
              <a:off x="4123850" y="2880100"/>
              <a:ext cx="4388725" cy="25"/>
            </a:xfrm>
            <a:custGeom>
              <a:rect b="b" l="l" r="r" t="t"/>
              <a:pathLst>
                <a:path extrusionOk="0" fill="none" h="1" w="175549">
                  <a:moveTo>
                    <a:pt x="1" y="0"/>
                  </a:moveTo>
                  <a:lnTo>
                    <a:pt x="175549" y="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 name="Google Shape;574;p60"/>
            <p:cNvSpPr/>
            <p:nvPr/>
          </p:nvSpPr>
          <p:spPr>
            <a:xfrm>
              <a:off x="4123850" y="2769975"/>
              <a:ext cx="2194400" cy="979100"/>
            </a:xfrm>
            <a:custGeom>
              <a:rect b="b" l="l" r="r" t="t"/>
              <a:pathLst>
                <a:path extrusionOk="0" fill="none" h="39164" w="87776">
                  <a:moveTo>
                    <a:pt x="87776" y="1"/>
                  </a:moveTo>
                  <a:lnTo>
                    <a:pt x="1" y="39164"/>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60"/>
            <p:cNvSpPr/>
            <p:nvPr/>
          </p:nvSpPr>
          <p:spPr>
            <a:xfrm>
              <a:off x="4123850" y="2769975"/>
              <a:ext cx="2194400" cy="662050"/>
            </a:xfrm>
            <a:custGeom>
              <a:rect b="b" l="l" r="r" t="t"/>
              <a:pathLst>
                <a:path extrusionOk="0" fill="none" h="26482" w="87776">
                  <a:moveTo>
                    <a:pt x="87776" y="1"/>
                  </a:moveTo>
                  <a:lnTo>
                    <a:pt x="1" y="2648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 name="Google Shape;576;p60"/>
            <p:cNvSpPr/>
            <p:nvPr/>
          </p:nvSpPr>
          <p:spPr>
            <a:xfrm>
              <a:off x="4123850" y="2769975"/>
              <a:ext cx="2194400" cy="407100"/>
            </a:xfrm>
            <a:custGeom>
              <a:rect b="b" l="l" r="r" t="t"/>
              <a:pathLst>
                <a:path extrusionOk="0" fill="none" h="16284" w="87776">
                  <a:moveTo>
                    <a:pt x="87776" y="1"/>
                  </a:moveTo>
                  <a:lnTo>
                    <a:pt x="1" y="16284"/>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 name="Google Shape;577;p60"/>
            <p:cNvSpPr/>
            <p:nvPr/>
          </p:nvSpPr>
          <p:spPr>
            <a:xfrm>
              <a:off x="4123850" y="2769975"/>
              <a:ext cx="2194400" cy="206525"/>
            </a:xfrm>
            <a:custGeom>
              <a:rect b="b" l="l" r="r" t="t"/>
              <a:pathLst>
                <a:path extrusionOk="0" fill="none" h="8261" w="87776">
                  <a:moveTo>
                    <a:pt x="87776" y="1"/>
                  </a:moveTo>
                  <a:lnTo>
                    <a:pt x="1" y="826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60"/>
            <p:cNvSpPr/>
            <p:nvPr/>
          </p:nvSpPr>
          <p:spPr>
            <a:xfrm>
              <a:off x="4123850" y="2769975"/>
              <a:ext cx="2194400" cy="25"/>
            </a:xfrm>
            <a:custGeom>
              <a:rect b="b" l="l" r="r" t="t"/>
              <a:pathLst>
                <a:path extrusionOk="0" fill="none" h="1" w="87776">
                  <a:moveTo>
                    <a:pt x="87776" y="1"/>
                  </a:moveTo>
                  <a:lnTo>
                    <a:pt x="1"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 name="Google Shape;579;p60"/>
            <p:cNvSpPr/>
            <p:nvPr/>
          </p:nvSpPr>
          <p:spPr>
            <a:xfrm>
              <a:off x="6318700" y="2769975"/>
              <a:ext cx="2194450" cy="979100"/>
            </a:xfrm>
            <a:custGeom>
              <a:rect b="b" l="l" r="r" t="t"/>
              <a:pathLst>
                <a:path extrusionOk="0" fill="none" h="39164" w="87778">
                  <a:moveTo>
                    <a:pt x="1" y="1"/>
                  </a:moveTo>
                  <a:lnTo>
                    <a:pt x="87777" y="39164"/>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 name="Google Shape;580;p60"/>
            <p:cNvSpPr/>
            <p:nvPr/>
          </p:nvSpPr>
          <p:spPr>
            <a:xfrm>
              <a:off x="6318700" y="2769975"/>
              <a:ext cx="2194450" cy="662050"/>
            </a:xfrm>
            <a:custGeom>
              <a:rect b="b" l="l" r="r" t="t"/>
              <a:pathLst>
                <a:path extrusionOk="0" fill="none" h="26482" w="87778">
                  <a:moveTo>
                    <a:pt x="1" y="1"/>
                  </a:moveTo>
                  <a:lnTo>
                    <a:pt x="87777" y="2648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 name="Google Shape;581;p60"/>
            <p:cNvSpPr/>
            <p:nvPr/>
          </p:nvSpPr>
          <p:spPr>
            <a:xfrm>
              <a:off x="6318700" y="2769975"/>
              <a:ext cx="2194450" cy="407100"/>
            </a:xfrm>
            <a:custGeom>
              <a:rect b="b" l="l" r="r" t="t"/>
              <a:pathLst>
                <a:path extrusionOk="0" fill="none" h="16284" w="87778">
                  <a:moveTo>
                    <a:pt x="1" y="1"/>
                  </a:moveTo>
                  <a:lnTo>
                    <a:pt x="87777" y="16284"/>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 name="Google Shape;582;p60"/>
            <p:cNvSpPr/>
            <p:nvPr/>
          </p:nvSpPr>
          <p:spPr>
            <a:xfrm>
              <a:off x="6318700" y="2769975"/>
              <a:ext cx="2194450" cy="206525"/>
            </a:xfrm>
            <a:custGeom>
              <a:rect b="b" l="l" r="r" t="t"/>
              <a:pathLst>
                <a:path extrusionOk="0" fill="none" h="8261" w="87778">
                  <a:moveTo>
                    <a:pt x="1" y="1"/>
                  </a:moveTo>
                  <a:lnTo>
                    <a:pt x="87777" y="826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 name="Google Shape;583;p60"/>
            <p:cNvSpPr/>
            <p:nvPr/>
          </p:nvSpPr>
          <p:spPr>
            <a:xfrm>
              <a:off x="6318700" y="2769975"/>
              <a:ext cx="2194450" cy="25"/>
            </a:xfrm>
            <a:custGeom>
              <a:rect b="b" l="l" r="r" t="t"/>
              <a:pathLst>
                <a:path extrusionOk="0" fill="none" h="1" w="87778">
                  <a:moveTo>
                    <a:pt x="1" y="1"/>
                  </a:moveTo>
                  <a:lnTo>
                    <a:pt x="87777"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4" name="Google Shape;584;p60"/>
          <p:cNvGrpSpPr/>
          <p:nvPr/>
        </p:nvGrpSpPr>
        <p:grpSpPr>
          <a:xfrm flipH="1" rot="10800000">
            <a:off x="371330" y="539955"/>
            <a:ext cx="8400431" cy="767401"/>
            <a:chOff x="4122825" y="2769975"/>
            <a:chExt cx="4390775" cy="1934950"/>
          </a:xfrm>
        </p:grpSpPr>
        <p:sp>
          <p:nvSpPr>
            <p:cNvPr id="585" name="Google Shape;585;p60"/>
            <p:cNvSpPr/>
            <p:nvPr/>
          </p:nvSpPr>
          <p:spPr>
            <a:xfrm>
              <a:off x="4122825" y="2769975"/>
              <a:ext cx="4390775" cy="1399600"/>
            </a:xfrm>
            <a:custGeom>
              <a:rect b="b" l="l" r="r" t="t"/>
              <a:pathLst>
                <a:path extrusionOk="0" fill="none" h="55984" w="175631">
                  <a:moveTo>
                    <a:pt x="175486" y="55983"/>
                  </a:moveTo>
                  <a:cubicBezTo>
                    <a:pt x="175594" y="55983"/>
                    <a:pt x="175630" y="55808"/>
                    <a:pt x="175534" y="55748"/>
                  </a:cubicBezTo>
                  <a:lnTo>
                    <a:pt x="87817" y="1"/>
                  </a:lnTo>
                  <a:lnTo>
                    <a:pt x="97" y="55748"/>
                  </a:lnTo>
                  <a:cubicBezTo>
                    <a:pt x="1" y="55810"/>
                    <a:pt x="37" y="55983"/>
                    <a:pt x="146" y="55983"/>
                  </a:cubicBez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 name="Google Shape;586;p60"/>
            <p:cNvSpPr/>
            <p:nvPr/>
          </p:nvSpPr>
          <p:spPr>
            <a:xfrm>
              <a:off x="5419875" y="2769975"/>
              <a:ext cx="898375" cy="1934950"/>
            </a:xfrm>
            <a:custGeom>
              <a:rect b="b" l="l" r="r" t="t"/>
              <a:pathLst>
                <a:path extrusionOk="0" fill="none" h="77398" w="35935">
                  <a:moveTo>
                    <a:pt x="35935" y="1"/>
                  </a:moveTo>
                  <a:lnTo>
                    <a:pt x="0" y="77398"/>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 name="Google Shape;587;p60"/>
            <p:cNvSpPr/>
            <p:nvPr/>
          </p:nvSpPr>
          <p:spPr>
            <a:xfrm>
              <a:off x="4355900" y="2769975"/>
              <a:ext cx="1962350" cy="1934950"/>
            </a:xfrm>
            <a:custGeom>
              <a:rect b="b" l="l" r="r" t="t"/>
              <a:pathLst>
                <a:path extrusionOk="0" fill="none" h="77398" w="78494">
                  <a:moveTo>
                    <a:pt x="0" y="77398"/>
                  </a:moveTo>
                  <a:lnTo>
                    <a:pt x="78494"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 name="Google Shape;588;p60"/>
            <p:cNvSpPr/>
            <p:nvPr/>
          </p:nvSpPr>
          <p:spPr>
            <a:xfrm>
              <a:off x="6318225" y="2769975"/>
              <a:ext cx="898350" cy="1934950"/>
            </a:xfrm>
            <a:custGeom>
              <a:rect b="b" l="l" r="r" t="t"/>
              <a:pathLst>
                <a:path extrusionOk="0" fill="none" h="77398" w="35934">
                  <a:moveTo>
                    <a:pt x="1" y="1"/>
                  </a:moveTo>
                  <a:lnTo>
                    <a:pt x="35934" y="77398"/>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 name="Google Shape;589;p60"/>
            <p:cNvSpPr/>
            <p:nvPr/>
          </p:nvSpPr>
          <p:spPr>
            <a:xfrm>
              <a:off x="6318225" y="2769975"/>
              <a:ext cx="1962350" cy="1934950"/>
            </a:xfrm>
            <a:custGeom>
              <a:rect b="b" l="l" r="r" t="t"/>
              <a:pathLst>
                <a:path extrusionOk="0" fill="none" h="77398" w="78494">
                  <a:moveTo>
                    <a:pt x="78493" y="77398"/>
                  </a:moveTo>
                  <a:lnTo>
                    <a:pt x="1"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60"/>
            <p:cNvSpPr/>
            <p:nvPr/>
          </p:nvSpPr>
          <p:spPr>
            <a:xfrm>
              <a:off x="4123850" y="3851100"/>
              <a:ext cx="4389300" cy="25"/>
            </a:xfrm>
            <a:custGeom>
              <a:rect b="b" l="l" r="r" t="t"/>
              <a:pathLst>
                <a:path extrusionOk="0" fill="none" h="1" w="175572">
                  <a:moveTo>
                    <a:pt x="1" y="0"/>
                  </a:moveTo>
                  <a:lnTo>
                    <a:pt x="175571" y="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 name="Google Shape;591;p60"/>
            <p:cNvSpPr/>
            <p:nvPr/>
          </p:nvSpPr>
          <p:spPr>
            <a:xfrm>
              <a:off x="4123850" y="4346500"/>
              <a:ext cx="4389300" cy="25"/>
            </a:xfrm>
            <a:custGeom>
              <a:rect b="b" l="l" r="r" t="t"/>
              <a:pathLst>
                <a:path extrusionOk="0" fill="none" h="1" w="175572">
                  <a:moveTo>
                    <a:pt x="1" y="1"/>
                  </a:moveTo>
                  <a:lnTo>
                    <a:pt x="175571"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 name="Google Shape;592;p60"/>
            <p:cNvSpPr/>
            <p:nvPr/>
          </p:nvSpPr>
          <p:spPr>
            <a:xfrm>
              <a:off x="4123850" y="3557300"/>
              <a:ext cx="4388725" cy="25"/>
            </a:xfrm>
            <a:custGeom>
              <a:rect b="b" l="l" r="r" t="t"/>
              <a:pathLst>
                <a:path extrusionOk="0" fill="none" h="1" w="175549">
                  <a:moveTo>
                    <a:pt x="1" y="0"/>
                  </a:moveTo>
                  <a:lnTo>
                    <a:pt x="175549" y="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 name="Google Shape;593;p60"/>
            <p:cNvSpPr/>
            <p:nvPr/>
          </p:nvSpPr>
          <p:spPr>
            <a:xfrm>
              <a:off x="4123850" y="3353425"/>
              <a:ext cx="4389300" cy="25"/>
            </a:xfrm>
            <a:custGeom>
              <a:rect b="b" l="l" r="r" t="t"/>
              <a:pathLst>
                <a:path extrusionOk="0" fill="none" h="1" w="175572">
                  <a:moveTo>
                    <a:pt x="1" y="0"/>
                  </a:moveTo>
                  <a:lnTo>
                    <a:pt x="175571" y="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 name="Google Shape;594;p60"/>
            <p:cNvSpPr/>
            <p:nvPr/>
          </p:nvSpPr>
          <p:spPr>
            <a:xfrm>
              <a:off x="4123850" y="3194925"/>
              <a:ext cx="4389300" cy="25"/>
            </a:xfrm>
            <a:custGeom>
              <a:rect b="b" l="l" r="r" t="t"/>
              <a:pathLst>
                <a:path extrusionOk="0" fill="none" h="1" w="175572">
                  <a:moveTo>
                    <a:pt x="1" y="1"/>
                  </a:moveTo>
                  <a:lnTo>
                    <a:pt x="175571"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 name="Google Shape;595;p60"/>
            <p:cNvSpPr/>
            <p:nvPr/>
          </p:nvSpPr>
          <p:spPr>
            <a:xfrm>
              <a:off x="4123850" y="3079875"/>
              <a:ext cx="4388725" cy="25"/>
            </a:xfrm>
            <a:custGeom>
              <a:rect b="b" l="l" r="r" t="t"/>
              <a:pathLst>
                <a:path extrusionOk="0" fill="none" h="1" w="175549">
                  <a:moveTo>
                    <a:pt x="1" y="1"/>
                  </a:moveTo>
                  <a:lnTo>
                    <a:pt x="175549"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60"/>
            <p:cNvSpPr/>
            <p:nvPr/>
          </p:nvSpPr>
          <p:spPr>
            <a:xfrm>
              <a:off x="4123850" y="2976475"/>
              <a:ext cx="4389300" cy="25"/>
            </a:xfrm>
            <a:custGeom>
              <a:rect b="b" l="l" r="r" t="t"/>
              <a:pathLst>
                <a:path extrusionOk="0" fill="none" h="1" w="175572">
                  <a:moveTo>
                    <a:pt x="1" y="0"/>
                  </a:moveTo>
                  <a:lnTo>
                    <a:pt x="175571" y="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 name="Google Shape;597;p60"/>
            <p:cNvSpPr/>
            <p:nvPr/>
          </p:nvSpPr>
          <p:spPr>
            <a:xfrm>
              <a:off x="4123850" y="2880100"/>
              <a:ext cx="4388725" cy="25"/>
            </a:xfrm>
            <a:custGeom>
              <a:rect b="b" l="l" r="r" t="t"/>
              <a:pathLst>
                <a:path extrusionOk="0" fill="none" h="1" w="175549">
                  <a:moveTo>
                    <a:pt x="1" y="0"/>
                  </a:moveTo>
                  <a:lnTo>
                    <a:pt x="175549" y="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 name="Google Shape;598;p60"/>
            <p:cNvSpPr/>
            <p:nvPr/>
          </p:nvSpPr>
          <p:spPr>
            <a:xfrm>
              <a:off x="4123850" y="2769975"/>
              <a:ext cx="2194400" cy="979100"/>
            </a:xfrm>
            <a:custGeom>
              <a:rect b="b" l="l" r="r" t="t"/>
              <a:pathLst>
                <a:path extrusionOk="0" fill="none" h="39164" w="87776">
                  <a:moveTo>
                    <a:pt x="87776" y="1"/>
                  </a:moveTo>
                  <a:lnTo>
                    <a:pt x="1" y="39164"/>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 name="Google Shape;599;p60"/>
            <p:cNvSpPr/>
            <p:nvPr/>
          </p:nvSpPr>
          <p:spPr>
            <a:xfrm>
              <a:off x="4123850" y="2769975"/>
              <a:ext cx="2194400" cy="662050"/>
            </a:xfrm>
            <a:custGeom>
              <a:rect b="b" l="l" r="r" t="t"/>
              <a:pathLst>
                <a:path extrusionOk="0" fill="none" h="26482" w="87776">
                  <a:moveTo>
                    <a:pt x="87776" y="1"/>
                  </a:moveTo>
                  <a:lnTo>
                    <a:pt x="1" y="2648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 name="Google Shape;600;p60"/>
            <p:cNvSpPr/>
            <p:nvPr/>
          </p:nvSpPr>
          <p:spPr>
            <a:xfrm>
              <a:off x="4123850" y="2769975"/>
              <a:ext cx="2194400" cy="407100"/>
            </a:xfrm>
            <a:custGeom>
              <a:rect b="b" l="l" r="r" t="t"/>
              <a:pathLst>
                <a:path extrusionOk="0" fill="none" h="16284" w="87776">
                  <a:moveTo>
                    <a:pt x="87776" y="1"/>
                  </a:moveTo>
                  <a:lnTo>
                    <a:pt x="1" y="16284"/>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 name="Google Shape;601;p60"/>
            <p:cNvSpPr/>
            <p:nvPr/>
          </p:nvSpPr>
          <p:spPr>
            <a:xfrm>
              <a:off x="4123850" y="2769975"/>
              <a:ext cx="2194400" cy="206525"/>
            </a:xfrm>
            <a:custGeom>
              <a:rect b="b" l="l" r="r" t="t"/>
              <a:pathLst>
                <a:path extrusionOk="0" fill="none" h="8261" w="87776">
                  <a:moveTo>
                    <a:pt x="87776" y="1"/>
                  </a:moveTo>
                  <a:lnTo>
                    <a:pt x="1" y="826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 name="Google Shape;602;p60"/>
            <p:cNvSpPr/>
            <p:nvPr/>
          </p:nvSpPr>
          <p:spPr>
            <a:xfrm>
              <a:off x="4123850" y="2769975"/>
              <a:ext cx="2194400" cy="25"/>
            </a:xfrm>
            <a:custGeom>
              <a:rect b="b" l="l" r="r" t="t"/>
              <a:pathLst>
                <a:path extrusionOk="0" fill="none" h="1" w="87776">
                  <a:moveTo>
                    <a:pt x="87776" y="1"/>
                  </a:moveTo>
                  <a:lnTo>
                    <a:pt x="1"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 name="Google Shape;603;p60"/>
            <p:cNvSpPr/>
            <p:nvPr/>
          </p:nvSpPr>
          <p:spPr>
            <a:xfrm>
              <a:off x="6318700" y="2769975"/>
              <a:ext cx="2194450" cy="979100"/>
            </a:xfrm>
            <a:custGeom>
              <a:rect b="b" l="l" r="r" t="t"/>
              <a:pathLst>
                <a:path extrusionOk="0" fill="none" h="39164" w="87778">
                  <a:moveTo>
                    <a:pt x="1" y="1"/>
                  </a:moveTo>
                  <a:lnTo>
                    <a:pt x="87777" y="39164"/>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 name="Google Shape;604;p60"/>
            <p:cNvSpPr/>
            <p:nvPr/>
          </p:nvSpPr>
          <p:spPr>
            <a:xfrm>
              <a:off x="6318700" y="2769975"/>
              <a:ext cx="2194450" cy="662050"/>
            </a:xfrm>
            <a:custGeom>
              <a:rect b="b" l="l" r="r" t="t"/>
              <a:pathLst>
                <a:path extrusionOk="0" fill="none" h="26482" w="87778">
                  <a:moveTo>
                    <a:pt x="1" y="1"/>
                  </a:moveTo>
                  <a:lnTo>
                    <a:pt x="87777" y="2648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 name="Google Shape;605;p60"/>
            <p:cNvSpPr/>
            <p:nvPr/>
          </p:nvSpPr>
          <p:spPr>
            <a:xfrm>
              <a:off x="6318700" y="2769975"/>
              <a:ext cx="2194450" cy="407100"/>
            </a:xfrm>
            <a:custGeom>
              <a:rect b="b" l="l" r="r" t="t"/>
              <a:pathLst>
                <a:path extrusionOk="0" fill="none" h="16284" w="87778">
                  <a:moveTo>
                    <a:pt x="1" y="1"/>
                  </a:moveTo>
                  <a:lnTo>
                    <a:pt x="87777" y="16284"/>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 name="Google Shape;606;p60"/>
            <p:cNvSpPr/>
            <p:nvPr/>
          </p:nvSpPr>
          <p:spPr>
            <a:xfrm>
              <a:off x="6318700" y="2769975"/>
              <a:ext cx="2194450" cy="206525"/>
            </a:xfrm>
            <a:custGeom>
              <a:rect b="b" l="l" r="r" t="t"/>
              <a:pathLst>
                <a:path extrusionOk="0" fill="none" h="8261" w="87778">
                  <a:moveTo>
                    <a:pt x="1" y="1"/>
                  </a:moveTo>
                  <a:lnTo>
                    <a:pt x="87777" y="8260"/>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 name="Google Shape;607;p60"/>
            <p:cNvSpPr/>
            <p:nvPr/>
          </p:nvSpPr>
          <p:spPr>
            <a:xfrm>
              <a:off x="6318700" y="2769975"/>
              <a:ext cx="2194450" cy="25"/>
            </a:xfrm>
            <a:custGeom>
              <a:rect b="b" l="l" r="r" t="t"/>
              <a:pathLst>
                <a:path extrusionOk="0" fill="none" h="1" w="87778">
                  <a:moveTo>
                    <a:pt x="1" y="1"/>
                  </a:moveTo>
                  <a:lnTo>
                    <a:pt x="87777" y="1"/>
                  </a:lnTo>
                </a:path>
              </a:pathLst>
            </a:custGeom>
            <a:noFill/>
            <a:ln cap="flat" cmpd="sng" w="9525">
              <a:solidFill>
                <a:schemeClr val="accent6"/>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08" name="Google Shape;608;p60"/>
          <p:cNvSpPr txBox="1"/>
          <p:nvPr>
            <p:ph idx="1" type="subTitle"/>
          </p:nvPr>
        </p:nvSpPr>
        <p:spPr>
          <a:xfrm>
            <a:off x="2369750" y="3096300"/>
            <a:ext cx="4404600" cy="615900"/>
          </a:xfrm>
          <a:prstGeom prst="rect">
            <a:avLst/>
          </a:prstGeom>
          <a:solidFill>
            <a:schemeClr val="accent6"/>
          </a:solid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609" name="Google Shape;609;p60"/>
          <p:cNvSpPr txBox="1"/>
          <p:nvPr>
            <p:ph type="title"/>
          </p:nvPr>
        </p:nvSpPr>
        <p:spPr>
          <a:xfrm>
            <a:off x="720150" y="1431300"/>
            <a:ext cx="7704000" cy="1665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120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610" name="Shape 610"/>
        <p:cNvGrpSpPr/>
        <p:nvPr/>
      </p:nvGrpSpPr>
      <p:grpSpPr>
        <a:xfrm>
          <a:off x="0" y="0"/>
          <a:ext cx="0" cy="0"/>
          <a:chOff x="0" y="0"/>
          <a:chExt cx="0" cy="0"/>
        </a:xfrm>
      </p:grpSpPr>
      <p:pic>
        <p:nvPicPr>
          <p:cNvPr id="611" name="Google Shape;611;p61"/>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612" name="Google Shape;612;p61"/>
          <p:cNvGrpSpPr/>
          <p:nvPr/>
        </p:nvGrpSpPr>
        <p:grpSpPr>
          <a:xfrm>
            <a:off x="372025" y="321975"/>
            <a:ext cx="8400000" cy="4503300"/>
            <a:chOff x="372025" y="321975"/>
            <a:chExt cx="8400000" cy="4503300"/>
          </a:xfrm>
        </p:grpSpPr>
        <p:grpSp>
          <p:nvGrpSpPr>
            <p:cNvPr id="613" name="Google Shape;613;p61"/>
            <p:cNvGrpSpPr/>
            <p:nvPr/>
          </p:nvGrpSpPr>
          <p:grpSpPr>
            <a:xfrm>
              <a:off x="372025" y="321975"/>
              <a:ext cx="8400000" cy="4503300"/>
              <a:chOff x="372025" y="321975"/>
              <a:chExt cx="8400000" cy="4503300"/>
            </a:xfrm>
          </p:grpSpPr>
          <p:sp>
            <p:nvSpPr>
              <p:cNvPr id="614" name="Google Shape;614;p61"/>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15" name="Google Shape;615;p61"/>
              <p:cNvGrpSpPr/>
              <p:nvPr/>
            </p:nvGrpSpPr>
            <p:grpSpPr>
              <a:xfrm>
                <a:off x="372025" y="321975"/>
                <a:ext cx="8400000" cy="4499700"/>
                <a:chOff x="372025" y="321975"/>
                <a:chExt cx="8400000" cy="4499700"/>
              </a:xfrm>
            </p:grpSpPr>
            <p:sp>
              <p:nvSpPr>
                <p:cNvPr id="616" name="Google Shape;616;p61"/>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 name="Google Shape;617;p61"/>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 name="Google Shape;618;p61"/>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61"/>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61"/>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61"/>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22" name="Google Shape;622;p61"/>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623" name="Google Shape;623;p61"/>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
        <p:nvSpPr>
          <p:cNvPr id="624" name="Google Shape;624;p61"/>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625" name="Google Shape;625;p61"/>
          <p:cNvSpPr txBox="1"/>
          <p:nvPr>
            <p:ph idx="2" type="title"/>
          </p:nvPr>
        </p:nvSpPr>
        <p:spPr>
          <a:xfrm>
            <a:off x="720000" y="1639250"/>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626" name="Google Shape;626;p61"/>
          <p:cNvSpPr txBox="1"/>
          <p:nvPr>
            <p:ph idx="1" type="subTitle"/>
          </p:nvPr>
        </p:nvSpPr>
        <p:spPr>
          <a:xfrm>
            <a:off x="720000" y="2166950"/>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627" name="Google Shape;627;p61"/>
          <p:cNvSpPr txBox="1"/>
          <p:nvPr>
            <p:ph idx="3" type="title"/>
          </p:nvPr>
        </p:nvSpPr>
        <p:spPr>
          <a:xfrm>
            <a:off x="3419269" y="1639250"/>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628" name="Google Shape;628;p61"/>
          <p:cNvSpPr txBox="1"/>
          <p:nvPr>
            <p:ph idx="4" type="subTitle"/>
          </p:nvPr>
        </p:nvSpPr>
        <p:spPr>
          <a:xfrm>
            <a:off x="3419271" y="2166950"/>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629" name="Google Shape;629;p61"/>
          <p:cNvSpPr txBox="1"/>
          <p:nvPr>
            <p:ph idx="5" type="title"/>
          </p:nvPr>
        </p:nvSpPr>
        <p:spPr>
          <a:xfrm>
            <a:off x="720000" y="3325325"/>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630" name="Google Shape;630;p61"/>
          <p:cNvSpPr txBox="1"/>
          <p:nvPr>
            <p:ph idx="6" type="subTitle"/>
          </p:nvPr>
        </p:nvSpPr>
        <p:spPr>
          <a:xfrm>
            <a:off x="720000" y="3853025"/>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631" name="Google Shape;631;p61"/>
          <p:cNvSpPr txBox="1"/>
          <p:nvPr>
            <p:ph idx="7" type="title"/>
          </p:nvPr>
        </p:nvSpPr>
        <p:spPr>
          <a:xfrm>
            <a:off x="3419269" y="3325325"/>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632" name="Google Shape;632;p61"/>
          <p:cNvSpPr txBox="1"/>
          <p:nvPr>
            <p:ph idx="8" type="subTitle"/>
          </p:nvPr>
        </p:nvSpPr>
        <p:spPr>
          <a:xfrm>
            <a:off x="3419271" y="3853025"/>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633" name="Google Shape;633;p61"/>
          <p:cNvSpPr txBox="1"/>
          <p:nvPr>
            <p:ph idx="9" type="title"/>
          </p:nvPr>
        </p:nvSpPr>
        <p:spPr>
          <a:xfrm>
            <a:off x="6118545" y="1639250"/>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634" name="Google Shape;634;p61"/>
          <p:cNvSpPr txBox="1"/>
          <p:nvPr>
            <p:ph idx="13" type="subTitle"/>
          </p:nvPr>
        </p:nvSpPr>
        <p:spPr>
          <a:xfrm>
            <a:off x="6118549" y="2166950"/>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635" name="Google Shape;635;p61"/>
          <p:cNvSpPr txBox="1"/>
          <p:nvPr>
            <p:ph idx="14" type="title"/>
          </p:nvPr>
        </p:nvSpPr>
        <p:spPr>
          <a:xfrm>
            <a:off x="6118545" y="3325325"/>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636" name="Google Shape;636;p61"/>
          <p:cNvSpPr txBox="1"/>
          <p:nvPr>
            <p:ph idx="15" type="subTitle"/>
          </p:nvPr>
        </p:nvSpPr>
        <p:spPr>
          <a:xfrm>
            <a:off x="6118550" y="3853025"/>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37" name="Shape 637"/>
        <p:cNvGrpSpPr/>
        <p:nvPr/>
      </p:nvGrpSpPr>
      <p:grpSpPr>
        <a:xfrm>
          <a:off x="0" y="0"/>
          <a:ext cx="0" cy="0"/>
          <a:chOff x="0" y="0"/>
          <a:chExt cx="0" cy="0"/>
        </a:xfrm>
      </p:grpSpPr>
      <p:pic>
        <p:nvPicPr>
          <p:cNvPr id="638" name="Google Shape;638;p62"/>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639" name="Google Shape;639;p62"/>
          <p:cNvGrpSpPr/>
          <p:nvPr/>
        </p:nvGrpSpPr>
        <p:grpSpPr>
          <a:xfrm>
            <a:off x="372025" y="321975"/>
            <a:ext cx="8400000" cy="4503300"/>
            <a:chOff x="372025" y="321975"/>
            <a:chExt cx="8400000" cy="4503300"/>
          </a:xfrm>
        </p:grpSpPr>
        <p:grpSp>
          <p:nvGrpSpPr>
            <p:cNvPr id="640" name="Google Shape;640;p62"/>
            <p:cNvGrpSpPr/>
            <p:nvPr/>
          </p:nvGrpSpPr>
          <p:grpSpPr>
            <a:xfrm>
              <a:off x="372025" y="321975"/>
              <a:ext cx="8400000" cy="4503300"/>
              <a:chOff x="372025" y="321975"/>
              <a:chExt cx="8400000" cy="4503300"/>
            </a:xfrm>
          </p:grpSpPr>
          <p:sp>
            <p:nvSpPr>
              <p:cNvPr id="641" name="Google Shape;641;p62"/>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42" name="Google Shape;642;p62"/>
              <p:cNvGrpSpPr/>
              <p:nvPr/>
            </p:nvGrpSpPr>
            <p:grpSpPr>
              <a:xfrm>
                <a:off x="372025" y="321975"/>
                <a:ext cx="8400000" cy="4499700"/>
                <a:chOff x="372025" y="321975"/>
                <a:chExt cx="8400000" cy="4499700"/>
              </a:xfrm>
            </p:grpSpPr>
            <p:sp>
              <p:nvSpPr>
                <p:cNvPr id="643" name="Google Shape;643;p62"/>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 name="Google Shape;644;p62"/>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 name="Google Shape;645;p62"/>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 name="Google Shape;646;p62"/>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 name="Google Shape;647;p62"/>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 name="Google Shape;648;p62"/>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49" name="Google Shape;649;p62"/>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650" name="Google Shape;650;p62"/>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
        <p:nvSpPr>
          <p:cNvPr id="651" name="Google Shape;651;p62"/>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652" name="Google Shape;652;p62"/>
          <p:cNvSpPr txBox="1"/>
          <p:nvPr>
            <p:ph idx="1" type="subTitle"/>
          </p:nvPr>
        </p:nvSpPr>
        <p:spPr>
          <a:xfrm>
            <a:off x="1383650" y="2639606"/>
            <a:ext cx="2907600" cy="10521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2"/>
        </a:solidFill>
      </p:bgPr>
    </p:bg>
    <p:spTree>
      <p:nvGrpSpPr>
        <p:cNvPr id="653" name="Shape 653"/>
        <p:cNvGrpSpPr/>
        <p:nvPr/>
      </p:nvGrpSpPr>
      <p:grpSpPr>
        <a:xfrm>
          <a:off x="0" y="0"/>
          <a:ext cx="0" cy="0"/>
          <a:chOff x="0" y="0"/>
          <a:chExt cx="0" cy="0"/>
        </a:xfrm>
      </p:grpSpPr>
      <p:grpSp>
        <p:nvGrpSpPr>
          <p:cNvPr id="654" name="Google Shape;654;p63"/>
          <p:cNvGrpSpPr/>
          <p:nvPr/>
        </p:nvGrpSpPr>
        <p:grpSpPr>
          <a:xfrm rot="513767">
            <a:off x="7302476" y="127263"/>
            <a:ext cx="1208232" cy="1240909"/>
            <a:chOff x="3275000" y="551700"/>
            <a:chExt cx="1208175" cy="1240850"/>
          </a:xfrm>
        </p:grpSpPr>
        <p:sp>
          <p:nvSpPr>
            <p:cNvPr id="655" name="Google Shape;655;p63"/>
            <p:cNvSpPr/>
            <p:nvPr/>
          </p:nvSpPr>
          <p:spPr>
            <a:xfrm>
              <a:off x="3956050" y="578475"/>
              <a:ext cx="172800" cy="376500"/>
            </a:xfrm>
            <a:custGeom>
              <a:rect b="b" l="l" r="r" t="t"/>
              <a:pathLst>
                <a:path extrusionOk="0" h="15060" w="6912">
                  <a:moveTo>
                    <a:pt x="6658" y="1"/>
                  </a:moveTo>
                  <a:cubicBezTo>
                    <a:pt x="6610" y="1"/>
                    <a:pt x="6563" y="15"/>
                    <a:pt x="6522" y="46"/>
                  </a:cubicBezTo>
                  <a:lnTo>
                    <a:pt x="89" y="4972"/>
                  </a:lnTo>
                  <a:cubicBezTo>
                    <a:pt x="32" y="5015"/>
                    <a:pt x="0" y="5080"/>
                    <a:pt x="0" y="5150"/>
                  </a:cubicBezTo>
                  <a:lnTo>
                    <a:pt x="0" y="14836"/>
                  </a:lnTo>
                  <a:cubicBezTo>
                    <a:pt x="0" y="14959"/>
                    <a:pt x="101" y="15060"/>
                    <a:pt x="224" y="15060"/>
                  </a:cubicBezTo>
                  <a:cubicBezTo>
                    <a:pt x="348" y="15060"/>
                    <a:pt x="448" y="14959"/>
                    <a:pt x="451" y="14836"/>
                  </a:cubicBezTo>
                  <a:lnTo>
                    <a:pt x="451" y="5261"/>
                  </a:lnTo>
                  <a:lnTo>
                    <a:pt x="6796" y="403"/>
                  </a:lnTo>
                  <a:cubicBezTo>
                    <a:pt x="6893" y="327"/>
                    <a:pt x="6911" y="188"/>
                    <a:pt x="6836" y="88"/>
                  </a:cubicBezTo>
                  <a:cubicBezTo>
                    <a:pt x="6792" y="31"/>
                    <a:pt x="6725" y="1"/>
                    <a:pt x="665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63"/>
            <p:cNvSpPr/>
            <p:nvPr/>
          </p:nvSpPr>
          <p:spPr>
            <a:xfrm>
              <a:off x="3830600" y="748775"/>
              <a:ext cx="11225" cy="143650"/>
            </a:xfrm>
            <a:custGeom>
              <a:rect b="b" l="l" r="r" t="t"/>
              <a:pathLst>
                <a:path extrusionOk="0" h="5746" w="449">
                  <a:moveTo>
                    <a:pt x="225" y="1"/>
                  </a:moveTo>
                  <a:cubicBezTo>
                    <a:pt x="101" y="1"/>
                    <a:pt x="1" y="102"/>
                    <a:pt x="1" y="225"/>
                  </a:cubicBezTo>
                  <a:lnTo>
                    <a:pt x="1" y="5521"/>
                  </a:lnTo>
                  <a:cubicBezTo>
                    <a:pt x="1" y="5645"/>
                    <a:pt x="101" y="5746"/>
                    <a:pt x="225" y="5746"/>
                  </a:cubicBezTo>
                  <a:cubicBezTo>
                    <a:pt x="349" y="5746"/>
                    <a:pt x="449" y="5645"/>
                    <a:pt x="449" y="5521"/>
                  </a:cubicBezTo>
                  <a:lnTo>
                    <a:pt x="449" y="225"/>
                  </a:lnTo>
                  <a:cubicBezTo>
                    <a:pt x="449" y="102"/>
                    <a:pt x="348" y="1"/>
                    <a:pt x="22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63"/>
            <p:cNvSpPr/>
            <p:nvPr/>
          </p:nvSpPr>
          <p:spPr>
            <a:xfrm>
              <a:off x="3582400" y="652375"/>
              <a:ext cx="11225" cy="289425"/>
            </a:xfrm>
            <a:custGeom>
              <a:rect b="b" l="l" r="r" t="t"/>
              <a:pathLst>
                <a:path extrusionOk="0" h="11577" w="449">
                  <a:moveTo>
                    <a:pt x="224" y="0"/>
                  </a:moveTo>
                  <a:cubicBezTo>
                    <a:pt x="101" y="0"/>
                    <a:pt x="0" y="101"/>
                    <a:pt x="0" y="224"/>
                  </a:cubicBezTo>
                  <a:lnTo>
                    <a:pt x="0" y="11353"/>
                  </a:lnTo>
                  <a:cubicBezTo>
                    <a:pt x="0" y="11477"/>
                    <a:pt x="101" y="11576"/>
                    <a:pt x="224" y="11576"/>
                  </a:cubicBezTo>
                  <a:cubicBezTo>
                    <a:pt x="348" y="11576"/>
                    <a:pt x="448" y="11478"/>
                    <a:pt x="448" y="11353"/>
                  </a:cubicBezTo>
                  <a:lnTo>
                    <a:pt x="448" y="224"/>
                  </a:lnTo>
                  <a:cubicBezTo>
                    <a:pt x="448" y="101"/>
                    <a:pt x="348"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63"/>
            <p:cNvSpPr/>
            <p:nvPr/>
          </p:nvSpPr>
          <p:spPr>
            <a:xfrm>
              <a:off x="3463725" y="640050"/>
              <a:ext cx="181800" cy="425775"/>
            </a:xfrm>
            <a:custGeom>
              <a:rect b="b" l="l" r="r" t="t"/>
              <a:pathLst>
                <a:path extrusionOk="0" h="17031" w="7272">
                  <a:moveTo>
                    <a:pt x="225" y="0"/>
                  </a:moveTo>
                  <a:cubicBezTo>
                    <a:pt x="102" y="0"/>
                    <a:pt x="1" y="101"/>
                    <a:pt x="1" y="224"/>
                  </a:cubicBezTo>
                  <a:lnTo>
                    <a:pt x="1" y="8532"/>
                  </a:lnTo>
                  <a:cubicBezTo>
                    <a:pt x="1" y="8584"/>
                    <a:pt x="18" y="8634"/>
                    <a:pt x="51" y="8674"/>
                  </a:cubicBezTo>
                  <a:lnTo>
                    <a:pt x="6847" y="16949"/>
                  </a:lnTo>
                  <a:cubicBezTo>
                    <a:pt x="6891" y="17002"/>
                    <a:pt x="6955" y="17030"/>
                    <a:pt x="7019" y="17030"/>
                  </a:cubicBezTo>
                  <a:cubicBezTo>
                    <a:pt x="7069" y="17030"/>
                    <a:pt x="7120" y="17014"/>
                    <a:pt x="7161" y="16979"/>
                  </a:cubicBezTo>
                  <a:cubicBezTo>
                    <a:pt x="7256" y="16902"/>
                    <a:pt x="7271" y="16759"/>
                    <a:pt x="7192" y="16665"/>
                  </a:cubicBezTo>
                  <a:lnTo>
                    <a:pt x="448" y="8452"/>
                  </a:lnTo>
                  <a:lnTo>
                    <a:pt x="448" y="224"/>
                  </a:lnTo>
                  <a:cubicBezTo>
                    <a:pt x="448" y="101"/>
                    <a:pt x="348" y="0"/>
                    <a:pt x="22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 name="Google Shape;659;p63"/>
            <p:cNvSpPr/>
            <p:nvPr/>
          </p:nvSpPr>
          <p:spPr>
            <a:xfrm>
              <a:off x="3978550" y="634175"/>
              <a:ext cx="269950" cy="424000"/>
            </a:xfrm>
            <a:custGeom>
              <a:rect b="b" l="l" r="r" t="t"/>
              <a:pathLst>
                <a:path extrusionOk="0" h="16960" w="10798">
                  <a:moveTo>
                    <a:pt x="10560" y="1"/>
                  </a:moveTo>
                  <a:cubicBezTo>
                    <a:pt x="10449" y="1"/>
                    <a:pt x="10351" y="83"/>
                    <a:pt x="10336" y="196"/>
                  </a:cubicBezTo>
                  <a:lnTo>
                    <a:pt x="9277" y="8569"/>
                  </a:lnTo>
                  <a:lnTo>
                    <a:pt x="105" y="16567"/>
                  </a:lnTo>
                  <a:cubicBezTo>
                    <a:pt x="11" y="16649"/>
                    <a:pt x="1" y="16789"/>
                    <a:pt x="83" y="16884"/>
                  </a:cubicBezTo>
                  <a:cubicBezTo>
                    <a:pt x="127" y="16934"/>
                    <a:pt x="188" y="16960"/>
                    <a:pt x="252" y="16960"/>
                  </a:cubicBezTo>
                  <a:cubicBezTo>
                    <a:pt x="304" y="16960"/>
                    <a:pt x="356" y="16940"/>
                    <a:pt x="400" y="16905"/>
                  </a:cubicBezTo>
                  <a:lnTo>
                    <a:pt x="9636" y="8850"/>
                  </a:lnTo>
                  <a:cubicBezTo>
                    <a:pt x="9677" y="8813"/>
                    <a:pt x="9704" y="8764"/>
                    <a:pt x="9711" y="8709"/>
                  </a:cubicBezTo>
                  <a:lnTo>
                    <a:pt x="10781" y="252"/>
                  </a:lnTo>
                  <a:cubicBezTo>
                    <a:pt x="10798" y="129"/>
                    <a:pt x="10711" y="19"/>
                    <a:pt x="10587" y="2"/>
                  </a:cubicBezTo>
                  <a:cubicBezTo>
                    <a:pt x="10578" y="1"/>
                    <a:pt x="10569" y="1"/>
                    <a:pt x="1056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 name="Google Shape;660;p63"/>
            <p:cNvSpPr/>
            <p:nvPr/>
          </p:nvSpPr>
          <p:spPr>
            <a:xfrm>
              <a:off x="4055700" y="895325"/>
              <a:ext cx="248425" cy="88350"/>
            </a:xfrm>
            <a:custGeom>
              <a:rect b="b" l="l" r="r" t="t"/>
              <a:pathLst>
                <a:path extrusionOk="0" h="3534" w="9937">
                  <a:moveTo>
                    <a:pt x="9688" y="1"/>
                  </a:moveTo>
                  <a:cubicBezTo>
                    <a:pt x="9629" y="1"/>
                    <a:pt x="9570" y="24"/>
                    <a:pt x="9526" y="70"/>
                  </a:cubicBezTo>
                  <a:lnTo>
                    <a:pt x="6654" y="3085"/>
                  </a:lnTo>
                  <a:lnTo>
                    <a:pt x="225" y="3085"/>
                  </a:lnTo>
                  <a:cubicBezTo>
                    <a:pt x="101" y="3085"/>
                    <a:pt x="1" y="3186"/>
                    <a:pt x="1" y="3309"/>
                  </a:cubicBezTo>
                  <a:cubicBezTo>
                    <a:pt x="1" y="3432"/>
                    <a:pt x="101" y="3533"/>
                    <a:pt x="225" y="3533"/>
                  </a:cubicBezTo>
                  <a:lnTo>
                    <a:pt x="6751" y="3533"/>
                  </a:lnTo>
                  <a:cubicBezTo>
                    <a:pt x="6812" y="3533"/>
                    <a:pt x="6872" y="3508"/>
                    <a:pt x="6913" y="3465"/>
                  </a:cubicBezTo>
                  <a:lnTo>
                    <a:pt x="9850" y="380"/>
                  </a:lnTo>
                  <a:cubicBezTo>
                    <a:pt x="9936" y="290"/>
                    <a:pt x="9933" y="147"/>
                    <a:pt x="9843" y="61"/>
                  </a:cubicBezTo>
                  <a:cubicBezTo>
                    <a:pt x="9799" y="21"/>
                    <a:pt x="9744" y="1"/>
                    <a:pt x="968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 name="Google Shape;661;p63"/>
            <p:cNvSpPr/>
            <p:nvPr/>
          </p:nvSpPr>
          <p:spPr>
            <a:xfrm>
              <a:off x="4055675" y="1079250"/>
              <a:ext cx="305375" cy="14100"/>
            </a:xfrm>
            <a:custGeom>
              <a:rect b="b" l="l" r="r" t="t"/>
              <a:pathLst>
                <a:path extrusionOk="0" h="564" w="12215">
                  <a:moveTo>
                    <a:pt x="11987" y="1"/>
                  </a:moveTo>
                  <a:lnTo>
                    <a:pt x="223" y="115"/>
                  </a:lnTo>
                  <a:cubicBezTo>
                    <a:pt x="99" y="116"/>
                    <a:pt x="0" y="218"/>
                    <a:pt x="2" y="342"/>
                  </a:cubicBezTo>
                  <a:cubicBezTo>
                    <a:pt x="3" y="465"/>
                    <a:pt x="102" y="563"/>
                    <a:pt x="226" y="563"/>
                  </a:cubicBezTo>
                  <a:lnTo>
                    <a:pt x="228" y="563"/>
                  </a:lnTo>
                  <a:lnTo>
                    <a:pt x="11990" y="450"/>
                  </a:lnTo>
                  <a:cubicBezTo>
                    <a:pt x="12116" y="449"/>
                    <a:pt x="12215" y="347"/>
                    <a:pt x="12213" y="224"/>
                  </a:cubicBezTo>
                  <a:cubicBezTo>
                    <a:pt x="12212" y="99"/>
                    <a:pt x="12118" y="6"/>
                    <a:pt x="1198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 name="Google Shape;662;p63"/>
            <p:cNvSpPr/>
            <p:nvPr/>
          </p:nvSpPr>
          <p:spPr>
            <a:xfrm>
              <a:off x="4021450" y="1133900"/>
              <a:ext cx="426550" cy="118400"/>
            </a:xfrm>
            <a:custGeom>
              <a:rect b="b" l="l" r="r" t="t"/>
              <a:pathLst>
                <a:path extrusionOk="0" h="4736" w="17062">
                  <a:moveTo>
                    <a:pt x="224" y="1"/>
                  </a:moveTo>
                  <a:cubicBezTo>
                    <a:pt x="101" y="1"/>
                    <a:pt x="0" y="101"/>
                    <a:pt x="0" y="225"/>
                  </a:cubicBezTo>
                  <a:cubicBezTo>
                    <a:pt x="0" y="348"/>
                    <a:pt x="101" y="449"/>
                    <a:pt x="224" y="449"/>
                  </a:cubicBezTo>
                  <a:lnTo>
                    <a:pt x="9910" y="449"/>
                  </a:lnTo>
                  <a:lnTo>
                    <a:pt x="16686" y="4701"/>
                  </a:lnTo>
                  <a:cubicBezTo>
                    <a:pt x="16724" y="4725"/>
                    <a:pt x="16766" y="4735"/>
                    <a:pt x="16805" y="4735"/>
                  </a:cubicBezTo>
                  <a:cubicBezTo>
                    <a:pt x="16879" y="4735"/>
                    <a:pt x="16953" y="4698"/>
                    <a:pt x="16996" y="4631"/>
                  </a:cubicBezTo>
                  <a:cubicBezTo>
                    <a:pt x="17062" y="4525"/>
                    <a:pt x="17029" y="4387"/>
                    <a:pt x="16924" y="4322"/>
                  </a:cubicBezTo>
                  <a:lnTo>
                    <a:pt x="10094" y="36"/>
                  </a:lnTo>
                  <a:cubicBezTo>
                    <a:pt x="10057" y="12"/>
                    <a:pt x="10016" y="1"/>
                    <a:pt x="997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 name="Google Shape;663;p63"/>
            <p:cNvSpPr/>
            <p:nvPr/>
          </p:nvSpPr>
          <p:spPr>
            <a:xfrm>
              <a:off x="4070775" y="1294750"/>
              <a:ext cx="240000" cy="11225"/>
            </a:xfrm>
            <a:custGeom>
              <a:rect b="b" l="l" r="r" t="t"/>
              <a:pathLst>
                <a:path extrusionOk="0" h="449" w="9600">
                  <a:moveTo>
                    <a:pt x="224" y="1"/>
                  </a:moveTo>
                  <a:cubicBezTo>
                    <a:pt x="101" y="1"/>
                    <a:pt x="0" y="102"/>
                    <a:pt x="0" y="225"/>
                  </a:cubicBezTo>
                  <a:cubicBezTo>
                    <a:pt x="0" y="348"/>
                    <a:pt x="101" y="449"/>
                    <a:pt x="224" y="449"/>
                  </a:cubicBezTo>
                  <a:lnTo>
                    <a:pt x="9375" y="449"/>
                  </a:lnTo>
                  <a:cubicBezTo>
                    <a:pt x="9498" y="449"/>
                    <a:pt x="9599" y="348"/>
                    <a:pt x="9599" y="225"/>
                  </a:cubicBezTo>
                  <a:cubicBezTo>
                    <a:pt x="9599" y="102"/>
                    <a:pt x="9498" y="1"/>
                    <a:pt x="937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 name="Google Shape;664;p63"/>
            <p:cNvSpPr/>
            <p:nvPr/>
          </p:nvSpPr>
          <p:spPr>
            <a:xfrm>
              <a:off x="4435150" y="1234025"/>
              <a:ext cx="48025" cy="46475"/>
            </a:xfrm>
            <a:custGeom>
              <a:rect b="b" l="l" r="r" t="t"/>
              <a:pathLst>
                <a:path extrusionOk="0" h="1859" w="1921">
                  <a:moveTo>
                    <a:pt x="962" y="451"/>
                  </a:moveTo>
                  <a:cubicBezTo>
                    <a:pt x="1044" y="451"/>
                    <a:pt x="1127" y="472"/>
                    <a:pt x="1201" y="515"/>
                  </a:cubicBezTo>
                  <a:cubicBezTo>
                    <a:pt x="1312" y="578"/>
                    <a:pt x="1392" y="682"/>
                    <a:pt x="1425" y="805"/>
                  </a:cubicBezTo>
                  <a:cubicBezTo>
                    <a:pt x="1458" y="929"/>
                    <a:pt x="1441" y="1057"/>
                    <a:pt x="1377" y="1169"/>
                  </a:cubicBezTo>
                  <a:cubicBezTo>
                    <a:pt x="1313" y="1280"/>
                    <a:pt x="1209" y="1359"/>
                    <a:pt x="1086" y="1393"/>
                  </a:cubicBezTo>
                  <a:cubicBezTo>
                    <a:pt x="1045" y="1404"/>
                    <a:pt x="1003" y="1409"/>
                    <a:pt x="961" y="1409"/>
                  </a:cubicBezTo>
                  <a:cubicBezTo>
                    <a:pt x="878" y="1409"/>
                    <a:pt x="796" y="1388"/>
                    <a:pt x="723" y="1345"/>
                  </a:cubicBezTo>
                  <a:cubicBezTo>
                    <a:pt x="611" y="1281"/>
                    <a:pt x="532" y="1176"/>
                    <a:pt x="499" y="1053"/>
                  </a:cubicBezTo>
                  <a:cubicBezTo>
                    <a:pt x="465" y="931"/>
                    <a:pt x="483" y="802"/>
                    <a:pt x="547" y="691"/>
                  </a:cubicBezTo>
                  <a:cubicBezTo>
                    <a:pt x="610" y="579"/>
                    <a:pt x="714" y="500"/>
                    <a:pt x="837" y="467"/>
                  </a:cubicBezTo>
                  <a:cubicBezTo>
                    <a:pt x="879" y="456"/>
                    <a:pt x="921" y="451"/>
                    <a:pt x="962" y="451"/>
                  </a:cubicBezTo>
                  <a:close/>
                  <a:moveTo>
                    <a:pt x="963" y="0"/>
                  </a:moveTo>
                  <a:cubicBezTo>
                    <a:pt x="881" y="0"/>
                    <a:pt x="800" y="11"/>
                    <a:pt x="719" y="32"/>
                  </a:cubicBezTo>
                  <a:cubicBezTo>
                    <a:pt x="480" y="97"/>
                    <a:pt x="280" y="251"/>
                    <a:pt x="157" y="466"/>
                  </a:cubicBezTo>
                  <a:cubicBezTo>
                    <a:pt x="32" y="680"/>
                    <a:pt x="0" y="929"/>
                    <a:pt x="64" y="1169"/>
                  </a:cubicBezTo>
                  <a:cubicBezTo>
                    <a:pt x="129" y="1409"/>
                    <a:pt x="283" y="1610"/>
                    <a:pt x="498" y="1733"/>
                  </a:cubicBezTo>
                  <a:cubicBezTo>
                    <a:pt x="641" y="1816"/>
                    <a:pt x="799" y="1858"/>
                    <a:pt x="960" y="1858"/>
                  </a:cubicBezTo>
                  <a:cubicBezTo>
                    <a:pt x="1040" y="1858"/>
                    <a:pt x="1122" y="1848"/>
                    <a:pt x="1201" y="1826"/>
                  </a:cubicBezTo>
                  <a:cubicBezTo>
                    <a:pt x="1441" y="1762"/>
                    <a:pt x="1640" y="1607"/>
                    <a:pt x="1764" y="1393"/>
                  </a:cubicBezTo>
                  <a:cubicBezTo>
                    <a:pt x="1888" y="1179"/>
                    <a:pt x="1920" y="929"/>
                    <a:pt x="1856" y="690"/>
                  </a:cubicBezTo>
                  <a:cubicBezTo>
                    <a:pt x="1792" y="449"/>
                    <a:pt x="1638" y="248"/>
                    <a:pt x="1424" y="125"/>
                  </a:cubicBezTo>
                  <a:cubicBezTo>
                    <a:pt x="1281" y="42"/>
                    <a:pt x="1123" y="0"/>
                    <a:pt x="96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 name="Google Shape;665;p63"/>
            <p:cNvSpPr/>
            <p:nvPr/>
          </p:nvSpPr>
          <p:spPr>
            <a:xfrm>
              <a:off x="4146700" y="1728575"/>
              <a:ext cx="52975" cy="46400"/>
            </a:xfrm>
            <a:custGeom>
              <a:rect b="b" l="l" r="r" t="t"/>
              <a:pathLst>
                <a:path extrusionOk="0" h="1856" w="2119">
                  <a:moveTo>
                    <a:pt x="1061" y="449"/>
                  </a:moveTo>
                  <a:cubicBezTo>
                    <a:pt x="1141" y="449"/>
                    <a:pt x="1224" y="468"/>
                    <a:pt x="1299" y="513"/>
                  </a:cubicBezTo>
                  <a:cubicBezTo>
                    <a:pt x="1528" y="645"/>
                    <a:pt x="1606" y="939"/>
                    <a:pt x="1475" y="1168"/>
                  </a:cubicBezTo>
                  <a:cubicBezTo>
                    <a:pt x="1386" y="1322"/>
                    <a:pt x="1224" y="1408"/>
                    <a:pt x="1058" y="1408"/>
                  </a:cubicBezTo>
                  <a:cubicBezTo>
                    <a:pt x="977" y="1408"/>
                    <a:pt x="895" y="1388"/>
                    <a:pt x="820" y="1344"/>
                  </a:cubicBezTo>
                  <a:cubicBezTo>
                    <a:pt x="590" y="1211"/>
                    <a:pt x="512" y="917"/>
                    <a:pt x="644" y="688"/>
                  </a:cubicBezTo>
                  <a:cubicBezTo>
                    <a:pt x="734" y="535"/>
                    <a:pt x="895" y="449"/>
                    <a:pt x="1061" y="449"/>
                  </a:cubicBezTo>
                  <a:close/>
                  <a:moveTo>
                    <a:pt x="1062" y="1"/>
                  </a:moveTo>
                  <a:cubicBezTo>
                    <a:pt x="740" y="1"/>
                    <a:pt x="427" y="167"/>
                    <a:pt x="255" y="465"/>
                  </a:cubicBezTo>
                  <a:cubicBezTo>
                    <a:pt x="1" y="909"/>
                    <a:pt x="153" y="1476"/>
                    <a:pt x="596" y="1732"/>
                  </a:cubicBezTo>
                  <a:cubicBezTo>
                    <a:pt x="741" y="1816"/>
                    <a:pt x="900" y="1856"/>
                    <a:pt x="1058" y="1856"/>
                  </a:cubicBezTo>
                  <a:cubicBezTo>
                    <a:pt x="1378" y="1856"/>
                    <a:pt x="1690" y="1688"/>
                    <a:pt x="1863" y="1392"/>
                  </a:cubicBezTo>
                  <a:cubicBezTo>
                    <a:pt x="2118" y="949"/>
                    <a:pt x="1965" y="380"/>
                    <a:pt x="1523" y="124"/>
                  </a:cubicBezTo>
                  <a:cubicBezTo>
                    <a:pt x="1378" y="41"/>
                    <a:pt x="1219"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63"/>
            <p:cNvSpPr/>
            <p:nvPr/>
          </p:nvSpPr>
          <p:spPr>
            <a:xfrm>
              <a:off x="4232375" y="1597575"/>
              <a:ext cx="48025" cy="46425"/>
            </a:xfrm>
            <a:custGeom>
              <a:rect b="b" l="l" r="r" t="t"/>
              <a:pathLst>
                <a:path extrusionOk="0" h="1857" w="1921">
                  <a:moveTo>
                    <a:pt x="963" y="448"/>
                  </a:moveTo>
                  <a:cubicBezTo>
                    <a:pt x="1046" y="448"/>
                    <a:pt x="1127" y="472"/>
                    <a:pt x="1201" y="512"/>
                  </a:cubicBezTo>
                  <a:cubicBezTo>
                    <a:pt x="1312" y="577"/>
                    <a:pt x="1393" y="681"/>
                    <a:pt x="1425" y="803"/>
                  </a:cubicBezTo>
                  <a:cubicBezTo>
                    <a:pt x="1458" y="928"/>
                    <a:pt x="1441" y="1057"/>
                    <a:pt x="1377" y="1168"/>
                  </a:cubicBezTo>
                  <a:cubicBezTo>
                    <a:pt x="1314" y="1278"/>
                    <a:pt x="1210" y="1357"/>
                    <a:pt x="1086" y="1391"/>
                  </a:cubicBezTo>
                  <a:cubicBezTo>
                    <a:pt x="1046" y="1401"/>
                    <a:pt x="1004" y="1407"/>
                    <a:pt x="962" y="1407"/>
                  </a:cubicBezTo>
                  <a:cubicBezTo>
                    <a:pt x="880" y="1407"/>
                    <a:pt x="797" y="1385"/>
                    <a:pt x="723" y="1342"/>
                  </a:cubicBezTo>
                  <a:cubicBezTo>
                    <a:pt x="611" y="1278"/>
                    <a:pt x="531" y="1175"/>
                    <a:pt x="499" y="1052"/>
                  </a:cubicBezTo>
                  <a:cubicBezTo>
                    <a:pt x="465" y="926"/>
                    <a:pt x="483" y="799"/>
                    <a:pt x="547" y="687"/>
                  </a:cubicBezTo>
                  <a:cubicBezTo>
                    <a:pt x="610" y="577"/>
                    <a:pt x="714" y="499"/>
                    <a:pt x="838" y="464"/>
                  </a:cubicBezTo>
                  <a:cubicBezTo>
                    <a:pt x="879" y="453"/>
                    <a:pt x="921" y="448"/>
                    <a:pt x="963" y="448"/>
                  </a:cubicBezTo>
                  <a:close/>
                  <a:moveTo>
                    <a:pt x="963" y="1"/>
                  </a:moveTo>
                  <a:cubicBezTo>
                    <a:pt x="881" y="1"/>
                    <a:pt x="800" y="12"/>
                    <a:pt x="720" y="33"/>
                  </a:cubicBezTo>
                  <a:cubicBezTo>
                    <a:pt x="480" y="98"/>
                    <a:pt x="280" y="252"/>
                    <a:pt x="157" y="466"/>
                  </a:cubicBezTo>
                  <a:cubicBezTo>
                    <a:pt x="32" y="681"/>
                    <a:pt x="0" y="930"/>
                    <a:pt x="64" y="1170"/>
                  </a:cubicBezTo>
                  <a:cubicBezTo>
                    <a:pt x="129" y="1408"/>
                    <a:pt x="283" y="1609"/>
                    <a:pt x="498" y="1733"/>
                  </a:cubicBezTo>
                  <a:cubicBezTo>
                    <a:pt x="639" y="1815"/>
                    <a:pt x="799" y="1857"/>
                    <a:pt x="960" y="1857"/>
                  </a:cubicBezTo>
                  <a:cubicBezTo>
                    <a:pt x="1040" y="1857"/>
                    <a:pt x="1122" y="1846"/>
                    <a:pt x="1201" y="1824"/>
                  </a:cubicBezTo>
                  <a:cubicBezTo>
                    <a:pt x="1441" y="1760"/>
                    <a:pt x="1641" y="1606"/>
                    <a:pt x="1764" y="1392"/>
                  </a:cubicBezTo>
                  <a:cubicBezTo>
                    <a:pt x="1888" y="1177"/>
                    <a:pt x="1920" y="928"/>
                    <a:pt x="1856" y="688"/>
                  </a:cubicBezTo>
                  <a:cubicBezTo>
                    <a:pt x="1792" y="449"/>
                    <a:pt x="1638" y="249"/>
                    <a:pt x="1424" y="125"/>
                  </a:cubicBezTo>
                  <a:cubicBezTo>
                    <a:pt x="1282" y="43"/>
                    <a:pt x="1123" y="1"/>
                    <a:pt x="96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 name="Google Shape;667;p63"/>
            <p:cNvSpPr/>
            <p:nvPr/>
          </p:nvSpPr>
          <p:spPr>
            <a:xfrm>
              <a:off x="3908250" y="1746175"/>
              <a:ext cx="52975" cy="46375"/>
            </a:xfrm>
            <a:custGeom>
              <a:rect b="b" l="l" r="r" t="t"/>
              <a:pathLst>
                <a:path extrusionOk="0" h="1855" w="2119">
                  <a:moveTo>
                    <a:pt x="1060" y="448"/>
                  </a:moveTo>
                  <a:cubicBezTo>
                    <a:pt x="1140" y="448"/>
                    <a:pt x="1224" y="469"/>
                    <a:pt x="1299" y="513"/>
                  </a:cubicBezTo>
                  <a:cubicBezTo>
                    <a:pt x="1528" y="645"/>
                    <a:pt x="1606" y="938"/>
                    <a:pt x="1475" y="1168"/>
                  </a:cubicBezTo>
                  <a:cubicBezTo>
                    <a:pt x="1386" y="1322"/>
                    <a:pt x="1224" y="1408"/>
                    <a:pt x="1058" y="1408"/>
                  </a:cubicBezTo>
                  <a:cubicBezTo>
                    <a:pt x="977" y="1408"/>
                    <a:pt x="894" y="1387"/>
                    <a:pt x="819" y="1343"/>
                  </a:cubicBezTo>
                  <a:cubicBezTo>
                    <a:pt x="590" y="1211"/>
                    <a:pt x="512" y="917"/>
                    <a:pt x="644" y="688"/>
                  </a:cubicBezTo>
                  <a:cubicBezTo>
                    <a:pt x="733" y="534"/>
                    <a:pt x="894" y="448"/>
                    <a:pt x="1060" y="448"/>
                  </a:cubicBezTo>
                  <a:close/>
                  <a:moveTo>
                    <a:pt x="1060" y="0"/>
                  </a:moveTo>
                  <a:cubicBezTo>
                    <a:pt x="739" y="0"/>
                    <a:pt x="427" y="167"/>
                    <a:pt x="255" y="464"/>
                  </a:cubicBezTo>
                  <a:cubicBezTo>
                    <a:pt x="1" y="908"/>
                    <a:pt x="153" y="1476"/>
                    <a:pt x="596" y="1733"/>
                  </a:cubicBezTo>
                  <a:cubicBezTo>
                    <a:pt x="741" y="1815"/>
                    <a:pt x="901" y="1855"/>
                    <a:pt x="1058" y="1855"/>
                  </a:cubicBezTo>
                  <a:cubicBezTo>
                    <a:pt x="1378" y="1855"/>
                    <a:pt x="1690" y="1690"/>
                    <a:pt x="1862" y="1392"/>
                  </a:cubicBezTo>
                  <a:cubicBezTo>
                    <a:pt x="2118" y="948"/>
                    <a:pt x="1966" y="380"/>
                    <a:pt x="1523" y="124"/>
                  </a:cubicBezTo>
                  <a:cubicBezTo>
                    <a:pt x="1377" y="40"/>
                    <a:pt x="1217" y="0"/>
                    <a:pt x="106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 name="Google Shape;668;p63"/>
            <p:cNvSpPr/>
            <p:nvPr/>
          </p:nvSpPr>
          <p:spPr>
            <a:xfrm>
              <a:off x="3977950" y="1694975"/>
              <a:ext cx="50500" cy="46425"/>
            </a:xfrm>
            <a:custGeom>
              <a:rect b="b" l="l" r="r" t="t"/>
              <a:pathLst>
                <a:path extrusionOk="0" h="1857" w="2020">
                  <a:moveTo>
                    <a:pt x="961" y="449"/>
                  </a:moveTo>
                  <a:cubicBezTo>
                    <a:pt x="1041" y="449"/>
                    <a:pt x="1124" y="470"/>
                    <a:pt x="1199" y="513"/>
                  </a:cubicBezTo>
                  <a:cubicBezTo>
                    <a:pt x="1428" y="646"/>
                    <a:pt x="1506" y="938"/>
                    <a:pt x="1375" y="1168"/>
                  </a:cubicBezTo>
                  <a:cubicBezTo>
                    <a:pt x="1286" y="1322"/>
                    <a:pt x="1125" y="1408"/>
                    <a:pt x="959" y="1408"/>
                  </a:cubicBezTo>
                  <a:cubicBezTo>
                    <a:pt x="878" y="1408"/>
                    <a:pt x="795" y="1387"/>
                    <a:pt x="720" y="1344"/>
                  </a:cubicBezTo>
                  <a:cubicBezTo>
                    <a:pt x="608" y="1279"/>
                    <a:pt x="529" y="1176"/>
                    <a:pt x="496" y="1053"/>
                  </a:cubicBezTo>
                  <a:cubicBezTo>
                    <a:pt x="463" y="930"/>
                    <a:pt x="479" y="801"/>
                    <a:pt x="544" y="690"/>
                  </a:cubicBezTo>
                  <a:cubicBezTo>
                    <a:pt x="634" y="535"/>
                    <a:pt x="795" y="449"/>
                    <a:pt x="961" y="449"/>
                  </a:cubicBezTo>
                  <a:close/>
                  <a:moveTo>
                    <a:pt x="960" y="1"/>
                  </a:moveTo>
                  <a:cubicBezTo>
                    <a:pt x="639" y="1"/>
                    <a:pt x="328" y="167"/>
                    <a:pt x="157" y="464"/>
                  </a:cubicBezTo>
                  <a:cubicBezTo>
                    <a:pt x="33" y="679"/>
                    <a:pt x="0" y="929"/>
                    <a:pt x="63" y="1168"/>
                  </a:cubicBezTo>
                  <a:cubicBezTo>
                    <a:pt x="129" y="1407"/>
                    <a:pt x="281" y="1607"/>
                    <a:pt x="496" y="1731"/>
                  </a:cubicBezTo>
                  <a:cubicBezTo>
                    <a:pt x="641" y="1815"/>
                    <a:pt x="800" y="1856"/>
                    <a:pt x="958" y="1856"/>
                  </a:cubicBezTo>
                  <a:cubicBezTo>
                    <a:pt x="1278" y="1856"/>
                    <a:pt x="1590" y="1690"/>
                    <a:pt x="1765" y="1393"/>
                  </a:cubicBezTo>
                  <a:cubicBezTo>
                    <a:pt x="2019" y="950"/>
                    <a:pt x="1867" y="382"/>
                    <a:pt x="1424" y="126"/>
                  </a:cubicBezTo>
                  <a:cubicBezTo>
                    <a:pt x="1278" y="41"/>
                    <a:pt x="1118" y="1"/>
                    <a:pt x="96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 name="Google Shape;669;p63"/>
            <p:cNvSpPr/>
            <p:nvPr/>
          </p:nvSpPr>
          <p:spPr>
            <a:xfrm>
              <a:off x="3448425" y="1725875"/>
              <a:ext cx="53000" cy="46425"/>
            </a:xfrm>
            <a:custGeom>
              <a:rect b="b" l="l" r="r" t="t"/>
              <a:pathLst>
                <a:path extrusionOk="0" h="1857" w="2120">
                  <a:moveTo>
                    <a:pt x="1060" y="449"/>
                  </a:moveTo>
                  <a:cubicBezTo>
                    <a:pt x="1143" y="449"/>
                    <a:pt x="1224" y="469"/>
                    <a:pt x="1299" y="514"/>
                  </a:cubicBezTo>
                  <a:cubicBezTo>
                    <a:pt x="1411" y="578"/>
                    <a:pt x="1489" y="681"/>
                    <a:pt x="1523" y="805"/>
                  </a:cubicBezTo>
                  <a:cubicBezTo>
                    <a:pt x="1555" y="928"/>
                    <a:pt x="1539" y="1057"/>
                    <a:pt x="1475" y="1168"/>
                  </a:cubicBezTo>
                  <a:cubicBezTo>
                    <a:pt x="1411" y="1280"/>
                    <a:pt x="1307" y="1358"/>
                    <a:pt x="1183" y="1392"/>
                  </a:cubicBezTo>
                  <a:cubicBezTo>
                    <a:pt x="1143" y="1403"/>
                    <a:pt x="1103" y="1408"/>
                    <a:pt x="1062" y="1408"/>
                  </a:cubicBezTo>
                  <a:cubicBezTo>
                    <a:pt x="978" y="1408"/>
                    <a:pt x="895" y="1386"/>
                    <a:pt x="821" y="1343"/>
                  </a:cubicBezTo>
                  <a:cubicBezTo>
                    <a:pt x="591" y="1211"/>
                    <a:pt x="512" y="917"/>
                    <a:pt x="645" y="688"/>
                  </a:cubicBezTo>
                  <a:cubicBezTo>
                    <a:pt x="733" y="534"/>
                    <a:pt x="894" y="449"/>
                    <a:pt x="1060" y="449"/>
                  </a:cubicBezTo>
                  <a:close/>
                  <a:moveTo>
                    <a:pt x="1061" y="0"/>
                  </a:moveTo>
                  <a:cubicBezTo>
                    <a:pt x="740" y="0"/>
                    <a:pt x="428" y="167"/>
                    <a:pt x="256" y="464"/>
                  </a:cubicBezTo>
                  <a:cubicBezTo>
                    <a:pt x="1" y="907"/>
                    <a:pt x="152" y="1476"/>
                    <a:pt x="596" y="1732"/>
                  </a:cubicBezTo>
                  <a:cubicBezTo>
                    <a:pt x="738" y="1813"/>
                    <a:pt x="897" y="1856"/>
                    <a:pt x="1058" y="1856"/>
                  </a:cubicBezTo>
                  <a:cubicBezTo>
                    <a:pt x="1138" y="1856"/>
                    <a:pt x="1220" y="1846"/>
                    <a:pt x="1300" y="1824"/>
                  </a:cubicBezTo>
                  <a:cubicBezTo>
                    <a:pt x="1539" y="1761"/>
                    <a:pt x="1740" y="1608"/>
                    <a:pt x="1863" y="1393"/>
                  </a:cubicBezTo>
                  <a:cubicBezTo>
                    <a:pt x="2119" y="949"/>
                    <a:pt x="1968" y="381"/>
                    <a:pt x="1524" y="125"/>
                  </a:cubicBezTo>
                  <a:cubicBezTo>
                    <a:pt x="1378" y="40"/>
                    <a:pt x="1218" y="0"/>
                    <a:pt x="106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63"/>
            <p:cNvSpPr/>
            <p:nvPr/>
          </p:nvSpPr>
          <p:spPr>
            <a:xfrm>
              <a:off x="3352325" y="1550125"/>
              <a:ext cx="53000" cy="46425"/>
            </a:xfrm>
            <a:custGeom>
              <a:rect b="b" l="l" r="r" t="t"/>
              <a:pathLst>
                <a:path extrusionOk="0" h="1857" w="2120">
                  <a:moveTo>
                    <a:pt x="1059" y="451"/>
                  </a:moveTo>
                  <a:cubicBezTo>
                    <a:pt x="1141" y="451"/>
                    <a:pt x="1223" y="470"/>
                    <a:pt x="1299" y="515"/>
                  </a:cubicBezTo>
                  <a:cubicBezTo>
                    <a:pt x="1529" y="647"/>
                    <a:pt x="1607" y="941"/>
                    <a:pt x="1475" y="1170"/>
                  </a:cubicBezTo>
                  <a:cubicBezTo>
                    <a:pt x="1386" y="1324"/>
                    <a:pt x="1224" y="1409"/>
                    <a:pt x="1058" y="1409"/>
                  </a:cubicBezTo>
                  <a:cubicBezTo>
                    <a:pt x="977" y="1409"/>
                    <a:pt x="895" y="1389"/>
                    <a:pt x="819" y="1346"/>
                  </a:cubicBezTo>
                  <a:cubicBezTo>
                    <a:pt x="591" y="1213"/>
                    <a:pt x="511" y="919"/>
                    <a:pt x="644" y="690"/>
                  </a:cubicBezTo>
                  <a:cubicBezTo>
                    <a:pt x="732" y="536"/>
                    <a:pt x="893" y="451"/>
                    <a:pt x="1059" y="451"/>
                  </a:cubicBezTo>
                  <a:close/>
                  <a:moveTo>
                    <a:pt x="1062" y="1"/>
                  </a:moveTo>
                  <a:cubicBezTo>
                    <a:pt x="741" y="1"/>
                    <a:pt x="428" y="167"/>
                    <a:pt x="256" y="464"/>
                  </a:cubicBezTo>
                  <a:cubicBezTo>
                    <a:pt x="1" y="908"/>
                    <a:pt x="152" y="1477"/>
                    <a:pt x="596" y="1733"/>
                  </a:cubicBezTo>
                  <a:cubicBezTo>
                    <a:pt x="742" y="1815"/>
                    <a:pt x="902" y="1856"/>
                    <a:pt x="1058" y="1856"/>
                  </a:cubicBezTo>
                  <a:cubicBezTo>
                    <a:pt x="1379" y="1856"/>
                    <a:pt x="1691" y="1690"/>
                    <a:pt x="1863" y="1392"/>
                  </a:cubicBezTo>
                  <a:cubicBezTo>
                    <a:pt x="2120" y="949"/>
                    <a:pt x="1968" y="381"/>
                    <a:pt x="1525" y="125"/>
                  </a:cubicBezTo>
                  <a:cubicBezTo>
                    <a:pt x="1379" y="41"/>
                    <a:pt x="1219"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63"/>
            <p:cNvSpPr/>
            <p:nvPr/>
          </p:nvSpPr>
          <p:spPr>
            <a:xfrm>
              <a:off x="3275000" y="1234100"/>
              <a:ext cx="53000" cy="46400"/>
            </a:xfrm>
            <a:custGeom>
              <a:rect b="b" l="l" r="r" t="t"/>
              <a:pathLst>
                <a:path extrusionOk="0" h="1856" w="2120">
                  <a:moveTo>
                    <a:pt x="1060" y="448"/>
                  </a:moveTo>
                  <a:cubicBezTo>
                    <a:pt x="1143" y="448"/>
                    <a:pt x="1224" y="468"/>
                    <a:pt x="1300" y="512"/>
                  </a:cubicBezTo>
                  <a:cubicBezTo>
                    <a:pt x="1530" y="645"/>
                    <a:pt x="1609" y="939"/>
                    <a:pt x="1476" y="1167"/>
                  </a:cubicBezTo>
                  <a:cubicBezTo>
                    <a:pt x="1387" y="1321"/>
                    <a:pt x="1225" y="1407"/>
                    <a:pt x="1059" y="1407"/>
                  </a:cubicBezTo>
                  <a:cubicBezTo>
                    <a:pt x="978" y="1407"/>
                    <a:pt x="896" y="1387"/>
                    <a:pt x="821" y="1343"/>
                  </a:cubicBezTo>
                  <a:cubicBezTo>
                    <a:pt x="592" y="1210"/>
                    <a:pt x="512" y="917"/>
                    <a:pt x="645" y="688"/>
                  </a:cubicBezTo>
                  <a:cubicBezTo>
                    <a:pt x="733" y="533"/>
                    <a:pt x="894" y="448"/>
                    <a:pt x="1060" y="448"/>
                  </a:cubicBezTo>
                  <a:close/>
                  <a:moveTo>
                    <a:pt x="1062" y="1"/>
                  </a:moveTo>
                  <a:cubicBezTo>
                    <a:pt x="740" y="1"/>
                    <a:pt x="428" y="167"/>
                    <a:pt x="256" y="464"/>
                  </a:cubicBezTo>
                  <a:cubicBezTo>
                    <a:pt x="1" y="907"/>
                    <a:pt x="152" y="1476"/>
                    <a:pt x="596" y="1732"/>
                  </a:cubicBezTo>
                  <a:cubicBezTo>
                    <a:pt x="742" y="1815"/>
                    <a:pt x="901" y="1855"/>
                    <a:pt x="1058" y="1855"/>
                  </a:cubicBezTo>
                  <a:cubicBezTo>
                    <a:pt x="1380" y="1855"/>
                    <a:pt x="1692" y="1689"/>
                    <a:pt x="1863" y="1392"/>
                  </a:cubicBezTo>
                  <a:cubicBezTo>
                    <a:pt x="2119" y="949"/>
                    <a:pt x="1968" y="381"/>
                    <a:pt x="1524" y="125"/>
                  </a:cubicBezTo>
                  <a:cubicBezTo>
                    <a:pt x="1378" y="41"/>
                    <a:pt x="1219"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63"/>
            <p:cNvSpPr/>
            <p:nvPr/>
          </p:nvSpPr>
          <p:spPr>
            <a:xfrm>
              <a:off x="3367675" y="1181700"/>
              <a:ext cx="50500" cy="46400"/>
            </a:xfrm>
            <a:custGeom>
              <a:rect b="b" l="l" r="r" t="t"/>
              <a:pathLst>
                <a:path extrusionOk="0" h="1856" w="2020">
                  <a:moveTo>
                    <a:pt x="963" y="447"/>
                  </a:moveTo>
                  <a:cubicBezTo>
                    <a:pt x="1046" y="447"/>
                    <a:pt x="1127" y="469"/>
                    <a:pt x="1202" y="511"/>
                  </a:cubicBezTo>
                  <a:cubicBezTo>
                    <a:pt x="1432" y="643"/>
                    <a:pt x="1511" y="936"/>
                    <a:pt x="1378" y="1166"/>
                  </a:cubicBezTo>
                  <a:cubicBezTo>
                    <a:pt x="1289" y="1320"/>
                    <a:pt x="1127" y="1406"/>
                    <a:pt x="961" y="1406"/>
                  </a:cubicBezTo>
                  <a:cubicBezTo>
                    <a:pt x="880" y="1406"/>
                    <a:pt x="798" y="1385"/>
                    <a:pt x="723" y="1342"/>
                  </a:cubicBezTo>
                  <a:cubicBezTo>
                    <a:pt x="611" y="1277"/>
                    <a:pt x="532" y="1173"/>
                    <a:pt x="499" y="1050"/>
                  </a:cubicBezTo>
                  <a:cubicBezTo>
                    <a:pt x="466" y="927"/>
                    <a:pt x="483" y="799"/>
                    <a:pt x="547" y="688"/>
                  </a:cubicBezTo>
                  <a:cubicBezTo>
                    <a:pt x="611" y="576"/>
                    <a:pt x="714" y="497"/>
                    <a:pt x="838" y="464"/>
                  </a:cubicBezTo>
                  <a:cubicBezTo>
                    <a:pt x="879" y="453"/>
                    <a:pt x="921" y="447"/>
                    <a:pt x="963" y="447"/>
                  </a:cubicBezTo>
                  <a:close/>
                  <a:moveTo>
                    <a:pt x="963" y="0"/>
                  </a:moveTo>
                  <a:cubicBezTo>
                    <a:pt x="882" y="0"/>
                    <a:pt x="800" y="11"/>
                    <a:pt x="720" y="33"/>
                  </a:cubicBezTo>
                  <a:cubicBezTo>
                    <a:pt x="482" y="95"/>
                    <a:pt x="280" y="249"/>
                    <a:pt x="157" y="464"/>
                  </a:cubicBezTo>
                  <a:cubicBezTo>
                    <a:pt x="33" y="678"/>
                    <a:pt x="0" y="927"/>
                    <a:pt x="65" y="1167"/>
                  </a:cubicBezTo>
                  <a:cubicBezTo>
                    <a:pt x="129" y="1406"/>
                    <a:pt x="283" y="1606"/>
                    <a:pt x="498" y="1730"/>
                  </a:cubicBezTo>
                  <a:cubicBezTo>
                    <a:pt x="644" y="1814"/>
                    <a:pt x="803" y="1855"/>
                    <a:pt x="960" y="1855"/>
                  </a:cubicBezTo>
                  <a:cubicBezTo>
                    <a:pt x="1281" y="1855"/>
                    <a:pt x="1593" y="1689"/>
                    <a:pt x="1763" y="1392"/>
                  </a:cubicBezTo>
                  <a:cubicBezTo>
                    <a:pt x="2019" y="949"/>
                    <a:pt x="1867" y="381"/>
                    <a:pt x="1424" y="125"/>
                  </a:cubicBezTo>
                  <a:cubicBezTo>
                    <a:pt x="1282" y="42"/>
                    <a:pt x="1124" y="0"/>
                    <a:pt x="96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63"/>
            <p:cNvSpPr/>
            <p:nvPr/>
          </p:nvSpPr>
          <p:spPr>
            <a:xfrm>
              <a:off x="3729600" y="1677400"/>
              <a:ext cx="53000" cy="46375"/>
            </a:xfrm>
            <a:custGeom>
              <a:rect b="b" l="l" r="r" t="t"/>
              <a:pathLst>
                <a:path extrusionOk="0" h="1855" w="2120">
                  <a:moveTo>
                    <a:pt x="1060" y="448"/>
                  </a:moveTo>
                  <a:cubicBezTo>
                    <a:pt x="1142" y="448"/>
                    <a:pt x="1224" y="469"/>
                    <a:pt x="1299" y="512"/>
                  </a:cubicBezTo>
                  <a:cubicBezTo>
                    <a:pt x="1528" y="644"/>
                    <a:pt x="1607" y="938"/>
                    <a:pt x="1475" y="1167"/>
                  </a:cubicBezTo>
                  <a:cubicBezTo>
                    <a:pt x="1386" y="1321"/>
                    <a:pt x="1224" y="1407"/>
                    <a:pt x="1058" y="1407"/>
                  </a:cubicBezTo>
                  <a:cubicBezTo>
                    <a:pt x="977" y="1407"/>
                    <a:pt x="894" y="1387"/>
                    <a:pt x="819" y="1343"/>
                  </a:cubicBezTo>
                  <a:cubicBezTo>
                    <a:pt x="590" y="1210"/>
                    <a:pt x="511" y="917"/>
                    <a:pt x="644" y="688"/>
                  </a:cubicBezTo>
                  <a:cubicBezTo>
                    <a:pt x="733" y="534"/>
                    <a:pt x="894" y="448"/>
                    <a:pt x="1060" y="448"/>
                  </a:cubicBezTo>
                  <a:close/>
                  <a:moveTo>
                    <a:pt x="1061" y="1"/>
                  </a:moveTo>
                  <a:cubicBezTo>
                    <a:pt x="740" y="1"/>
                    <a:pt x="428" y="167"/>
                    <a:pt x="256" y="464"/>
                  </a:cubicBezTo>
                  <a:cubicBezTo>
                    <a:pt x="1" y="908"/>
                    <a:pt x="152" y="1476"/>
                    <a:pt x="596" y="1731"/>
                  </a:cubicBezTo>
                  <a:cubicBezTo>
                    <a:pt x="741" y="1815"/>
                    <a:pt x="901" y="1855"/>
                    <a:pt x="1058" y="1855"/>
                  </a:cubicBezTo>
                  <a:cubicBezTo>
                    <a:pt x="1379" y="1855"/>
                    <a:pt x="1691" y="1689"/>
                    <a:pt x="1863" y="1393"/>
                  </a:cubicBezTo>
                  <a:cubicBezTo>
                    <a:pt x="2119" y="949"/>
                    <a:pt x="1966" y="380"/>
                    <a:pt x="1524" y="125"/>
                  </a:cubicBezTo>
                  <a:cubicBezTo>
                    <a:pt x="1378" y="41"/>
                    <a:pt x="1218" y="1"/>
                    <a:pt x="106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 name="Google Shape;674;p63"/>
            <p:cNvSpPr/>
            <p:nvPr/>
          </p:nvSpPr>
          <p:spPr>
            <a:xfrm>
              <a:off x="4392625" y="1499050"/>
              <a:ext cx="50525" cy="46350"/>
            </a:xfrm>
            <a:custGeom>
              <a:rect b="b" l="l" r="r" t="t"/>
              <a:pathLst>
                <a:path extrusionOk="0" h="1854" w="2021">
                  <a:moveTo>
                    <a:pt x="962" y="447"/>
                  </a:moveTo>
                  <a:cubicBezTo>
                    <a:pt x="1043" y="447"/>
                    <a:pt x="1126" y="468"/>
                    <a:pt x="1201" y="509"/>
                  </a:cubicBezTo>
                  <a:cubicBezTo>
                    <a:pt x="1430" y="642"/>
                    <a:pt x="1508" y="936"/>
                    <a:pt x="1376" y="1165"/>
                  </a:cubicBezTo>
                  <a:cubicBezTo>
                    <a:pt x="1288" y="1318"/>
                    <a:pt x="1127" y="1404"/>
                    <a:pt x="961" y="1404"/>
                  </a:cubicBezTo>
                  <a:cubicBezTo>
                    <a:pt x="880" y="1404"/>
                    <a:pt x="797" y="1384"/>
                    <a:pt x="721" y="1340"/>
                  </a:cubicBezTo>
                  <a:cubicBezTo>
                    <a:pt x="610" y="1277"/>
                    <a:pt x="531" y="1173"/>
                    <a:pt x="497" y="1049"/>
                  </a:cubicBezTo>
                  <a:cubicBezTo>
                    <a:pt x="465" y="926"/>
                    <a:pt x="482" y="797"/>
                    <a:pt x="545" y="687"/>
                  </a:cubicBezTo>
                  <a:cubicBezTo>
                    <a:pt x="635" y="533"/>
                    <a:pt x="796" y="447"/>
                    <a:pt x="962" y="447"/>
                  </a:cubicBezTo>
                  <a:close/>
                  <a:moveTo>
                    <a:pt x="961" y="0"/>
                  </a:moveTo>
                  <a:cubicBezTo>
                    <a:pt x="641" y="0"/>
                    <a:pt x="329" y="166"/>
                    <a:pt x="157" y="464"/>
                  </a:cubicBezTo>
                  <a:cubicBezTo>
                    <a:pt x="34" y="678"/>
                    <a:pt x="1" y="928"/>
                    <a:pt x="65" y="1167"/>
                  </a:cubicBezTo>
                  <a:cubicBezTo>
                    <a:pt x="130" y="1406"/>
                    <a:pt x="284" y="1607"/>
                    <a:pt x="498" y="1730"/>
                  </a:cubicBezTo>
                  <a:cubicBezTo>
                    <a:pt x="644" y="1814"/>
                    <a:pt x="802" y="1853"/>
                    <a:pt x="960" y="1853"/>
                  </a:cubicBezTo>
                  <a:cubicBezTo>
                    <a:pt x="1281" y="1853"/>
                    <a:pt x="1593" y="1687"/>
                    <a:pt x="1765" y="1392"/>
                  </a:cubicBezTo>
                  <a:cubicBezTo>
                    <a:pt x="2021" y="950"/>
                    <a:pt x="1867" y="381"/>
                    <a:pt x="1425" y="125"/>
                  </a:cubicBezTo>
                  <a:cubicBezTo>
                    <a:pt x="1279" y="41"/>
                    <a:pt x="1119" y="0"/>
                    <a:pt x="96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 name="Google Shape;675;p63"/>
            <p:cNvSpPr/>
            <p:nvPr/>
          </p:nvSpPr>
          <p:spPr>
            <a:xfrm>
              <a:off x="4216025" y="592100"/>
              <a:ext cx="52975" cy="46375"/>
            </a:xfrm>
            <a:custGeom>
              <a:rect b="b" l="l" r="r" t="t"/>
              <a:pathLst>
                <a:path extrusionOk="0" h="1855" w="2119">
                  <a:moveTo>
                    <a:pt x="1062" y="449"/>
                  </a:moveTo>
                  <a:cubicBezTo>
                    <a:pt x="1142" y="449"/>
                    <a:pt x="1223" y="470"/>
                    <a:pt x="1301" y="514"/>
                  </a:cubicBezTo>
                  <a:cubicBezTo>
                    <a:pt x="1529" y="647"/>
                    <a:pt x="1607" y="940"/>
                    <a:pt x="1475" y="1169"/>
                  </a:cubicBezTo>
                  <a:cubicBezTo>
                    <a:pt x="1387" y="1323"/>
                    <a:pt x="1226" y="1409"/>
                    <a:pt x="1060" y="1409"/>
                  </a:cubicBezTo>
                  <a:cubicBezTo>
                    <a:pt x="979" y="1409"/>
                    <a:pt x="896" y="1388"/>
                    <a:pt x="820" y="1344"/>
                  </a:cubicBezTo>
                  <a:cubicBezTo>
                    <a:pt x="591" y="1212"/>
                    <a:pt x="514" y="919"/>
                    <a:pt x="645" y="689"/>
                  </a:cubicBezTo>
                  <a:cubicBezTo>
                    <a:pt x="735" y="535"/>
                    <a:pt x="895" y="449"/>
                    <a:pt x="1062" y="449"/>
                  </a:cubicBezTo>
                  <a:close/>
                  <a:moveTo>
                    <a:pt x="1061" y="1"/>
                  </a:moveTo>
                  <a:cubicBezTo>
                    <a:pt x="740" y="1"/>
                    <a:pt x="428" y="167"/>
                    <a:pt x="256" y="464"/>
                  </a:cubicBezTo>
                  <a:cubicBezTo>
                    <a:pt x="0" y="908"/>
                    <a:pt x="151" y="1476"/>
                    <a:pt x="595" y="1732"/>
                  </a:cubicBezTo>
                  <a:cubicBezTo>
                    <a:pt x="741" y="1815"/>
                    <a:pt x="901" y="1855"/>
                    <a:pt x="1057" y="1855"/>
                  </a:cubicBezTo>
                  <a:cubicBezTo>
                    <a:pt x="1379" y="1855"/>
                    <a:pt x="1692" y="1689"/>
                    <a:pt x="1865" y="1393"/>
                  </a:cubicBezTo>
                  <a:cubicBezTo>
                    <a:pt x="2119" y="949"/>
                    <a:pt x="1966" y="381"/>
                    <a:pt x="1524" y="125"/>
                  </a:cubicBezTo>
                  <a:cubicBezTo>
                    <a:pt x="1378" y="41"/>
                    <a:pt x="1218" y="1"/>
                    <a:pt x="106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 name="Google Shape;676;p63"/>
            <p:cNvSpPr/>
            <p:nvPr/>
          </p:nvSpPr>
          <p:spPr>
            <a:xfrm>
              <a:off x="4015550" y="718925"/>
              <a:ext cx="53025" cy="46400"/>
            </a:xfrm>
            <a:custGeom>
              <a:rect b="b" l="l" r="r" t="t"/>
              <a:pathLst>
                <a:path extrusionOk="0" h="1856" w="2121">
                  <a:moveTo>
                    <a:pt x="1062" y="448"/>
                  </a:moveTo>
                  <a:cubicBezTo>
                    <a:pt x="1142" y="448"/>
                    <a:pt x="1226" y="469"/>
                    <a:pt x="1301" y="512"/>
                  </a:cubicBezTo>
                  <a:cubicBezTo>
                    <a:pt x="1529" y="645"/>
                    <a:pt x="1608" y="939"/>
                    <a:pt x="1476" y="1167"/>
                  </a:cubicBezTo>
                  <a:cubicBezTo>
                    <a:pt x="1387" y="1321"/>
                    <a:pt x="1226" y="1407"/>
                    <a:pt x="1060" y="1407"/>
                  </a:cubicBezTo>
                  <a:cubicBezTo>
                    <a:pt x="979" y="1407"/>
                    <a:pt x="896" y="1387"/>
                    <a:pt x="821" y="1343"/>
                  </a:cubicBezTo>
                  <a:cubicBezTo>
                    <a:pt x="591" y="1210"/>
                    <a:pt x="514" y="917"/>
                    <a:pt x="645" y="688"/>
                  </a:cubicBezTo>
                  <a:cubicBezTo>
                    <a:pt x="735" y="533"/>
                    <a:pt x="896" y="448"/>
                    <a:pt x="1062" y="448"/>
                  </a:cubicBezTo>
                  <a:close/>
                  <a:moveTo>
                    <a:pt x="1062" y="1"/>
                  </a:moveTo>
                  <a:cubicBezTo>
                    <a:pt x="741" y="1"/>
                    <a:pt x="429" y="167"/>
                    <a:pt x="257" y="464"/>
                  </a:cubicBezTo>
                  <a:cubicBezTo>
                    <a:pt x="0" y="908"/>
                    <a:pt x="153" y="1476"/>
                    <a:pt x="595" y="1732"/>
                  </a:cubicBezTo>
                  <a:cubicBezTo>
                    <a:pt x="742" y="1815"/>
                    <a:pt x="901" y="1855"/>
                    <a:pt x="1059" y="1855"/>
                  </a:cubicBezTo>
                  <a:cubicBezTo>
                    <a:pt x="1380" y="1855"/>
                    <a:pt x="1692" y="1689"/>
                    <a:pt x="1865" y="1392"/>
                  </a:cubicBezTo>
                  <a:cubicBezTo>
                    <a:pt x="2120" y="949"/>
                    <a:pt x="1967" y="381"/>
                    <a:pt x="1525" y="125"/>
                  </a:cubicBezTo>
                  <a:cubicBezTo>
                    <a:pt x="1379" y="41"/>
                    <a:pt x="1220"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 name="Google Shape;677;p63"/>
            <p:cNvSpPr/>
            <p:nvPr/>
          </p:nvSpPr>
          <p:spPr>
            <a:xfrm>
              <a:off x="3636450" y="661950"/>
              <a:ext cx="50550" cy="46450"/>
            </a:xfrm>
            <a:custGeom>
              <a:rect b="b" l="l" r="r" t="t"/>
              <a:pathLst>
                <a:path extrusionOk="0" h="1858" w="2022">
                  <a:moveTo>
                    <a:pt x="1060" y="448"/>
                  </a:moveTo>
                  <a:cubicBezTo>
                    <a:pt x="1143" y="448"/>
                    <a:pt x="1224" y="470"/>
                    <a:pt x="1299" y="514"/>
                  </a:cubicBezTo>
                  <a:cubicBezTo>
                    <a:pt x="1411" y="578"/>
                    <a:pt x="1489" y="682"/>
                    <a:pt x="1523" y="805"/>
                  </a:cubicBezTo>
                  <a:cubicBezTo>
                    <a:pt x="1557" y="929"/>
                    <a:pt x="1539" y="1057"/>
                    <a:pt x="1475" y="1168"/>
                  </a:cubicBezTo>
                  <a:cubicBezTo>
                    <a:pt x="1411" y="1279"/>
                    <a:pt x="1307" y="1358"/>
                    <a:pt x="1183" y="1392"/>
                  </a:cubicBezTo>
                  <a:cubicBezTo>
                    <a:pt x="1142" y="1403"/>
                    <a:pt x="1101" y="1408"/>
                    <a:pt x="1059" y="1408"/>
                  </a:cubicBezTo>
                  <a:cubicBezTo>
                    <a:pt x="976" y="1408"/>
                    <a:pt x="895" y="1386"/>
                    <a:pt x="821" y="1343"/>
                  </a:cubicBezTo>
                  <a:cubicBezTo>
                    <a:pt x="592" y="1211"/>
                    <a:pt x="512" y="918"/>
                    <a:pt x="645" y="688"/>
                  </a:cubicBezTo>
                  <a:cubicBezTo>
                    <a:pt x="733" y="534"/>
                    <a:pt x="894" y="448"/>
                    <a:pt x="1060" y="448"/>
                  </a:cubicBezTo>
                  <a:close/>
                  <a:moveTo>
                    <a:pt x="1060" y="1"/>
                  </a:moveTo>
                  <a:cubicBezTo>
                    <a:pt x="740" y="1"/>
                    <a:pt x="428" y="167"/>
                    <a:pt x="256" y="464"/>
                  </a:cubicBezTo>
                  <a:cubicBezTo>
                    <a:pt x="1" y="908"/>
                    <a:pt x="152" y="1476"/>
                    <a:pt x="596" y="1733"/>
                  </a:cubicBezTo>
                  <a:cubicBezTo>
                    <a:pt x="739" y="1814"/>
                    <a:pt x="897" y="1857"/>
                    <a:pt x="1058" y="1857"/>
                  </a:cubicBezTo>
                  <a:cubicBezTo>
                    <a:pt x="1138" y="1857"/>
                    <a:pt x="1220" y="1846"/>
                    <a:pt x="1301" y="1824"/>
                  </a:cubicBezTo>
                  <a:cubicBezTo>
                    <a:pt x="1540" y="1759"/>
                    <a:pt x="1741" y="1606"/>
                    <a:pt x="1864" y="1392"/>
                  </a:cubicBezTo>
                  <a:cubicBezTo>
                    <a:pt x="1988" y="1177"/>
                    <a:pt x="2022" y="929"/>
                    <a:pt x="1958" y="688"/>
                  </a:cubicBezTo>
                  <a:cubicBezTo>
                    <a:pt x="1893" y="449"/>
                    <a:pt x="1739" y="249"/>
                    <a:pt x="1524" y="125"/>
                  </a:cubicBezTo>
                  <a:cubicBezTo>
                    <a:pt x="1378" y="41"/>
                    <a:pt x="1218" y="1"/>
                    <a:pt x="106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 name="Google Shape;678;p63"/>
            <p:cNvSpPr/>
            <p:nvPr/>
          </p:nvSpPr>
          <p:spPr>
            <a:xfrm>
              <a:off x="3442850" y="604800"/>
              <a:ext cx="52975" cy="46475"/>
            </a:xfrm>
            <a:custGeom>
              <a:rect b="b" l="l" r="r" t="t"/>
              <a:pathLst>
                <a:path extrusionOk="0" h="1859" w="2119">
                  <a:moveTo>
                    <a:pt x="1061" y="451"/>
                  </a:moveTo>
                  <a:cubicBezTo>
                    <a:pt x="1143" y="451"/>
                    <a:pt x="1226" y="473"/>
                    <a:pt x="1301" y="516"/>
                  </a:cubicBezTo>
                  <a:cubicBezTo>
                    <a:pt x="1412" y="580"/>
                    <a:pt x="1491" y="684"/>
                    <a:pt x="1524" y="808"/>
                  </a:cubicBezTo>
                  <a:cubicBezTo>
                    <a:pt x="1556" y="931"/>
                    <a:pt x="1540" y="1059"/>
                    <a:pt x="1476" y="1170"/>
                  </a:cubicBezTo>
                  <a:cubicBezTo>
                    <a:pt x="1387" y="1324"/>
                    <a:pt x="1226" y="1410"/>
                    <a:pt x="1060" y="1410"/>
                  </a:cubicBezTo>
                  <a:cubicBezTo>
                    <a:pt x="979" y="1410"/>
                    <a:pt x="896" y="1389"/>
                    <a:pt x="821" y="1346"/>
                  </a:cubicBezTo>
                  <a:cubicBezTo>
                    <a:pt x="591" y="1213"/>
                    <a:pt x="513" y="920"/>
                    <a:pt x="645" y="691"/>
                  </a:cubicBezTo>
                  <a:cubicBezTo>
                    <a:pt x="709" y="579"/>
                    <a:pt x="813" y="500"/>
                    <a:pt x="937" y="467"/>
                  </a:cubicBezTo>
                  <a:cubicBezTo>
                    <a:pt x="977" y="456"/>
                    <a:pt x="1019" y="451"/>
                    <a:pt x="1061" y="451"/>
                  </a:cubicBezTo>
                  <a:close/>
                  <a:moveTo>
                    <a:pt x="1062" y="0"/>
                  </a:moveTo>
                  <a:cubicBezTo>
                    <a:pt x="981" y="0"/>
                    <a:pt x="900" y="11"/>
                    <a:pt x="820" y="32"/>
                  </a:cubicBezTo>
                  <a:cubicBezTo>
                    <a:pt x="581" y="97"/>
                    <a:pt x="380" y="251"/>
                    <a:pt x="257" y="466"/>
                  </a:cubicBezTo>
                  <a:cubicBezTo>
                    <a:pt x="1" y="909"/>
                    <a:pt x="152" y="1478"/>
                    <a:pt x="596" y="1733"/>
                  </a:cubicBezTo>
                  <a:cubicBezTo>
                    <a:pt x="742" y="1818"/>
                    <a:pt x="901" y="1858"/>
                    <a:pt x="1058" y="1858"/>
                  </a:cubicBezTo>
                  <a:cubicBezTo>
                    <a:pt x="1378" y="1858"/>
                    <a:pt x="1690" y="1691"/>
                    <a:pt x="1862" y="1393"/>
                  </a:cubicBezTo>
                  <a:cubicBezTo>
                    <a:pt x="2118" y="949"/>
                    <a:pt x="1967" y="381"/>
                    <a:pt x="1523" y="125"/>
                  </a:cubicBezTo>
                  <a:cubicBezTo>
                    <a:pt x="1380" y="42"/>
                    <a:pt x="1222"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 name="Google Shape;679;p63"/>
            <p:cNvSpPr/>
            <p:nvPr/>
          </p:nvSpPr>
          <p:spPr>
            <a:xfrm>
              <a:off x="3301925" y="954900"/>
              <a:ext cx="50525" cy="46375"/>
            </a:xfrm>
            <a:custGeom>
              <a:rect b="b" l="l" r="r" t="t"/>
              <a:pathLst>
                <a:path extrusionOk="0" h="1855" w="2021">
                  <a:moveTo>
                    <a:pt x="962" y="448"/>
                  </a:moveTo>
                  <a:cubicBezTo>
                    <a:pt x="1045" y="448"/>
                    <a:pt x="1128" y="469"/>
                    <a:pt x="1200" y="510"/>
                  </a:cubicBezTo>
                  <a:cubicBezTo>
                    <a:pt x="1429" y="643"/>
                    <a:pt x="1509" y="937"/>
                    <a:pt x="1376" y="1166"/>
                  </a:cubicBezTo>
                  <a:cubicBezTo>
                    <a:pt x="1311" y="1277"/>
                    <a:pt x="1209" y="1356"/>
                    <a:pt x="1085" y="1389"/>
                  </a:cubicBezTo>
                  <a:cubicBezTo>
                    <a:pt x="1044" y="1400"/>
                    <a:pt x="1002" y="1405"/>
                    <a:pt x="961" y="1405"/>
                  </a:cubicBezTo>
                  <a:cubicBezTo>
                    <a:pt x="878" y="1405"/>
                    <a:pt x="796" y="1384"/>
                    <a:pt x="722" y="1341"/>
                  </a:cubicBezTo>
                  <a:cubicBezTo>
                    <a:pt x="610" y="1277"/>
                    <a:pt x="532" y="1174"/>
                    <a:pt x="498" y="1050"/>
                  </a:cubicBezTo>
                  <a:cubicBezTo>
                    <a:pt x="464" y="927"/>
                    <a:pt x="482" y="798"/>
                    <a:pt x="546" y="687"/>
                  </a:cubicBezTo>
                  <a:cubicBezTo>
                    <a:pt x="610" y="577"/>
                    <a:pt x="714" y="497"/>
                    <a:pt x="838" y="464"/>
                  </a:cubicBezTo>
                  <a:cubicBezTo>
                    <a:pt x="878" y="453"/>
                    <a:pt x="920" y="448"/>
                    <a:pt x="962" y="448"/>
                  </a:cubicBezTo>
                  <a:close/>
                  <a:moveTo>
                    <a:pt x="962" y="0"/>
                  </a:moveTo>
                  <a:cubicBezTo>
                    <a:pt x="642" y="0"/>
                    <a:pt x="330" y="166"/>
                    <a:pt x="158" y="464"/>
                  </a:cubicBezTo>
                  <a:cubicBezTo>
                    <a:pt x="35" y="678"/>
                    <a:pt x="0" y="927"/>
                    <a:pt x="66" y="1167"/>
                  </a:cubicBezTo>
                  <a:cubicBezTo>
                    <a:pt x="130" y="1405"/>
                    <a:pt x="283" y="1607"/>
                    <a:pt x="498" y="1730"/>
                  </a:cubicBezTo>
                  <a:cubicBezTo>
                    <a:pt x="641" y="1814"/>
                    <a:pt x="800" y="1855"/>
                    <a:pt x="961" y="1855"/>
                  </a:cubicBezTo>
                  <a:cubicBezTo>
                    <a:pt x="1041" y="1855"/>
                    <a:pt x="1122" y="1844"/>
                    <a:pt x="1202" y="1826"/>
                  </a:cubicBezTo>
                  <a:cubicBezTo>
                    <a:pt x="1440" y="1761"/>
                    <a:pt x="1642" y="1607"/>
                    <a:pt x="1765" y="1392"/>
                  </a:cubicBezTo>
                  <a:cubicBezTo>
                    <a:pt x="2020" y="949"/>
                    <a:pt x="1869" y="380"/>
                    <a:pt x="1425" y="124"/>
                  </a:cubicBezTo>
                  <a:cubicBezTo>
                    <a:pt x="1279" y="40"/>
                    <a:pt x="1120" y="0"/>
                    <a:pt x="96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 name="Google Shape;680;p63"/>
            <p:cNvSpPr/>
            <p:nvPr/>
          </p:nvSpPr>
          <p:spPr>
            <a:xfrm>
              <a:off x="3287150" y="1128625"/>
              <a:ext cx="50550" cy="46425"/>
            </a:xfrm>
            <a:custGeom>
              <a:rect b="b" l="l" r="r" t="t"/>
              <a:pathLst>
                <a:path extrusionOk="0" h="1857" w="2022">
                  <a:moveTo>
                    <a:pt x="1061" y="449"/>
                  </a:moveTo>
                  <a:cubicBezTo>
                    <a:pt x="1141" y="449"/>
                    <a:pt x="1225" y="470"/>
                    <a:pt x="1300" y="515"/>
                  </a:cubicBezTo>
                  <a:cubicBezTo>
                    <a:pt x="1410" y="579"/>
                    <a:pt x="1490" y="682"/>
                    <a:pt x="1523" y="806"/>
                  </a:cubicBezTo>
                  <a:cubicBezTo>
                    <a:pt x="1557" y="929"/>
                    <a:pt x="1539" y="1058"/>
                    <a:pt x="1475" y="1169"/>
                  </a:cubicBezTo>
                  <a:cubicBezTo>
                    <a:pt x="1410" y="1280"/>
                    <a:pt x="1307" y="1359"/>
                    <a:pt x="1184" y="1392"/>
                  </a:cubicBezTo>
                  <a:cubicBezTo>
                    <a:pt x="1143" y="1404"/>
                    <a:pt x="1101" y="1409"/>
                    <a:pt x="1060" y="1409"/>
                  </a:cubicBezTo>
                  <a:cubicBezTo>
                    <a:pt x="977" y="1409"/>
                    <a:pt x="895" y="1387"/>
                    <a:pt x="821" y="1344"/>
                  </a:cubicBezTo>
                  <a:cubicBezTo>
                    <a:pt x="592" y="1212"/>
                    <a:pt x="513" y="918"/>
                    <a:pt x="646" y="689"/>
                  </a:cubicBezTo>
                  <a:cubicBezTo>
                    <a:pt x="734" y="534"/>
                    <a:pt x="895" y="449"/>
                    <a:pt x="1061" y="449"/>
                  </a:cubicBezTo>
                  <a:close/>
                  <a:moveTo>
                    <a:pt x="1061" y="0"/>
                  </a:moveTo>
                  <a:cubicBezTo>
                    <a:pt x="740" y="0"/>
                    <a:pt x="428" y="166"/>
                    <a:pt x="257" y="464"/>
                  </a:cubicBezTo>
                  <a:cubicBezTo>
                    <a:pt x="0" y="908"/>
                    <a:pt x="153" y="1476"/>
                    <a:pt x="596" y="1732"/>
                  </a:cubicBezTo>
                  <a:cubicBezTo>
                    <a:pt x="739" y="1814"/>
                    <a:pt x="898" y="1856"/>
                    <a:pt x="1059" y="1856"/>
                  </a:cubicBezTo>
                  <a:cubicBezTo>
                    <a:pt x="1139" y="1856"/>
                    <a:pt x="1221" y="1846"/>
                    <a:pt x="1302" y="1823"/>
                  </a:cubicBezTo>
                  <a:cubicBezTo>
                    <a:pt x="1541" y="1760"/>
                    <a:pt x="1742" y="1606"/>
                    <a:pt x="1865" y="1391"/>
                  </a:cubicBezTo>
                  <a:cubicBezTo>
                    <a:pt x="1988" y="1177"/>
                    <a:pt x="2022" y="928"/>
                    <a:pt x="1957" y="688"/>
                  </a:cubicBezTo>
                  <a:cubicBezTo>
                    <a:pt x="1893" y="449"/>
                    <a:pt x="1740" y="248"/>
                    <a:pt x="1525" y="125"/>
                  </a:cubicBezTo>
                  <a:cubicBezTo>
                    <a:pt x="1379" y="40"/>
                    <a:pt x="1219" y="0"/>
                    <a:pt x="106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 name="Google Shape;681;p63"/>
            <p:cNvSpPr/>
            <p:nvPr/>
          </p:nvSpPr>
          <p:spPr>
            <a:xfrm>
              <a:off x="3561550" y="608775"/>
              <a:ext cx="52975" cy="46400"/>
            </a:xfrm>
            <a:custGeom>
              <a:rect b="b" l="l" r="r" t="t"/>
              <a:pathLst>
                <a:path extrusionOk="0" h="1856" w="2119">
                  <a:moveTo>
                    <a:pt x="1058" y="448"/>
                  </a:moveTo>
                  <a:cubicBezTo>
                    <a:pt x="1140" y="448"/>
                    <a:pt x="1224" y="468"/>
                    <a:pt x="1299" y="512"/>
                  </a:cubicBezTo>
                  <a:cubicBezTo>
                    <a:pt x="1528" y="645"/>
                    <a:pt x="1606" y="939"/>
                    <a:pt x="1474" y="1169"/>
                  </a:cubicBezTo>
                  <a:cubicBezTo>
                    <a:pt x="1385" y="1322"/>
                    <a:pt x="1223" y="1407"/>
                    <a:pt x="1057" y="1407"/>
                  </a:cubicBezTo>
                  <a:cubicBezTo>
                    <a:pt x="976" y="1407"/>
                    <a:pt x="893" y="1387"/>
                    <a:pt x="818" y="1343"/>
                  </a:cubicBezTo>
                  <a:cubicBezTo>
                    <a:pt x="590" y="1211"/>
                    <a:pt x="511" y="918"/>
                    <a:pt x="643" y="688"/>
                  </a:cubicBezTo>
                  <a:cubicBezTo>
                    <a:pt x="731" y="534"/>
                    <a:pt x="892" y="448"/>
                    <a:pt x="1058" y="448"/>
                  </a:cubicBezTo>
                  <a:close/>
                  <a:moveTo>
                    <a:pt x="1061" y="0"/>
                  </a:moveTo>
                  <a:cubicBezTo>
                    <a:pt x="740" y="0"/>
                    <a:pt x="427" y="167"/>
                    <a:pt x="255" y="463"/>
                  </a:cubicBezTo>
                  <a:cubicBezTo>
                    <a:pt x="0" y="907"/>
                    <a:pt x="151" y="1475"/>
                    <a:pt x="595" y="1731"/>
                  </a:cubicBezTo>
                  <a:cubicBezTo>
                    <a:pt x="738" y="1813"/>
                    <a:pt x="897" y="1856"/>
                    <a:pt x="1057" y="1856"/>
                  </a:cubicBezTo>
                  <a:cubicBezTo>
                    <a:pt x="1138" y="1856"/>
                    <a:pt x="1218" y="1845"/>
                    <a:pt x="1299" y="1825"/>
                  </a:cubicBezTo>
                  <a:cubicBezTo>
                    <a:pt x="1539" y="1760"/>
                    <a:pt x="1738" y="1606"/>
                    <a:pt x="1863" y="1392"/>
                  </a:cubicBezTo>
                  <a:cubicBezTo>
                    <a:pt x="2119" y="949"/>
                    <a:pt x="1968" y="380"/>
                    <a:pt x="1524" y="124"/>
                  </a:cubicBezTo>
                  <a:cubicBezTo>
                    <a:pt x="1378" y="40"/>
                    <a:pt x="1218" y="0"/>
                    <a:pt x="106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 name="Google Shape;682;p63"/>
            <p:cNvSpPr/>
            <p:nvPr/>
          </p:nvSpPr>
          <p:spPr>
            <a:xfrm>
              <a:off x="4346000" y="1061675"/>
              <a:ext cx="52975" cy="46400"/>
            </a:xfrm>
            <a:custGeom>
              <a:rect b="b" l="l" r="r" t="t"/>
              <a:pathLst>
                <a:path extrusionOk="0" h="1856" w="2119">
                  <a:moveTo>
                    <a:pt x="1061" y="449"/>
                  </a:moveTo>
                  <a:cubicBezTo>
                    <a:pt x="1142" y="449"/>
                    <a:pt x="1224" y="470"/>
                    <a:pt x="1299" y="512"/>
                  </a:cubicBezTo>
                  <a:cubicBezTo>
                    <a:pt x="1529" y="645"/>
                    <a:pt x="1606" y="938"/>
                    <a:pt x="1475" y="1168"/>
                  </a:cubicBezTo>
                  <a:cubicBezTo>
                    <a:pt x="1386" y="1321"/>
                    <a:pt x="1225" y="1407"/>
                    <a:pt x="1060" y="1407"/>
                  </a:cubicBezTo>
                  <a:cubicBezTo>
                    <a:pt x="978" y="1407"/>
                    <a:pt x="896" y="1386"/>
                    <a:pt x="820" y="1343"/>
                  </a:cubicBezTo>
                  <a:cubicBezTo>
                    <a:pt x="709" y="1280"/>
                    <a:pt x="629" y="1175"/>
                    <a:pt x="596" y="1052"/>
                  </a:cubicBezTo>
                  <a:cubicBezTo>
                    <a:pt x="564" y="929"/>
                    <a:pt x="580" y="800"/>
                    <a:pt x="644" y="690"/>
                  </a:cubicBezTo>
                  <a:cubicBezTo>
                    <a:pt x="734" y="535"/>
                    <a:pt x="895" y="449"/>
                    <a:pt x="1061" y="449"/>
                  </a:cubicBezTo>
                  <a:close/>
                  <a:moveTo>
                    <a:pt x="1061" y="1"/>
                  </a:moveTo>
                  <a:cubicBezTo>
                    <a:pt x="740" y="1"/>
                    <a:pt x="428" y="167"/>
                    <a:pt x="256" y="464"/>
                  </a:cubicBezTo>
                  <a:cubicBezTo>
                    <a:pt x="0" y="907"/>
                    <a:pt x="151" y="1476"/>
                    <a:pt x="595" y="1732"/>
                  </a:cubicBezTo>
                  <a:cubicBezTo>
                    <a:pt x="741" y="1815"/>
                    <a:pt x="901" y="1855"/>
                    <a:pt x="1057" y="1855"/>
                  </a:cubicBezTo>
                  <a:cubicBezTo>
                    <a:pt x="1379" y="1855"/>
                    <a:pt x="1691" y="1689"/>
                    <a:pt x="1865" y="1393"/>
                  </a:cubicBezTo>
                  <a:cubicBezTo>
                    <a:pt x="2119" y="949"/>
                    <a:pt x="1966" y="381"/>
                    <a:pt x="1524" y="125"/>
                  </a:cubicBezTo>
                  <a:cubicBezTo>
                    <a:pt x="1378" y="41"/>
                    <a:pt x="1218" y="1"/>
                    <a:pt x="106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 name="Google Shape;683;p63"/>
            <p:cNvSpPr/>
            <p:nvPr/>
          </p:nvSpPr>
          <p:spPr>
            <a:xfrm>
              <a:off x="4289025" y="863625"/>
              <a:ext cx="53000" cy="46375"/>
            </a:xfrm>
            <a:custGeom>
              <a:rect b="b" l="l" r="r" t="t"/>
              <a:pathLst>
                <a:path extrusionOk="0" h="1855" w="2120">
                  <a:moveTo>
                    <a:pt x="1061" y="448"/>
                  </a:moveTo>
                  <a:cubicBezTo>
                    <a:pt x="1143" y="448"/>
                    <a:pt x="1224" y="470"/>
                    <a:pt x="1299" y="511"/>
                  </a:cubicBezTo>
                  <a:cubicBezTo>
                    <a:pt x="1529" y="643"/>
                    <a:pt x="1606" y="937"/>
                    <a:pt x="1475" y="1167"/>
                  </a:cubicBezTo>
                  <a:cubicBezTo>
                    <a:pt x="1386" y="1320"/>
                    <a:pt x="1224" y="1406"/>
                    <a:pt x="1058" y="1406"/>
                  </a:cubicBezTo>
                  <a:cubicBezTo>
                    <a:pt x="977" y="1406"/>
                    <a:pt x="895" y="1386"/>
                    <a:pt x="820" y="1342"/>
                  </a:cubicBezTo>
                  <a:cubicBezTo>
                    <a:pt x="708" y="1279"/>
                    <a:pt x="629" y="1174"/>
                    <a:pt x="596" y="1051"/>
                  </a:cubicBezTo>
                  <a:cubicBezTo>
                    <a:pt x="564" y="927"/>
                    <a:pt x="580" y="799"/>
                    <a:pt x="644" y="688"/>
                  </a:cubicBezTo>
                  <a:cubicBezTo>
                    <a:pt x="734" y="534"/>
                    <a:pt x="895" y="448"/>
                    <a:pt x="1061" y="448"/>
                  </a:cubicBezTo>
                  <a:close/>
                  <a:moveTo>
                    <a:pt x="1061" y="1"/>
                  </a:moveTo>
                  <a:cubicBezTo>
                    <a:pt x="740" y="1"/>
                    <a:pt x="428" y="167"/>
                    <a:pt x="257" y="464"/>
                  </a:cubicBezTo>
                  <a:cubicBezTo>
                    <a:pt x="1" y="908"/>
                    <a:pt x="152" y="1476"/>
                    <a:pt x="596" y="1732"/>
                  </a:cubicBezTo>
                  <a:cubicBezTo>
                    <a:pt x="742" y="1815"/>
                    <a:pt x="901" y="1855"/>
                    <a:pt x="1058" y="1855"/>
                  </a:cubicBezTo>
                  <a:cubicBezTo>
                    <a:pt x="1378" y="1855"/>
                    <a:pt x="1691" y="1689"/>
                    <a:pt x="1865" y="1393"/>
                  </a:cubicBezTo>
                  <a:cubicBezTo>
                    <a:pt x="2119" y="949"/>
                    <a:pt x="1967" y="381"/>
                    <a:pt x="1524" y="125"/>
                  </a:cubicBezTo>
                  <a:cubicBezTo>
                    <a:pt x="1378" y="41"/>
                    <a:pt x="1218" y="1"/>
                    <a:pt x="106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 name="Google Shape;684;p63"/>
            <p:cNvSpPr/>
            <p:nvPr/>
          </p:nvSpPr>
          <p:spPr>
            <a:xfrm>
              <a:off x="3810325" y="713625"/>
              <a:ext cx="50550" cy="46425"/>
            </a:xfrm>
            <a:custGeom>
              <a:rect b="b" l="l" r="r" t="t"/>
              <a:pathLst>
                <a:path extrusionOk="0" h="1857" w="2022">
                  <a:moveTo>
                    <a:pt x="1060" y="449"/>
                  </a:moveTo>
                  <a:cubicBezTo>
                    <a:pt x="1142" y="449"/>
                    <a:pt x="1223" y="470"/>
                    <a:pt x="1298" y="514"/>
                  </a:cubicBezTo>
                  <a:cubicBezTo>
                    <a:pt x="1410" y="578"/>
                    <a:pt x="1489" y="681"/>
                    <a:pt x="1522" y="804"/>
                  </a:cubicBezTo>
                  <a:cubicBezTo>
                    <a:pt x="1555" y="928"/>
                    <a:pt x="1538" y="1056"/>
                    <a:pt x="1474" y="1168"/>
                  </a:cubicBezTo>
                  <a:cubicBezTo>
                    <a:pt x="1410" y="1279"/>
                    <a:pt x="1307" y="1358"/>
                    <a:pt x="1184" y="1392"/>
                  </a:cubicBezTo>
                  <a:cubicBezTo>
                    <a:pt x="1143" y="1403"/>
                    <a:pt x="1101" y="1408"/>
                    <a:pt x="1060" y="1408"/>
                  </a:cubicBezTo>
                  <a:cubicBezTo>
                    <a:pt x="977" y="1408"/>
                    <a:pt x="894" y="1386"/>
                    <a:pt x="820" y="1344"/>
                  </a:cubicBezTo>
                  <a:cubicBezTo>
                    <a:pt x="709" y="1279"/>
                    <a:pt x="629" y="1175"/>
                    <a:pt x="596" y="1052"/>
                  </a:cubicBezTo>
                  <a:cubicBezTo>
                    <a:pt x="564" y="929"/>
                    <a:pt x="580" y="800"/>
                    <a:pt x="644" y="690"/>
                  </a:cubicBezTo>
                  <a:cubicBezTo>
                    <a:pt x="733" y="535"/>
                    <a:pt x="894" y="449"/>
                    <a:pt x="1060" y="449"/>
                  </a:cubicBezTo>
                  <a:close/>
                  <a:moveTo>
                    <a:pt x="1062" y="1"/>
                  </a:moveTo>
                  <a:cubicBezTo>
                    <a:pt x="741" y="1"/>
                    <a:pt x="429" y="167"/>
                    <a:pt x="257" y="464"/>
                  </a:cubicBezTo>
                  <a:cubicBezTo>
                    <a:pt x="1" y="907"/>
                    <a:pt x="152" y="1475"/>
                    <a:pt x="596" y="1732"/>
                  </a:cubicBezTo>
                  <a:cubicBezTo>
                    <a:pt x="740" y="1813"/>
                    <a:pt x="897" y="1856"/>
                    <a:pt x="1058" y="1856"/>
                  </a:cubicBezTo>
                  <a:cubicBezTo>
                    <a:pt x="1139" y="1856"/>
                    <a:pt x="1219" y="1845"/>
                    <a:pt x="1303" y="1824"/>
                  </a:cubicBezTo>
                  <a:cubicBezTo>
                    <a:pt x="1541" y="1760"/>
                    <a:pt x="1742" y="1606"/>
                    <a:pt x="1865" y="1392"/>
                  </a:cubicBezTo>
                  <a:cubicBezTo>
                    <a:pt x="1989" y="1177"/>
                    <a:pt x="2022" y="928"/>
                    <a:pt x="1958" y="687"/>
                  </a:cubicBezTo>
                  <a:cubicBezTo>
                    <a:pt x="1893" y="449"/>
                    <a:pt x="1739" y="248"/>
                    <a:pt x="1525" y="125"/>
                  </a:cubicBezTo>
                  <a:cubicBezTo>
                    <a:pt x="1379" y="41"/>
                    <a:pt x="1219"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 name="Google Shape;685;p63"/>
            <p:cNvSpPr/>
            <p:nvPr/>
          </p:nvSpPr>
          <p:spPr>
            <a:xfrm>
              <a:off x="4112125" y="551700"/>
              <a:ext cx="50500" cy="46400"/>
            </a:xfrm>
            <a:custGeom>
              <a:rect b="b" l="l" r="r" t="t"/>
              <a:pathLst>
                <a:path extrusionOk="0" h="1856" w="2020">
                  <a:moveTo>
                    <a:pt x="1061" y="447"/>
                  </a:moveTo>
                  <a:cubicBezTo>
                    <a:pt x="1143" y="447"/>
                    <a:pt x="1225" y="471"/>
                    <a:pt x="1299" y="514"/>
                  </a:cubicBezTo>
                  <a:cubicBezTo>
                    <a:pt x="1410" y="578"/>
                    <a:pt x="1490" y="681"/>
                    <a:pt x="1523" y="804"/>
                  </a:cubicBezTo>
                  <a:cubicBezTo>
                    <a:pt x="1555" y="928"/>
                    <a:pt x="1539" y="1056"/>
                    <a:pt x="1475" y="1168"/>
                  </a:cubicBezTo>
                  <a:cubicBezTo>
                    <a:pt x="1385" y="1320"/>
                    <a:pt x="1224" y="1407"/>
                    <a:pt x="1059" y="1407"/>
                  </a:cubicBezTo>
                  <a:cubicBezTo>
                    <a:pt x="978" y="1407"/>
                    <a:pt x="895" y="1386"/>
                    <a:pt x="820" y="1343"/>
                  </a:cubicBezTo>
                  <a:cubicBezTo>
                    <a:pt x="590" y="1211"/>
                    <a:pt x="512" y="917"/>
                    <a:pt x="644" y="687"/>
                  </a:cubicBezTo>
                  <a:cubicBezTo>
                    <a:pt x="708" y="576"/>
                    <a:pt x="812" y="498"/>
                    <a:pt x="935" y="463"/>
                  </a:cubicBezTo>
                  <a:cubicBezTo>
                    <a:pt x="977" y="453"/>
                    <a:pt x="1019" y="447"/>
                    <a:pt x="1061" y="447"/>
                  </a:cubicBezTo>
                  <a:close/>
                  <a:moveTo>
                    <a:pt x="1061" y="0"/>
                  </a:moveTo>
                  <a:cubicBezTo>
                    <a:pt x="980" y="0"/>
                    <a:pt x="899" y="11"/>
                    <a:pt x="820" y="32"/>
                  </a:cubicBezTo>
                  <a:cubicBezTo>
                    <a:pt x="579" y="97"/>
                    <a:pt x="379" y="250"/>
                    <a:pt x="255" y="464"/>
                  </a:cubicBezTo>
                  <a:cubicBezTo>
                    <a:pt x="0" y="907"/>
                    <a:pt x="153" y="1476"/>
                    <a:pt x="595" y="1732"/>
                  </a:cubicBezTo>
                  <a:cubicBezTo>
                    <a:pt x="741" y="1814"/>
                    <a:pt x="900" y="1855"/>
                    <a:pt x="1058" y="1855"/>
                  </a:cubicBezTo>
                  <a:cubicBezTo>
                    <a:pt x="1378" y="1855"/>
                    <a:pt x="1690" y="1689"/>
                    <a:pt x="1863" y="1391"/>
                  </a:cubicBezTo>
                  <a:cubicBezTo>
                    <a:pt x="1986" y="1176"/>
                    <a:pt x="2019" y="928"/>
                    <a:pt x="1955" y="687"/>
                  </a:cubicBezTo>
                  <a:cubicBezTo>
                    <a:pt x="1890" y="449"/>
                    <a:pt x="1737" y="248"/>
                    <a:pt x="1523" y="125"/>
                  </a:cubicBezTo>
                  <a:cubicBezTo>
                    <a:pt x="1380" y="42"/>
                    <a:pt x="1222" y="0"/>
                    <a:pt x="106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 name="Google Shape;686;p63"/>
            <p:cNvSpPr/>
            <p:nvPr/>
          </p:nvSpPr>
          <p:spPr>
            <a:xfrm>
              <a:off x="4298700" y="1277175"/>
              <a:ext cx="50500" cy="46400"/>
            </a:xfrm>
            <a:custGeom>
              <a:rect b="b" l="l" r="r" t="t"/>
              <a:pathLst>
                <a:path extrusionOk="0" h="1856" w="2020">
                  <a:moveTo>
                    <a:pt x="961" y="449"/>
                  </a:moveTo>
                  <a:cubicBezTo>
                    <a:pt x="1045" y="449"/>
                    <a:pt x="1127" y="471"/>
                    <a:pt x="1202" y="511"/>
                  </a:cubicBezTo>
                  <a:cubicBezTo>
                    <a:pt x="1431" y="644"/>
                    <a:pt x="1508" y="937"/>
                    <a:pt x="1377" y="1166"/>
                  </a:cubicBezTo>
                  <a:cubicBezTo>
                    <a:pt x="1288" y="1320"/>
                    <a:pt x="1127" y="1406"/>
                    <a:pt x="961" y="1406"/>
                  </a:cubicBezTo>
                  <a:cubicBezTo>
                    <a:pt x="880" y="1406"/>
                    <a:pt x="797" y="1385"/>
                    <a:pt x="722" y="1342"/>
                  </a:cubicBezTo>
                  <a:cubicBezTo>
                    <a:pt x="611" y="1277"/>
                    <a:pt x="531" y="1174"/>
                    <a:pt x="498" y="1051"/>
                  </a:cubicBezTo>
                  <a:cubicBezTo>
                    <a:pt x="466" y="928"/>
                    <a:pt x="482" y="799"/>
                    <a:pt x="546" y="688"/>
                  </a:cubicBezTo>
                  <a:cubicBezTo>
                    <a:pt x="611" y="577"/>
                    <a:pt x="714" y="498"/>
                    <a:pt x="837" y="465"/>
                  </a:cubicBezTo>
                  <a:cubicBezTo>
                    <a:pt x="879" y="454"/>
                    <a:pt x="921" y="449"/>
                    <a:pt x="961" y="449"/>
                  </a:cubicBezTo>
                  <a:close/>
                  <a:moveTo>
                    <a:pt x="962" y="0"/>
                  </a:moveTo>
                  <a:cubicBezTo>
                    <a:pt x="882" y="0"/>
                    <a:pt x="800" y="11"/>
                    <a:pt x="720" y="33"/>
                  </a:cubicBezTo>
                  <a:cubicBezTo>
                    <a:pt x="482" y="96"/>
                    <a:pt x="281" y="250"/>
                    <a:pt x="157" y="465"/>
                  </a:cubicBezTo>
                  <a:cubicBezTo>
                    <a:pt x="34" y="679"/>
                    <a:pt x="1" y="928"/>
                    <a:pt x="65" y="1168"/>
                  </a:cubicBezTo>
                  <a:cubicBezTo>
                    <a:pt x="129" y="1406"/>
                    <a:pt x="284" y="1608"/>
                    <a:pt x="498" y="1731"/>
                  </a:cubicBezTo>
                  <a:cubicBezTo>
                    <a:pt x="644" y="1816"/>
                    <a:pt x="803" y="1855"/>
                    <a:pt x="960" y="1855"/>
                  </a:cubicBezTo>
                  <a:cubicBezTo>
                    <a:pt x="1281" y="1855"/>
                    <a:pt x="1593" y="1689"/>
                    <a:pt x="1764" y="1393"/>
                  </a:cubicBezTo>
                  <a:cubicBezTo>
                    <a:pt x="2020" y="949"/>
                    <a:pt x="1867" y="381"/>
                    <a:pt x="1425" y="125"/>
                  </a:cubicBezTo>
                  <a:cubicBezTo>
                    <a:pt x="1282" y="43"/>
                    <a:pt x="1123" y="0"/>
                    <a:pt x="96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 name="Google Shape;687;p63"/>
            <p:cNvSpPr/>
            <p:nvPr/>
          </p:nvSpPr>
          <p:spPr>
            <a:xfrm>
              <a:off x="4091375" y="1374875"/>
              <a:ext cx="313825" cy="139475"/>
            </a:xfrm>
            <a:custGeom>
              <a:rect b="b" l="l" r="r" t="t"/>
              <a:pathLst>
                <a:path extrusionOk="0" h="5579" w="12553">
                  <a:moveTo>
                    <a:pt x="225" y="0"/>
                  </a:moveTo>
                  <a:cubicBezTo>
                    <a:pt x="101" y="0"/>
                    <a:pt x="1" y="101"/>
                    <a:pt x="1" y="225"/>
                  </a:cubicBezTo>
                  <a:cubicBezTo>
                    <a:pt x="1" y="348"/>
                    <a:pt x="101" y="449"/>
                    <a:pt x="225" y="449"/>
                  </a:cubicBezTo>
                  <a:lnTo>
                    <a:pt x="7085" y="449"/>
                  </a:lnTo>
                  <a:lnTo>
                    <a:pt x="12149" y="5512"/>
                  </a:lnTo>
                  <a:cubicBezTo>
                    <a:pt x="12192" y="5557"/>
                    <a:pt x="12250" y="5579"/>
                    <a:pt x="12308" y="5579"/>
                  </a:cubicBezTo>
                  <a:cubicBezTo>
                    <a:pt x="12366" y="5579"/>
                    <a:pt x="12423" y="5555"/>
                    <a:pt x="12466" y="5515"/>
                  </a:cubicBezTo>
                  <a:cubicBezTo>
                    <a:pt x="12552" y="5426"/>
                    <a:pt x="12552" y="5284"/>
                    <a:pt x="12466" y="5196"/>
                  </a:cubicBezTo>
                  <a:lnTo>
                    <a:pt x="7335" y="66"/>
                  </a:lnTo>
                  <a:cubicBezTo>
                    <a:pt x="7294" y="25"/>
                    <a:pt x="7237" y="0"/>
                    <a:pt x="717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 name="Google Shape;688;p63"/>
            <p:cNvSpPr/>
            <p:nvPr/>
          </p:nvSpPr>
          <p:spPr>
            <a:xfrm>
              <a:off x="4083375" y="1510250"/>
              <a:ext cx="81600" cy="229550"/>
            </a:xfrm>
            <a:custGeom>
              <a:rect b="b" l="l" r="r" t="t"/>
              <a:pathLst>
                <a:path extrusionOk="0" h="9182" w="3264">
                  <a:moveTo>
                    <a:pt x="224" y="1"/>
                  </a:moveTo>
                  <a:cubicBezTo>
                    <a:pt x="101" y="1"/>
                    <a:pt x="0" y="102"/>
                    <a:pt x="0" y="225"/>
                  </a:cubicBezTo>
                  <a:lnTo>
                    <a:pt x="0" y="6162"/>
                  </a:lnTo>
                  <a:cubicBezTo>
                    <a:pt x="0" y="6222"/>
                    <a:pt x="25" y="6278"/>
                    <a:pt x="66" y="6320"/>
                  </a:cubicBezTo>
                  <a:lnTo>
                    <a:pt x="2862" y="9116"/>
                  </a:lnTo>
                  <a:cubicBezTo>
                    <a:pt x="2904" y="9160"/>
                    <a:pt x="2962" y="9182"/>
                    <a:pt x="3020" y="9182"/>
                  </a:cubicBezTo>
                  <a:cubicBezTo>
                    <a:pt x="3076" y="9182"/>
                    <a:pt x="3134" y="9159"/>
                    <a:pt x="3177" y="9116"/>
                  </a:cubicBezTo>
                  <a:cubicBezTo>
                    <a:pt x="3264" y="9027"/>
                    <a:pt x="3264" y="8886"/>
                    <a:pt x="3177" y="8798"/>
                  </a:cubicBezTo>
                  <a:lnTo>
                    <a:pt x="448" y="6069"/>
                  </a:lnTo>
                  <a:lnTo>
                    <a:pt x="448" y="225"/>
                  </a:lnTo>
                  <a:cubicBezTo>
                    <a:pt x="448" y="102"/>
                    <a:pt x="347" y="1"/>
                    <a:pt x="22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63"/>
            <p:cNvSpPr/>
            <p:nvPr/>
          </p:nvSpPr>
          <p:spPr>
            <a:xfrm>
              <a:off x="4132975" y="1461025"/>
              <a:ext cx="129050" cy="147025"/>
            </a:xfrm>
            <a:custGeom>
              <a:rect b="b" l="l" r="r" t="t"/>
              <a:pathLst>
                <a:path extrusionOk="0" h="5881" w="5162">
                  <a:moveTo>
                    <a:pt x="225" y="0"/>
                  </a:moveTo>
                  <a:cubicBezTo>
                    <a:pt x="101" y="0"/>
                    <a:pt x="1" y="101"/>
                    <a:pt x="1" y="224"/>
                  </a:cubicBezTo>
                  <a:cubicBezTo>
                    <a:pt x="1" y="348"/>
                    <a:pt x="101" y="447"/>
                    <a:pt x="225" y="447"/>
                  </a:cubicBezTo>
                  <a:lnTo>
                    <a:pt x="4713" y="447"/>
                  </a:lnTo>
                  <a:lnTo>
                    <a:pt x="4713" y="5656"/>
                  </a:lnTo>
                  <a:cubicBezTo>
                    <a:pt x="4713" y="5779"/>
                    <a:pt x="4814" y="5880"/>
                    <a:pt x="4937" y="5880"/>
                  </a:cubicBezTo>
                  <a:cubicBezTo>
                    <a:pt x="5061" y="5880"/>
                    <a:pt x="5162" y="5779"/>
                    <a:pt x="5161" y="5656"/>
                  </a:cubicBezTo>
                  <a:lnTo>
                    <a:pt x="5161" y="224"/>
                  </a:lnTo>
                  <a:cubicBezTo>
                    <a:pt x="5161" y="101"/>
                    <a:pt x="5060" y="0"/>
                    <a:pt x="493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63"/>
            <p:cNvSpPr/>
            <p:nvPr/>
          </p:nvSpPr>
          <p:spPr>
            <a:xfrm>
              <a:off x="3674375" y="697100"/>
              <a:ext cx="79775" cy="207650"/>
            </a:xfrm>
            <a:custGeom>
              <a:rect b="b" l="l" r="r" t="t"/>
              <a:pathLst>
                <a:path extrusionOk="0" h="8306" w="3191">
                  <a:moveTo>
                    <a:pt x="245" y="0"/>
                  </a:moveTo>
                  <a:cubicBezTo>
                    <a:pt x="188" y="0"/>
                    <a:pt x="131" y="22"/>
                    <a:pt x="88" y="66"/>
                  </a:cubicBezTo>
                  <a:cubicBezTo>
                    <a:pt x="1" y="155"/>
                    <a:pt x="1" y="297"/>
                    <a:pt x="88" y="383"/>
                  </a:cubicBezTo>
                  <a:lnTo>
                    <a:pt x="2741" y="3037"/>
                  </a:lnTo>
                  <a:lnTo>
                    <a:pt x="2741" y="8082"/>
                  </a:lnTo>
                  <a:cubicBezTo>
                    <a:pt x="2741" y="8205"/>
                    <a:pt x="2842" y="8306"/>
                    <a:pt x="2966" y="8306"/>
                  </a:cubicBezTo>
                  <a:cubicBezTo>
                    <a:pt x="3089" y="8306"/>
                    <a:pt x="3189" y="8205"/>
                    <a:pt x="3191" y="8081"/>
                  </a:cubicBezTo>
                  <a:lnTo>
                    <a:pt x="3191" y="2944"/>
                  </a:lnTo>
                  <a:cubicBezTo>
                    <a:pt x="3191" y="2885"/>
                    <a:pt x="3166" y="2827"/>
                    <a:pt x="3124" y="2785"/>
                  </a:cubicBezTo>
                  <a:lnTo>
                    <a:pt x="405" y="66"/>
                  </a:lnTo>
                  <a:cubicBezTo>
                    <a:pt x="361" y="22"/>
                    <a:pt x="303" y="0"/>
                    <a:pt x="24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 name="Google Shape;691;p63"/>
            <p:cNvSpPr/>
            <p:nvPr/>
          </p:nvSpPr>
          <p:spPr>
            <a:xfrm>
              <a:off x="3324900" y="1045350"/>
              <a:ext cx="229475" cy="91750"/>
            </a:xfrm>
            <a:custGeom>
              <a:rect b="b" l="l" r="r" t="t"/>
              <a:pathLst>
                <a:path extrusionOk="0" h="3670" w="9179">
                  <a:moveTo>
                    <a:pt x="2798" y="0"/>
                  </a:moveTo>
                  <a:cubicBezTo>
                    <a:pt x="2730" y="0"/>
                    <a:pt x="2665" y="32"/>
                    <a:pt x="2623" y="86"/>
                  </a:cubicBezTo>
                  <a:lnTo>
                    <a:pt x="77" y="3306"/>
                  </a:lnTo>
                  <a:cubicBezTo>
                    <a:pt x="0" y="3402"/>
                    <a:pt x="16" y="3544"/>
                    <a:pt x="114" y="3621"/>
                  </a:cubicBezTo>
                  <a:cubicBezTo>
                    <a:pt x="156" y="3653"/>
                    <a:pt x="205" y="3669"/>
                    <a:pt x="253" y="3669"/>
                  </a:cubicBezTo>
                  <a:cubicBezTo>
                    <a:pt x="321" y="3669"/>
                    <a:pt x="386" y="3639"/>
                    <a:pt x="429" y="3581"/>
                  </a:cubicBezTo>
                  <a:lnTo>
                    <a:pt x="2907" y="448"/>
                  </a:lnTo>
                  <a:lnTo>
                    <a:pt x="8955" y="448"/>
                  </a:lnTo>
                  <a:cubicBezTo>
                    <a:pt x="9078" y="448"/>
                    <a:pt x="9179" y="348"/>
                    <a:pt x="9179" y="224"/>
                  </a:cubicBezTo>
                  <a:cubicBezTo>
                    <a:pt x="9179" y="101"/>
                    <a:pt x="9078" y="0"/>
                    <a:pt x="895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63"/>
            <p:cNvSpPr/>
            <p:nvPr/>
          </p:nvSpPr>
          <p:spPr>
            <a:xfrm>
              <a:off x="3337950" y="970825"/>
              <a:ext cx="216450" cy="11225"/>
            </a:xfrm>
            <a:custGeom>
              <a:rect b="b" l="l" r="r" t="t"/>
              <a:pathLst>
                <a:path extrusionOk="0" h="449" w="8658">
                  <a:moveTo>
                    <a:pt x="224" y="1"/>
                  </a:moveTo>
                  <a:cubicBezTo>
                    <a:pt x="101" y="1"/>
                    <a:pt x="0" y="101"/>
                    <a:pt x="0" y="225"/>
                  </a:cubicBezTo>
                  <a:cubicBezTo>
                    <a:pt x="0" y="348"/>
                    <a:pt x="101" y="449"/>
                    <a:pt x="224" y="449"/>
                  </a:cubicBezTo>
                  <a:lnTo>
                    <a:pt x="8433" y="449"/>
                  </a:lnTo>
                  <a:cubicBezTo>
                    <a:pt x="8558" y="449"/>
                    <a:pt x="8658" y="348"/>
                    <a:pt x="8658" y="225"/>
                  </a:cubicBezTo>
                  <a:cubicBezTo>
                    <a:pt x="8658" y="101"/>
                    <a:pt x="8558" y="1"/>
                    <a:pt x="843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63"/>
            <p:cNvSpPr/>
            <p:nvPr/>
          </p:nvSpPr>
          <p:spPr>
            <a:xfrm>
              <a:off x="4036450" y="760100"/>
              <a:ext cx="11225" cy="200275"/>
            </a:xfrm>
            <a:custGeom>
              <a:rect b="b" l="l" r="r" t="t"/>
              <a:pathLst>
                <a:path extrusionOk="0" h="8011" w="449">
                  <a:moveTo>
                    <a:pt x="225" y="0"/>
                  </a:moveTo>
                  <a:cubicBezTo>
                    <a:pt x="102" y="0"/>
                    <a:pt x="1" y="101"/>
                    <a:pt x="1" y="224"/>
                  </a:cubicBezTo>
                  <a:lnTo>
                    <a:pt x="1" y="7786"/>
                  </a:lnTo>
                  <a:cubicBezTo>
                    <a:pt x="1" y="7910"/>
                    <a:pt x="102" y="8010"/>
                    <a:pt x="225" y="8010"/>
                  </a:cubicBezTo>
                  <a:cubicBezTo>
                    <a:pt x="348" y="8010"/>
                    <a:pt x="449" y="7911"/>
                    <a:pt x="449" y="7786"/>
                  </a:cubicBezTo>
                  <a:lnTo>
                    <a:pt x="449" y="224"/>
                  </a:lnTo>
                  <a:cubicBezTo>
                    <a:pt x="449" y="101"/>
                    <a:pt x="348" y="0"/>
                    <a:pt x="22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63"/>
            <p:cNvSpPr/>
            <p:nvPr/>
          </p:nvSpPr>
          <p:spPr>
            <a:xfrm>
              <a:off x="3996325" y="1485650"/>
              <a:ext cx="11200" cy="220550"/>
            </a:xfrm>
            <a:custGeom>
              <a:rect b="b" l="l" r="r" t="t"/>
              <a:pathLst>
                <a:path extrusionOk="0" h="8822" w="448">
                  <a:moveTo>
                    <a:pt x="225" y="1"/>
                  </a:moveTo>
                  <a:cubicBezTo>
                    <a:pt x="100" y="1"/>
                    <a:pt x="1" y="100"/>
                    <a:pt x="1" y="224"/>
                  </a:cubicBezTo>
                  <a:lnTo>
                    <a:pt x="1" y="8597"/>
                  </a:lnTo>
                  <a:cubicBezTo>
                    <a:pt x="1" y="8721"/>
                    <a:pt x="100" y="8821"/>
                    <a:pt x="225" y="8821"/>
                  </a:cubicBezTo>
                  <a:cubicBezTo>
                    <a:pt x="348" y="8821"/>
                    <a:pt x="448" y="8723"/>
                    <a:pt x="448" y="8597"/>
                  </a:cubicBezTo>
                  <a:lnTo>
                    <a:pt x="448" y="224"/>
                  </a:lnTo>
                  <a:cubicBezTo>
                    <a:pt x="448" y="100"/>
                    <a:pt x="348" y="1"/>
                    <a:pt x="22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63"/>
            <p:cNvSpPr/>
            <p:nvPr/>
          </p:nvSpPr>
          <p:spPr>
            <a:xfrm>
              <a:off x="3403675" y="1199275"/>
              <a:ext cx="142525" cy="11200"/>
            </a:xfrm>
            <a:custGeom>
              <a:rect b="b" l="l" r="r" t="t"/>
              <a:pathLst>
                <a:path extrusionOk="0" h="448" w="5701">
                  <a:moveTo>
                    <a:pt x="223" y="1"/>
                  </a:moveTo>
                  <a:cubicBezTo>
                    <a:pt x="100" y="1"/>
                    <a:pt x="0" y="101"/>
                    <a:pt x="0" y="225"/>
                  </a:cubicBezTo>
                  <a:cubicBezTo>
                    <a:pt x="0" y="348"/>
                    <a:pt x="100" y="448"/>
                    <a:pt x="223" y="448"/>
                  </a:cubicBezTo>
                  <a:lnTo>
                    <a:pt x="5477" y="448"/>
                  </a:lnTo>
                  <a:cubicBezTo>
                    <a:pt x="5600" y="448"/>
                    <a:pt x="5701" y="348"/>
                    <a:pt x="5701" y="225"/>
                  </a:cubicBezTo>
                  <a:cubicBezTo>
                    <a:pt x="5701" y="101"/>
                    <a:pt x="5600" y="1"/>
                    <a:pt x="547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63"/>
            <p:cNvSpPr/>
            <p:nvPr/>
          </p:nvSpPr>
          <p:spPr>
            <a:xfrm>
              <a:off x="3307475" y="1263975"/>
              <a:ext cx="238725" cy="113850"/>
            </a:xfrm>
            <a:custGeom>
              <a:rect b="b" l="l" r="r" t="t"/>
              <a:pathLst>
                <a:path extrusionOk="0" h="4554" w="9549">
                  <a:moveTo>
                    <a:pt x="248" y="1"/>
                  </a:moveTo>
                  <a:cubicBezTo>
                    <a:pt x="193" y="1"/>
                    <a:pt x="138" y="21"/>
                    <a:pt x="96" y="61"/>
                  </a:cubicBezTo>
                  <a:cubicBezTo>
                    <a:pt x="6" y="145"/>
                    <a:pt x="0" y="286"/>
                    <a:pt x="85" y="377"/>
                  </a:cubicBezTo>
                  <a:lnTo>
                    <a:pt x="3908" y="4483"/>
                  </a:lnTo>
                  <a:cubicBezTo>
                    <a:pt x="3950" y="4528"/>
                    <a:pt x="4010" y="4553"/>
                    <a:pt x="4071" y="4553"/>
                  </a:cubicBezTo>
                  <a:lnTo>
                    <a:pt x="9325" y="4553"/>
                  </a:lnTo>
                  <a:cubicBezTo>
                    <a:pt x="9448" y="4553"/>
                    <a:pt x="9549" y="4454"/>
                    <a:pt x="9549" y="4328"/>
                  </a:cubicBezTo>
                  <a:cubicBezTo>
                    <a:pt x="9549" y="4205"/>
                    <a:pt x="9448" y="4104"/>
                    <a:pt x="9325" y="4104"/>
                  </a:cubicBezTo>
                  <a:lnTo>
                    <a:pt x="4168" y="4104"/>
                  </a:lnTo>
                  <a:lnTo>
                    <a:pt x="412" y="72"/>
                  </a:lnTo>
                  <a:cubicBezTo>
                    <a:pt x="368" y="25"/>
                    <a:pt x="308" y="1"/>
                    <a:pt x="24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 name="Google Shape;697;p63"/>
            <p:cNvSpPr/>
            <p:nvPr/>
          </p:nvSpPr>
          <p:spPr>
            <a:xfrm>
              <a:off x="3489100" y="1485650"/>
              <a:ext cx="112475" cy="254150"/>
            </a:xfrm>
            <a:custGeom>
              <a:rect b="b" l="l" r="r" t="t"/>
              <a:pathLst>
                <a:path extrusionOk="0" h="10166" w="4499">
                  <a:moveTo>
                    <a:pt x="4276" y="1"/>
                  </a:moveTo>
                  <a:cubicBezTo>
                    <a:pt x="4153" y="1"/>
                    <a:pt x="4052" y="100"/>
                    <a:pt x="4052" y="224"/>
                  </a:cubicBezTo>
                  <a:lnTo>
                    <a:pt x="4052" y="6682"/>
                  </a:lnTo>
                  <a:lnTo>
                    <a:pt x="116" y="9765"/>
                  </a:lnTo>
                  <a:cubicBezTo>
                    <a:pt x="17" y="9841"/>
                    <a:pt x="0" y="9983"/>
                    <a:pt x="76" y="10080"/>
                  </a:cubicBezTo>
                  <a:cubicBezTo>
                    <a:pt x="121" y="10136"/>
                    <a:pt x="187" y="10166"/>
                    <a:pt x="253" y="10166"/>
                  </a:cubicBezTo>
                  <a:cubicBezTo>
                    <a:pt x="301" y="10166"/>
                    <a:pt x="350" y="10150"/>
                    <a:pt x="390" y="10119"/>
                  </a:cubicBezTo>
                  <a:lnTo>
                    <a:pt x="4413" y="6969"/>
                  </a:lnTo>
                  <a:cubicBezTo>
                    <a:pt x="4467" y="6927"/>
                    <a:pt x="4499" y="6860"/>
                    <a:pt x="4499" y="6793"/>
                  </a:cubicBezTo>
                  <a:lnTo>
                    <a:pt x="4499" y="224"/>
                  </a:lnTo>
                  <a:cubicBezTo>
                    <a:pt x="4499" y="100"/>
                    <a:pt x="4399" y="1"/>
                    <a:pt x="427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63"/>
            <p:cNvSpPr/>
            <p:nvPr/>
          </p:nvSpPr>
          <p:spPr>
            <a:xfrm>
              <a:off x="3750450" y="1508250"/>
              <a:ext cx="11250" cy="175400"/>
            </a:xfrm>
            <a:custGeom>
              <a:rect b="b" l="l" r="r" t="t"/>
              <a:pathLst>
                <a:path extrusionOk="0" h="7016" w="450">
                  <a:moveTo>
                    <a:pt x="225" y="1"/>
                  </a:moveTo>
                  <a:cubicBezTo>
                    <a:pt x="102" y="1"/>
                    <a:pt x="1" y="101"/>
                    <a:pt x="1" y="225"/>
                  </a:cubicBezTo>
                  <a:lnTo>
                    <a:pt x="1" y="6792"/>
                  </a:lnTo>
                  <a:cubicBezTo>
                    <a:pt x="1" y="6915"/>
                    <a:pt x="102" y="7016"/>
                    <a:pt x="225" y="7016"/>
                  </a:cubicBezTo>
                  <a:cubicBezTo>
                    <a:pt x="349" y="7016"/>
                    <a:pt x="450" y="6915"/>
                    <a:pt x="449" y="6792"/>
                  </a:cubicBezTo>
                  <a:lnTo>
                    <a:pt x="449" y="225"/>
                  </a:lnTo>
                  <a:cubicBezTo>
                    <a:pt x="449" y="101"/>
                    <a:pt x="348" y="1"/>
                    <a:pt x="22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63"/>
            <p:cNvSpPr/>
            <p:nvPr/>
          </p:nvSpPr>
          <p:spPr>
            <a:xfrm>
              <a:off x="3832575" y="1540100"/>
              <a:ext cx="90675" cy="222500"/>
            </a:xfrm>
            <a:custGeom>
              <a:rect b="b" l="l" r="r" t="t"/>
              <a:pathLst>
                <a:path extrusionOk="0" h="8900" w="3627">
                  <a:moveTo>
                    <a:pt x="225" y="0"/>
                  </a:moveTo>
                  <a:cubicBezTo>
                    <a:pt x="102" y="0"/>
                    <a:pt x="1" y="100"/>
                    <a:pt x="1" y="223"/>
                  </a:cubicBezTo>
                  <a:lnTo>
                    <a:pt x="1" y="5518"/>
                  </a:lnTo>
                  <a:cubicBezTo>
                    <a:pt x="1" y="5577"/>
                    <a:pt x="24" y="5634"/>
                    <a:pt x="66" y="5675"/>
                  </a:cubicBezTo>
                  <a:lnTo>
                    <a:pt x="3224" y="8834"/>
                  </a:lnTo>
                  <a:cubicBezTo>
                    <a:pt x="3267" y="8878"/>
                    <a:pt x="3325" y="8899"/>
                    <a:pt x="3382" y="8899"/>
                  </a:cubicBezTo>
                  <a:cubicBezTo>
                    <a:pt x="3440" y="8899"/>
                    <a:pt x="3497" y="8878"/>
                    <a:pt x="3540" y="8835"/>
                  </a:cubicBezTo>
                  <a:cubicBezTo>
                    <a:pt x="3627" y="8746"/>
                    <a:pt x="3627" y="8604"/>
                    <a:pt x="3540" y="8516"/>
                  </a:cubicBezTo>
                  <a:lnTo>
                    <a:pt x="448" y="5425"/>
                  </a:lnTo>
                  <a:lnTo>
                    <a:pt x="448" y="223"/>
                  </a:lnTo>
                  <a:cubicBezTo>
                    <a:pt x="448" y="100"/>
                    <a:pt x="348" y="0"/>
                    <a:pt x="22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63"/>
            <p:cNvSpPr/>
            <p:nvPr/>
          </p:nvSpPr>
          <p:spPr>
            <a:xfrm>
              <a:off x="3395400" y="1475950"/>
              <a:ext cx="159825" cy="103025"/>
            </a:xfrm>
            <a:custGeom>
              <a:rect b="b" l="l" r="r" t="t"/>
              <a:pathLst>
                <a:path extrusionOk="0" h="4121" w="6393">
                  <a:moveTo>
                    <a:pt x="6135" y="1"/>
                  </a:moveTo>
                  <a:cubicBezTo>
                    <a:pt x="6058" y="1"/>
                    <a:pt x="5983" y="41"/>
                    <a:pt x="5942" y="112"/>
                  </a:cubicBezTo>
                  <a:lnTo>
                    <a:pt x="3873" y="3673"/>
                  </a:lnTo>
                  <a:lnTo>
                    <a:pt x="225" y="3673"/>
                  </a:lnTo>
                  <a:cubicBezTo>
                    <a:pt x="102" y="3673"/>
                    <a:pt x="1" y="3774"/>
                    <a:pt x="1" y="3897"/>
                  </a:cubicBezTo>
                  <a:cubicBezTo>
                    <a:pt x="1" y="4020"/>
                    <a:pt x="102" y="4121"/>
                    <a:pt x="225" y="4121"/>
                  </a:cubicBezTo>
                  <a:lnTo>
                    <a:pt x="4001" y="4121"/>
                  </a:lnTo>
                  <a:cubicBezTo>
                    <a:pt x="4082" y="4121"/>
                    <a:pt x="4156" y="4078"/>
                    <a:pt x="4194" y="4010"/>
                  </a:cubicBezTo>
                  <a:lnTo>
                    <a:pt x="6329" y="338"/>
                  </a:lnTo>
                  <a:cubicBezTo>
                    <a:pt x="6392" y="231"/>
                    <a:pt x="6356" y="94"/>
                    <a:pt x="6248" y="32"/>
                  </a:cubicBezTo>
                  <a:cubicBezTo>
                    <a:pt x="6213" y="11"/>
                    <a:pt x="6174" y="1"/>
                    <a:pt x="613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 name="Google Shape;701;p63"/>
            <p:cNvSpPr/>
            <p:nvPr/>
          </p:nvSpPr>
          <p:spPr>
            <a:xfrm>
              <a:off x="3482900" y="850875"/>
              <a:ext cx="707900" cy="707925"/>
            </a:xfrm>
            <a:custGeom>
              <a:rect b="b" l="l" r="r" t="t"/>
              <a:pathLst>
                <a:path extrusionOk="0" h="28317" w="28316">
                  <a:moveTo>
                    <a:pt x="3328" y="1"/>
                  </a:moveTo>
                  <a:lnTo>
                    <a:pt x="3328" y="1965"/>
                  </a:lnTo>
                  <a:lnTo>
                    <a:pt x="3211" y="1965"/>
                  </a:lnTo>
                  <a:cubicBezTo>
                    <a:pt x="2171" y="1965"/>
                    <a:pt x="1329" y="2792"/>
                    <a:pt x="1293" y="3822"/>
                  </a:cubicBezTo>
                  <a:lnTo>
                    <a:pt x="0" y="3822"/>
                  </a:lnTo>
                  <a:lnTo>
                    <a:pt x="0" y="5832"/>
                  </a:lnTo>
                  <a:lnTo>
                    <a:pt x="1287" y="5832"/>
                  </a:lnTo>
                  <a:lnTo>
                    <a:pt x="1287" y="7043"/>
                  </a:lnTo>
                  <a:lnTo>
                    <a:pt x="0" y="7043"/>
                  </a:lnTo>
                  <a:lnTo>
                    <a:pt x="0" y="9053"/>
                  </a:lnTo>
                  <a:lnTo>
                    <a:pt x="1287" y="9053"/>
                  </a:lnTo>
                  <a:lnTo>
                    <a:pt x="1287" y="10372"/>
                  </a:lnTo>
                  <a:lnTo>
                    <a:pt x="0" y="10372"/>
                  </a:lnTo>
                  <a:lnTo>
                    <a:pt x="0" y="12382"/>
                  </a:lnTo>
                  <a:lnTo>
                    <a:pt x="1287" y="12382"/>
                  </a:lnTo>
                  <a:lnTo>
                    <a:pt x="1287" y="13593"/>
                  </a:lnTo>
                  <a:lnTo>
                    <a:pt x="0" y="13593"/>
                  </a:lnTo>
                  <a:lnTo>
                    <a:pt x="0" y="15603"/>
                  </a:lnTo>
                  <a:lnTo>
                    <a:pt x="1287" y="15603"/>
                  </a:lnTo>
                  <a:lnTo>
                    <a:pt x="1287" y="16922"/>
                  </a:lnTo>
                  <a:lnTo>
                    <a:pt x="0" y="16922"/>
                  </a:lnTo>
                  <a:lnTo>
                    <a:pt x="0" y="18932"/>
                  </a:lnTo>
                  <a:lnTo>
                    <a:pt x="1287" y="18932"/>
                  </a:lnTo>
                  <a:lnTo>
                    <a:pt x="1287" y="20141"/>
                  </a:lnTo>
                  <a:lnTo>
                    <a:pt x="0" y="20141"/>
                  </a:lnTo>
                  <a:lnTo>
                    <a:pt x="0" y="22152"/>
                  </a:lnTo>
                  <a:lnTo>
                    <a:pt x="1287" y="22152"/>
                  </a:lnTo>
                  <a:lnTo>
                    <a:pt x="1287" y="23470"/>
                  </a:lnTo>
                  <a:lnTo>
                    <a:pt x="0" y="23470"/>
                  </a:lnTo>
                  <a:lnTo>
                    <a:pt x="0" y="25481"/>
                  </a:lnTo>
                  <a:lnTo>
                    <a:pt x="1471" y="25481"/>
                  </a:lnTo>
                  <a:cubicBezTo>
                    <a:pt x="1779" y="26137"/>
                    <a:pt x="2439" y="26594"/>
                    <a:pt x="3211" y="26594"/>
                  </a:cubicBezTo>
                  <a:lnTo>
                    <a:pt x="3328" y="26594"/>
                  </a:lnTo>
                  <a:lnTo>
                    <a:pt x="3328" y="28317"/>
                  </a:lnTo>
                  <a:lnTo>
                    <a:pt x="5339" y="28317"/>
                  </a:lnTo>
                  <a:lnTo>
                    <a:pt x="5339" y="26594"/>
                  </a:lnTo>
                  <a:lnTo>
                    <a:pt x="6658" y="26594"/>
                  </a:lnTo>
                  <a:lnTo>
                    <a:pt x="6658" y="28317"/>
                  </a:lnTo>
                  <a:lnTo>
                    <a:pt x="8668" y="28317"/>
                  </a:lnTo>
                  <a:lnTo>
                    <a:pt x="8668" y="26594"/>
                  </a:lnTo>
                  <a:lnTo>
                    <a:pt x="9877" y="26594"/>
                  </a:lnTo>
                  <a:lnTo>
                    <a:pt x="9877" y="28317"/>
                  </a:lnTo>
                  <a:lnTo>
                    <a:pt x="11888" y="28317"/>
                  </a:lnTo>
                  <a:lnTo>
                    <a:pt x="11888" y="26594"/>
                  </a:lnTo>
                  <a:lnTo>
                    <a:pt x="13206" y="26594"/>
                  </a:lnTo>
                  <a:lnTo>
                    <a:pt x="13206" y="28317"/>
                  </a:lnTo>
                  <a:lnTo>
                    <a:pt x="15217" y="28317"/>
                  </a:lnTo>
                  <a:lnTo>
                    <a:pt x="15217" y="26594"/>
                  </a:lnTo>
                  <a:lnTo>
                    <a:pt x="16427" y="26594"/>
                  </a:lnTo>
                  <a:lnTo>
                    <a:pt x="16427" y="28317"/>
                  </a:lnTo>
                  <a:lnTo>
                    <a:pt x="18437" y="28317"/>
                  </a:lnTo>
                  <a:lnTo>
                    <a:pt x="18437" y="26594"/>
                  </a:lnTo>
                  <a:lnTo>
                    <a:pt x="19756" y="26594"/>
                  </a:lnTo>
                  <a:lnTo>
                    <a:pt x="19756" y="28317"/>
                  </a:lnTo>
                  <a:lnTo>
                    <a:pt x="21766" y="28317"/>
                  </a:lnTo>
                  <a:lnTo>
                    <a:pt x="21766" y="26594"/>
                  </a:lnTo>
                  <a:lnTo>
                    <a:pt x="22977" y="26594"/>
                  </a:lnTo>
                  <a:lnTo>
                    <a:pt x="22977" y="28317"/>
                  </a:lnTo>
                  <a:lnTo>
                    <a:pt x="24987" y="28317"/>
                  </a:lnTo>
                  <a:lnTo>
                    <a:pt x="24987" y="26594"/>
                  </a:lnTo>
                  <a:lnTo>
                    <a:pt x="25015" y="26594"/>
                  </a:lnTo>
                  <a:cubicBezTo>
                    <a:pt x="25786" y="26594"/>
                    <a:pt x="26446" y="26137"/>
                    <a:pt x="26753" y="25481"/>
                  </a:cubicBezTo>
                  <a:lnTo>
                    <a:pt x="28315" y="25481"/>
                  </a:lnTo>
                  <a:lnTo>
                    <a:pt x="28315" y="23470"/>
                  </a:lnTo>
                  <a:lnTo>
                    <a:pt x="26939" y="23470"/>
                  </a:lnTo>
                  <a:lnTo>
                    <a:pt x="26939" y="22152"/>
                  </a:lnTo>
                  <a:lnTo>
                    <a:pt x="28315" y="22152"/>
                  </a:lnTo>
                  <a:lnTo>
                    <a:pt x="28315" y="20141"/>
                  </a:lnTo>
                  <a:lnTo>
                    <a:pt x="26939" y="20141"/>
                  </a:lnTo>
                  <a:lnTo>
                    <a:pt x="26939" y="18932"/>
                  </a:lnTo>
                  <a:lnTo>
                    <a:pt x="28315" y="18932"/>
                  </a:lnTo>
                  <a:lnTo>
                    <a:pt x="28315" y="16922"/>
                  </a:lnTo>
                  <a:lnTo>
                    <a:pt x="26939" y="16922"/>
                  </a:lnTo>
                  <a:lnTo>
                    <a:pt x="26939" y="15603"/>
                  </a:lnTo>
                  <a:lnTo>
                    <a:pt x="28315" y="15603"/>
                  </a:lnTo>
                  <a:lnTo>
                    <a:pt x="28315" y="13593"/>
                  </a:lnTo>
                  <a:lnTo>
                    <a:pt x="26939" y="13593"/>
                  </a:lnTo>
                  <a:lnTo>
                    <a:pt x="26939" y="12382"/>
                  </a:lnTo>
                  <a:lnTo>
                    <a:pt x="28315" y="12382"/>
                  </a:lnTo>
                  <a:lnTo>
                    <a:pt x="28315" y="10372"/>
                  </a:lnTo>
                  <a:lnTo>
                    <a:pt x="26939" y="10372"/>
                  </a:lnTo>
                  <a:lnTo>
                    <a:pt x="26939" y="9053"/>
                  </a:lnTo>
                  <a:lnTo>
                    <a:pt x="28315" y="9053"/>
                  </a:lnTo>
                  <a:lnTo>
                    <a:pt x="28315" y="7043"/>
                  </a:lnTo>
                  <a:lnTo>
                    <a:pt x="26939" y="7043"/>
                  </a:lnTo>
                  <a:lnTo>
                    <a:pt x="26939" y="5832"/>
                  </a:lnTo>
                  <a:lnTo>
                    <a:pt x="28315" y="5832"/>
                  </a:lnTo>
                  <a:lnTo>
                    <a:pt x="28315" y="3822"/>
                  </a:lnTo>
                  <a:lnTo>
                    <a:pt x="26932" y="3822"/>
                  </a:lnTo>
                  <a:cubicBezTo>
                    <a:pt x="26896" y="2792"/>
                    <a:pt x="26055" y="1965"/>
                    <a:pt x="25015" y="1965"/>
                  </a:cubicBezTo>
                  <a:lnTo>
                    <a:pt x="24987" y="1965"/>
                  </a:lnTo>
                  <a:lnTo>
                    <a:pt x="24987" y="1"/>
                  </a:lnTo>
                  <a:lnTo>
                    <a:pt x="22977" y="1"/>
                  </a:lnTo>
                  <a:lnTo>
                    <a:pt x="22977" y="1965"/>
                  </a:lnTo>
                  <a:lnTo>
                    <a:pt x="21766" y="1965"/>
                  </a:lnTo>
                  <a:lnTo>
                    <a:pt x="21766" y="1"/>
                  </a:lnTo>
                  <a:lnTo>
                    <a:pt x="19756" y="1"/>
                  </a:lnTo>
                  <a:lnTo>
                    <a:pt x="19756" y="1965"/>
                  </a:lnTo>
                  <a:lnTo>
                    <a:pt x="18437" y="1965"/>
                  </a:lnTo>
                  <a:lnTo>
                    <a:pt x="18437" y="1"/>
                  </a:lnTo>
                  <a:lnTo>
                    <a:pt x="16427" y="1"/>
                  </a:lnTo>
                  <a:lnTo>
                    <a:pt x="16427" y="1965"/>
                  </a:lnTo>
                  <a:lnTo>
                    <a:pt x="15217" y="1965"/>
                  </a:lnTo>
                  <a:lnTo>
                    <a:pt x="15217" y="1"/>
                  </a:lnTo>
                  <a:lnTo>
                    <a:pt x="13206" y="1"/>
                  </a:lnTo>
                  <a:lnTo>
                    <a:pt x="13206" y="1965"/>
                  </a:lnTo>
                  <a:lnTo>
                    <a:pt x="11888" y="1965"/>
                  </a:lnTo>
                  <a:lnTo>
                    <a:pt x="11888" y="1"/>
                  </a:lnTo>
                  <a:lnTo>
                    <a:pt x="9877" y="1"/>
                  </a:lnTo>
                  <a:lnTo>
                    <a:pt x="9877" y="1965"/>
                  </a:lnTo>
                  <a:lnTo>
                    <a:pt x="8668" y="1965"/>
                  </a:lnTo>
                  <a:lnTo>
                    <a:pt x="8668" y="1"/>
                  </a:lnTo>
                  <a:lnTo>
                    <a:pt x="6658" y="1"/>
                  </a:lnTo>
                  <a:lnTo>
                    <a:pt x="6658" y="1965"/>
                  </a:lnTo>
                  <a:lnTo>
                    <a:pt x="5339" y="1965"/>
                  </a:lnTo>
                  <a:lnTo>
                    <a:pt x="533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 name="Google Shape;702;p63"/>
            <p:cNvSpPr/>
            <p:nvPr/>
          </p:nvSpPr>
          <p:spPr>
            <a:xfrm>
              <a:off x="3482850" y="850875"/>
              <a:ext cx="491975" cy="707925"/>
            </a:xfrm>
            <a:custGeom>
              <a:rect b="b" l="l" r="r" t="t"/>
              <a:pathLst>
                <a:path extrusionOk="0" h="28317" w="19679">
                  <a:moveTo>
                    <a:pt x="3328" y="1"/>
                  </a:moveTo>
                  <a:lnTo>
                    <a:pt x="3328" y="1965"/>
                  </a:lnTo>
                  <a:lnTo>
                    <a:pt x="3210" y="1965"/>
                  </a:lnTo>
                  <a:cubicBezTo>
                    <a:pt x="2170" y="1965"/>
                    <a:pt x="1329" y="2792"/>
                    <a:pt x="1294" y="3822"/>
                  </a:cubicBezTo>
                  <a:lnTo>
                    <a:pt x="0" y="3822"/>
                  </a:lnTo>
                  <a:lnTo>
                    <a:pt x="0" y="5832"/>
                  </a:lnTo>
                  <a:lnTo>
                    <a:pt x="1287" y="5832"/>
                  </a:lnTo>
                  <a:lnTo>
                    <a:pt x="1287" y="7043"/>
                  </a:lnTo>
                  <a:lnTo>
                    <a:pt x="0" y="7043"/>
                  </a:lnTo>
                  <a:lnTo>
                    <a:pt x="0" y="9053"/>
                  </a:lnTo>
                  <a:lnTo>
                    <a:pt x="1287" y="9053"/>
                  </a:lnTo>
                  <a:lnTo>
                    <a:pt x="1287" y="10372"/>
                  </a:lnTo>
                  <a:lnTo>
                    <a:pt x="0" y="10372"/>
                  </a:lnTo>
                  <a:lnTo>
                    <a:pt x="0" y="12382"/>
                  </a:lnTo>
                  <a:lnTo>
                    <a:pt x="1287" y="12382"/>
                  </a:lnTo>
                  <a:lnTo>
                    <a:pt x="1287" y="13593"/>
                  </a:lnTo>
                  <a:lnTo>
                    <a:pt x="0" y="13593"/>
                  </a:lnTo>
                  <a:lnTo>
                    <a:pt x="0" y="15603"/>
                  </a:lnTo>
                  <a:lnTo>
                    <a:pt x="1287" y="15603"/>
                  </a:lnTo>
                  <a:lnTo>
                    <a:pt x="1287" y="16922"/>
                  </a:lnTo>
                  <a:lnTo>
                    <a:pt x="0" y="16922"/>
                  </a:lnTo>
                  <a:lnTo>
                    <a:pt x="0" y="18932"/>
                  </a:lnTo>
                  <a:lnTo>
                    <a:pt x="1287" y="18932"/>
                  </a:lnTo>
                  <a:lnTo>
                    <a:pt x="1287" y="20141"/>
                  </a:lnTo>
                  <a:lnTo>
                    <a:pt x="0" y="20141"/>
                  </a:lnTo>
                  <a:lnTo>
                    <a:pt x="0" y="22152"/>
                  </a:lnTo>
                  <a:lnTo>
                    <a:pt x="1287" y="22152"/>
                  </a:lnTo>
                  <a:lnTo>
                    <a:pt x="1287" y="23470"/>
                  </a:lnTo>
                  <a:lnTo>
                    <a:pt x="0" y="23470"/>
                  </a:lnTo>
                  <a:lnTo>
                    <a:pt x="0" y="25481"/>
                  </a:lnTo>
                  <a:lnTo>
                    <a:pt x="1472" y="25481"/>
                  </a:lnTo>
                  <a:cubicBezTo>
                    <a:pt x="1779" y="26137"/>
                    <a:pt x="2438" y="26594"/>
                    <a:pt x="3210" y="26594"/>
                  </a:cubicBezTo>
                  <a:lnTo>
                    <a:pt x="3328" y="26594"/>
                  </a:lnTo>
                  <a:lnTo>
                    <a:pt x="3328" y="28317"/>
                  </a:lnTo>
                  <a:lnTo>
                    <a:pt x="5339" y="28317"/>
                  </a:lnTo>
                  <a:lnTo>
                    <a:pt x="5339" y="26594"/>
                  </a:lnTo>
                  <a:lnTo>
                    <a:pt x="6657" y="26594"/>
                  </a:lnTo>
                  <a:lnTo>
                    <a:pt x="6657" y="28317"/>
                  </a:lnTo>
                  <a:lnTo>
                    <a:pt x="8668" y="28317"/>
                  </a:lnTo>
                  <a:lnTo>
                    <a:pt x="8668" y="26594"/>
                  </a:lnTo>
                  <a:lnTo>
                    <a:pt x="9878" y="26594"/>
                  </a:lnTo>
                  <a:lnTo>
                    <a:pt x="9878" y="28317"/>
                  </a:lnTo>
                  <a:lnTo>
                    <a:pt x="11888" y="28317"/>
                  </a:lnTo>
                  <a:lnTo>
                    <a:pt x="11888" y="26594"/>
                  </a:lnTo>
                  <a:lnTo>
                    <a:pt x="13207" y="26594"/>
                  </a:lnTo>
                  <a:lnTo>
                    <a:pt x="13207" y="28317"/>
                  </a:lnTo>
                  <a:lnTo>
                    <a:pt x="15217" y="28317"/>
                  </a:lnTo>
                  <a:lnTo>
                    <a:pt x="15217" y="26594"/>
                  </a:lnTo>
                  <a:lnTo>
                    <a:pt x="16428" y="26594"/>
                  </a:lnTo>
                  <a:lnTo>
                    <a:pt x="16428" y="28317"/>
                  </a:lnTo>
                  <a:lnTo>
                    <a:pt x="18438" y="28317"/>
                  </a:lnTo>
                  <a:lnTo>
                    <a:pt x="18438" y="26594"/>
                  </a:lnTo>
                  <a:lnTo>
                    <a:pt x="19679" y="26594"/>
                  </a:lnTo>
                  <a:cubicBezTo>
                    <a:pt x="10299" y="21989"/>
                    <a:pt x="5724" y="12051"/>
                    <a:pt x="6185" y="1965"/>
                  </a:cubicBezTo>
                  <a:lnTo>
                    <a:pt x="5339" y="1965"/>
                  </a:lnTo>
                  <a:lnTo>
                    <a:pt x="533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 name="Google Shape;703;p63"/>
            <p:cNvSpPr/>
            <p:nvPr/>
          </p:nvSpPr>
          <p:spPr>
            <a:xfrm>
              <a:off x="3976800" y="1516675"/>
              <a:ext cx="50275" cy="42125"/>
            </a:xfrm>
            <a:custGeom>
              <a:rect b="b" l="l" r="r" t="t"/>
              <a:pathLst>
                <a:path extrusionOk="0" h="1685" w="2011">
                  <a:moveTo>
                    <a:pt x="0" y="0"/>
                  </a:moveTo>
                  <a:lnTo>
                    <a:pt x="0" y="1685"/>
                  </a:lnTo>
                  <a:lnTo>
                    <a:pt x="2010" y="1685"/>
                  </a:lnTo>
                  <a:lnTo>
                    <a:pt x="2010" y="869"/>
                  </a:lnTo>
                  <a:cubicBezTo>
                    <a:pt x="1925" y="838"/>
                    <a:pt x="1838" y="810"/>
                    <a:pt x="1753" y="776"/>
                  </a:cubicBezTo>
                  <a:cubicBezTo>
                    <a:pt x="1148" y="541"/>
                    <a:pt x="568" y="277"/>
                    <a:pt x="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 name="Google Shape;704;p63"/>
            <p:cNvSpPr/>
            <p:nvPr/>
          </p:nvSpPr>
          <p:spPr>
            <a:xfrm>
              <a:off x="3685575" y="1077300"/>
              <a:ext cx="205750" cy="272350"/>
            </a:xfrm>
            <a:custGeom>
              <a:rect b="b" l="l" r="r" t="t"/>
              <a:pathLst>
                <a:path extrusionOk="0" h="10894" w="8230">
                  <a:moveTo>
                    <a:pt x="4111" y="2496"/>
                  </a:moveTo>
                  <a:lnTo>
                    <a:pt x="5396" y="7035"/>
                  </a:lnTo>
                  <a:lnTo>
                    <a:pt x="2824" y="7035"/>
                  </a:lnTo>
                  <a:lnTo>
                    <a:pt x="4111" y="2496"/>
                  </a:lnTo>
                  <a:close/>
                  <a:moveTo>
                    <a:pt x="4108" y="0"/>
                  </a:moveTo>
                  <a:cubicBezTo>
                    <a:pt x="3561" y="0"/>
                    <a:pt x="3014" y="206"/>
                    <a:pt x="2882" y="650"/>
                  </a:cubicBezTo>
                  <a:lnTo>
                    <a:pt x="30" y="9947"/>
                  </a:lnTo>
                  <a:cubicBezTo>
                    <a:pt x="15" y="10006"/>
                    <a:pt x="0" y="10065"/>
                    <a:pt x="0" y="10095"/>
                  </a:cubicBezTo>
                  <a:cubicBezTo>
                    <a:pt x="0" y="10568"/>
                    <a:pt x="696" y="10891"/>
                    <a:pt x="1209" y="10893"/>
                  </a:cubicBezTo>
                  <a:cubicBezTo>
                    <a:pt x="1533" y="10893"/>
                    <a:pt x="1785" y="10788"/>
                    <a:pt x="1859" y="10509"/>
                  </a:cubicBezTo>
                  <a:lnTo>
                    <a:pt x="2421" y="8542"/>
                  </a:lnTo>
                  <a:lnTo>
                    <a:pt x="5806" y="8542"/>
                  </a:lnTo>
                  <a:lnTo>
                    <a:pt x="6368" y="10509"/>
                  </a:lnTo>
                  <a:cubicBezTo>
                    <a:pt x="6442" y="10789"/>
                    <a:pt x="6694" y="10893"/>
                    <a:pt x="7017" y="10893"/>
                  </a:cubicBezTo>
                  <a:cubicBezTo>
                    <a:pt x="7536" y="10893"/>
                    <a:pt x="8230" y="10553"/>
                    <a:pt x="8230" y="10095"/>
                  </a:cubicBezTo>
                  <a:cubicBezTo>
                    <a:pt x="8230" y="10050"/>
                    <a:pt x="8216" y="10006"/>
                    <a:pt x="8201" y="9947"/>
                  </a:cubicBezTo>
                  <a:lnTo>
                    <a:pt x="5349" y="650"/>
                  </a:lnTo>
                  <a:cubicBezTo>
                    <a:pt x="5216" y="206"/>
                    <a:pt x="4669" y="0"/>
                    <a:pt x="410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63"/>
            <p:cNvSpPr/>
            <p:nvPr/>
          </p:nvSpPr>
          <p:spPr>
            <a:xfrm>
              <a:off x="3916850" y="1079500"/>
              <a:ext cx="48075" cy="270150"/>
            </a:xfrm>
            <a:custGeom>
              <a:rect b="b" l="l" r="r" t="t"/>
              <a:pathLst>
                <a:path extrusionOk="0" h="10806" w="1923">
                  <a:moveTo>
                    <a:pt x="961" y="0"/>
                  </a:moveTo>
                  <a:cubicBezTo>
                    <a:pt x="474" y="0"/>
                    <a:pt x="1" y="177"/>
                    <a:pt x="1" y="591"/>
                  </a:cubicBezTo>
                  <a:lnTo>
                    <a:pt x="1" y="10200"/>
                  </a:lnTo>
                  <a:cubicBezTo>
                    <a:pt x="1" y="10599"/>
                    <a:pt x="474" y="10805"/>
                    <a:pt x="961" y="10805"/>
                  </a:cubicBezTo>
                  <a:cubicBezTo>
                    <a:pt x="1434" y="10805"/>
                    <a:pt x="1922" y="10599"/>
                    <a:pt x="1922" y="10200"/>
                  </a:cubicBezTo>
                  <a:lnTo>
                    <a:pt x="1922" y="591"/>
                  </a:lnTo>
                  <a:cubicBezTo>
                    <a:pt x="1922" y="177"/>
                    <a:pt x="1434" y="0"/>
                    <a:pt x="96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63"/>
            <p:cNvSpPr/>
            <p:nvPr/>
          </p:nvSpPr>
          <p:spPr>
            <a:xfrm>
              <a:off x="4042850" y="938225"/>
              <a:ext cx="64450" cy="67975"/>
            </a:xfrm>
            <a:custGeom>
              <a:rect b="b" l="l" r="r" t="t"/>
              <a:pathLst>
                <a:path extrusionOk="0" h="2719" w="2578">
                  <a:moveTo>
                    <a:pt x="771" y="0"/>
                  </a:moveTo>
                  <a:cubicBezTo>
                    <a:pt x="464" y="0"/>
                    <a:pt x="179" y="155"/>
                    <a:pt x="90" y="482"/>
                  </a:cubicBezTo>
                  <a:cubicBezTo>
                    <a:pt x="1" y="803"/>
                    <a:pt x="198" y="1253"/>
                    <a:pt x="558" y="1310"/>
                  </a:cubicBezTo>
                  <a:cubicBezTo>
                    <a:pt x="793" y="1348"/>
                    <a:pt x="907" y="1389"/>
                    <a:pt x="1057" y="1586"/>
                  </a:cubicBezTo>
                  <a:cubicBezTo>
                    <a:pt x="1143" y="1698"/>
                    <a:pt x="1178" y="1876"/>
                    <a:pt x="1165" y="2047"/>
                  </a:cubicBezTo>
                  <a:cubicBezTo>
                    <a:pt x="1141" y="2409"/>
                    <a:pt x="1492" y="2719"/>
                    <a:pt x="1839" y="2719"/>
                  </a:cubicBezTo>
                  <a:cubicBezTo>
                    <a:pt x="2225" y="2719"/>
                    <a:pt x="2486" y="2411"/>
                    <a:pt x="2511" y="2047"/>
                  </a:cubicBezTo>
                  <a:cubicBezTo>
                    <a:pt x="2577" y="1106"/>
                    <a:pt x="1855" y="161"/>
                    <a:pt x="917" y="12"/>
                  </a:cubicBezTo>
                  <a:cubicBezTo>
                    <a:pt x="868" y="4"/>
                    <a:pt x="819" y="0"/>
                    <a:pt x="77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63"/>
            <p:cNvSpPr/>
            <p:nvPr/>
          </p:nvSpPr>
          <p:spPr>
            <a:xfrm>
              <a:off x="4074525" y="1036350"/>
              <a:ext cx="39775" cy="231025"/>
            </a:xfrm>
            <a:custGeom>
              <a:rect b="b" l="l" r="r" t="t"/>
              <a:pathLst>
                <a:path extrusionOk="0" h="9241" w="1591">
                  <a:moveTo>
                    <a:pt x="658" y="1"/>
                  </a:moveTo>
                  <a:cubicBezTo>
                    <a:pt x="323" y="1"/>
                    <a:pt x="0" y="216"/>
                    <a:pt x="26" y="649"/>
                  </a:cubicBezTo>
                  <a:cubicBezTo>
                    <a:pt x="180" y="3295"/>
                    <a:pt x="245" y="5941"/>
                    <a:pt x="219" y="8591"/>
                  </a:cubicBezTo>
                  <a:cubicBezTo>
                    <a:pt x="215" y="9024"/>
                    <a:pt x="550" y="9241"/>
                    <a:pt x="886" y="9241"/>
                  </a:cubicBezTo>
                  <a:cubicBezTo>
                    <a:pt x="1222" y="9241"/>
                    <a:pt x="1560" y="9024"/>
                    <a:pt x="1564" y="8591"/>
                  </a:cubicBezTo>
                  <a:cubicBezTo>
                    <a:pt x="1590" y="5941"/>
                    <a:pt x="1526" y="3295"/>
                    <a:pt x="1371" y="649"/>
                  </a:cubicBezTo>
                  <a:cubicBezTo>
                    <a:pt x="1346" y="218"/>
                    <a:pt x="996" y="1"/>
                    <a:pt x="65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8" name="Google Shape;708;p63"/>
          <p:cNvGrpSpPr/>
          <p:nvPr/>
        </p:nvGrpSpPr>
        <p:grpSpPr>
          <a:xfrm rot="-263580">
            <a:off x="603860" y="3660284"/>
            <a:ext cx="1347151" cy="1115842"/>
            <a:chOff x="3159675" y="4001400"/>
            <a:chExt cx="1347100" cy="1115800"/>
          </a:xfrm>
        </p:grpSpPr>
        <p:sp>
          <p:nvSpPr>
            <p:cNvPr id="709" name="Google Shape;709;p63"/>
            <p:cNvSpPr/>
            <p:nvPr/>
          </p:nvSpPr>
          <p:spPr>
            <a:xfrm>
              <a:off x="3671625" y="4949725"/>
              <a:ext cx="328750" cy="135375"/>
            </a:xfrm>
            <a:custGeom>
              <a:rect b="b" l="l" r="r" t="t"/>
              <a:pathLst>
                <a:path extrusionOk="0" h="5415" w="13150">
                  <a:moveTo>
                    <a:pt x="1" y="1"/>
                  </a:moveTo>
                  <a:lnTo>
                    <a:pt x="1" y="5414"/>
                  </a:lnTo>
                  <a:lnTo>
                    <a:pt x="13150" y="5414"/>
                  </a:lnTo>
                  <a:lnTo>
                    <a:pt x="13150"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63"/>
            <p:cNvSpPr/>
            <p:nvPr/>
          </p:nvSpPr>
          <p:spPr>
            <a:xfrm>
              <a:off x="3671600" y="4949725"/>
              <a:ext cx="328750" cy="75325"/>
            </a:xfrm>
            <a:custGeom>
              <a:rect b="b" l="l" r="r" t="t"/>
              <a:pathLst>
                <a:path extrusionOk="0" h="3013" w="13150">
                  <a:moveTo>
                    <a:pt x="0" y="1"/>
                  </a:moveTo>
                  <a:lnTo>
                    <a:pt x="0" y="3013"/>
                  </a:lnTo>
                  <a:cubicBezTo>
                    <a:pt x="4381" y="2750"/>
                    <a:pt x="8765" y="2542"/>
                    <a:pt x="13149" y="2371"/>
                  </a:cubicBezTo>
                  <a:lnTo>
                    <a:pt x="13149"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63"/>
            <p:cNvSpPr/>
            <p:nvPr/>
          </p:nvSpPr>
          <p:spPr>
            <a:xfrm>
              <a:off x="3613075" y="5067300"/>
              <a:ext cx="445850" cy="49900"/>
            </a:xfrm>
            <a:custGeom>
              <a:rect b="b" l="l" r="r" t="t"/>
              <a:pathLst>
                <a:path extrusionOk="0" h="1996" w="17834">
                  <a:moveTo>
                    <a:pt x="1" y="0"/>
                  </a:moveTo>
                  <a:lnTo>
                    <a:pt x="1" y="1996"/>
                  </a:lnTo>
                  <a:lnTo>
                    <a:pt x="17833" y="1996"/>
                  </a:lnTo>
                  <a:lnTo>
                    <a:pt x="1783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63"/>
            <p:cNvSpPr/>
            <p:nvPr/>
          </p:nvSpPr>
          <p:spPr>
            <a:xfrm>
              <a:off x="3159675" y="4001400"/>
              <a:ext cx="1347100" cy="968600"/>
            </a:xfrm>
            <a:custGeom>
              <a:rect b="b" l="l" r="r" t="t"/>
              <a:pathLst>
                <a:path extrusionOk="0" h="38744" w="53884">
                  <a:moveTo>
                    <a:pt x="997" y="1"/>
                  </a:moveTo>
                  <a:cubicBezTo>
                    <a:pt x="446" y="1"/>
                    <a:pt x="0" y="447"/>
                    <a:pt x="0" y="998"/>
                  </a:cubicBezTo>
                  <a:lnTo>
                    <a:pt x="0" y="37746"/>
                  </a:lnTo>
                  <a:cubicBezTo>
                    <a:pt x="0" y="38297"/>
                    <a:pt x="446" y="38743"/>
                    <a:pt x="997" y="38743"/>
                  </a:cubicBezTo>
                  <a:lnTo>
                    <a:pt x="52888" y="38743"/>
                  </a:lnTo>
                  <a:cubicBezTo>
                    <a:pt x="53438" y="38743"/>
                    <a:pt x="53884" y="38297"/>
                    <a:pt x="53883" y="37746"/>
                  </a:cubicBezTo>
                  <a:lnTo>
                    <a:pt x="53883" y="998"/>
                  </a:lnTo>
                  <a:cubicBezTo>
                    <a:pt x="53883" y="447"/>
                    <a:pt x="53437" y="1"/>
                    <a:pt x="5288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63"/>
            <p:cNvSpPr/>
            <p:nvPr/>
          </p:nvSpPr>
          <p:spPr>
            <a:xfrm>
              <a:off x="3324800" y="4001400"/>
              <a:ext cx="1181975" cy="968625"/>
            </a:xfrm>
            <a:custGeom>
              <a:rect b="b" l="l" r="r" t="t"/>
              <a:pathLst>
                <a:path extrusionOk="0" h="38745" w="47279">
                  <a:moveTo>
                    <a:pt x="30770" y="1"/>
                  </a:moveTo>
                  <a:lnTo>
                    <a:pt x="1" y="38744"/>
                  </a:lnTo>
                  <a:lnTo>
                    <a:pt x="46283" y="38744"/>
                  </a:lnTo>
                  <a:cubicBezTo>
                    <a:pt x="46833" y="38744"/>
                    <a:pt x="47279" y="38298"/>
                    <a:pt x="47279" y="37747"/>
                  </a:cubicBezTo>
                  <a:lnTo>
                    <a:pt x="47279" y="999"/>
                  </a:lnTo>
                  <a:cubicBezTo>
                    <a:pt x="47279" y="447"/>
                    <a:pt x="46833" y="1"/>
                    <a:pt x="4628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63"/>
            <p:cNvSpPr/>
            <p:nvPr/>
          </p:nvSpPr>
          <p:spPr>
            <a:xfrm>
              <a:off x="3252125" y="4078950"/>
              <a:ext cx="1159175" cy="726700"/>
            </a:xfrm>
            <a:custGeom>
              <a:rect b="b" l="l" r="r" t="t"/>
              <a:pathLst>
                <a:path extrusionOk="0" h="29068" w="46367">
                  <a:moveTo>
                    <a:pt x="0" y="0"/>
                  </a:moveTo>
                  <a:lnTo>
                    <a:pt x="0" y="29068"/>
                  </a:lnTo>
                  <a:lnTo>
                    <a:pt x="46367" y="29068"/>
                  </a:lnTo>
                  <a:lnTo>
                    <a:pt x="46367"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63"/>
            <p:cNvSpPr/>
            <p:nvPr/>
          </p:nvSpPr>
          <p:spPr>
            <a:xfrm>
              <a:off x="3433775" y="4078950"/>
              <a:ext cx="977525" cy="726700"/>
            </a:xfrm>
            <a:custGeom>
              <a:rect b="b" l="l" r="r" t="t"/>
              <a:pathLst>
                <a:path extrusionOk="0" h="29068" w="39101">
                  <a:moveTo>
                    <a:pt x="25075" y="0"/>
                  </a:moveTo>
                  <a:lnTo>
                    <a:pt x="0" y="29068"/>
                  </a:lnTo>
                  <a:lnTo>
                    <a:pt x="39101" y="29068"/>
                  </a:lnTo>
                  <a:lnTo>
                    <a:pt x="39101"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 name="Google Shape;716;p63"/>
            <p:cNvSpPr/>
            <p:nvPr/>
          </p:nvSpPr>
          <p:spPr>
            <a:xfrm>
              <a:off x="3407075" y="4455325"/>
              <a:ext cx="57500" cy="153075"/>
            </a:xfrm>
            <a:custGeom>
              <a:rect b="b" l="l" r="r" t="t"/>
              <a:pathLst>
                <a:path extrusionOk="0" h="6123" w="2300">
                  <a:moveTo>
                    <a:pt x="0" y="1"/>
                  </a:moveTo>
                  <a:lnTo>
                    <a:pt x="0" y="6123"/>
                  </a:lnTo>
                  <a:lnTo>
                    <a:pt x="2299" y="6123"/>
                  </a:lnTo>
                  <a:lnTo>
                    <a:pt x="2299"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 name="Google Shape;717;p63"/>
            <p:cNvSpPr/>
            <p:nvPr/>
          </p:nvSpPr>
          <p:spPr>
            <a:xfrm>
              <a:off x="3524050" y="4315400"/>
              <a:ext cx="57475" cy="293000"/>
            </a:xfrm>
            <a:custGeom>
              <a:rect b="b" l="l" r="r" t="t"/>
              <a:pathLst>
                <a:path extrusionOk="0" h="11720" w="2299">
                  <a:moveTo>
                    <a:pt x="0" y="0"/>
                  </a:moveTo>
                  <a:lnTo>
                    <a:pt x="0" y="11720"/>
                  </a:lnTo>
                  <a:lnTo>
                    <a:pt x="2299" y="11720"/>
                  </a:lnTo>
                  <a:lnTo>
                    <a:pt x="2299"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63"/>
            <p:cNvSpPr/>
            <p:nvPr/>
          </p:nvSpPr>
          <p:spPr>
            <a:xfrm>
              <a:off x="3642875" y="4380100"/>
              <a:ext cx="57475" cy="228300"/>
            </a:xfrm>
            <a:custGeom>
              <a:rect b="b" l="l" r="r" t="t"/>
              <a:pathLst>
                <a:path extrusionOk="0" h="9132" w="2299">
                  <a:moveTo>
                    <a:pt x="0" y="0"/>
                  </a:moveTo>
                  <a:lnTo>
                    <a:pt x="0" y="9132"/>
                  </a:lnTo>
                  <a:lnTo>
                    <a:pt x="2299" y="9132"/>
                  </a:lnTo>
                  <a:lnTo>
                    <a:pt x="229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63"/>
            <p:cNvSpPr/>
            <p:nvPr/>
          </p:nvSpPr>
          <p:spPr>
            <a:xfrm>
              <a:off x="3186575" y="4041475"/>
              <a:ext cx="30475" cy="104575"/>
            </a:xfrm>
            <a:custGeom>
              <a:rect b="b" l="l" r="r" t="t"/>
              <a:pathLst>
                <a:path extrusionOk="0" h="4183" w="1219">
                  <a:moveTo>
                    <a:pt x="568" y="0"/>
                  </a:moveTo>
                  <a:cubicBezTo>
                    <a:pt x="315" y="0"/>
                    <a:pt x="56" y="162"/>
                    <a:pt x="44" y="486"/>
                  </a:cubicBezTo>
                  <a:cubicBezTo>
                    <a:pt x="1" y="1562"/>
                    <a:pt x="44" y="2632"/>
                    <a:pt x="171" y="3703"/>
                  </a:cubicBezTo>
                  <a:cubicBezTo>
                    <a:pt x="209" y="4022"/>
                    <a:pt x="482" y="4183"/>
                    <a:pt x="735" y="4183"/>
                  </a:cubicBezTo>
                  <a:cubicBezTo>
                    <a:pt x="986" y="4183"/>
                    <a:pt x="1218" y="4024"/>
                    <a:pt x="1180" y="3703"/>
                  </a:cubicBezTo>
                  <a:cubicBezTo>
                    <a:pt x="1053" y="2633"/>
                    <a:pt x="1011" y="1564"/>
                    <a:pt x="1053" y="486"/>
                  </a:cubicBezTo>
                  <a:cubicBezTo>
                    <a:pt x="1065" y="162"/>
                    <a:pt x="820" y="0"/>
                    <a:pt x="56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63"/>
            <p:cNvSpPr/>
            <p:nvPr/>
          </p:nvSpPr>
          <p:spPr>
            <a:xfrm>
              <a:off x="3189400" y="4192775"/>
              <a:ext cx="25250" cy="284100"/>
            </a:xfrm>
            <a:custGeom>
              <a:rect b="b" l="l" r="r" t="t"/>
              <a:pathLst>
                <a:path extrusionOk="0" h="11364" w="1010">
                  <a:moveTo>
                    <a:pt x="504" y="1"/>
                  </a:moveTo>
                  <a:cubicBezTo>
                    <a:pt x="252" y="1"/>
                    <a:pt x="0" y="163"/>
                    <a:pt x="0" y="488"/>
                  </a:cubicBezTo>
                  <a:lnTo>
                    <a:pt x="0" y="10877"/>
                  </a:lnTo>
                  <a:cubicBezTo>
                    <a:pt x="0" y="11201"/>
                    <a:pt x="253" y="11364"/>
                    <a:pt x="505" y="11364"/>
                  </a:cubicBezTo>
                  <a:cubicBezTo>
                    <a:pt x="757" y="11364"/>
                    <a:pt x="1009" y="11202"/>
                    <a:pt x="1009" y="10877"/>
                  </a:cubicBezTo>
                  <a:lnTo>
                    <a:pt x="1009" y="488"/>
                  </a:lnTo>
                  <a:cubicBezTo>
                    <a:pt x="1009" y="163"/>
                    <a:pt x="757" y="1"/>
                    <a:pt x="50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63"/>
            <p:cNvSpPr/>
            <p:nvPr/>
          </p:nvSpPr>
          <p:spPr>
            <a:xfrm>
              <a:off x="3837700" y="4180450"/>
              <a:ext cx="8450" cy="515725"/>
            </a:xfrm>
            <a:custGeom>
              <a:rect b="b" l="l" r="r" t="t"/>
              <a:pathLst>
                <a:path extrusionOk="0" h="20629" w="338">
                  <a:moveTo>
                    <a:pt x="169" y="1"/>
                  </a:moveTo>
                  <a:cubicBezTo>
                    <a:pt x="76" y="1"/>
                    <a:pt x="1" y="76"/>
                    <a:pt x="1" y="168"/>
                  </a:cubicBezTo>
                  <a:lnTo>
                    <a:pt x="1" y="20461"/>
                  </a:lnTo>
                  <a:cubicBezTo>
                    <a:pt x="1" y="20553"/>
                    <a:pt x="76" y="20628"/>
                    <a:pt x="169" y="20628"/>
                  </a:cubicBezTo>
                  <a:cubicBezTo>
                    <a:pt x="261" y="20628"/>
                    <a:pt x="337" y="20553"/>
                    <a:pt x="336" y="20461"/>
                  </a:cubicBezTo>
                  <a:lnTo>
                    <a:pt x="336" y="168"/>
                  </a:lnTo>
                  <a:cubicBezTo>
                    <a:pt x="336" y="76"/>
                    <a:pt x="261" y="1"/>
                    <a:pt x="169"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 name="Google Shape;722;p63"/>
            <p:cNvSpPr/>
            <p:nvPr/>
          </p:nvSpPr>
          <p:spPr>
            <a:xfrm>
              <a:off x="3356650" y="4223650"/>
              <a:ext cx="376525" cy="389000"/>
            </a:xfrm>
            <a:custGeom>
              <a:rect b="b" l="l" r="r" t="t"/>
              <a:pathLst>
                <a:path extrusionOk="0" h="15560" w="15061">
                  <a:moveTo>
                    <a:pt x="168" y="0"/>
                  </a:moveTo>
                  <a:cubicBezTo>
                    <a:pt x="76" y="0"/>
                    <a:pt x="1" y="75"/>
                    <a:pt x="1" y="168"/>
                  </a:cubicBezTo>
                  <a:lnTo>
                    <a:pt x="1" y="15391"/>
                  </a:lnTo>
                  <a:cubicBezTo>
                    <a:pt x="1" y="15484"/>
                    <a:pt x="76" y="15559"/>
                    <a:pt x="168" y="15559"/>
                  </a:cubicBezTo>
                  <a:lnTo>
                    <a:pt x="14893" y="15559"/>
                  </a:lnTo>
                  <a:cubicBezTo>
                    <a:pt x="14985" y="15559"/>
                    <a:pt x="15060" y="15482"/>
                    <a:pt x="15059" y="15391"/>
                  </a:cubicBezTo>
                  <a:cubicBezTo>
                    <a:pt x="15059" y="15299"/>
                    <a:pt x="14984" y="15224"/>
                    <a:pt x="14892" y="15224"/>
                  </a:cubicBezTo>
                  <a:lnTo>
                    <a:pt x="335" y="15224"/>
                  </a:lnTo>
                  <a:lnTo>
                    <a:pt x="335" y="168"/>
                  </a:lnTo>
                  <a:cubicBezTo>
                    <a:pt x="335" y="75"/>
                    <a:pt x="260" y="0"/>
                    <a:pt x="168"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 name="Google Shape;723;p63"/>
            <p:cNvSpPr/>
            <p:nvPr/>
          </p:nvSpPr>
          <p:spPr>
            <a:xfrm>
              <a:off x="3402925" y="4658600"/>
              <a:ext cx="294850" cy="8375"/>
            </a:xfrm>
            <a:custGeom>
              <a:rect b="b" l="l" r="r" t="t"/>
              <a:pathLst>
                <a:path extrusionOk="0" h="335" w="11794">
                  <a:moveTo>
                    <a:pt x="167" y="0"/>
                  </a:moveTo>
                  <a:cubicBezTo>
                    <a:pt x="75" y="0"/>
                    <a:pt x="0" y="75"/>
                    <a:pt x="0" y="167"/>
                  </a:cubicBezTo>
                  <a:cubicBezTo>
                    <a:pt x="0" y="259"/>
                    <a:pt x="75" y="335"/>
                    <a:pt x="167" y="335"/>
                  </a:cubicBezTo>
                  <a:lnTo>
                    <a:pt x="11627" y="335"/>
                  </a:lnTo>
                  <a:cubicBezTo>
                    <a:pt x="11719" y="335"/>
                    <a:pt x="11794" y="259"/>
                    <a:pt x="11794" y="167"/>
                  </a:cubicBezTo>
                  <a:cubicBezTo>
                    <a:pt x="11794" y="75"/>
                    <a:pt x="11719" y="0"/>
                    <a:pt x="11627"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 name="Google Shape;724;p63"/>
            <p:cNvSpPr/>
            <p:nvPr/>
          </p:nvSpPr>
          <p:spPr>
            <a:xfrm>
              <a:off x="3957650" y="4234850"/>
              <a:ext cx="308050" cy="8375"/>
            </a:xfrm>
            <a:custGeom>
              <a:rect b="b" l="l" r="r" t="t"/>
              <a:pathLst>
                <a:path extrusionOk="0" h="335" w="12322">
                  <a:moveTo>
                    <a:pt x="169" y="0"/>
                  </a:moveTo>
                  <a:cubicBezTo>
                    <a:pt x="76" y="0"/>
                    <a:pt x="1" y="75"/>
                    <a:pt x="1" y="167"/>
                  </a:cubicBezTo>
                  <a:cubicBezTo>
                    <a:pt x="1" y="260"/>
                    <a:pt x="76" y="335"/>
                    <a:pt x="169" y="335"/>
                  </a:cubicBezTo>
                  <a:lnTo>
                    <a:pt x="12154" y="335"/>
                  </a:lnTo>
                  <a:cubicBezTo>
                    <a:pt x="12247" y="335"/>
                    <a:pt x="12322" y="260"/>
                    <a:pt x="12322" y="167"/>
                  </a:cubicBezTo>
                  <a:cubicBezTo>
                    <a:pt x="12322" y="75"/>
                    <a:pt x="12247" y="0"/>
                    <a:pt x="12154"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 name="Google Shape;725;p63"/>
            <p:cNvSpPr/>
            <p:nvPr/>
          </p:nvSpPr>
          <p:spPr>
            <a:xfrm>
              <a:off x="3957650" y="4280125"/>
              <a:ext cx="308050" cy="8375"/>
            </a:xfrm>
            <a:custGeom>
              <a:rect b="b" l="l" r="r" t="t"/>
              <a:pathLst>
                <a:path extrusionOk="0" h="335" w="12322">
                  <a:moveTo>
                    <a:pt x="169" y="0"/>
                  </a:moveTo>
                  <a:cubicBezTo>
                    <a:pt x="76" y="0"/>
                    <a:pt x="1" y="75"/>
                    <a:pt x="1" y="167"/>
                  </a:cubicBezTo>
                  <a:cubicBezTo>
                    <a:pt x="1" y="260"/>
                    <a:pt x="76" y="335"/>
                    <a:pt x="169" y="335"/>
                  </a:cubicBezTo>
                  <a:lnTo>
                    <a:pt x="12154" y="335"/>
                  </a:lnTo>
                  <a:cubicBezTo>
                    <a:pt x="12247" y="335"/>
                    <a:pt x="12322" y="258"/>
                    <a:pt x="12322" y="167"/>
                  </a:cubicBezTo>
                  <a:cubicBezTo>
                    <a:pt x="12322" y="75"/>
                    <a:pt x="12247" y="0"/>
                    <a:pt x="12154" y="0"/>
                  </a:cubicBezTo>
                  <a:close/>
                </a:path>
              </a:pathLst>
            </a:custGeom>
            <a:solidFill>
              <a:srgbClr val="403D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 name="Google Shape;726;p63"/>
            <p:cNvSpPr/>
            <p:nvPr/>
          </p:nvSpPr>
          <p:spPr>
            <a:xfrm>
              <a:off x="3957650" y="4280125"/>
              <a:ext cx="308050" cy="8375"/>
            </a:xfrm>
            <a:custGeom>
              <a:rect b="b" l="l" r="r" t="t"/>
              <a:pathLst>
                <a:path extrusionOk="0" h="335" w="12322">
                  <a:moveTo>
                    <a:pt x="169" y="0"/>
                  </a:moveTo>
                  <a:cubicBezTo>
                    <a:pt x="76" y="0"/>
                    <a:pt x="1" y="75"/>
                    <a:pt x="1" y="167"/>
                  </a:cubicBezTo>
                  <a:cubicBezTo>
                    <a:pt x="1" y="260"/>
                    <a:pt x="76" y="335"/>
                    <a:pt x="169" y="335"/>
                  </a:cubicBezTo>
                  <a:lnTo>
                    <a:pt x="12154" y="335"/>
                  </a:lnTo>
                  <a:cubicBezTo>
                    <a:pt x="12247" y="335"/>
                    <a:pt x="12322" y="258"/>
                    <a:pt x="12322" y="167"/>
                  </a:cubicBezTo>
                  <a:cubicBezTo>
                    <a:pt x="12322" y="75"/>
                    <a:pt x="12247" y="0"/>
                    <a:pt x="12154"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 name="Google Shape;727;p63"/>
            <p:cNvSpPr/>
            <p:nvPr/>
          </p:nvSpPr>
          <p:spPr>
            <a:xfrm>
              <a:off x="3957650" y="4325325"/>
              <a:ext cx="308050" cy="8425"/>
            </a:xfrm>
            <a:custGeom>
              <a:rect b="b" l="l" r="r" t="t"/>
              <a:pathLst>
                <a:path extrusionOk="0" h="337" w="12322">
                  <a:moveTo>
                    <a:pt x="169" y="1"/>
                  </a:moveTo>
                  <a:cubicBezTo>
                    <a:pt x="76" y="1"/>
                    <a:pt x="1" y="76"/>
                    <a:pt x="1" y="168"/>
                  </a:cubicBezTo>
                  <a:cubicBezTo>
                    <a:pt x="1" y="261"/>
                    <a:pt x="76" y="336"/>
                    <a:pt x="169" y="336"/>
                  </a:cubicBezTo>
                  <a:lnTo>
                    <a:pt x="12154" y="336"/>
                  </a:lnTo>
                  <a:cubicBezTo>
                    <a:pt x="12247" y="336"/>
                    <a:pt x="12322" y="261"/>
                    <a:pt x="12322" y="168"/>
                  </a:cubicBezTo>
                  <a:cubicBezTo>
                    <a:pt x="12322" y="76"/>
                    <a:pt x="12247" y="1"/>
                    <a:pt x="12154"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 name="Google Shape;728;p63"/>
            <p:cNvSpPr/>
            <p:nvPr/>
          </p:nvSpPr>
          <p:spPr>
            <a:xfrm>
              <a:off x="3957650" y="4372225"/>
              <a:ext cx="308050" cy="8375"/>
            </a:xfrm>
            <a:custGeom>
              <a:rect b="b" l="l" r="r" t="t"/>
              <a:pathLst>
                <a:path extrusionOk="0" h="335" w="12322">
                  <a:moveTo>
                    <a:pt x="169" y="0"/>
                  </a:moveTo>
                  <a:cubicBezTo>
                    <a:pt x="76" y="0"/>
                    <a:pt x="1" y="75"/>
                    <a:pt x="1" y="167"/>
                  </a:cubicBezTo>
                  <a:cubicBezTo>
                    <a:pt x="1" y="259"/>
                    <a:pt x="76" y="335"/>
                    <a:pt x="169" y="335"/>
                  </a:cubicBezTo>
                  <a:lnTo>
                    <a:pt x="12154" y="335"/>
                  </a:lnTo>
                  <a:cubicBezTo>
                    <a:pt x="12247" y="335"/>
                    <a:pt x="12322" y="258"/>
                    <a:pt x="12322" y="167"/>
                  </a:cubicBezTo>
                  <a:cubicBezTo>
                    <a:pt x="12322" y="75"/>
                    <a:pt x="12247" y="0"/>
                    <a:pt x="12154" y="0"/>
                  </a:cubicBezTo>
                  <a:close/>
                </a:path>
              </a:pathLst>
            </a:custGeom>
            <a:solidFill>
              <a:srgbClr val="403D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 name="Google Shape;729;p63"/>
            <p:cNvSpPr/>
            <p:nvPr/>
          </p:nvSpPr>
          <p:spPr>
            <a:xfrm>
              <a:off x="3957650" y="4372225"/>
              <a:ext cx="308050" cy="8375"/>
            </a:xfrm>
            <a:custGeom>
              <a:rect b="b" l="l" r="r" t="t"/>
              <a:pathLst>
                <a:path extrusionOk="0" h="335" w="12322">
                  <a:moveTo>
                    <a:pt x="169" y="0"/>
                  </a:moveTo>
                  <a:cubicBezTo>
                    <a:pt x="76" y="0"/>
                    <a:pt x="1" y="75"/>
                    <a:pt x="1" y="167"/>
                  </a:cubicBezTo>
                  <a:cubicBezTo>
                    <a:pt x="1" y="259"/>
                    <a:pt x="76" y="335"/>
                    <a:pt x="169" y="335"/>
                  </a:cubicBezTo>
                  <a:lnTo>
                    <a:pt x="12154" y="335"/>
                  </a:lnTo>
                  <a:cubicBezTo>
                    <a:pt x="12247" y="335"/>
                    <a:pt x="12322" y="258"/>
                    <a:pt x="12322" y="167"/>
                  </a:cubicBezTo>
                  <a:cubicBezTo>
                    <a:pt x="12322" y="75"/>
                    <a:pt x="12247" y="0"/>
                    <a:pt x="12154"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 name="Google Shape;730;p63"/>
            <p:cNvSpPr/>
            <p:nvPr/>
          </p:nvSpPr>
          <p:spPr>
            <a:xfrm>
              <a:off x="3957650" y="4417425"/>
              <a:ext cx="308050" cy="8425"/>
            </a:xfrm>
            <a:custGeom>
              <a:rect b="b" l="l" r="r" t="t"/>
              <a:pathLst>
                <a:path extrusionOk="0" h="337" w="12322">
                  <a:moveTo>
                    <a:pt x="169" y="1"/>
                  </a:moveTo>
                  <a:cubicBezTo>
                    <a:pt x="76" y="1"/>
                    <a:pt x="1" y="76"/>
                    <a:pt x="1" y="169"/>
                  </a:cubicBezTo>
                  <a:cubicBezTo>
                    <a:pt x="1" y="261"/>
                    <a:pt x="76" y="336"/>
                    <a:pt x="169" y="336"/>
                  </a:cubicBezTo>
                  <a:lnTo>
                    <a:pt x="12154" y="336"/>
                  </a:lnTo>
                  <a:cubicBezTo>
                    <a:pt x="12247" y="336"/>
                    <a:pt x="12322" y="261"/>
                    <a:pt x="12322" y="169"/>
                  </a:cubicBezTo>
                  <a:cubicBezTo>
                    <a:pt x="12322" y="76"/>
                    <a:pt x="12247" y="1"/>
                    <a:pt x="12154"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 name="Google Shape;731;p63"/>
            <p:cNvSpPr/>
            <p:nvPr/>
          </p:nvSpPr>
          <p:spPr>
            <a:xfrm>
              <a:off x="3997575" y="4501275"/>
              <a:ext cx="268125" cy="8375"/>
            </a:xfrm>
            <a:custGeom>
              <a:rect b="b" l="l" r="r" t="t"/>
              <a:pathLst>
                <a:path extrusionOk="0" h="335" w="10725">
                  <a:moveTo>
                    <a:pt x="167" y="0"/>
                  </a:moveTo>
                  <a:cubicBezTo>
                    <a:pt x="75" y="0"/>
                    <a:pt x="0" y="76"/>
                    <a:pt x="0" y="168"/>
                  </a:cubicBezTo>
                  <a:cubicBezTo>
                    <a:pt x="0" y="260"/>
                    <a:pt x="75" y="335"/>
                    <a:pt x="167" y="335"/>
                  </a:cubicBezTo>
                  <a:lnTo>
                    <a:pt x="10557" y="335"/>
                  </a:lnTo>
                  <a:cubicBezTo>
                    <a:pt x="10650" y="335"/>
                    <a:pt x="10725" y="260"/>
                    <a:pt x="10725" y="168"/>
                  </a:cubicBezTo>
                  <a:cubicBezTo>
                    <a:pt x="10725" y="76"/>
                    <a:pt x="10650" y="0"/>
                    <a:pt x="10557"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 name="Google Shape;732;p63"/>
            <p:cNvSpPr/>
            <p:nvPr/>
          </p:nvSpPr>
          <p:spPr>
            <a:xfrm>
              <a:off x="3997575" y="4558400"/>
              <a:ext cx="268125" cy="8400"/>
            </a:xfrm>
            <a:custGeom>
              <a:rect b="b" l="l" r="r" t="t"/>
              <a:pathLst>
                <a:path extrusionOk="0" h="336" w="10725">
                  <a:moveTo>
                    <a:pt x="167" y="0"/>
                  </a:moveTo>
                  <a:cubicBezTo>
                    <a:pt x="75" y="0"/>
                    <a:pt x="0" y="75"/>
                    <a:pt x="0" y="168"/>
                  </a:cubicBezTo>
                  <a:cubicBezTo>
                    <a:pt x="0" y="261"/>
                    <a:pt x="75" y="336"/>
                    <a:pt x="167" y="336"/>
                  </a:cubicBezTo>
                  <a:lnTo>
                    <a:pt x="10557" y="336"/>
                  </a:lnTo>
                  <a:cubicBezTo>
                    <a:pt x="10650" y="336"/>
                    <a:pt x="10725" y="261"/>
                    <a:pt x="10725" y="168"/>
                  </a:cubicBezTo>
                  <a:cubicBezTo>
                    <a:pt x="10725" y="75"/>
                    <a:pt x="10650" y="0"/>
                    <a:pt x="10557"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 name="Google Shape;733;p63"/>
            <p:cNvSpPr/>
            <p:nvPr/>
          </p:nvSpPr>
          <p:spPr>
            <a:xfrm>
              <a:off x="3997575" y="4618400"/>
              <a:ext cx="268125" cy="8400"/>
            </a:xfrm>
            <a:custGeom>
              <a:rect b="b" l="l" r="r" t="t"/>
              <a:pathLst>
                <a:path extrusionOk="0" h="336" w="10725">
                  <a:moveTo>
                    <a:pt x="167" y="1"/>
                  </a:moveTo>
                  <a:cubicBezTo>
                    <a:pt x="75" y="1"/>
                    <a:pt x="0" y="76"/>
                    <a:pt x="0" y="168"/>
                  </a:cubicBezTo>
                  <a:cubicBezTo>
                    <a:pt x="0" y="260"/>
                    <a:pt x="75" y="335"/>
                    <a:pt x="167" y="335"/>
                  </a:cubicBezTo>
                  <a:lnTo>
                    <a:pt x="10557" y="335"/>
                  </a:lnTo>
                  <a:cubicBezTo>
                    <a:pt x="10650" y="335"/>
                    <a:pt x="10725" y="260"/>
                    <a:pt x="10725" y="168"/>
                  </a:cubicBezTo>
                  <a:cubicBezTo>
                    <a:pt x="10725" y="76"/>
                    <a:pt x="10650" y="1"/>
                    <a:pt x="10557"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 name="Google Shape;734;p63"/>
            <p:cNvSpPr/>
            <p:nvPr/>
          </p:nvSpPr>
          <p:spPr>
            <a:xfrm>
              <a:off x="3963150" y="4494050"/>
              <a:ext cx="22875" cy="22850"/>
            </a:xfrm>
            <a:custGeom>
              <a:rect b="b" l="l" r="r" t="t"/>
              <a:pathLst>
                <a:path extrusionOk="0" h="914" w="915">
                  <a:moveTo>
                    <a:pt x="458" y="0"/>
                  </a:moveTo>
                  <a:cubicBezTo>
                    <a:pt x="205" y="0"/>
                    <a:pt x="0" y="205"/>
                    <a:pt x="0" y="457"/>
                  </a:cubicBezTo>
                  <a:cubicBezTo>
                    <a:pt x="0" y="709"/>
                    <a:pt x="206" y="913"/>
                    <a:pt x="458" y="913"/>
                  </a:cubicBezTo>
                  <a:cubicBezTo>
                    <a:pt x="710" y="913"/>
                    <a:pt x="915" y="709"/>
                    <a:pt x="915" y="457"/>
                  </a:cubicBezTo>
                  <a:cubicBezTo>
                    <a:pt x="915" y="204"/>
                    <a:pt x="710"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 name="Google Shape;735;p63"/>
            <p:cNvSpPr/>
            <p:nvPr/>
          </p:nvSpPr>
          <p:spPr>
            <a:xfrm>
              <a:off x="3361850" y="4651350"/>
              <a:ext cx="22875" cy="22850"/>
            </a:xfrm>
            <a:custGeom>
              <a:rect b="b" l="l" r="r" t="t"/>
              <a:pathLst>
                <a:path extrusionOk="0" h="914" w="915">
                  <a:moveTo>
                    <a:pt x="457" y="1"/>
                  </a:moveTo>
                  <a:cubicBezTo>
                    <a:pt x="204" y="1"/>
                    <a:pt x="1" y="204"/>
                    <a:pt x="1" y="457"/>
                  </a:cubicBezTo>
                  <a:cubicBezTo>
                    <a:pt x="1" y="709"/>
                    <a:pt x="204" y="914"/>
                    <a:pt x="457" y="914"/>
                  </a:cubicBezTo>
                  <a:cubicBezTo>
                    <a:pt x="709" y="914"/>
                    <a:pt x="914" y="709"/>
                    <a:pt x="914" y="457"/>
                  </a:cubicBezTo>
                  <a:cubicBezTo>
                    <a:pt x="914" y="204"/>
                    <a:pt x="709" y="1"/>
                    <a:pt x="457"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 name="Google Shape;736;p63"/>
            <p:cNvSpPr/>
            <p:nvPr/>
          </p:nvSpPr>
          <p:spPr>
            <a:xfrm>
              <a:off x="3963150" y="4551150"/>
              <a:ext cx="22875" cy="22900"/>
            </a:xfrm>
            <a:custGeom>
              <a:rect b="b" l="l" r="r" t="t"/>
              <a:pathLst>
                <a:path extrusionOk="0" h="916" w="915">
                  <a:moveTo>
                    <a:pt x="458" y="1"/>
                  </a:moveTo>
                  <a:cubicBezTo>
                    <a:pt x="205" y="1"/>
                    <a:pt x="0" y="206"/>
                    <a:pt x="0" y="458"/>
                  </a:cubicBezTo>
                  <a:cubicBezTo>
                    <a:pt x="0" y="709"/>
                    <a:pt x="206" y="915"/>
                    <a:pt x="458" y="915"/>
                  </a:cubicBezTo>
                  <a:cubicBezTo>
                    <a:pt x="710" y="915"/>
                    <a:pt x="915" y="709"/>
                    <a:pt x="915" y="458"/>
                  </a:cubicBezTo>
                  <a:cubicBezTo>
                    <a:pt x="915" y="206"/>
                    <a:pt x="710" y="1"/>
                    <a:pt x="45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63"/>
            <p:cNvSpPr/>
            <p:nvPr/>
          </p:nvSpPr>
          <p:spPr>
            <a:xfrm>
              <a:off x="3963150" y="4611175"/>
              <a:ext cx="22875" cy="22850"/>
            </a:xfrm>
            <a:custGeom>
              <a:rect b="b" l="l" r="r" t="t"/>
              <a:pathLst>
                <a:path extrusionOk="0" h="914" w="915">
                  <a:moveTo>
                    <a:pt x="458" y="0"/>
                  </a:moveTo>
                  <a:cubicBezTo>
                    <a:pt x="205" y="0"/>
                    <a:pt x="0" y="205"/>
                    <a:pt x="0" y="457"/>
                  </a:cubicBezTo>
                  <a:cubicBezTo>
                    <a:pt x="0" y="709"/>
                    <a:pt x="206" y="914"/>
                    <a:pt x="458" y="914"/>
                  </a:cubicBezTo>
                  <a:cubicBezTo>
                    <a:pt x="710" y="914"/>
                    <a:pt x="915" y="709"/>
                    <a:pt x="915" y="457"/>
                  </a:cubicBezTo>
                  <a:cubicBezTo>
                    <a:pt x="915" y="204"/>
                    <a:pt x="710" y="0"/>
                    <a:pt x="45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738" name="Google Shape;738;p63"/>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sp>
        <p:nvSpPr>
          <p:cNvPr id="739" name="Google Shape;739;p63"/>
          <p:cNvSpPr txBox="1"/>
          <p:nvPr>
            <p:ph hasCustomPrompt="1" type="title"/>
          </p:nvPr>
        </p:nvSpPr>
        <p:spPr>
          <a:xfrm>
            <a:off x="1123350" y="1555504"/>
            <a:ext cx="6897300" cy="1806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9600"/>
              <a:buNone/>
              <a:defRPr sz="9600">
                <a:solidFill>
                  <a:schemeClr val="accent6"/>
                </a:solidFill>
              </a:defRPr>
            </a:lvl1pPr>
            <a:lvl2pPr lvl="1" algn="ctr">
              <a:lnSpc>
                <a:spcPct val="100000"/>
              </a:lnSpc>
              <a:spcBef>
                <a:spcPts val="0"/>
              </a:spcBef>
              <a:spcAft>
                <a:spcPts val="0"/>
              </a:spcAft>
              <a:buSzPts val="9600"/>
              <a:buNone/>
              <a:defRPr sz="9600"/>
            </a:lvl2pPr>
            <a:lvl3pPr lvl="2" algn="ctr">
              <a:lnSpc>
                <a:spcPct val="100000"/>
              </a:lnSpc>
              <a:spcBef>
                <a:spcPts val="0"/>
              </a:spcBef>
              <a:spcAft>
                <a:spcPts val="0"/>
              </a:spcAft>
              <a:buSzPts val="9600"/>
              <a:buNone/>
              <a:defRPr sz="9600"/>
            </a:lvl3pPr>
            <a:lvl4pPr lvl="3" algn="ctr">
              <a:lnSpc>
                <a:spcPct val="100000"/>
              </a:lnSpc>
              <a:spcBef>
                <a:spcPts val="0"/>
              </a:spcBef>
              <a:spcAft>
                <a:spcPts val="0"/>
              </a:spcAft>
              <a:buSzPts val="9600"/>
              <a:buNone/>
              <a:defRPr sz="9600"/>
            </a:lvl4pPr>
            <a:lvl5pPr lvl="4" algn="ctr">
              <a:lnSpc>
                <a:spcPct val="100000"/>
              </a:lnSpc>
              <a:spcBef>
                <a:spcPts val="0"/>
              </a:spcBef>
              <a:spcAft>
                <a:spcPts val="0"/>
              </a:spcAft>
              <a:buSzPts val="9600"/>
              <a:buNone/>
              <a:defRPr sz="9600"/>
            </a:lvl5pPr>
            <a:lvl6pPr lvl="5" algn="ctr">
              <a:lnSpc>
                <a:spcPct val="100000"/>
              </a:lnSpc>
              <a:spcBef>
                <a:spcPts val="0"/>
              </a:spcBef>
              <a:spcAft>
                <a:spcPts val="0"/>
              </a:spcAft>
              <a:buSzPts val="9600"/>
              <a:buNone/>
              <a:defRPr sz="9600"/>
            </a:lvl6pPr>
            <a:lvl7pPr lvl="6" algn="ctr">
              <a:lnSpc>
                <a:spcPct val="100000"/>
              </a:lnSpc>
              <a:spcBef>
                <a:spcPts val="0"/>
              </a:spcBef>
              <a:spcAft>
                <a:spcPts val="0"/>
              </a:spcAft>
              <a:buSzPts val="9600"/>
              <a:buNone/>
              <a:defRPr sz="9600"/>
            </a:lvl7pPr>
            <a:lvl8pPr lvl="7" algn="ctr">
              <a:lnSpc>
                <a:spcPct val="100000"/>
              </a:lnSpc>
              <a:spcBef>
                <a:spcPts val="0"/>
              </a:spcBef>
              <a:spcAft>
                <a:spcPts val="0"/>
              </a:spcAft>
              <a:buSzPts val="9600"/>
              <a:buNone/>
              <a:defRPr sz="9600"/>
            </a:lvl8pPr>
            <a:lvl9pPr lvl="8" algn="ctr">
              <a:lnSpc>
                <a:spcPct val="100000"/>
              </a:lnSpc>
              <a:spcBef>
                <a:spcPts val="0"/>
              </a:spcBef>
              <a:spcAft>
                <a:spcPts val="0"/>
              </a:spcAft>
              <a:buSzPts val="9600"/>
              <a:buNone/>
              <a:defRPr sz="9600"/>
            </a:lvl9pPr>
          </a:lstStyle>
          <a:p>
            <a:r>
              <a:t>xx%</a:t>
            </a:r>
          </a:p>
        </p:txBody>
      </p:sp>
      <p:sp>
        <p:nvSpPr>
          <p:cNvPr id="740" name="Google Shape;740;p63"/>
          <p:cNvSpPr txBox="1"/>
          <p:nvPr>
            <p:ph idx="1" type="subTitle"/>
          </p:nvPr>
        </p:nvSpPr>
        <p:spPr>
          <a:xfrm>
            <a:off x="1123350" y="3516925"/>
            <a:ext cx="6897300" cy="428400"/>
          </a:xfrm>
          <a:prstGeom prst="rect">
            <a:avLst/>
          </a:prstGeom>
          <a:solidFill>
            <a:schemeClr val="accent6"/>
          </a:solid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741" name="Shape 741"/>
        <p:cNvGrpSpPr/>
        <p:nvPr/>
      </p:nvGrpSpPr>
      <p:grpSpPr>
        <a:xfrm>
          <a:off x="0" y="0"/>
          <a:ext cx="0" cy="0"/>
          <a:chOff x="0" y="0"/>
          <a:chExt cx="0" cy="0"/>
        </a:xfrm>
      </p:grpSpPr>
      <p:pic>
        <p:nvPicPr>
          <p:cNvPr id="742" name="Google Shape;742;p64"/>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743" name="Google Shape;743;p64"/>
          <p:cNvGrpSpPr/>
          <p:nvPr/>
        </p:nvGrpSpPr>
        <p:grpSpPr>
          <a:xfrm>
            <a:off x="372025" y="321975"/>
            <a:ext cx="8400000" cy="4503300"/>
            <a:chOff x="372025" y="321975"/>
            <a:chExt cx="8400000" cy="4503300"/>
          </a:xfrm>
        </p:grpSpPr>
        <p:grpSp>
          <p:nvGrpSpPr>
            <p:cNvPr id="744" name="Google Shape;744;p64"/>
            <p:cNvGrpSpPr/>
            <p:nvPr/>
          </p:nvGrpSpPr>
          <p:grpSpPr>
            <a:xfrm>
              <a:off x="372025" y="321975"/>
              <a:ext cx="8400000" cy="4503300"/>
              <a:chOff x="372025" y="321975"/>
              <a:chExt cx="8400000" cy="4503300"/>
            </a:xfrm>
          </p:grpSpPr>
          <p:sp>
            <p:nvSpPr>
              <p:cNvPr id="745" name="Google Shape;745;p64"/>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46" name="Google Shape;746;p64"/>
              <p:cNvGrpSpPr/>
              <p:nvPr/>
            </p:nvGrpSpPr>
            <p:grpSpPr>
              <a:xfrm>
                <a:off x="372025" y="321975"/>
                <a:ext cx="8400000" cy="4499700"/>
                <a:chOff x="372025" y="321975"/>
                <a:chExt cx="8400000" cy="4499700"/>
              </a:xfrm>
            </p:grpSpPr>
            <p:sp>
              <p:nvSpPr>
                <p:cNvPr id="747" name="Google Shape;747;p64"/>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64"/>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 name="Google Shape;749;p64"/>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 name="Google Shape;750;p64"/>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64"/>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64"/>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53" name="Google Shape;753;p64"/>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754" name="Google Shape;754;p64"/>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
        <p:nvSpPr>
          <p:cNvPr id="755" name="Google Shape;755;p64"/>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756" name="Google Shape;756;p64"/>
          <p:cNvSpPr txBox="1"/>
          <p:nvPr>
            <p:ph idx="2" type="title"/>
          </p:nvPr>
        </p:nvSpPr>
        <p:spPr>
          <a:xfrm>
            <a:off x="1544823" y="1649108"/>
            <a:ext cx="28671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l">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757" name="Google Shape;757;p64"/>
          <p:cNvSpPr txBox="1"/>
          <p:nvPr>
            <p:ph idx="1" type="subTitle"/>
          </p:nvPr>
        </p:nvSpPr>
        <p:spPr>
          <a:xfrm>
            <a:off x="1544848" y="2176808"/>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58" name="Google Shape;758;p64"/>
          <p:cNvSpPr txBox="1"/>
          <p:nvPr>
            <p:ph idx="3" type="title"/>
          </p:nvPr>
        </p:nvSpPr>
        <p:spPr>
          <a:xfrm>
            <a:off x="5556855" y="1649108"/>
            <a:ext cx="28671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l">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759" name="Google Shape;759;p64"/>
          <p:cNvSpPr txBox="1"/>
          <p:nvPr>
            <p:ph idx="4" type="subTitle"/>
          </p:nvPr>
        </p:nvSpPr>
        <p:spPr>
          <a:xfrm>
            <a:off x="5556877" y="2176808"/>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60" name="Google Shape;760;p64"/>
          <p:cNvSpPr txBox="1"/>
          <p:nvPr>
            <p:ph idx="5" type="title"/>
          </p:nvPr>
        </p:nvSpPr>
        <p:spPr>
          <a:xfrm>
            <a:off x="1544823" y="3367383"/>
            <a:ext cx="28671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l">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761" name="Google Shape;761;p64"/>
          <p:cNvSpPr txBox="1"/>
          <p:nvPr>
            <p:ph idx="6" type="subTitle"/>
          </p:nvPr>
        </p:nvSpPr>
        <p:spPr>
          <a:xfrm>
            <a:off x="1544848" y="3895083"/>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62" name="Google Shape;762;p64"/>
          <p:cNvSpPr txBox="1"/>
          <p:nvPr>
            <p:ph idx="7" type="title"/>
          </p:nvPr>
        </p:nvSpPr>
        <p:spPr>
          <a:xfrm>
            <a:off x="5556855" y="3367383"/>
            <a:ext cx="28671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l">
              <a:lnSpc>
                <a:spcPct val="100000"/>
              </a:lnSpc>
              <a:spcBef>
                <a:spcPts val="0"/>
              </a:spcBef>
              <a:spcAft>
                <a:spcPts val="0"/>
              </a:spcAft>
              <a:buSzPts val="2400"/>
              <a:buNone/>
              <a:defRPr sz="1600">
                <a:solidFill>
                  <a:schemeClr val="lt2"/>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763" name="Google Shape;763;p64"/>
          <p:cNvSpPr txBox="1"/>
          <p:nvPr>
            <p:ph idx="8" type="subTitle"/>
          </p:nvPr>
        </p:nvSpPr>
        <p:spPr>
          <a:xfrm>
            <a:off x="5556877" y="3895083"/>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2_1">
    <p:spTree>
      <p:nvGrpSpPr>
        <p:cNvPr id="764" name="Shape 764"/>
        <p:cNvGrpSpPr/>
        <p:nvPr/>
      </p:nvGrpSpPr>
      <p:grpSpPr>
        <a:xfrm>
          <a:off x="0" y="0"/>
          <a:ext cx="0" cy="0"/>
          <a:chOff x="0" y="0"/>
          <a:chExt cx="0" cy="0"/>
        </a:xfrm>
      </p:grpSpPr>
      <p:grpSp>
        <p:nvGrpSpPr>
          <p:cNvPr id="765" name="Google Shape;765;p65"/>
          <p:cNvGrpSpPr/>
          <p:nvPr/>
        </p:nvGrpSpPr>
        <p:grpSpPr>
          <a:xfrm>
            <a:off x="7495226" y="1393376"/>
            <a:ext cx="755026" cy="1035656"/>
            <a:chOff x="5141975" y="584675"/>
            <a:chExt cx="922225" cy="1265000"/>
          </a:xfrm>
        </p:grpSpPr>
        <p:sp>
          <p:nvSpPr>
            <p:cNvPr id="766" name="Google Shape;766;p65"/>
            <p:cNvSpPr/>
            <p:nvPr/>
          </p:nvSpPr>
          <p:spPr>
            <a:xfrm>
              <a:off x="5589875" y="654525"/>
              <a:ext cx="329975" cy="74675"/>
            </a:xfrm>
            <a:custGeom>
              <a:rect b="b" l="l" r="r" t="t"/>
              <a:pathLst>
                <a:path extrusionOk="0" h="2987" w="13199">
                  <a:moveTo>
                    <a:pt x="1" y="0"/>
                  </a:moveTo>
                  <a:lnTo>
                    <a:pt x="13198" y="2986"/>
                  </a:lnTo>
                </a:path>
              </a:pathLst>
            </a:custGeom>
            <a:solidFill>
              <a:srgbClr val="0D1C2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 name="Google Shape;767;p65"/>
            <p:cNvSpPr/>
            <p:nvPr/>
          </p:nvSpPr>
          <p:spPr>
            <a:xfrm>
              <a:off x="5588125" y="647200"/>
              <a:ext cx="333125" cy="88850"/>
            </a:xfrm>
            <a:custGeom>
              <a:rect b="b" l="l" r="r" t="t"/>
              <a:pathLst>
                <a:path extrusionOk="0" h="3554" w="13325">
                  <a:moveTo>
                    <a:pt x="129" y="0"/>
                  </a:moveTo>
                  <a:lnTo>
                    <a:pt x="0" y="569"/>
                  </a:lnTo>
                  <a:lnTo>
                    <a:pt x="13196" y="3554"/>
                  </a:lnTo>
                  <a:lnTo>
                    <a:pt x="13325" y="2984"/>
                  </a:lnTo>
                  <a:lnTo>
                    <a:pt x="129"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 name="Google Shape;768;p65"/>
            <p:cNvSpPr/>
            <p:nvPr/>
          </p:nvSpPr>
          <p:spPr>
            <a:xfrm>
              <a:off x="5351750" y="1707200"/>
              <a:ext cx="329925" cy="74600"/>
            </a:xfrm>
            <a:custGeom>
              <a:rect b="b" l="l" r="r" t="t"/>
              <a:pathLst>
                <a:path extrusionOk="0" h="2984" w="13197">
                  <a:moveTo>
                    <a:pt x="1" y="0"/>
                  </a:moveTo>
                  <a:lnTo>
                    <a:pt x="13197" y="2984"/>
                  </a:lnTo>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 name="Google Shape;769;p65"/>
            <p:cNvSpPr/>
            <p:nvPr/>
          </p:nvSpPr>
          <p:spPr>
            <a:xfrm>
              <a:off x="5350025" y="1699800"/>
              <a:ext cx="333125" cy="88850"/>
            </a:xfrm>
            <a:custGeom>
              <a:rect b="b" l="l" r="r" t="t"/>
              <a:pathLst>
                <a:path extrusionOk="0" h="3554" w="13325">
                  <a:moveTo>
                    <a:pt x="129" y="0"/>
                  </a:moveTo>
                  <a:lnTo>
                    <a:pt x="0" y="568"/>
                  </a:lnTo>
                  <a:lnTo>
                    <a:pt x="13196" y="3553"/>
                  </a:lnTo>
                  <a:lnTo>
                    <a:pt x="13325" y="2985"/>
                  </a:lnTo>
                  <a:lnTo>
                    <a:pt x="129"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 name="Google Shape;770;p65"/>
            <p:cNvSpPr/>
            <p:nvPr/>
          </p:nvSpPr>
          <p:spPr>
            <a:xfrm>
              <a:off x="5470675" y="1029075"/>
              <a:ext cx="417400" cy="94425"/>
            </a:xfrm>
            <a:custGeom>
              <a:rect b="b" l="l" r="r" t="t"/>
              <a:pathLst>
                <a:path extrusionOk="0" h="3777" w="16696">
                  <a:moveTo>
                    <a:pt x="1" y="0"/>
                  </a:moveTo>
                  <a:lnTo>
                    <a:pt x="16696" y="3777"/>
                  </a:lnTo>
                </a:path>
              </a:pathLst>
            </a:custGeom>
            <a:solidFill>
              <a:srgbClr val="0D1C2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 name="Google Shape;771;p65"/>
            <p:cNvSpPr/>
            <p:nvPr/>
          </p:nvSpPr>
          <p:spPr>
            <a:xfrm>
              <a:off x="5468900" y="1021725"/>
              <a:ext cx="420625" cy="108650"/>
            </a:xfrm>
            <a:custGeom>
              <a:rect b="b" l="l" r="r" t="t"/>
              <a:pathLst>
                <a:path extrusionOk="0" h="4346" w="16825">
                  <a:moveTo>
                    <a:pt x="129" y="1"/>
                  </a:moveTo>
                  <a:lnTo>
                    <a:pt x="0" y="569"/>
                  </a:lnTo>
                  <a:lnTo>
                    <a:pt x="16696" y="4345"/>
                  </a:lnTo>
                  <a:lnTo>
                    <a:pt x="16824" y="3777"/>
                  </a:lnTo>
                  <a:lnTo>
                    <a:pt x="129"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 name="Google Shape;772;p65"/>
            <p:cNvSpPr/>
            <p:nvPr/>
          </p:nvSpPr>
          <p:spPr>
            <a:xfrm>
              <a:off x="5453100" y="1208525"/>
              <a:ext cx="362700" cy="82075"/>
            </a:xfrm>
            <a:custGeom>
              <a:rect b="b" l="l" r="r" t="t"/>
              <a:pathLst>
                <a:path extrusionOk="0" h="3283" w="14508">
                  <a:moveTo>
                    <a:pt x="1" y="1"/>
                  </a:moveTo>
                  <a:lnTo>
                    <a:pt x="14508" y="3282"/>
                  </a:lnTo>
                </a:path>
              </a:pathLst>
            </a:custGeom>
            <a:solidFill>
              <a:srgbClr val="0D1C2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 name="Google Shape;773;p65"/>
            <p:cNvSpPr/>
            <p:nvPr/>
          </p:nvSpPr>
          <p:spPr>
            <a:xfrm>
              <a:off x="5451350" y="1201175"/>
              <a:ext cx="366000" cy="96275"/>
            </a:xfrm>
            <a:custGeom>
              <a:rect b="b" l="l" r="r" t="t"/>
              <a:pathLst>
                <a:path extrusionOk="0" h="3851" w="14640">
                  <a:moveTo>
                    <a:pt x="130" y="1"/>
                  </a:moveTo>
                  <a:lnTo>
                    <a:pt x="1" y="570"/>
                  </a:lnTo>
                  <a:lnTo>
                    <a:pt x="14510" y="3851"/>
                  </a:lnTo>
                  <a:lnTo>
                    <a:pt x="14639" y="3283"/>
                  </a:lnTo>
                  <a:lnTo>
                    <a:pt x="130"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 name="Google Shape;774;p65"/>
            <p:cNvSpPr/>
            <p:nvPr/>
          </p:nvSpPr>
          <p:spPr>
            <a:xfrm>
              <a:off x="5450075" y="1120200"/>
              <a:ext cx="417400" cy="94425"/>
            </a:xfrm>
            <a:custGeom>
              <a:rect b="b" l="l" r="r" t="t"/>
              <a:pathLst>
                <a:path extrusionOk="0" h="3777" w="16696">
                  <a:moveTo>
                    <a:pt x="0" y="1"/>
                  </a:moveTo>
                  <a:lnTo>
                    <a:pt x="16695" y="3777"/>
                  </a:lnTo>
                </a:path>
              </a:pathLst>
            </a:custGeom>
            <a:solidFill>
              <a:srgbClr val="0D1C2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 name="Google Shape;775;p65"/>
            <p:cNvSpPr/>
            <p:nvPr/>
          </p:nvSpPr>
          <p:spPr>
            <a:xfrm>
              <a:off x="5448375" y="1112900"/>
              <a:ext cx="420650" cy="108625"/>
            </a:xfrm>
            <a:custGeom>
              <a:rect b="b" l="l" r="r" t="t"/>
              <a:pathLst>
                <a:path extrusionOk="0" h="4345" w="16826">
                  <a:moveTo>
                    <a:pt x="130" y="0"/>
                  </a:moveTo>
                  <a:lnTo>
                    <a:pt x="1" y="568"/>
                  </a:lnTo>
                  <a:lnTo>
                    <a:pt x="16697" y="4345"/>
                  </a:lnTo>
                  <a:lnTo>
                    <a:pt x="16825" y="3776"/>
                  </a:lnTo>
                  <a:lnTo>
                    <a:pt x="130"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 name="Google Shape;776;p65"/>
            <p:cNvSpPr/>
            <p:nvPr/>
          </p:nvSpPr>
          <p:spPr>
            <a:xfrm>
              <a:off x="5625775" y="749975"/>
              <a:ext cx="242450" cy="54875"/>
            </a:xfrm>
            <a:custGeom>
              <a:rect b="b" l="l" r="r" t="t"/>
              <a:pathLst>
                <a:path extrusionOk="0" h="2195" w="9698">
                  <a:moveTo>
                    <a:pt x="0" y="0"/>
                  </a:moveTo>
                  <a:lnTo>
                    <a:pt x="9697" y="2195"/>
                  </a:lnTo>
                </a:path>
              </a:pathLst>
            </a:custGeom>
            <a:solidFill>
              <a:srgbClr val="0D1C2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 name="Google Shape;777;p65"/>
            <p:cNvSpPr/>
            <p:nvPr/>
          </p:nvSpPr>
          <p:spPr>
            <a:xfrm>
              <a:off x="5624000" y="742650"/>
              <a:ext cx="245725" cy="69075"/>
            </a:xfrm>
            <a:custGeom>
              <a:rect b="b" l="l" r="r" t="t"/>
              <a:pathLst>
                <a:path extrusionOk="0" h="2763" w="9829">
                  <a:moveTo>
                    <a:pt x="129" y="0"/>
                  </a:moveTo>
                  <a:lnTo>
                    <a:pt x="1" y="570"/>
                  </a:lnTo>
                  <a:lnTo>
                    <a:pt x="9699" y="2762"/>
                  </a:lnTo>
                  <a:lnTo>
                    <a:pt x="9828" y="2194"/>
                  </a:lnTo>
                  <a:lnTo>
                    <a:pt x="129"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 name="Google Shape;778;p65"/>
            <p:cNvSpPr/>
            <p:nvPr/>
          </p:nvSpPr>
          <p:spPr>
            <a:xfrm>
              <a:off x="5458800" y="1437175"/>
              <a:ext cx="253425" cy="57350"/>
            </a:xfrm>
            <a:custGeom>
              <a:rect b="b" l="l" r="r" t="t"/>
              <a:pathLst>
                <a:path extrusionOk="0" h="2294" w="10137">
                  <a:moveTo>
                    <a:pt x="1" y="0"/>
                  </a:moveTo>
                  <a:lnTo>
                    <a:pt x="10136" y="2294"/>
                  </a:lnTo>
                </a:path>
              </a:pathLst>
            </a:custGeom>
            <a:solidFill>
              <a:srgbClr val="0D1C2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 name="Google Shape;779;p65"/>
            <p:cNvSpPr/>
            <p:nvPr/>
          </p:nvSpPr>
          <p:spPr>
            <a:xfrm>
              <a:off x="5457150" y="1429825"/>
              <a:ext cx="256600" cy="71525"/>
            </a:xfrm>
            <a:custGeom>
              <a:rect b="b" l="l" r="r" t="t"/>
              <a:pathLst>
                <a:path extrusionOk="0" h="2861" w="10264">
                  <a:moveTo>
                    <a:pt x="129" y="0"/>
                  </a:moveTo>
                  <a:lnTo>
                    <a:pt x="0" y="569"/>
                  </a:lnTo>
                  <a:lnTo>
                    <a:pt x="10135" y="2861"/>
                  </a:lnTo>
                  <a:lnTo>
                    <a:pt x="10263" y="2293"/>
                  </a:lnTo>
                  <a:lnTo>
                    <a:pt x="129"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 name="Google Shape;780;p65"/>
            <p:cNvSpPr/>
            <p:nvPr/>
          </p:nvSpPr>
          <p:spPr>
            <a:xfrm>
              <a:off x="5440025" y="1520250"/>
              <a:ext cx="242475" cy="54850"/>
            </a:xfrm>
            <a:custGeom>
              <a:rect b="b" l="l" r="r" t="t"/>
              <a:pathLst>
                <a:path extrusionOk="0" h="2194" w="9699">
                  <a:moveTo>
                    <a:pt x="0" y="1"/>
                  </a:moveTo>
                  <a:lnTo>
                    <a:pt x="9698" y="2193"/>
                  </a:lnTo>
                </a:path>
              </a:pathLst>
            </a:custGeom>
            <a:solidFill>
              <a:srgbClr val="0D1C2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 name="Google Shape;781;p65"/>
            <p:cNvSpPr/>
            <p:nvPr/>
          </p:nvSpPr>
          <p:spPr>
            <a:xfrm>
              <a:off x="5438275" y="1512850"/>
              <a:ext cx="245650" cy="69075"/>
            </a:xfrm>
            <a:custGeom>
              <a:rect b="b" l="l" r="r" t="t"/>
              <a:pathLst>
                <a:path extrusionOk="0" h="2763" w="9826">
                  <a:moveTo>
                    <a:pt x="129" y="1"/>
                  </a:moveTo>
                  <a:lnTo>
                    <a:pt x="1" y="569"/>
                  </a:lnTo>
                  <a:lnTo>
                    <a:pt x="9698" y="2763"/>
                  </a:lnTo>
                  <a:lnTo>
                    <a:pt x="9826" y="2195"/>
                  </a:lnTo>
                  <a:lnTo>
                    <a:pt x="129"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 name="Google Shape;782;p65"/>
            <p:cNvSpPr/>
            <p:nvPr/>
          </p:nvSpPr>
          <p:spPr>
            <a:xfrm>
              <a:off x="5578750" y="957750"/>
              <a:ext cx="242475" cy="54875"/>
            </a:xfrm>
            <a:custGeom>
              <a:rect b="b" l="l" r="r" t="t"/>
              <a:pathLst>
                <a:path extrusionOk="0" h="2195" w="9699">
                  <a:moveTo>
                    <a:pt x="1" y="0"/>
                  </a:moveTo>
                  <a:lnTo>
                    <a:pt x="9699" y="2194"/>
                  </a:lnTo>
                </a:path>
              </a:pathLst>
            </a:custGeom>
            <a:solidFill>
              <a:srgbClr val="0D1C2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 name="Google Shape;783;p65"/>
            <p:cNvSpPr/>
            <p:nvPr/>
          </p:nvSpPr>
          <p:spPr>
            <a:xfrm>
              <a:off x="5577000" y="950375"/>
              <a:ext cx="245650" cy="69075"/>
            </a:xfrm>
            <a:custGeom>
              <a:rect b="b" l="l" r="r" t="t"/>
              <a:pathLst>
                <a:path extrusionOk="0" h="2763" w="9826">
                  <a:moveTo>
                    <a:pt x="129" y="1"/>
                  </a:moveTo>
                  <a:lnTo>
                    <a:pt x="0" y="569"/>
                  </a:lnTo>
                  <a:lnTo>
                    <a:pt x="9697" y="2762"/>
                  </a:lnTo>
                  <a:lnTo>
                    <a:pt x="9825" y="2193"/>
                  </a:lnTo>
                  <a:lnTo>
                    <a:pt x="129"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65"/>
            <p:cNvSpPr/>
            <p:nvPr/>
          </p:nvSpPr>
          <p:spPr>
            <a:xfrm>
              <a:off x="5374425" y="584675"/>
              <a:ext cx="559375" cy="1265000"/>
            </a:xfrm>
            <a:custGeom>
              <a:rect b="b" l="l" r="r" t="t"/>
              <a:pathLst>
                <a:path extrusionOk="0" h="50600" w="22375">
                  <a:moveTo>
                    <a:pt x="9068" y="0"/>
                  </a:moveTo>
                  <a:cubicBezTo>
                    <a:pt x="8695" y="0"/>
                    <a:pt x="8348" y="235"/>
                    <a:pt x="8220" y="606"/>
                  </a:cubicBezTo>
                  <a:cubicBezTo>
                    <a:pt x="8140" y="835"/>
                    <a:pt x="6333" y="6301"/>
                    <a:pt x="11195" y="11430"/>
                  </a:cubicBezTo>
                  <a:cubicBezTo>
                    <a:pt x="11939" y="12216"/>
                    <a:pt x="12842" y="12991"/>
                    <a:pt x="13796" y="13812"/>
                  </a:cubicBezTo>
                  <a:cubicBezTo>
                    <a:pt x="16885" y="16467"/>
                    <a:pt x="20388" y="19477"/>
                    <a:pt x="19412" y="23786"/>
                  </a:cubicBezTo>
                  <a:cubicBezTo>
                    <a:pt x="18507" y="27787"/>
                    <a:pt x="14129" y="28741"/>
                    <a:pt x="9895" y="29666"/>
                  </a:cubicBezTo>
                  <a:cubicBezTo>
                    <a:pt x="5931" y="30529"/>
                    <a:pt x="1831" y="31422"/>
                    <a:pt x="1012" y="35033"/>
                  </a:cubicBezTo>
                  <a:cubicBezTo>
                    <a:pt x="1" y="39487"/>
                    <a:pt x="3620" y="41679"/>
                    <a:pt x="6812" y="43615"/>
                  </a:cubicBezTo>
                  <a:cubicBezTo>
                    <a:pt x="10109" y="45612"/>
                    <a:pt x="12079" y="47008"/>
                    <a:pt x="11602" y="49535"/>
                  </a:cubicBezTo>
                  <a:cubicBezTo>
                    <a:pt x="11510" y="50023"/>
                    <a:pt x="11830" y="50492"/>
                    <a:pt x="12317" y="50584"/>
                  </a:cubicBezTo>
                  <a:cubicBezTo>
                    <a:pt x="12374" y="50594"/>
                    <a:pt x="12429" y="50600"/>
                    <a:pt x="12484" y="50600"/>
                  </a:cubicBezTo>
                  <a:cubicBezTo>
                    <a:pt x="12906" y="50600"/>
                    <a:pt x="13283" y="50298"/>
                    <a:pt x="13365" y="49867"/>
                  </a:cubicBezTo>
                  <a:cubicBezTo>
                    <a:pt x="14106" y="45936"/>
                    <a:pt x="10725" y="43888"/>
                    <a:pt x="7743" y="42079"/>
                  </a:cubicBezTo>
                  <a:cubicBezTo>
                    <a:pt x="4193" y="39928"/>
                    <a:pt x="2084" y="38407"/>
                    <a:pt x="2762" y="35430"/>
                  </a:cubicBezTo>
                  <a:cubicBezTo>
                    <a:pt x="3328" y="32931"/>
                    <a:pt x="6548" y="32229"/>
                    <a:pt x="10277" y="31417"/>
                  </a:cubicBezTo>
                  <a:cubicBezTo>
                    <a:pt x="14836" y="30424"/>
                    <a:pt x="20005" y="29297"/>
                    <a:pt x="21162" y="24182"/>
                  </a:cubicBezTo>
                  <a:cubicBezTo>
                    <a:pt x="22375" y="18819"/>
                    <a:pt x="18267" y="15289"/>
                    <a:pt x="14966" y="12452"/>
                  </a:cubicBezTo>
                  <a:cubicBezTo>
                    <a:pt x="14047" y="11661"/>
                    <a:pt x="13180" y="10916"/>
                    <a:pt x="12498" y="10196"/>
                  </a:cubicBezTo>
                  <a:cubicBezTo>
                    <a:pt x="8415" y="5890"/>
                    <a:pt x="9849" y="1393"/>
                    <a:pt x="9916" y="1187"/>
                  </a:cubicBezTo>
                  <a:cubicBezTo>
                    <a:pt x="10077" y="719"/>
                    <a:pt x="9828" y="210"/>
                    <a:pt x="9361" y="49"/>
                  </a:cubicBezTo>
                  <a:cubicBezTo>
                    <a:pt x="9264" y="16"/>
                    <a:pt x="9165" y="0"/>
                    <a:pt x="906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 name="Google Shape;785;p65"/>
            <p:cNvSpPr/>
            <p:nvPr/>
          </p:nvSpPr>
          <p:spPr>
            <a:xfrm>
              <a:off x="5307375" y="660150"/>
              <a:ext cx="650775" cy="1109375"/>
            </a:xfrm>
            <a:custGeom>
              <a:rect b="b" l="l" r="r" t="t"/>
              <a:pathLst>
                <a:path extrusionOk="0" h="44375" w="26031">
                  <a:moveTo>
                    <a:pt x="25085" y="1"/>
                  </a:moveTo>
                  <a:cubicBezTo>
                    <a:pt x="24639" y="1"/>
                    <a:pt x="24248" y="335"/>
                    <a:pt x="24192" y="791"/>
                  </a:cubicBezTo>
                  <a:cubicBezTo>
                    <a:pt x="24169" y="990"/>
                    <a:pt x="23536" y="5678"/>
                    <a:pt x="17986" y="7814"/>
                  </a:cubicBezTo>
                  <a:cubicBezTo>
                    <a:pt x="17062" y="8169"/>
                    <a:pt x="15957" y="8469"/>
                    <a:pt x="14787" y="8787"/>
                  </a:cubicBezTo>
                  <a:cubicBezTo>
                    <a:pt x="10586" y="9926"/>
                    <a:pt x="5358" y="11345"/>
                    <a:pt x="4144" y="16708"/>
                  </a:cubicBezTo>
                  <a:cubicBezTo>
                    <a:pt x="2986" y="21823"/>
                    <a:pt x="7167" y="25063"/>
                    <a:pt x="10855" y="27924"/>
                  </a:cubicBezTo>
                  <a:cubicBezTo>
                    <a:pt x="13871" y="30262"/>
                    <a:pt x="16474" y="32282"/>
                    <a:pt x="15911" y="34780"/>
                  </a:cubicBezTo>
                  <a:cubicBezTo>
                    <a:pt x="15240" y="37760"/>
                    <a:pt x="12683" y="38226"/>
                    <a:pt x="8553" y="38640"/>
                  </a:cubicBezTo>
                  <a:cubicBezTo>
                    <a:pt x="5082" y="38987"/>
                    <a:pt x="1149" y="39381"/>
                    <a:pt x="127" y="43249"/>
                  </a:cubicBezTo>
                  <a:cubicBezTo>
                    <a:pt x="0" y="43727"/>
                    <a:pt x="285" y="44217"/>
                    <a:pt x="765" y="44345"/>
                  </a:cubicBezTo>
                  <a:cubicBezTo>
                    <a:pt x="842" y="44365"/>
                    <a:pt x="919" y="44375"/>
                    <a:pt x="995" y="44375"/>
                  </a:cubicBezTo>
                  <a:cubicBezTo>
                    <a:pt x="1392" y="44375"/>
                    <a:pt x="1755" y="44109"/>
                    <a:pt x="1864" y="43708"/>
                  </a:cubicBezTo>
                  <a:cubicBezTo>
                    <a:pt x="2520" y="41223"/>
                    <a:pt x="4898" y="40810"/>
                    <a:pt x="8733" y="40425"/>
                  </a:cubicBezTo>
                  <a:cubicBezTo>
                    <a:pt x="12448" y="40052"/>
                    <a:pt x="16659" y="39632"/>
                    <a:pt x="17663" y="35176"/>
                  </a:cubicBezTo>
                  <a:cubicBezTo>
                    <a:pt x="18477" y="31564"/>
                    <a:pt x="15161" y="28993"/>
                    <a:pt x="11955" y="26507"/>
                  </a:cubicBezTo>
                  <a:cubicBezTo>
                    <a:pt x="8531" y="23852"/>
                    <a:pt x="4989" y="21106"/>
                    <a:pt x="5895" y="17104"/>
                  </a:cubicBezTo>
                  <a:cubicBezTo>
                    <a:pt x="6870" y="12794"/>
                    <a:pt x="11325" y="11585"/>
                    <a:pt x="15256" y="10518"/>
                  </a:cubicBezTo>
                  <a:cubicBezTo>
                    <a:pt x="16472" y="10187"/>
                    <a:pt x="17619" y="9876"/>
                    <a:pt x="18629" y="9488"/>
                  </a:cubicBezTo>
                  <a:cubicBezTo>
                    <a:pt x="25226" y="6952"/>
                    <a:pt x="25947" y="1240"/>
                    <a:pt x="25975" y="997"/>
                  </a:cubicBezTo>
                  <a:cubicBezTo>
                    <a:pt x="26030" y="507"/>
                    <a:pt x="25678" y="65"/>
                    <a:pt x="25188" y="7"/>
                  </a:cubicBezTo>
                  <a:cubicBezTo>
                    <a:pt x="25154" y="3"/>
                    <a:pt x="25119" y="1"/>
                    <a:pt x="250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 name="Google Shape;786;p65"/>
            <p:cNvSpPr/>
            <p:nvPr/>
          </p:nvSpPr>
          <p:spPr>
            <a:xfrm>
              <a:off x="5980500" y="901400"/>
              <a:ext cx="83700" cy="73425"/>
            </a:xfrm>
            <a:custGeom>
              <a:rect b="b" l="l" r="r" t="t"/>
              <a:pathLst>
                <a:path extrusionOk="0" h="2937" w="3348">
                  <a:moveTo>
                    <a:pt x="1674" y="1"/>
                  </a:moveTo>
                  <a:cubicBezTo>
                    <a:pt x="1406" y="1"/>
                    <a:pt x="1135" y="74"/>
                    <a:pt x="891" y="228"/>
                  </a:cubicBezTo>
                  <a:cubicBezTo>
                    <a:pt x="205" y="659"/>
                    <a:pt x="0" y="1566"/>
                    <a:pt x="434" y="2251"/>
                  </a:cubicBezTo>
                  <a:cubicBezTo>
                    <a:pt x="712" y="2694"/>
                    <a:pt x="1188" y="2936"/>
                    <a:pt x="1675" y="2936"/>
                  </a:cubicBezTo>
                  <a:cubicBezTo>
                    <a:pt x="1943" y="2936"/>
                    <a:pt x="2214" y="2863"/>
                    <a:pt x="2457" y="2710"/>
                  </a:cubicBezTo>
                  <a:cubicBezTo>
                    <a:pt x="3143" y="2277"/>
                    <a:pt x="3348" y="1371"/>
                    <a:pt x="2916" y="686"/>
                  </a:cubicBezTo>
                  <a:cubicBezTo>
                    <a:pt x="2637" y="243"/>
                    <a:pt x="2161" y="1"/>
                    <a:pt x="167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 name="Google Shape;787;p65"/>
            <p:cNvSpPr/>
            <p:nvPr/>
          </p:nvSpPr>
          <p:spPr>
            <a:xfrm>
              <a:off x="5216050" y="1573200"/>
              <a:ext cx="83675" cy="73425"/>
            </a:xfrm>
            <a:custGeom>
              <a:rect b="b" l="l" r="r" t="t"/>
              <a:pathLst>
                <a:path extrusionOk="0" h="2937" w="3347">
                  <a:moveTo>
                    <a:pt x="1672" y="1"/>
                  </a:moveTo>
                  <a:cubicBezTo>
                    <a:pt x="1405" y="1"/>
                    <a:pt x="1134" y="74"/>
                    <a:pt x="891" y="228"/>
                  </a:cubicBezTo>
                  <a:cubicBezTo>
                    <a:pt x="205" y="661"/>
                    <a:pt x="0" y="1567"/>
                    <a:pt x="434" y="2252"/>
                  </a:cubicBezTo>
                  <a:cubicBezTo>
                    <a:pt x="712" y="2695"/>
                    <a:pt x="1188" y="2937"/>
                    <a:pt x="1675" y="2937"/>
                  </a:cubicBezTo>
                  <a:cubicBezTo>
                    <a:pt x="1942" y="2937"/>
                    <a:pt x="2214" y="2863"/>
                    <a:pt x="2457" y="2710"/>
                  </a:cubicBezTo>
                  <a:cubicBezTo>
                    <a:pt x="3142" y="2278"/>
                    <a:pt x="3347" y="1372"/>
                    <a:pt x="2916" y="687"/>
                  </a:cubicBezTo>
                  <a:cubicBezTo>
                    <a:pt x="2636" y="244"/>
                    <a:pt x="2159" y="1"/>
                    <a:pt x="1672"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65"/>
            <p:cNvSpPr/>
            <p:nvPr/>
          </p:nvSpPr>
          <p:spPr>
            <a:xfrm>
              <a:off x="5300775" y="1212850"/>
              <a:ext cx="83675" cy="73400"/>
            </a:xfrm>
            <a:custGeom>
              <a:rect b="b" l="l" r="r" t="t"/>
              <a:pathLst>
                <a:path extrusionOk="0" h="2936" w="3347">
                  <a:moveTo>
                    <a:pt x="1673" y="0"/>
                  </a:moveTo>
                  <a:cubicBezTo>
                    <a:pt x="1405" y="0"/>
                    <a:pt x="1134" y="73"/>
                    <a:pt x="891" y="226"/>
                  </a:cubicBezTo>
                  <a:cubicBezTo>
                    <a:pt x="205" y="660"/>
                    <a:pt x="0" y="1566"/>
                    <a:pt x="434" y="2251"/>
                  </a:cubicBezTo>
                  <a:cubicBezTo>
                    <a:pt x="713" y="2693"/>
                    <a:pt x="1189" y="2936"/>
                    <a:pt x="1676" y="2936"/>
                  </a:cubicBezTo>
                  <a:cubicBezTo>
                    <a:pt x="1943" y="2936"/>
                    <a:pt x="2214" y="2862"/>
                    <a:pt x="2457" y="2708"/>
                  </a:cubicBezTo>
                  <a:cubicBezTo>
                    <a:pt x="3142" y="2276"/>
                    <a:pt x="3347" y="1370"/>
                    <a:pt x="2916" y="685"/>
                  </a:cubicBezTo>
                  <a:cubicBezTo>
                    <a:pt x="2636" y="242"/>
                    <a:pt x="2160" y="0"/>
                    <a:pt x="1673"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65"/>
            <p:cNvSpPr/>
            <p:nvPr/>
          </p:nvSpPr>
          <p:spPr>
            <a:xfrm>
              <a:off x="5874725" y="1642875"/>
              <a:ext cx="83675" cy="73425"/>
            </a:xfrm>
            <a:custGeom>
              <a:rect b="b" l="l" r="r" t="t"/>
              <a:pathLst>
                <a:path extrusionOk="0" h="2937" w="3347">
                  <a:moveTo>
                    <a:pt x="1673" y="0"/>
                  </a:moveTo>
                  <a:cubicBezTo>
                    <a:pt x="1405" y="0"/>
                    <a:pt x="1135" y="74"/>
                    <a:pt x="892" y="227"/>
                  </a:cubicBezTo>
                  <a:cubicBezTo>
                    <a:pt x="205" y="660"/>
                    <a:pt x="1" y="1566"/>
                    <a:pt x="433" y="2251"/>
                  </a:cubicBezTo>
                  <a:cubicBezTo>
                    <a:pt x="711" y="2694"/>
                    <a:pt x="1188" y="2936"/>
                    <a:pt x="1675" y="2936"/>
                  </a:cubicBezTo>
                  <a:cubicBezTo>
                    <a:pt x="1943" y="2936"/>
                    <a:pt x="2214" y="2863"/>
                    <a:pt x="2457" y="2709"/>
                  </a:cubicBezTo>
                  <a:cubicBezTo>
                    <a:pt x="3142" y="2276"/>
                    <a:pt x="3347" y="1370"/>
                    <a:pt x="2915" y="686"/>
                  </a:cubicBezTo>
                  <a:cubicBezTo>
                    <a:pt x="2637" y="243"/>
                    <a:pt x="2160" y="0"/>
                    <a:pt x="1673"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65"/>
            <p:cNvSpPr/>
            <p:nvPr/>
          </p:nvSpPr>
          <p:spPr>
            <a:xfrm>
              <a:off x="5522825" y="804775"/>
              <a:ext cx="25625" cy="22500"/>
            </a:xfrm>
            <a:custGeom>
              <a:rect b="b" l="l" r="r" t="t"/>
              <a:pathLst>
                <a:path extrusionOk="0" h="900" w="1025">
                  <a:moveTo>
                    <a:pt x="511" y="1"/>
                  </a:moveTo>
                  <a:cubicBezTo>
                    <a:pt x="429" y="1"/>
                    <a:pt x="346" y="23"/>
                    <a:pt x="272" y="70"/>
                  </a:cubicBezTo>
                  <a:cubicBezTo>
                    <a:pt x="62" y="203"/>
                    <a:pt x="0" y="481"/>
                    <a:pt x="133" y="690"/>
                  </a:cubicBezTo>
                  <a:cubicBezTo>
                    <a:pt x="218" y="825"/>
                    <a:pt x="364" y="899"/>
                    <a:pt x="513" y="899"/>
                  </a:cubicBezTo>
                  <a:cubicBezTo>
                    <a:pt x="595" y="899"/>
                    <a:pt x="678" y="877"/>
                    <a:pt x="752" y="829"/>
                  </a:cubicBezTo>
                  <a:cubicBezTo>
                    <a:pt x="961" y="698"/>
                    <a:pt x="1024" y="421"/>
                    <a:pt x="891" y="210"/>
                  </a:cubicBezTo>
                  <a:cubicBezTo>
                    <a:pt x="805" y="75"/>
                    <a:pt x="660" y="1"/>
                    <a:pt x="511"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 name="Google Shape;791;p65"/>
            <p:cNvSpPr/>
            <p:nvPr/>
          </p:nvSpPr>
          <p:spPr>
            <a:xfrm>
              <a:off x="5886275" y="1432775"/>
              <a:ext cx="25625" cy="22475"/>
            </a:xfrm>
            <a:custGeom>
              <a:rect b="b" l="l" r="r" t="t"/>
              <a:pathLst>
                <a:path extrusionOk="0" h="899" w="1025">
                  <a:moveTo>
                    <a:pt x="512" y="0"/>
                  </a:moveTo>
                  <a:cubicBezTo>
                    <a:pt x="430" y="0"/>
                    <a:pt x="347" y="23"/>
                    <a:pt x="273" y="70"/>
                  </a:cubicBezTo>
                  <a:cubicBezTo>
                    <a:pt x="64" y="203"/>
                    <a:pt x="1" y="481"/>
                    <a:pt x="134" y="690"/>
                  </a:cubicBezTo>
                  <a:cubicBezTo>
                    <a:pt x="219" y="825"/>
                    <a:pt x="364" y="898"/>
                    <a:pt x="513" y="898"/>
                  </a:cubicBezTo>
                  <a:cubicBezTo>
                    <a:pt x="595" y="898"/>
                    <a:pt x="678" y="876"/>
                    <a:pt x="752" y="829"/>
                  </a:cubicBezTo>
                  <a:cubicBezTo>
                    <a:pt x="961" y="697"/>
                    <a:pt x="1025" y="420"/>
                    <a:pt x="892" y="209"/>
                  </a:cubicBezTo>
                  <a:cubicBezTo>
                    <a:pt x="806" y="75"/>
                    <a:pt x="660" y="0"/>
                    <a:pt x="51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 name="Google Shape;792;p65"/>
            <p:cNvSpPr/>
            <p:nvPr/>
          </p:nvSpPr>
          <p:spPr>
            <a:xfrm>
              <a:off x="5470075" y="652650"/>
              <a:ext cx="25625" cy="22450"/>
            </a:xfrm>
            <a:custGeom>
              <a:rect b="b" l="l" r="r" t="t"/>
              <a:pathLst>
                <a:path extrusionOk="0" h="898" w="1025">
                  <a:moveTo>
                    <a:pt x="512" y="0"/>
                  </a:moveTo>
                  <a:cubicBezTo>
                    <a:pt x="430" y="0"/>
                    <a:pt x="347" y="23"/>
                    <a:pt x="273" y="70"/>
                  </a:cubicBezTo>
                  <a:cubicBezTo>
                    <a:pt x="63" y="203"/>
                    <a:pt x="0" y="480"/>
                    <a:pt x="133" y="688"/>
                  </a:cubicBezTo>
                  <a:cubicBezTo>
                    <a:pt x="219" y="824"/>
                    <a:pt x="365" y="898"/>
                    <a:pt x="514" y="898"/>
                  </a:cubicBezTo>
                  <a:cubicBezTo>
                    <a:pt x="596" y="898"/>
                    <a:pt x="679" y="876"/>
                    <a:pt x="753" y="829"/>
                  </a:cubicBezTo>
                  <a:cubicBezTo>
                    <a:pt x="963" y="696"/>
                    <a:pt x="1024" y="419"/>
                    <a:pt x="892" y="209"/>
                  </a:cubicBezTo>
                  <a:cubicBezTo>
                    <a:pt x="807" y="74"/>
                    <a:pt x="661" y="0"/>
                    <a:pt x="51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 name="Google Shape;793;p65"/>
            <p:cNvSpPr/>
            <p:nvPr/>
          </p:nvSpPr>
          <p:spPr>
            <a:xfrm>
              <a:off x="5406650" y="729075"/>
              <a:ext cx="38350" cy="33675"/>
            </a:xfrm>
            <a:custGeom>
              <a:rect b="b" l="l" r="r" t="t"/>
              <a:pathLst>
                <a:path extrusionOk="0" h="1347" w="1534">
                  <a:moveTo>
                    <a:pt x="768" y="1"/>
                  </a:moveTo>
                  <a:cubicBezTo>
                    <a:pt x="645" y="1"/>
                    <a:pt x="521" y="34"/>
                    <a:pt x="409" y="105"/>
                  </a:cubicBezTo>
                  <a:cubicBezTo>
                    <a:pt x="95" y="303"/>
                    <a:pt x="1" y="718"/>
                    <a:pt x="199" y="1032"/>
                  </a:cubicBezTo>
                  <a:cubicBezTo>
                    <a:pt x="327" y="1236"/>
                    <a:pt x="545" y="1346"/>
                    <a:pt x="768" y="1346"/>
                  </a:cubicBezTo>
                  <a:cubicBezTo>
                    <a:pt x="891" y="1346"/>
                    <a:pt x="1015" y="1313"/>
                    <a:pt x="1126" y="1242"/>
                  </a:cubicBezTo>
                  <a:cubicBezTo>
                    <a:pt x="1440" y="1044"/>
                    <a:pt x="1534" y="629"/>
                    <a:pt x="1336" y="315"/>
                  </a:cubicBezTo>
                  <a:cubicBezTo>
                    <a:pt x="1209" y="112"/>
                    <a:pt x="991" y="1"/>
                    <a:pt x="76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 name="Google Shape;794;p65"/>
            <p:cNvSpPr/>
            <p:nvPr/>
          </p:nvSpPr>
          <p:spPr>
            <a:xfrm>
              <a:off x="5398750" y="1312925"/>
              <a:ext cx="38375" cy="33700"/>
            </a:xfrm>
            <a:custGeom>
              <a:rect b="b" l="l" r="r" t="t"/>
              <a:pathLst>
                <a:path extrusionOk="0" h="1348" w="1535">
                  <a:moveTo>
                    <a:pt x="767" y="1"/>
                  </a:moveTo>
                  <a:cubicBezTo>
                    <a:pt x="644" y="1"/>
                    <a:pt x="520" y="34"/>
                    <a:pt x="409" y="105"/>
                  </a:cubicBezTo>
                  <a:cubicBezTo>
                    <a:pt x="95" y="303"/>
                    <a:pt x="0" y="719"/>
                    <a:pt x="199" y="1032"/>
                  </a:cubicBezTo>
                  <a:cubicBezTo>
                    <a:pt x="327" y="1236"/>
                    <a:pt x="546" y="1347"/>
                    <a:pt x="769" y="1347"/>
                  </a:cubicBezTo>
                  <a:cubicBezTo>
                    <a:pt x="891" y="1347"/>
                    <a:pt x="1015" y="1314"/>
                    <a:pt x="1126" y="1243"/>
                  </a:cubicBezTo>
                  <a:cubicBezTo>
                    <a:pt x="1441" y="1045"/>
                    <a:pt x="1534" y="629"/>
                    <a:pt x="1336" y="316"/>
                  </a:cubicBezTo>
                  <a:cubicBezTo>
                    <a:pt x="1208" y="112"/>
                    <a:pt x="990" y="1"/>
                    <a:pt x="767"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 name="Google Shape;795;p65"/>
            <p:cNvSpPr/>
            <p:nvPr/>
          </p:nvSpPr>
          <p:spPr>
            <a:xfrm>
              <a:off x="5811900" y="1586075"/>
              <a:ext cx="38350" cy="33675"/>
            </a:xfrm>
            <a:custGeom>
              <a:rect b="b" l="l" r="r" t="t"/>
              <a:pathLst>
                <a:path extrusionOk="0" h="1347" w="1534">
                  <a:moveTo>
                    <a:pt x="767" y="0"/>
                  </a:moveTo>
                  <a:cubicBezTo>
                    <a:pt x="645" y="0"/>
                    <a:pt x="521" y="34"/>
                    <a:pt x="409" y="104"/>
                  </a:cubicBezTo>
                  <a:cubicBezTo>
                    <a:pt x="94" y="302"/>
                    <a:pt x="1" y="718"/>
                    <a:pt x="199" y="1031"/>
                  </a:cubicBezTo>
                  <a:cubicBezTo>
                    <a:pt x="327" y="1235"/>
                    <a:pt x="545" y="1346"/>
                    <a:pt x="769" y="1346"/>
                  </a:cubicBezTo>
                  <a:cubicBezTo>
                    <a:pt x="891" y="1346"/>
                    <a:pt x="1015" y="1313"/>
                    <a:pt x="1126" y="1243"/>
                  </a:cubicBezTo>
                  <a:cubicBezTo>
                    <a:pt x="1439" y="1044"/>
                    <a:pt x="1534" y="628"/>
                    <a:pt x="1336" y="315"/>
                  </a:cubicBezTo>
                  <a:cubicBezTo>
                    <a:pt x="1208" y="112"/>
                    <a:pt x="990" y="0"/>
                    <a:pt x="767"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65"/>
            <p:cNvSpPr/>
            <p:nvPr/>
          </p:nvSpPr>
          <p:spPr>
            <a:xfrm>
              <a:off x="6007450" y="716175"/>
              <a:ext cx="25625" cy="22450"/>
            </a:xfrm>
            <a:custGeom>
              <a:rect b="b" l="l" r="r" t="t"/>
              <a:pathLst>
                <a:path extrusionOk="0" h="898" w="1025">
                  <a:moveTo>
                    <a:pt x="512" y="0"/>
                  </a:moveTo>
                  <a:cubicBezTo>
                    <a:pt x="430" y="0"/>
                    <a:pt x="348" y="23"/>
                    <a:pt x="273" y="70"/>
                  </a:cubicBezTo>
                  <a:cubicBezTo>
                    <a:pt x="64" y="203"/>
                    <a:pt x="1" y="480"/>
                    <a:pt x="134" y="688"/>
                  </a:cubicBezTo>
                  <a:cubicBezTo>
                    <a:pt x="220" y="824"/>
                    <a:pt x="365" y="898"/>
                    <a:pt x="514" y="898"/>
                  </a:cubicBezTo>
                  <a:cubicBezTo>
                    <a:pt x="596" y="898"/>
                    <a:pt x="678" y="876"/>
                    <a:pt x="753" y="829"/>
                  </a:cubicBezTo>
                  <a:cubicBezTo>
                    <a:pt x="964" y="697"/>
                    <a:pt x="1025" y="419"/>
                    <a:pt x="892" y="209"/>
                  </a:cubicBezTo>
                  <a:cubicBezTo>
                    <a:pt x="806" y="74"/>
                    <a:pt x="661" y="0"/>
                    <a:pt x="51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65"/>
            <p:cNvSpPr/>
            <p:nvPr/>
          </p:nvSpPr>
          <p:spPr>
            <a:xfrm>
              <a:off x="5950675" y="826300"/>
              <a:ext cx="25600" cy="22450"/>
            </a:xfrm>
            <a:custGeom>
              <a:rect b="b" l="l" r="r" t="t"/>
              <a:pathLst>
                <a:path extrusionOk="0" h="898" w="1024">
                  <a:moveTo>
                    <a:pt x="511" y="1"/>
                  </a:moveTo>
                  <a:cubicBezTo>
                    <a:pt x="429" y="1"/>
                    <a:pt x="347" y="23"/>
                    <a:pt x="272" y="70"/>
                  </a:cubicBezTo>
                  <a:cubicBezTo>
                    <a:pt x="63" y="203"/>
                    <a:pt x="0" y="480"/>
                    <a:pt x="133" y="689"/>
                  </a:cubicBezTo>
                  <a:cubicBezTo>
                    <a:pt x="219" y="824"/>
                    <a:pt x="365" y="898"/>
                    <a:pt x="514" y="898"/>
                  </a:cubicBezTo>
                  <a:cubicBezTo>
                    <a:pt x="596" y="898"/>
                    <a:pt x="679" y="875"/>
                    <a:pt x="753" y="828"/>
                  </a:cubicBezTo>
                  <a:cubicBezTo>
                    <a:pt x="962" y="697"/>
                    <a:pt x="1024" y="420"/>
                    <a:pt x="892" y="210"/>
                  </a:cubicBezTo>
                  <a:cubicBezTo>
                    <a:pt x="806" y="75"/>
                    <a:pt x="660" y="1"/>
                    <a:pt x="511"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65"/>
            <p:cNvSpPr/>
            <p:nvPr/>
          </p:nvSpPr>
          <p:spPr>
            <a:xfrm>
              <a:off x="5141975" y="1575375"/>
              <a:ext cx="25625" cy="22475"/>
            </a:xfrm>
            <a:custGeom>
              <a:rect b="b" l="l" r="r" t="t"/>
              <a:pathLst>
                <a:path extrusionOk="0" h="899" w="1025">
                  <a:moveTo>
                    <a:pt x="512" y="0"/>
                  </a:moveTo>
                  <a:cubicBezTo>
                    <a:pt x="430" y="0"/>
                    <a:pt x="348" y="23"/>
                    <a:pt x="273" y="70"/>
                  </a:cubicBezTo>
                  <a:cubicBezTo>
                    <a:pt x="64" y="203"/>
                    <a:pt x="1" y="481"/>
                    <a:pt x="134" y="690"/>
                  </a:cubicBezTo>
                  <a:cubicBezTo>
                    <a:pt x="220" y="824"/>
                    <a:pt x="366" y="898"/>
                    <a:pt x="515" y="898"/>
                  </a:cubicBezTo>
                  <a:cubicBezTo>
                    <a:pt x="597" y="898"/>
                    <a:pt x="679" y="876"/>
                    <a:pt x="754" y="829"/>
                  </a:cubicBezTo>
                  <a:cubicBezTo>
                    <a:pt x="964" y="697"/>
                    <a:pt x="1025" y="419"/>
                    <a:pt x="893" y="209"/>
                  </a:cubicBezTo>
                  <a:cubicBezTo>
                    <a:pt x="807" y="74"/>
                    <a:pt x="661" y="0"/>
                    <a:pt x="51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65"/>
            <p:cNvSpPr/>
            <p:nvPr/>
          </p:nvSpPr>
          <p:spPr>
            <a:xfrm>
              <a:off x="5809750" y="1771000"/>
              <a:ext cx="25625" cy="22475"/>
            </a:xfrm>
            <a:custGeom>
              <a:rect b="b" l="l" r="r" t="t"/>
              <a:pathLst>
                <a:path extrusionOk="0" h="899" w="1025">
                  <a:moveTo>
                    <a:pt x="511" y="1"/>
                  </a:moveTo>
                  <a:cubicBezTo>
                    <a:pt x="429" y="1"/>
                    <a:pt x="346" y="23"/>
                    <a:pt x="272" y="71"/>
                  </a:cubicBezTo>
                  <a:cubicBezTo>
                    <a:pt x="63" y="204"/>
                    <a:pt x="1" y="480"/>
                    <a:pt x="133" y="689"/>
                  </a:cubicBezTo>
                  <a:cubicBezTo>
                    <a:pt x="218" y="824"/>
                    <a:pt x="364" y="898"/>
                    <a:pt x="513" y="898"/>
                  </a:cubicBezTo>
                  <a:cubicBezTo>
                    <a:pt x="595" y="898"/>
                    <a:pt x="678" y="876"/>
                    <a:pt x="752" y="829"/>
                  </a:cubicBezTo>
                  <a:cubicBezTo>
                    <a:pt x="962" y="698"/>
                    <a:pt x="1025" y="420"/>
                    <a:pt x="892" y="210"/>
                  </a:cubicBezTo>
                  <a:cubicBezTo>
                    <a:pt x="806" y="75"/>
                    <a:pt x="660" y="1"/>
                    <a:pt x="511"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65"/>
            <p:cNvSpPr/>
            <p:nvPr/>
          </p:nvSpPr>
          <p:spPr>
            <a:xfrm>
              <a:off x="5859200" y="929125"/>
              <a:ext cx="25625" cy="22450"/>
            </a:xfrm>
            <a:custGeom>
              <a:rect b="b" l="l" r="r" t="t"/>
              <a:pathLst>
                <a:path extrusionOk="0" h="898" w="1025">
                  <a:moveTo>
                    <a:pt x="512" y="0"/>
                  </a:moveTo>
                  <a:cubicBezTo>
                    <a:pt x="430" y="0"/>
                    <a:pt x="347" y="23"/>
                    <a:pt x="272" y="70"/>
                  </a:cubicBezTo>
                  <a:cubicBezTo>
                    <a:pt x="63" y="203"/>
                    <a:pt x="1" y="480"/>
                    <a:pt x="134" y="689"/>
                  </a:cubicBezTo>
                  <a:cubicBezTo>
                    <a:pt x="219" y="824"/>
                    <a:pt x="365" y="898"/>
                    <a:pt x="513" y="898"/>
                  </a:cubicBezTo>
                  <a:cubicBezTo>
                    <a:pt x="595" y="898"/>
                    <a:pt x="678" y="875"/>
                    <a:pt x="752" y="828"/>
                  </a:cubicBezTo>
                  <a:cubicBezTo>
                    <a:pt x="962" y="697"/>
                    <a:pt x="1025" y="420"/>
                    <a:pt x="892" y="209"/>
                  </a:cubicBezTo>
                  <a:cubicBezTo>
                    <a:pt x="806" y="75"/>
                    <a:pt x="661" y="0"/>
                    <a:pt x="51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65"/>
            <p:cNvSpPr/>
            <p:nvPr/>
          </p:nvSpPr>
          <p:spPr>
            <a:xfrm>
              <a:off x="5256950" y="1084700"/>
              <a:ext cx="25625" cy="22450"/>
            </a:xfrm>
            <a:custGeom>
              <a:rect b="b" l="l" r="r" t="t"/>
              <a:pathLst>
                <a:path extrusionOk="0" h="898" w="1025">
                  <a:moveTo>
                    <a:pt x="512" y="0"/>
                  </a:moveTo>
                  <a:cubicBezTo>
                    <a:pt x="430" y="0"/>
                    <a:pt x="347" y="23"/>
                    <a:pt x="273" y="70"/>
                  </a:cubicBezTo>
                  <a:cubicBezTo>
                    <a:pt x="64" y="202"/>
                    <a:pt x="0" y="479"/>
                    <a:pt x="133" y="689"/>
                  </a:cubicBezTo>
                  <a:cubicBezTo>
                    <a:pt x="219" y="823"/>
                    <a:pt x="365" y="898"/>
                    <a:pt x="513" y="898"/>
                  </a:cubicBezTo>
                  <a:cubicBezTo>
                    <a:pt x="595" y="898"/>
                    <a:pt x="678" y="875"/>
                    <a:pt x="752" y="828"/>
                  </a:cubicBezTo>
                  <a:cubicBezTo>
                    <a:pt x="963" y="696"/>
                    <a:pt x="1024" y="419"/>
                    <a:pt x="891" y="209"/>
                  </a:cubicBezTo>
                  <a:cubicBezTo>
                    <a:pt x="806" y="74"/>
                    <a:pt x="660" y="0"/>
                    <a:pt x="51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 name="Google Shape;802;p65"/>
          <p:cNvGrpSpPr/>
          <p:nvPr/>
        </p:nvGrpSpPr>
        <p:grpSpPr>
          <a:xfrm rot="-1183679">
            <a:off x="816932" y="1445906"/>
            <a:ext cx="1240952" cy="1102962"/>
            <a:chOff x="4461213" y="1170525"/>
            <a:chExt cx="1781750" cy="1583625"/>
          </a:xfrm>
        </p:grpSpPr>
        <p:sp>
          <p:nvSpPr>
            <p:cNvPr id="803" name="Google Shape;803;p65"/>
            <p:cNvSpPr/>
            <p:nvPr/>
          </p:nvSpPr>
          <p:spPr>
            <a:xfrm>
              <a:off x="5010638" y="1640650"/>
              <a:ext cx="320525" cy="793375"/>
            </a:xfrm>
            <a:custGeom>
              <a:rect b="b" l="l" r="r" t="t"/>
              <a:pathLst>
                <a:path extrusionOk="0" h="31735" w="12821">
                  <a:moveTo>
                    <a:pt x="10595" y="1"/>
                  </a:moveTo>
                  <a:cubicBezTo>
                    <a:pt x="10537" y="1"/>
                    <a:pt x="10477" y="7"/>
                    <a:pt x="10418" y="20"/>
                  </a:cubicBezTo>
                  <a:cubicBezTo>
                    <a:pt x="9971" y="117"/>
                    <a:pt x="9688" y="559"/>
                    <a:pt x="9787" y="1007"/>
                  </a:cubicBezTo>
                  <a:cubicBezTo>
                    <a:pt x="9936" y="1682"/>
                    <a:pt x="10162" y="2283"/>
                    <a:pt x="10382" y="2864"/>
                  </a:cubicBezTo>
                  <a:cubicBezTo>
                    <a:pt x="10774" y="3899"/>
                    <a:pt x="11111" y="4793"/>
                    <a:pt x="10924" y="5895"/>
                  </a:cubicBezTo>
                  <a:cubicBezTo>
                    <a:pt x="10654" y="7490"/>
                    <a:pt x="9473" y="9408"/>
                    <a:pt x="7768" y="11028"/>
                  </a:cubicBezTo>
                  <a:cubicBezTo>
                    <a:pt x="7358" y="11417"/>
                    <a:pt x="6921" y="11780"/>
                    <a:pt x="6499" y="12132"/>
                  </a:cubicBezTo>
                  <a:cubicBezTo>
                    <a:pt x="4803" y="13548"/>
                    <a:pt x="3049" y="15012"/>
                    <a:pt x="3222" y="18037"/>
                  </a:cubicBezTo>
                  <a:cubicBezTo>
                    <a:pt x="3302" y="19465"/>
                    <a:pt x="3973" y="20857"/>
                    <a:pt x="4621" y="22201"/>
                  </a:cubicBezTo>
                  <a:cubicBezTo>
                    <a:pt x="5562" y="24157"/>
                    <a:pt x="6452" y="26007"/>
                    <a:pt x="5522" y="27776"/>
                  </a:cubicBezTo>
                  <a:cubicBezTo>
                    <a:pt x="4842" y="29071"/>
                    <a:pt x="3026" y="30077"/>
                    <a:pt x="1499" y="30077"/>
                  </a:cubicBezTo>
                  <a:cubicBezTo>
                    <a:pt x="1334" y="30077"/>
                    <a:pt x="1173" y="30065"/>
                    <a:pt x="1016" y="30041"/>
                  </a:cubicBezTo>
                  <a:cubicBezTo>
                    <a:pt x="972" y="30034"/>
                    <a:pt x="929" y="30030"/>
                    <a:pt x="886" y="30030"/>
                  </a:cubicBezTo>
                  <a:cubicBezTo>
                    <a:pt x="484" y="30030"/>
                    <a:pt x="133" y="30323"/>
                    <a:pt x="69" y="30733"/>
                  </a:cubicBezTo>
                  <a:cubicBezTo>
                    <a:pt x="1" y="31185"/>
                    <a:pt x="310" y="31609"/>
                    <a:pt x="762" y="31679"/>
                  </a:cubicBezTo>
                  <a:cubicBezTo>
                    <a:pt x="1000" y="31716"/>
                    <a:pt x="1241" y="31734"/>
                    <a:pt x="1488" y="31734"/>
                  </a:cubicBezTo>
                  <a:cubicBezTo>
                    <a:pt x="3628" y="31734"/>
                    <a:pt x="6023" y="30391"/>
                    <a:pt x="6989" y="28544"/>
                  </a:cubicBezTo>
                  <a:cubicBezTo>
                    <a:pt x="8306" y="26035"/>
                    <a:pt x="7140" y="23613"/>
                    <a:pt x="6112" y="21479"/>
                  </a:cubicBezTo>
                  <a:cubicBezTo>
                    <a:pt x="5508" y="20223"/>
                    <a:pt x="4937" y="19040"/>
                    <a:pt x="4874" y="17939"/>
                  </a:cubicBezTo>
                  <a:cubicBezTo>
                    <a:pt x="4750" y="15746"/>
                    <a:pt x="5927" y="14763"/>
                    <a:pt x="7561" y="13402"/>
                  </a:cubicBezTo>
                  <a:cubicBezTo>
                    <a:pt x="8004" y="13033"/>
                    <a:pt x="8459" y="12653"/>
                    <a:pt x="8908" y="12226"/>
                  </a:cubicBezTo>
                  <a:cubicBezTo>
                    <a:pt x="9847" y="11337"/>
                    <a:pt x="12083" y="8962"/>
                    <a:pt x="12558" y="6172"/>
                  </a:cubicBezTo>
                  <a:cubicBezTo>
                    <a:pt x="12821" y="4628"/>
                    <a:pt x="12369" y="3433"/>
                    <a:pt x="11933" y="2277"/>
                  </a:cubicBezTo>
                  <a:cubicBezTo>
                    <a:pt x="11724" y="1729"/>
                    <a:pt x="11526" y="1209"/>
                    <a:pt x="11405" y="651"/>
                  </a:cubicBezTo>
                  <a:cubicBezTo>
                    <a:pt x="11319" y="263"/>
                    <a:pt x="10975" y="1"/>
                    <a:pt x="1059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65"/>
            <p:cNvSpPr/>
            <p:nvPr/>
          </p:nvSpPr>
          <p:spPr>
            <a:xfrm>
              <a:off x="5082563" y="2379150"/>
              <a:ext cx="45975" cy="41000"/>
            </a:xfrm>
            <a:custGeom>
              <a:rect b="b" l="l" r="r" t="t"/>
              <a:pathLst>
                <a:path extrusionOk="0" h="1640" w="1839">
                  <a:moveTo>
                    <a:pt x="537" y="0"/>
                  </a:moveTo>
                  <a:cubicBezTo>
                    <a:pt x="359" y="82"/>
                    <a:pt x="183" y="157"/>
                    <a:pt x="0" y="220"/>
                  </a:cubicBezTo>
                  <a:cubicBezTo>
                    <a:pt x="422" y="701"/>
                    <a:pt x="849" y="1174"/>
                    <a:pt x="1285" y="1639"/>
                  </a:cubicBezTo>
                  <a:cubicBezTo>
                    <a:pt x="1474" y="1552"/>
                    <a:pt x="1658" y="1453"/>
                    <a:pt x="1839" y="1350"/>
                  </a:cubicBezTo>
                  <a:cubicBezTo>
                    <a:pt x="1404" y="900"/>
                    <a:pt x="972" y="449"/>
                    <a:pt x="53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65"/>
            <p:cNvSpPr/>
            <p:nvPr/>
          </p:nvSpPr>
          <p:spPr>
            <a:xfrm>
              <a:off x="5097763" y="2133650"/>
              <a:ext cx="89600" cy="92850"/>
            </a:xfrm>
            <a:custGeom>
              <a:rect b="b" l="l" r="r" t="t"/>
              <a:pathLst>
                <a:path extrusionOk="0" h="3714" w="3584">
                  <a:moveTo>
                    <a:pt x="0" y="1"/>
                  </a:moveTo>
                  <a:cubicBezTo>
                    <a:pt x="222" y="692"/>
                    <a:pt x="524" y="1371"/>
                    <a:pt x="843" y="2039"/>
                  </a:cubicBezTo>
                  <a:cubicBezTo>
                    <a:pt x="1754" y="2602"/>
                    <a:pt x="2668" y="3160"/>
                    <a:pt x="3584" y="3713"/>
                  </a:cubicBezTo>
                  <a:cubicBezTo>
                    <a:pt x="3321" y="3031"/>
                    <a:pt x="3004" y="2368"/>
                    <a:pt x="2697" y="1730"/>
                  </a:cubicBezTo>
                  <a:cubicBezTo>
                    <a:pt x="2627" y="1583"/>
                    <a:pt x="2555" y="1437"/>
                    <a:pt x="2487" y="1290"/>
                  </a:cubicBezTo>
                  <a:cubicBezTo>
                    <a:pt x="1671" y="831"/>
                    <a:pt x="844" y="39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 name="Google Shape;806;p65"/>
            <p:cNvSpPr/>
            <p:nvPr/>
          </p:nvSpPr>
          <p:spPr>
            <a:xfrm>
              <a:off x="5253438" y="1665375"/>
              <a:ext cx="73325" cy="86000"/>
            </a:xfrm>
            <a:custGeom>
              <a:rect b="b" l="l" r="r" t="t"/>
              <a:pathLst>
                <a:path extrusionOk="0" h="3440" w="2933">
                  <a:moveTo>
                    <a:pt x="0" y="1"/>
                  </a:moveTo>
                  <a:lnTo>
                    <a:pt x="0" y="1"/>
                  </a:lnTo>
                  <a:cubicBezTo>
                    <a:pt x="2" y="12"/>
                    <a:pt x="2" y="25"/>
                    <a:pt x="3" y="35"/>
                  </a:cubicBezTo>
                  <a:cubicBezTo>
                    <a:pt x="153" y="716"/>
                    <a:pt x="381" y="1321"/>
                    <a:pt x="603" y="1903"/>
                  </a:cubicBezTo>
                  <a:cubicBezTo>
                    <a:pt x="610" y="1923"/>
                    <a:pt x="617" y="1943"/>
                    <a:pt x="624" y="1961"/>
                  </a:cubicBezTo>
                  <a:cubicBezTo>
                    <a:pt x="1377" y="2480"/>
                    <a:pt x="2146" y="2973"/>
                    <a:pt x="2933" y="3440"/>
                  </a:cubicBezTo>
                  <a:cubicBezTo>
                    <a:pt x="2827" y="2749"/>
                    <a:pt x="2611" y="2122"/>
                    <a:pt x="2384" y="1510"/>
                  </a:cubicBezTo>
                  <a:cubicBezTo>
                    <a:pt x="1568" y="1044"/>
                    <a:pt x="773" y="54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 name="Google Shape;807;p65"/>
            <p:cNvSpPr/>
            <p:nvPr/>
          </p:nvSpPr>
          <p:spPr>
            <a:xfrm>
              <a:off x="5185338" y="1921150"/>
              <a:ext cx="51675" cy="36050"/>
            </a:xfrm>
            <a:custGeom>
              <a:rect b="b" l="l" r="r" t="t"/>
              <a:pathLst>
                <a:path extrusionOk="0" h="1442" w="2067">
                  <a:moveTo>
                    <a:pt x="457" y="1"/>
                  </a:moveTo>
                  <a:cubicBezTo>
                    <a:pt x="304" y="137"/>
                    <a:pt x="157" y="274"/>
                    <a:pt x="1" y="406"/>
                  </a:cubicBezTo>
                  <a:cubicBezTo>
                    <a:pt x="523" y="742"/>
                    <a:pt x="1041" y="1089"/>
                    <a:pt x="1556" y="1441"/>
                  </a:cubicBezTo>
                  <a:cubicBezTo>
                    <a:pt x="1696" y="1318"/>
                    <a:pt x="1835" y="1197"/>
                    <a:pt x="1975" y="1064"/>
                  </a:cubicBezTo>
                  <a:cubicBezTo>
                    <a:pt x="2003" y="1038"/>
                    <a:pt x="2035" y="1005"/>
                    <a:pt x="2066" y="975"/>
                  </a:cubicBezTo>
                  <a:cubicBezTo>
                    <a:pt x="1524" y="660"/>
                    <a:pt x="988" y="334"/>
                    <a:pt x="45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65"/>
            <p:cNvSpPr/>
            <p:nvPr/>
          </p:nvSpPr>
          <p:spPr>
            <a:xfrm>
              <a:off x="4728113" y="1751750"/>
              <a:ext cx="299150" cy="948275"/>
            </a:xfrm>
            <a:custGeom>
              <a:rect b="b" l="l" r="r" t="t"/>
              <a:pathLst>
                <a:path extrusionOk="0" h="37931" w="11966">
                  <a:moveTo>
                    <a:pt x="5418" y="0"/>
                  </a:moveTo>
                  <a:cubicBezTo>
                    <a:pt x="2439" y="0"/>
                    <a:pt x="0" y="2438"/>
                    <a:pt x="0" y="5419"/>
                  </a:cubicBezTo>
                  <a:lnTo>
                    <a:pt x="0" y="32513"/>
                  </a:lnTo>
                  <a:cubicBezTo>
                    <a:pt x="0" y="35492"/>
                    <a:pt x="2438" y="37931"/>
                    <a:pt x="5418" y="37931"/>
                  </a:cubicBezTo>
                  <a:lnTo>
                    <a:pt x="6546" y="37931"/>
                  </a:lnTo>
                  <a:cubicBezTo>
                    <a:pt x="9525" y="37931"/>
                    <a:pt x="11965" y="35492"/>
                    <a:pt x="11965" y="32513"/>
                  </a:cubicBezTo>
                  <a:lnTo>
                    <a:pt x="11965" y="5419"/>
                  </a:lnTo>
                  <a:cubicBezTo>
                    <a:pt x="11965" y="2439"/>
                    <a:pt x="9528" y="0"/>
                    <a:pt x="654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65"/>
            <p:cNvSpPr/>
            <p:nvPr/>
          </p:nvSpPr>
          <p:spPr>
            <a:xfrm>
              <a:off x="5200263" y="1170525"/>
              <a:ext cx="769750" cy="538325"/>
            </a:xfrm>
            <a:custGeom>
              <a:rect b="b" l="l" r="r" t="t"/>
              <a:pathLst>
                <a:path extrusionOk="0" h="21533" w="30790">
                  <a:moveTo>
                    <a:pt x="6625" y="1"/>
                  </a:moveTo>
                  <a:cubicBezTo>
                    <a:pt x="4856" y="1"/>
                    <a:pt x="3140" y="954"/>
                    <a:pt x="2259" y="2618"/>
                  </a:cubicBezTo>
                  <a:lnTo>
                    <a:pt x="1266" y="4494"/>
                  </a:lnTo>
                  <a:cubicBezTo>
                    <a:pt x="0" y="6887"/>
                    <a:pt x="923" y="9880"/>
                    <a:pt x="3316" y="11146"/>
                  </a:cubicBezTo>
                  <a:lnTo>
                    <a:pt x="21879" y="20965"/>
                  </a:lnTo>
                  <a:cubicBezTo>
                    <a:pt x="22607" y="21350"/>
                    <a:pt x="23391" y="21533"/>
                    <a:pt x="24165" y="21533"/>
                  </a:cubicBezTo>
                  <a:cubicBezTo>
                    <a:pt x="25933" y="21533"/>
                    <a:pt x="27650" y="20580"/>
                    <a:pt x="28531" y="18915"/>
                  </a:cubicBezTo>
                  <a:lnTo>
                    <a:pt x="29523" y="17040"/>
                  </a:lnTo>
                  <a:cubicBezTo>
                    <a:pt x="30789" y="14648"/>
                    <a:pt x="29867" y="11654"/>
                    <a:pt x="27473" y="10388"/>
                  </a:cubicBezTo>
                  <a:lnTo>
                    <a:pt x="8911" y="569"/>
                  </a:lnTo>
                  <a:cubicBezTo>
                    <a:pt x="8183" y="183"/>
                    <a:pt x="7399" y="1"/>
                    <a:pt x="662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65"/>
            <p:cNvSpPr/>
            <p:nvPr/>
          </p:nvSpPr>
          <p:spPr>
            <a:xfrm>
              <a:off x="4688563" y="1248425"/>
              <a:ext cx="795925" cy="769550"/>
            </a:xfrm>
            <a:custGeom>
              <a:rect b="b" l="l" r="r" t="t"/>
              <a:pathLst>
                <a:path extrusionOk="0" h="30782" w="31837">
                  <a:moveTo>
                    <a:pt x="25099" y="1"/>
                  </a:moveTo>
                  <a:cubicBezTo>
                    <a:pt x="23710" y="1"/>
                    <a:pt x="22321" y="528"/>
                    <a:pt x="21266" y="1582"/>
                  </a:cubicBezTo>
                  <a:lnTo>
                    <a:pt x="2107" y="20740"/>
                  </a:lnTo>
                  <a:cubicBezTo>
                    <a:pt x="0" y="22849"/>
                    <a:pt x="0" y="26296"/>
                    <a:pt x="2107" y="28405"/>
                  </a:cubicBezTo>
                  <a:lnTo>
                    <a:pt x="2906" y="29201"/>
                  </a:lnTo>
                  <a:cubicBezTo>
                    <a:pt x="3960" y="30255"/>
                    <a:pt x="5349" y="30782"/>
                    <a:pt x="6737" y="30782"/>
                  </a:cubicBezTo>
                  <a:cubicBezTo>
                    <a:pt x="8126" y="30782"/>
                    <a:pt x="9515" y="30255"/>
                    <a:pt x="10569" y="29201"/>
                  </a:cubicBezTo>
                  <a:lnTo>
                    <a:pt x="29728" y="10044"/>
                  </a:lnTo>
                  <a:cubicBezTo>
                    <a:pt x="31837" y="7935"/>
                    <a:pt x="31837" y="4488"/>
                    <a:pt x="29728" y="2379"/>
                  </a:cubicBezTo>
                  <a:lnTo>
                    <a:pt x="28930" y="1582"/>
                  </a:lnTo>
                  <a:cubicBezTo>
                    <a:pt x="27876" y="528"/>
                    <a:pt x="26487" y="1"/>
                    <a:pt x="2509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65"/>
            <p:cNvSpPr/>
            <p:nvPr/>
          </p:nvSpPr>
          <p:spPr>
            <a:xfrm>
              <a:off x="4461213" y="2451675"/>
              <a:ext cx="848250" cy="302475"/>
            </a:xfrm>
            <a:custGeom>
              <a:rect b="b" l="l" r="r" t="t"/>
              <a:pathLst>
                <a:path extrusionOk="0" h="12099" w="33930">
                  <a:moveTo>
                    <a:pt x="16965" y="0"/>
                  </a:moveTo>
                  <a:cubicBezTo>
                    <a:pt x="9103" y="0"/>
                    <a:pt x="2425" y="5060"/>
                    <a:pt x="0" y="12098"/>
                  </a:cubicBezTo>
                  <a:lnTo>
                    <a:pt x="33930" y="12098"/>
                  </a:lnTo>
                  <a:cubicBezTo>
                    <a:pt x="31505" y="5060"/>
                    <a:pt x="24827" y="0"/>
                    <a:pt x="16965"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65"/>
            <p:cNvSpPr/>
            <p:nvPr/>
          </p:nvSpPr>
          <p:spPr>
            <a:xfrm>
              <a:off x="4718563" y="2314125"/>
              <a:ext cx="328050" cy="298875"/>
            </a:xfrm>
            <a:custGeom>
              <a:rect b="b" l="l" r="r" t="t"/>
              <a:pathLst>
                <a:path extrusionOk="0" h="11955" w="13122">
                  <a:moveTo>
                    <a:pt x="6560" y="0"/>
                  </a:moveTo>
                  <a:cubicBezTo>
                    <a:pt x="5031" y="0"/>
                    <a:pt x="3502" y="584"/>
                    <a:pt x="2335" y="1751"/>
                  </a:cubicBezTo>
                  <a:cubicBezTo>
                    <a:pt x="0" y="4084"/>
                    <a:pt x="0" y="7871"/>
                    <a:pt x="2335" y="10204"/>
                  </a:cubicBezTo>
                  <a:cubicBezTo>
                    <a:pt x="3502" y="11371"/>
                    <a:pt x="5031" y="11954"/>
                    <a:pt x="6561" y="11954"/>
                  </a:cubicBezTo>
                  <a:cubicBezTo>
                    <a:pt x="8091" y="11954"/>
                    <a:pt x="9621" y="11371"/>
                    <a:pt x="10788" y="10204"/>
                  </a:cubicBezTo>
                  <a:cubicBezTo>
                    <a:pt x="13121" y="7871"/>
                    <a:pt x="13121" y="4084"/>
                    <a:pt x="10788" y="1751"/>
                  </a:cubicBezTo>
                  <a:cubicBezTo>
                    <a:pt x="9620" y="584"/>
                    <a:pt x="8090" y="0"/>
                    <a:pt x="656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65"/>
            <p:cNvSpPr/>
            <p:nvPr/>
          </p:nvSpPr>
          <p:spPr>
            <a:xfrm>
              <a:off x="4793763" y="2386275"/>
              <a:ext cx="176375" cy="160675"/>
            </a:xfrm>
            <a:custGeom>
              <a:rect b="b" l="l" r="r" t="t"/>
              <a:pathLst>
                <a:path extrusionOk="0" h="6427" w="7055">
                  <a:moveTo>
                    <a:pt x="3528" y="0"/>
                  </a:moveTo>
                  <a:cubicBezTo>
                    <a:pt x="2706" y="0"/>
                    <a:pt x="1883" y="314"/>
                    <a:pt x="1255" y="941"/>
                  </a:cubicBezTo>
                  <a:cubicBezTo>
                    <a:pt x="1" y="2197"/>
                    <a:pt x="1" y="4230"/>
                    <a:pt x="1255" y="5486"/>
                  </a:cubicBezTo>
                  <a:cubicBezTo>
                    <a:pt x="1883" y="6113"/>
                    <a:pt x="2706" y="6427"/>
                    <a:pt x="3528" y="6427"/>
                  </a:cubicBezTo>
                  <a:cubicBezTo>
                    <a:pt x="4350" y="6427"/>
                    <a:pt x="5172" y="6113"/>
                    <a:pt x="5800" y="5486"/>
                  </a:cubicBezTo>
                  <a:cubicBezTo>
                    <a:pt x="7055" y="4230"/>
                    <a:pt x="7055" y="2197"/>
                    <a:pt x="5800" y="941"/>
                  </a:cubicBezTo>
                  <a:cubicBezTo>
                    <a:pt x="5172" y="314"/>
                    <a:pt x="4350" y="0"/>
                    <a:pt x="352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65"/>
            <p:cNvSpPr/>
            <p:nvPr/>
          </p:nvSpPr>
          <p:spPr>
            <a:xfrm>
              <a:off x="4827888" y="2417375"/>
              <a:ext cx="108100" cy="98500"/>
            </a:xfrm>
            <a:custGeom>
              <a:rect b="b" l="l" r="r" t="t"/>
              <a:pathLst>
                <a:path extrusionOk="0" h="3940" w="4324">
                  <a:moveTo>
                    <a:pt x="2163" y="1"/>
                  </a:moveTo>
                  <a:cubicBezTo>
                    <a:pt x="1659" y="1"/>
                    <a:pt x="1154" y="193"/>
                    <a:pt x="769" y="577"/>
                  </a:cubicBezTo>
                  <a:cubicBezTo>
                    <a:pt x="1" y="1348"/>
                    <a:pt x="1" y="2594"/>
                    <a:pt x="769" y="3363"/>
                  </a:cubicBezTo>
                  <a:cubicBezTo>
                    <a:pt x="1154" y="3748"/>
                    <a:pt x="1659" y="3940"/>
                    <a:pt x="2163" y="3940"/>
                  </a:cubicBezTo>
                  <a:cubicBezTo>
                    <a:pt x="2667" y="3940"/>
                    <a:pt x="3171" y="3748"/>
                    <a:pt x="3555" y="3363"/>
                  </a:cubicBezTo>
                  <a:cubicBezTo>
                    <a:pt x="4324" y="2592"/>
                    <a:pt x="4324" y="1346"/>
                    <a:pt x="3555" y="577"/>
                  </a:cubicBezTo>
                  <a:cubicBezTo>
                    <a:pt x="3171" y="193"/>
                    <a:pt x="2667" y="1"/>
                    <a:pt x="2163"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65"/>
            <p:cNvSpPr/>
            <p:nvPr/>
          </p:nvSpPr>
          <p:spPr>
            <a:xfrm>
              <a:off x="4745038" y="2324150"/>
              <a:ext cx="64500" cy="61425"/>
            </a:xfrm>
            <a:custGeom>
              <a:rect b="b" l="l" r="r" t="t"/>
              <a:pathLst>
                <a:path extrusionOk="0" h="2457" w="2580">
                  <a:moveTo>
                    <a:pt x="715" y="1"/>
                  </a:moveTo>
                  <a:cubicBezTo>
                    <a:pt x="555" y="1"/>
                    <a:pt x="396" y="61"/>
                    <a:pt x="275" y="183"/>
                  </a:cubicBezTo>
                  <a:lnTo>
                    <a:pt x="243" y="213"/>
                  </a:lnTo>
                  <a:cubicBezTo>
                    <a:pt x="0" y="456"/>
                    <a:pt x="0" y="850"/>
                    <a:pt x="243" y="1093"/>
                  </a:cubicBezTo>
                  <a:lnTo>
                    <a:pt x="1426" y="2274"/>
                  </a:lnTo>
                  <a:cubicBezTo>
                    <a:pt x="1548" y="2396"/>
                    <a:pt x="1707" y="2457"/>
                    <a:pt x="1866" y="2457"/>
                  </a:cubicBezTo>
                  <a:cubicBezTo>
                    <a:pt x="2025" y="2457"/>
                    <a:pt x="2184" y="2396"/>
                    <a:pt x="2306" y="2274"/>
                  </a:cubicBezTo>
                  <a:lnTo>
                    <a:pt x="2336" y="2244"/>
                  </a:lnTo>
                  <a:cubicBezTo>
                    <a:pt x="2579" y="2001"/>
                    <a:pt x="2579" y="1608"/>
                    <a:pt x="2336" y="1365"/>
                  </a:cubicBezTo>
                  <a:lnTo>
                    <a:pt x="1154" y="183"/>
                  </a:lnTo>
                  <a:cubicBezTo>
                    <a:pt x="1033" y="61"/>
                    <a:pt x="874" y="1"/>
                    <a:pt x="71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65"/>
            <p:cNvSpPr/>
            <p:nvPr/>
          </p:nvSpPr>
          <p:spPr>
            <a:xfrm>
              <a:off x="4952588" y="2531750"/>
              <a:ext cx="64525" cy="61425"/>
            </a:xfrm>
            <a:custGeom>
              <a:rect b="b" l="l" r="r" t="t"/>
              <a:pathLst>
                <a:path extrusionOk="0" h="2457" w="2581">
                  <a:moveTo>
                    <a:pt x="714" y="1"/>
                  </a:moveTo>
                  <a:cubicBezTo>
                    <a:pt x="555" y="1"/>
                    <a:pt x="396" y="62"/>
                    <a:pt x="274" y="183"/>
                  </a:cubicBezTo>
                  <a:lnTo>
                    <a:pt x="244" y="213"/>
                  </a:lnTo>
                  <a:cubicBezTo>
                    <a:pt x="1" y="456"/>
                    <a:pt x="1" y="850"/>
                    <a:pt x="244" y="1093"/>
                  </a:cubicBezTo>
                  <a:lnTo>
                    <a:pt x="1426" y="2275"/>
                  </a:lnTo>
                  <a:cubicBezTo>
                    <a:pt x="1547" y="2396"/>
                    <a:pt x="1706" y="2457"/>
                    <a:pt x="1866" y="2457"/>
                  </a:cubicBezTo>
                  <a:cubicBezTo>
                    <a:pt x="2025" y="2457"/>
                    <a:pt x="2184" y="2396"/>
                    <a:pt x="2305" y="2275"/>
                  </a:cubicBezTo>
                  <a:lnTo>
                    <a:pt x="2337" y="2245"/>
                  </a:lnTo>
                  <a:cubicBezTo>
                    <a:pt x="2580" y="2001"/>
                    <a:pt x="2580" y="1608"/>
                    <a:pt x="2337" y="1365"/>
                  </a:cubicBezTo>
                  <a:lnTo>
                    <a:pt x="1154" y="183"/>
                  </a:lnTo>
                  <a:cubicBezTo>
                    <a:pt x="1032" y="62"/>
                    <a:pt x="873" y="1"/>
                    <a:pt x="71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65"/>
            <p:cNvSpPr/>
            <p:nvPr/>
          </p:nvSpPr>
          <p:spPr>
            <a:xfrm>
              <a:off x="4747788" y="2535200"/>
              <a:ext cx="64975" cy="61275"/>
            </a:xfrm>
            <a:custGeom>
              <a:rect b="b" l="l" r="r" t="t"/>
              <a:pathLst>
                <a:path extrusionOk="0" h="2451" w="2599">
                  <a:moveTo>
                    <a:pt x="1890" y="1"/>
                  </a:moveTo>
                  <a:cubicBezTo>
                    <a:pt x="1715" y="1"/>
                    <a:pt x="1538" y="67"/>
                    <a:pt x="1409" y="197"/>
                  </a:cubicBezTo>
                  <a:lnTo>
                    <a:pt x="246" y="1360"/>
                  </a:lnTo>
                  <a:cubicBezTo>
                    <a:pt x="0" y="1607"/>
                    <a:pt x="23" y="1992"/>
                    <a:pt x="265" y="2234"/>
                  </a:cubicBezTo>
                  <a:lnTo>
                    <a:pt x="296" y="2265"/>
                  </a:lnTo>
                  <a:cubicBezTo>
                    <a:pt x="419" y="2388"/>
                    <a:pt x="573" y="2450"/>
                    <a:pt x="728" y="2450"/>
                  </a:cubicBezTo>
                  <a:cubicBezTo>
                    <a:pt x="880" y="2450"/>
                    <a:pt x="1032" y="2391"/>
                    <a:pt x="1155" y="2268"/>
                  </a:cubicBezTo>
                  <a:lnTo>
                    <a:pt x="2318" y="1105"/>
                  </a:lnTo>
                  <a:cubicBezTo>
                    <a:pt x="2567" y="859"/>
                    <a:pt x="2598" y="447"/>
                    <a:pt x="2356" y="205"/>
                  </a:cubicBezTo>
                  <a:lnTo>
                    <a:pt x="2325" y="174"/>
                  </a:lnTo>
                  <a:cubicBezTo>
                    <a:pt x="2209" y="57"/>
                    <a:pt x="2050" y="1"/>
                    <a:pt x="189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65"/>
            <p:cNvSpPr/>
            <p:nvPr/>
          </p:nvSpPr>
          <p:spPr>
            <a:xfrm>
              <a:off x="4955663" y="2327225"/>
              <a:ext cx="64475" cy="61400"/>
            </a:xfrm>
            <a:custGeom>
              <a:rect b="b" l="l" r="r" t="t"/>
              <a:pathLst>
                <a:path extrusionOk="0" h="2456" w="2579">
                  <a:moveTo>
                    <a:pt x="1867" y="1"/>
                  </a:moveTo>
                  <a:cubicBezTo>
                    <a:pt x="1708" y="1"/>
                    <a:pt x="1549" y="61"/>
                    <a:pt x="1427" y="183"/>
                  </a:cubicBezTo>
                  <a:lnTo>
                    <a:pt x="244" y="1365"/>
                  </a:lnTo>
                  <a:cubicBezTo>
                    <a:pt x="1" y="1608"/>
                    <a:pt x="1" y="2001"/>
                    <a:pt x="244" y="2244"/>
                  </a:cubicBezTo>
                  <a:lnTo>
                    <a:pt x="274" y="2273"/>
                  </a:lnTo>
                  <a:cubicBezTo>
                    <a:pt x="396" y="2395"/>
                    <a:pt x="555" y="2455"/>
                    <a:pt x="714" y="2455"/>
                  </a:cubicBezTo>
                  <a:cubicBezTo>
                    <a:pt x="873" y="2455"/>
                    <a:pt x="1032" y="2395"/>
                    <a:pt x="1154" y="2273"/>
                  </a:cubicBezTo>
                  <a:lnTo>
                    <a:pt x="2335" y="1091"/>
                  </a:lnTo>
                  <a:cubicBezTo>
                    <a:pt x="2579" y="848"/>
                    <a:pt x="2579" y="455"/>
                    <a:pt x="2335" y="212"/>
                  </a:cubicBezTo>
                  <a:lnTo>
                    <a:pt x="2307" y="183"/>
                  </a:lnTo>
                  <a:cubicBezTo>
                    <a:pt x="2185" y="61"/>
                    <a:pt x="2026" y="1"/>
                    <a:pt x="186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65"/>
            <p:cNvSpPr/>
            <p:nvPr/>
          </p:nvSpPr>
          <p:spPr>
            <a:xfrm>
              <a:off x="4699813" y="2462650"/>
              <a:ext cx="72550" cy="31125"/>
            </a:xfrm>
            <a:custGeom>
              <a:rect b="b" l="l" r="r" t="t"/>
              <a:pathLst>
                <a:path extrusionOk="0" h="1245" w="2902">
                  <a:moveTo>
                    <a:pt x="623" y="0"/>
                  </a:moveTo>
                  <a:cubicBezTo>
                    <a:pt x="280" y="0"/>
                    <a:pt x="1" y="279"/>
                    <a:pt x="1" y="623"/>
                  </a:cubicBezTo>
                  <a:cubicBezTo>
                    <a:pt x="1" y="966"/>
                    <a:pt x="280" y="1245"/>
                    <a:pt x="623" y="1245"/>
                  </a:cubicBezTo>
                  <a:lnTo>
                    <a:pt x="2280" y="1245"/>
                  </a:lnTo>
                  <a:cubicBezTo>
                    <a:pt x="2623" y="1245"/>
                    <a:pt x="2902" y="966"/>
                    <a:pt x="2902" y="623"/>
                  </a:cubicBezTo>
                  <a:cubicBezTo>
                    <a:pt x="2902" y="279"/>
                    <a:pt x="2623" y="0"/>
                    <a:pt x="2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65"/>
            <p:cNvSpPr/>
            <p:nvPr/>
          </p:nvSpPr>
          <p:spPr>
            <a:xfrm>
              <a:off x="4995163" y="2462650"/>
              <a:ext cx="72625" cy="31125"/>
            </a:xfrm>
            <a:custGeom>
              <a:rect b="b" l="l" r="r" t="t"/>
              <a:pathLst>
                <a:path extrusionOk="0" h="1245" w="2905">
                  <a:moveTo>
                    <a:pt x="622" y="0"/>
                  </a:moveTo>
                  <a:cubicBezTo>
                    <a:pt x="279" y="0"/>
                    <a:pt x="0" y="279"/>
                    <a:pt x="0" y="623"/>
                  </a:cubicBezTo>
                  <a:cubicBezTo>
                    <a:pt x="0" y="966"/>
                    <a:pt x="279" y="1245"/>
                    <a:pt x="622" y="1245"/>
                  </a:cubicBezTo>
                  <a:lnTo>
                    <a:pt x="2282" y="1245"/>
                  </a:lnTo>
                  <a:cubicBezTo>
                    <a:pt x="2625" y="1245"/>
                    <a:pt x="2904" y="966"/>
                    <a:pt x="2904" y="623"/>
                  </a:cubicBezTo>
                  <a:cubicBezTo>
                    <a:pt x="2904" y="279"/>
                    <a:pt x="2625" y="0"/>
                    <a:pt x="228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65"/>
            <p:cNvSpPr/>
            <p:nvPr/>
          </p:nvSpPr>
          <p:spPr>
            <a:xfrm>
              <a:off x="4860863" y="2277100"/>
              <a:ext cx="31150" cy="72600"/>
            </a:xfrm>
            <a:custGeom>
              <a:rect b="b" l="l" r="r" t="t"/>
              <a:pathLst>
                <a:path extrusionOk="0" h="2904" w="1246">
                  <a:moveTo>
                    <a:pt x="623" y="1"/>
                  </a:moveTo>
                  <a:cubicBezTo>
                    <a:pt x="279" y="1"/>
                    <a:pt x="1" y="280"/>
                    <a:pt x="1" y="623"/>
                  </a:cubicBezTo>
                  <a:lnTo>
                    <a:pt x="1" y="2281"/>
                  </a:lnTo>
                  <a:cubicBezTo>
                    <a:pt x="3" y="2624"/>
                    <a:pt x="279" y="2903"/>
                    <a:pt x="623" y="2903"/>
                  </a:cubicBezTo>
                  <a:cubicBezTo>
                    <a:pt x="966" y="2903"/>
                    <a:pt x="1245" y="2624"/>
                    <a:pt x="1245" y="2281"/>
                  </a:cubicBezTo>
                  <a:lnTo>
                    <a:pt x="1245" y="623"/>
                  </a:lnTo>
                  <a:cubicBezTo>
                    <a:pt x="1245" y="280"/>
                    <a:pt x="966" y="1"/>
                    <a:pt x="62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65"/>
            <p:cNvSpPr/>
            <p:nvPr/>
          </p:nvSpPr>
          <p:spPr>
            <a:xfrm>
              <a:off x="4727713" y="1734775"/>
              <a:ext cx="248700" cy="237150"/>
            </a:xfrm>
            <a:custGeom>
              <a:rect b="b" l="l" r="r" t="t"/>
              <a:pathLst>
                <a:path extrusionOk="0" h="9486" w="9948">
                  <a:moveTo>
                    <a:pt x="5205" y="1"/>
                  </a:moveTo>
                  <a:cubicBezTo>
                    <a:pt x="3992" y="1"/>
                    <a:pt x="2778" y="464"/>
                    <a:pt x="1852" y="1390"/>
                  </a:cubicBezTo>
                  <a:cubicBezTo>
                    <a:pt x="1" y="3243"/>
                    <a:pt x="1" y="6246"/>
                    <a:pt x="1852" y="8097"/>
                  </a:cubicBezTo>
                  <a:cubicBezTo>
                    <a:pt x="2742" y="8986"/>
                    <a:pt x="3947" y="9486"/>
                    <a:pt x="5205" y="9486"/>
                  </a:cubicBezTo>
                  <a:cubicBezTo>
                    <a:pt x="6462" y="9486"/>
                    <a:pt x="7670" y="8986"/>
                    <a:pt x="8558" y="8097"/>
                  </a:cubicBezTo>
                  <a:cubicBezTo>
                    <a:pt x="9448" y="7207"/>
                    <a:pt x="9947" y="6001"/>
                    <a:pt x="9947" y="4744"/>
                  </a:cubicBezTo>
                  <a:cubicBezTo>
                    <a:pt x="9947" y="3486"/>
                    <a:pt x="9448" y="2280"/>
                    <a:pt x="8558" y="1390"/>
                  </a:cubicBezTo>
                  <a:cubicBezTo>
                    <a:pt x="7633" y="464"/>
                    <a:pt x="6419" y="1"/>
                    <a:pt x="520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65"/>
            <p:cNvSpPr/>
            <p:nvPr/>
          </p:nvSpPr>
          <p:spPr>
            <a:xfrm>
              <a:off x="4804288" y="1805400"/>
              <a:ext cx="95950" cy="95975"/>
            </a:xfrm>
            <a:custGeom>
              <a:rect b="b" l="l" r="r" t="t"/>
              <a:pathLst>
                <a:path extrusionOk="0" h="3839" w="3838">
                  <a:moveTo>
                    <a:pt x="1919" y="0"/>
                  </a:moveTo>
                  <a:cubicBezTo>
                    <a:pt x="863" y="0"/>
                    <a:pt x="0" y="864"/>
                    <a:pt x="0" y="1920"/>
                  </a:cubicBezTo>
                  <a:cubicBezTo>
                    <a:pt x="0" y="2974"/>
                    <a:pt x="863" y="3838"/>
                    <a:pt x="1919" y="3838"/>
                  </a:cubicBezTo>
                  <a:cubicBezTo>
                    <a:pt x="2973" y="3838"/>
                    <a:pt x="3837" y="2974"/>
                    <a:pt x="3837" y="1920"/>
                  </a:cubicBezTo>
                  <a:cubicBezTo>
                    <a:pt x="3837" y="864"/>
                    <a:pt x="2973" y="0"/>
                    <a:pt x="191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65"/>
            <p:cNvSpPr/>
            <p:nvPr/>
          </p:nvSpPr>
          <p:spPr>
            <a:xfrm>
              <a:off x="5332038" y="1226850"/>
              <a:ext cx="146775" cy="146725"/>
            </a:xfrm>
            <a:custGeom>
              <a:rect b="b" l="l" r="r" t="t"/>
              <a:pathLst>
                <a:path extrusionOk="0" h="5869" w="5871">
                  <a:moveTo>
                    <a:pt x="2936" y="1"/>
                  </a:moveTo>
                  <a:cubicBezTo>
                    <a:pt x="1322" y="1"/>
                    <a:pt x="1" y="1320"/>
                    <a:pt x="1" y="2935"/>
                  </a:cubicBezTo>
                  <a:cubicBezTo>
                    <a:pt x="1" y="4548"/>
                    <a:pt x="1321" y="5869"/>
                    <a:pt x="2936" y="5869"/>
                  </a:cubicBezTo>
                  <a:cubicBezTo>
                    <a:pt x="4550" y="5869"/>
                    <a:pt x="5870" y="4548"/>
                    <a:pt x="5870" y="2935"/>
                  </a:cubicBezTo>
                  <a:cubicBezTo>
                    <a:pt x="5870" y="1322"/>
                    <a:pt x="4550" y="1"/>
                    <a:pt x="2936"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65"/>
            <p:cNvSpPr/>
            <p:nvPr/>
          </p:nvSpPr>
          <p:spPr>
            <a:xfrm>
              <a:off x="5954213" y="1621600"/>
              <a:ext cx="229275" cy="165150"/>
            </a:xfrm>
            <a:custGeom>
              <a:rect b="b" l="l" r="r" t="t"/>
              <a:pathLst>
                <a:path extrusionOk="0" h="6606" w="9171">
                  <a:moveTo>
                    <a:pt x="634" y="1"/>
                  </a:moveTo>
                  <a:cubicBezTo>
                    <a:pt x="458" y="1"/>
                    <a:pt x="284" y="84"/>
                    <a:pt x="175" y="240"/>
                  </a:cubicBezTo>
                  <a:cubicBezTo>
                    <a:pt x="0" y="490"/>
                    <a:pt x="62" y="839"/>
                    <a:pt x="315" y="1014"/>
                  </a:cubicBezTo>
                  <a:lnTo>
                    <a:pt x="8220" y="6507"/>
                  </a:lnTo>
                  <a:cubicBezTo>
                    <a:pt x="8316" y="6574"/>
                    <a:pt x="8427" y="6606"/>
                    <a:pt x="8537" y="6606"/>
                  </a:cubicBezTo>
                  <a:cubicBezTo>
                    <a:pt x="8713" y="6606"/>
                    <a:pt x="8887" y="6523"/>
                    <a:pt x="8994" y="6368"/>
                  </a:cubicBezTo>
                  <a:cubicBezTo>
                    <a:pt x="9170" y="6115"/>
                    <a:pt x="9107" y="5767"/>
                    <a:pt x="8855" y="5593"/>
                  </a:cubicBezTo>
                  <a:lnTo>
                    <a:pt x="949" y="99"/>
                  </a:lnTo>
                  <a:cubicBezTo>
                    <a:pt x="853" y="33"/>
                    <a:pt x="743" y="1"/>
                    <a:pt x="63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65"/>
            <p:cNvSpPr/>
            <p:nvPr/>
          </p:nvSpPr>
          <p:spPr>
            <a:xfrm>
              <a:off x="5914813" y="1672275"/>
              <a:ext cx="224975" cy="180625"/>
            </a:xfrm>
            <a:custGeom>
              <a:rect b="b" l="l" r="r" t="t"/>
              <a:pathLst>
                <a:path extrusionOk="0" h="7225" w="8999">
                  <a:moveTo>
                    <a:pt x="490" y="1"/>
                  </a:moveTo>
                  <a:cubicBezTo>
                    <a:pt x="460" y="1"/>
                    <a:pt x="431" y="3"/>
                    <a:pt x="401" y="9"/>
                  </a:cubicBezTo>
                  <a:cubicBezTo>
                    <a:pt x="157" y="59"/>
                    <a:pt x="0" y="300"/>
                    <a:pt x="50" y="543"/>
                  </a:cubicBezTo>
                  <a:lnTo>
                    <a:pt x="841" y="4381"/>
                  </a:lnTo>
                  <a:cubicBezTo>
                    <a:pt x="866" y="4500"/>
                    <a:pt x="936" y="4603"/>
                    <a:pt x="1037" y="4670"/>
                  </a:cubicBezTo>
                  <a:lnTo>
                    <a:pt x="4877" y="7153"/>
                  </a:lnTo>
                  <a:cubicBezTo>
                    <a:pt x="4950" y="7199"/>
                    <a:pt x="5036" y="7225"/>
                    <a:pt x="5121" y="7225"/>
                  </a:cubicBezTo>
                  <a:cubicBezTo>
                    <a:pt x="5150" y="7225"/>
                    <a:pt x="5181" y="7221"/>
                    <a:pt x="5210" y="7218"/>
                  </a:cubicBezTo>
                  <a:lnTo>
                    <a:pt x="8596" y="6540"/>
                  </a:lnTo>
                  <a:cubicBezTo>
                    <a:pt x="8841" y="6491"/>
                    <a:pt x="8998" y="6254"/>
                    <a:pt x="8951" y="6009"/>
                  </a:cubicBezTo>
                  <a:cubicBezTo>
                    <a:pt x="8908" y="5794"/>
                    <a:pt x="8723" y="5645"/>
                    <a:pt x="8512" y="5645"/>
                  </a:cubicBezTo>
                  <a:cubicBezTo>
                    <a:pt x="8481" y="5645"/>
                    <a:pt x="8450" y="5648"/>
                    <a:pt x="8419" y="5654"/>
                  </a:cubicBezTo>
                  <a:lnTo>
                    <a:pt x="5213" y="6297"/>
                  </a:lnTo>
                  <a:lnTo>
                    <a:pt x="1687" y="4015"/>
                  </a:lnTo>
                  <a:lnTo>
                    <a:pt x="934" y="361"/>
                  </a:lnTo>
                  <a:cubicBezTo>
                    <a:pt x="890" y="147"/>
                    <a:pt x="700" y="1"/>
                    <a:pt x="49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65"/>
            <p:cNvSpPr/>
            <p:nvPr/>
          </p:nvSpPr>
          <p:spPr>
            <a:xfrm>
              <a:off x="5990088" y="1532350"/>
              <a:ext cx="252875" cy="149700"/>
            </a:xfrm>
            <a:custGeom>
              <a:rect b="b" l="l" r="r" t="t"/>
              <a:pathLst>
                <a:path extrusionOk="0" h="5988" w="10115">
                  <a:moveTo>
                    <a:pt x="4163" y="0"/>
                  </a:moveTo>
                  <a:cubicBezTo>
                    <a:pt x="4107" y="0"/>
                    <a:pt x="4052" y="11"/>
                    <a:pt x="3999" y="32"/>
                  </a:cubicBezTo>
                  <a:lnTo>
                    <a:pt x="348" y="1452"/>
                  </a:lnTo>
                  <a:cubicBezTo>
                    <a:pt x="115" y="1542"/>
                    <a:pt x="0" y="1805"/>
                    <a:pt x="90" y="2037"/>
                  </a:cubicBezTo>
                  <a:cubicBezTo>
                    <a:pt x="161" y="2215"/>
                    <a:pt x="332" y="2325"/>
                    <a:pt x="513" y="2325"/>
                  </a:cubicBezTo>
                  <a:cubicBezTo>
                    <a:pt x="567" y="2325"/>
                    <a:pt x="622" y="2315"/>
                    <a:pt x="676" y="2295"/>
                  </a:cubicBezTo>
                  <a:lnTo>
                    <a:pt x="4149" y="941"/>
                  </a:lnTo>
                  <a:lnTo>
                    <a:pt x="7980" y="2661"/>
                  </a:lnTo>
                  <a:lnTo>
                    <a:pt x="9183" y="5701"/>
                  </a:lnTo>
                  <a:cubicBezTo>
                    <a:pt x="9253" y="5880"/>
                    <a:pt x="9422" y="5987"/>
                    <a:pt x="9602" y="5987"/>
                  </a:cubicBezTo>
                  <a:cubicBezTo>
                    <a:pt x="9658" y="5987"/>
                    <a:pt x="9714" y="5977"/>
                    <a:pt x="9769" y="5955"/>
                  </a:cubicBezTo>
                  <a:cubicBezTo>
                    <a:pt x="10001" y="5864"/>
                    <a:pt x="10114" y="5601"/>
                    <a:pt x="10023" y="5369"/>
                  </a:cubicBezTo>
                  <a:lnTo>
                    <a:pt x="8752" y="2157"/>
                  </a:lnTo>
                  <a:cubicBezTo>
                    <a:pt x="8741" y="2130"/>
                    <a:pt x="8729" y="2103"/>
                    <a:pt x="8712" y="2079"/>
                  </a:cubicBezTo>
                  <a:cubicBezTo>
                    <a:pt x="8666" y="2006"/>
                    <a:pt x="8598" y="1949"/>
                    <a:pt x="8518" y="1913"/>
                  </a:cubicBezTo>
                  <a:lnTo>
                    <a:pt x="4348" y="40"/>
                  </a:lnTo>
                  <a:cubicBezTo>
                    <a:pt x="4289" y="14"/>
                    <a:pt x="4226" y="0"/>
                    <a:pt x="416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 name="Google Shape;828;p65"/>
            <p:cNvSpPr/>
            <p:nvPr/>
          </p:nvSpPr>
          <p:spPr>
            <a:xfrm>
              <a:off x="5801963" y="1506850"/>
              <a:ext cx="190075" cy="216250"/>
            </a:xfrm>
            <a:custGeom>
              <a:rect b="b" l="l" r="r" t="t"/>
              <a:pathLst>
                <a:path extrusionOk="0" h="8650" w="7603">
                  <a:moveTo>
                    <a:pt x="5544" y="0"/>
                  </a:moveTo>
                  <a:cubicBezTo>
                    <a:pt x="3827" y="2651"/>
                    <a:pt x="1939" y="5183"/>
                    <a:pt x="1" y="7684"/>
                  </a:cubicBezTo>
                  <a:cubicBezTo>
                    <a:pt x="798" y="8286"/>
                    <a:pt x="1786" y="8649"/>
                    <a:pt x="2860" y="8649"/>
                  </a:cubicBezTo>
                  <a:cubicBezTo>
                    <a:pt x="5478" y="8649"/>
                    <a:pt x="7603" y="6526"/>
                    <a:pt x="7603" y="3907"/>
                  </a:cubicBezTo>
                  <a:cubicBezTo>
                    <a:pt x="7603" y="2285"/>
                    <a:pt x="6787" y="854"/>
                    <a:pt x="554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 name="Google Shape;829;p65"/>
            <p:cNvSpPr/>
            <p:nvPr/>
          </p:nvSpPr>
          <p:spPr>
            <a:xfrm>
              <a:off x="5537188" y="1313000"/>
              <a:ext cx="204850" cy="121425"/>
            </a:xfrm>
            <a:custGeom>
              <a:rect b="b" l="l" r="r" t="t"/>
              <a:pathLst>
                <a:path extrusionOk="0" h="4857" w="8194">
                  <a:moveTo>
                    <a:pt x="1543" y="1"/>
                  </a:moveTo>
                  <a:cubicBezTo>
                    <a:pt x="614" y="1"/>
                    <a:pt x="0" y="1380"/>
                    <a:pt x="1000" y="1925"/>
                  </a:cubicBezTo>
                  <a:cubicBezTo>
                    <a:pt x="2715" y="2856"/>
                    <a:pt x="4432" y="3787"/>
                    <a:pt x="6147" y="4722"/>
                  </a:cubicBezTo>
                  <a:cubicBezTo>
                    <a:pt x="6320" y="4815"/>
                    <a:pt x="6489" y="4856"/>
                    <a:pt x="6650" y="4856"/>
                  </a:cubicBezTo>
                  <a:cubicBezTo>
                    <a:pt x="7579" y="4856"/>
                    <a:pt x="8193" y="3476"/>
                    <a:pt x="7193" y="2933"/>
                  </a:cubicBezTo>
                  <a:cubicBezTo>
                    <a:pt x="5478" y="2001"/>
                    <a:pt x="3761" y="1069"/>
                    <a:pt x="2047" y="137"/>
                  </a:cubicBezTo>
                  <a:cubicBezTo>
                    <a:pt x="1874" y="42"/>
                    <a:pt x="1704" y="1"/>
                    <a:pt x="154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 name="Google Shape;830;p65"/>
            <p:cNvSpPr/>
            <p:nvPr/>
          </p:nvSpPr>
          <p:spPr>
            <a:xfrm>
              <a:off x="5774013" y="1437975"/>
              <a:ext cx="58675" cy="51800"/>
            </a:xfrm>
            <a:custGeom>
              <a:rect b="b" l="l" r="r" t="t"/>
              <a:pathLst>
                <a:path extrusionOk="0" h="2072" w="2347">
                  <a:moveTo>
                    <a:pt x="1060" y="0"/>
                  </a:moveTo>
                  <a:cubicBezTo>
                    <a:pt x="518" y="0"/>
                    <a:pt x="0" y="476"/>
                    <a:pt x="24" y="1036"/>
                  </a:cubicBezTo>
                  <a:cubicBezTo>
                    <a:pt x="50" y="1598"/>
                    <a:pt x="481" y="2071"/>
                    <a:pt x="1060" y="2071"/>
                  </a:cubicBezTo>
                  <a:lnTo>
                    <a:pt x="1286" y="2071"/>
                  </a:lnTo>
                  <a:cubicBezTo>
                    <a:pt x="1827" y="2071"/>
                    <a:pt x="2346" y="1596"/>
                    <a:pt x="2320" y="1036"/>
                  </a:cubicBezTo>
                  <a:cubicBezTo>
                    <a:pt x="2296" y="475"/>
                    <a:pt x="1865" y="0"/>
                    <a:pt x="128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 name="Google Shape;831;p65"/>
            <p:cNvSpPr/>
            <p:nvPr/>
          </p:nvSpPr>
          <p:spPr>
            <a:xfrm>
              <a:off x="4765913" y="2032750"/>
              <a:ext cx="25925" cy="75825"/>
            </a:xfrm>
            <a:custGeom>
              <a:rect b="b" l="l" r="r" t="t"/>
              <a:pathLst>
                <a:path extrusionOk="0" h="3033" w="1037">
                  <a:moveTo>
                    <a:pt x="517" y="1"/>
                  </a:moveTo>
                  <a:cubicBezTo>
                    <a:pt x="259" y="1"/>
                    <a:pt x="0" y="167"/>
                    <a:pt x="0" y="501"/>
                  </a:cubicBezTo>
                  <a:lnTo>
                    <a:pt x="0" y="2532"/>
                  </a:lnTo>
                  <a:cubicBezTo>
                    <a:pt x="0" y="2865"/>
                    <a:pt x="259" y="3032"/>
                    <a:pt x="518" y="3032"/>
                  </a:cubicBezTo>
                  <a:cubicBezTo>
                    <a:pt x="777" y="3032"/>
                    <a:pt x="1036" y="2865"/>
                    <a:pt x="1036" y="2532"/>
                  </a:cubicBezTo>
                  <a:lnTo>
                    <a:pt x="1036" y="501"/>
                  </a:lnTo>
                  <a:cubicBezTo>
                    <a:pt x="1036" y="168"/>
                    <a:pt x="777" y="1"/>
                    <a:pt x="51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65"/>
            <p:cNvSpPr/>
            <p:nvPr/>
          </p:nvSpPr>
          <p:spPr>
            <a:xfrm>
              <a:off x="4756538" y="2156525"/>
              <a:ext cx="33350" cy="25900"/>
            </a:xfrm>
            <a:custGeom>
              <a:rect b="b" l="l" r="r" t="t"/>
              <a:pathLst>
                <a:path extrusionOk="0" h="1036" w="1334">
                  <a:moveTo>
                    <a:pt x="666" y="0"/>
                  </a:moveTo>
                  <a:cubicBezTo>
                    <a:pt x="1" y="0"/>
                    <a:pt x="1" y="1036"/>
                    <a:pt x="667" y="1036"/>
                  </a:cubicBezTo>
                  <a:cubicBezTo>
                    <a:pt x="1334" y="1036"/>
                    <a:pt x="1334" y="0"/>
                    <a:pt x="667" y="0"/>
                  </a:cubicBezTo>
                  <a:cubicBezTo>
                    <a:pt x="667" y="0"/>
                    <a:pt x="666" y="0"/>
                    <a:pt x="66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65"/>
            <p:cNvSpPr/>
            <p:nvPr/>
          </p:nvSpPr>
          <p:spPr>
            <a:xfrm>
              <a:off x="5021813" y="1513025"/>
              <a:ext cx="33400" cy="25925"/>
            </a:xfrm>
            <a:custGeom>
              <a:rect b="b" l="l" r="r" t="t"/>
              <a:pathLst>
                <a:path extrusionOk="0" h="1037" w="1336">
                  <a:moveTo>
                    <a:pt x="668" y="1"/>
                  </a:moveTo>
                  <a:cubicBezTo>
                    <a:pt x="3" y="1"/>
                    <a:pt x="0" y="1036"/>
                    <a:pt x="669" y="1036"/>
                  </a:cubicBezTo>
                  <a:cubicBezTo>
                    <a:pt x="1336" y="1036"/>
                    <a:pt x="1336" y="1"/>
                    <a:pt x="669" y="1"/>
                  </a:cubicBezTo>
                  <a:cubicBezTo>
                    <a:pt x="669" y="1"/>
                    <a:pt x="668"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 name="Google Shape;834;p65"/>
            <p:cNvSpPr/>
            <p:nvPr/>
          </p:nvSpPr>
          <p:spPr>
            <a:xfrm>
              <a:off x="4922488" y="1592175"/>
              <a:ext cx="62925" cy="54000"/>
            </a:xfrm>
            <a:custGeom>
              <a:rect b="b" l="l" r="r" t="t"/>
              <a:pathLst>
                <a:path extrusionOk="0" h="2160" w="2517">
                  <a:moveTo>
                    <a:pt x="1952" y="1"/>
                  </a:moveTo>
                  <a:cubicBezTo>
                    <a:pt x="1817" y="1"/>
                    <a:pt x="1680" y="55"/>
                    <a:pt x="1568" y="149"/>
                  </a:cubicBezTo>
                  <a:cubicBezTo>
                    <a:pt x="1118" y="525"/>
                    <a:pt x="666" y="902"/>
                    <a:pt x="215" y="1278"/>
                  </a:cubicBezTo>
                  <a:cubicBezTo>
                    <a:pt x="0" y="1457"/>
                    <a:pt x="29" y="1826"/>
                    <a:pt x="215" y="2012"/>
                  </a:cubicBezTo>
                  <a:cubicBezTo>
                    <a:pt x="316" y="2114"/>
                    <a:pt x="439" y="2160"/>
                    <a:pt x="563" y="2160"/>
                  </a:cubicBezTo>
                  <a:cubicBezTo>
                    <a:pt x="698" y="2160"/>
                    <a:pt x="835" y="2106"/>
                    <a:pt x="947" y="2012"/>
                  </a:cubicBezTo>
                  <a:cubicBezTo>
                    <a:pt x="1398" y="1634"/>
                    <a:pt x="1851" y="1259"/>
                    <a:pt x="2302" y="882"/>
                  </a:cubicBezTo>
                  <a:cubicBezTo>
                    <a:pt x="2517" y="703"/>
                    <a:pt x="2488" y="335"/>
                    <a:pt x="2302" y="149"/>
                  </a:cubicBezTo>
                  <a:cubicBezTo>
                    <a:pt x="2200" y="47"/>
                    <a:pt x="2076" y="1"/>
                    <a:pt x="195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65"/>
            <p:cNvSpPr/>
            <p:nvPr/>
          </p:nvSpPr>
          <p:spPr>
            <a:xfrm>
              <a:off x="5117788" y="2574200"/>
              <a:ext cx="33400" cy="25875"/>
            </a:xfrm>
            <a:custGeom>
              <a:rect b="b" l="l" r="r" t="t"/>
              <a:pathLst>
                <a:path extrusionOk="0" h="1035" w="1336">
                  <a:moveTo>
                    <a:pt x="666" y="0"/>
                  </a:moveTo>
                  <a:cubicBezTo>
                    <a:pt x="0" y="0"/>
                    <a:pt x="1" y="1034"/>
                    <a:pt x="667" y="1034"/>
                  </a:cubicBezTo>
                  <a:cubicBezTo>
                    <a:pt x="1335" y="1034"/>
                    <a:pt x="1335" y="0"/>
                    <a:pt x="667" y="0"/>
                  </a:cubicBezTo>
                  <a:cubicBezTo>
                    <a:pt x="667" y="0"/>
                    <a:pt x="666" y="0"/>
                    <a:pt x="66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 name="Google Shape;836;p65"/>
            <p:cNvSpPr/>
            <p:nvPr/>
          </p:nvSpPr>
          <p:spPr>
            <a:xfrm>
              <a:off x="5066963" y="2670150"/>
              <a:ext cx="33425" cy="25900"/>
            </a:xfrm>
            <a:custGeom>
              <a:rect b="b" l="l" r="r" t="t"/>
              <a:pathLst>
                <a:path extrusionOk="0" h="1036" w="1337">
                  <a:moveTo>
                    <a:pt x="669" y="0"/>
                  </a:moveTo>
                  <a:cubicBezTo>
                    <a:pt x="2" y="0"/>
                    <a:pt x="1" y="1036"/>
                    <a:pt x="669" y="1036"/>
                  </a:cubicBezTo>
                  <a:cubicBezTo>
                    <a:pt x="1337" y="1036"/>
                    <a:pt x="1337" y="0"/>
                    <a:pt x="66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837" name="Google Shape;837;p65"/>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838" name="Google Shape;838;p65"/>
          <p:cNvGrpSpPr/>
          <p:nvPr/>
        </p:nvGrpSpPr>
        <p:grpSpPr>
          <a:xfrm>
            <a:off x="372025" y="321975"/>
            <a:ext cx="8400000" cy="4503300"/>
            <a:chOff x="372025" y="321975"/>
            <a:chExt cx="8400000" cy="4503300"/>
          </a:xfrm>
        </p:grpSpPr>
        <p:grpSp>
          <p:nvGrpSpPr>
            <p:cNvPr id="839" name="Google Shape;839;p65"/>
            <p:cNvGrpSpPr/>
            <p:nvPr/>
          </p:nvGrpSpPr>
          <p:grpSpPr>
            <a:xfrm>
              <a:off x="372025" y="321975"/>
              <a:ext cx="8400000" cy="4503300"/>
              <a:chOff x="372025" y="321975"/>
              <a:chExt cx="8400000" cy="4503300"/>
            </a:xfrm>
          </p:grpSpPr>
          <p:sp>
            <p:nvSpPr>
              <p:cNvPr id="840" name="Google Shape;840;p65"/>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1" name="Google Shape;841;p65"/>
              <p:cNvGrpSpPr/>
              <p:nvPr/>
            </p:nvGrpSpPr>
            <p:grpSpPr>
              <a:xfrm>
                <a:off x="372025" y="321975"/>
                <a:ext cx="8400000" cy="4499700"/>
                <a:chOff x="372025" y="321975"/>
                <a:chExt cx="8400000" cy="4499700"/>
              </a:xfrm>
            </p:grpSpPr>
            <p:sp>
              <p:nvSpPr>
                <p:cNvPr id="842" name="Google Shape;842;p65"/>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65"/>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 name="Google Shape;844;p65"/>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65"/>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65"/>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 name="Google Shape;847;p65"/>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48" name="Google Shape;848;p65"/>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849" name="Google Shape;849;p65"/>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
        <p:nvSpPr>
          <p:cNvPr id="850" name="Google Shape;850;p65"/>
          <p:cNvSpPr txBox="1"/>
          <p:nvPr>
            <p:ph idx="1" type="subTitle"/>
          </p:nvPr>
        </p:nvSpPr>
        <p:spPr>
          <a:xfrm>
            <a:off x="720000" y="3946209"/>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51" name="Google Shape;851;p65"/>
          <p:cNvSpPr txBox="1"/>
          <p:nvPr>
            <p:ph idx="2" type="subTitle"/>
          </p:nvPr>
        </p:nvSpPr>
        <p:spPr>
          <a:xfrm>
            <a:off x="3403825" y="3946209"/>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52" name="Google Shape;852;p65"/>
          <p:cNvSpPr txBox="1"/>
          <p:nvPr>
            <p:ph idx="3" type="subTitle"/>
          </p:nvPr>
        </p:nvSpPr>
        <p:spPr>
          <a:xfrm>
            <a:off x="6087650" y="3946209"/>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53" name="Google Shape;853;p65"/>
          <p:cNvSpPr txBox="1"/>
          <p:nvPr>
            <p:ph type="title"/>
          </p:nvPr>
        </p:nvSpPr>
        <p:spPr>
          <a:xfrm>
            <a:off x="720000" y="34185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Clr>
                <a:schemeClr val="lt2"/>
              </a:buClr>
              <a:buSzPts val="3000"/>
              <a:buNone/>
              <a:defRPr sz="3000">
                <a:solidFill>
                  <a:schemeClr val="lt2"/>
                </a:solidFill>
              </a:defRPr>
            </a:lvl1pPr>
            <a:lvl2pPr lvl="1" algn="ctr">
              <a:lnSpc>
                <a:spcPct val="100000"/>
              </a:lnSpc>
              <a:spcBef>
                <a:spcPts val="0"/>
              </a:spcBef>
              <a:spcAft>
                <a:spcPts val="0"/>
              </a:spcAft>
              <a:buClr>
                <a:schemeClr val="lt2"/>
              </a:buClr>
              <a:buSzPts val="3000"/>
              <a:buNone/>
              <a:defRPr sz="3000">
                <a:solidFill>
                  <a:schemeClr val="lt2"/>
                </a:solidFill>
              </a:defRPr>
            </a:lvl2pPr>
            <a:lvl3pPr lvl="2" algn="ctr">
              <a:lnSpc>
                <a:spcPct val="100000"/>
              </a:lnSpc>
              <a:spcBef>
                <a:spcPts val="0"/>
              </a:spcBef>
              <a:spcAft>
                <a:spcPts val="0"/>
              </a:spcAft>
              <a:buClr>
                <a:schemeClr val="lt2"/>
              </a:buClr>
              <a:buSzPts val="3000"/>
              <a:buNone/>
              <a:defRPr sz="3000">
                <a:solidFill>
                  <a:schemeClr val="lt2"/>
                </a:solidFill>
              </a:defRPr>
            </a:lvl3pPr>
            <a:lvl4pPr lvl="3" algn="ctr">
              <a:lnSpc>
                <a:spcPct val="100000"/>
              </a:lnSpc>
              <a:spcBef>
                <a:spcPts val="0"/>
              </a:spcBef>
              <a:spcAft>
                <a:spcPts val="0"/>
              </a:spcAft>
              <a:buClr>
                <a:schemeClr val="lt2"/>
              </a:buClr>
              <a:buSzPts val="3000"/>
              <a:buNone/>
              <a:defRPr sz="3000">
                <a:solidFill>
                  <a:schemeClr val="lt2"/>
                </a:solidFill>
              </a:defRPr>
            </a:lvl4pPr>
            <a:lvl5pPr lvl="4" algn="ctr">
              <a:lnSpc>
                <a:spcPct val="100000"/>
              </a:lnSpc>
              <a:spcBef>
                <a:spcPts val="0"/>
              </a:spcBef>
              <a:spcAft>
                <a:spcPts val="0"/>
              </a:spcAft>
              <a:buClr>
                <a:schemeClr val="lt2"/>
              </a:buClr>
              <a:buSzPts val="3000"/>
              <a:buNone/>
              <a:defRPr sz="3000">
                <a:solidFill>
                  <a:schemeClr val="lt2"/>
                </a:solidFill>
              </a:defRPr>
            </a:lvl5pPr>
            <a:lvl6pPr lvl="5" algn="ctr">
              <a:lnSpc>
                <a:spcPct val="100000"/>
              </a:lnSpc>
              <a:spcBef>
                <a:spcPts val="0"/>
              </a:spcBef>
              <a:spcAft>
                <a:spcPts val="0"/>
              </a:spcAft>
              <a:buClr>
                <a:schemeClr val="lt2"/>
              </a:buClr>
              <a:buSzPts val="3000"/>
              <a:buNone/>
              <a:defRPr sz="3000">
                <a:solidFill>
                  <a:schemeClr val="lt2"/>
                </a:solidFill>
              </a:defRPr>
            </a:lvl6pPr>
            <a:lvl7pPr lvl="6" algn="ctr">
              <a:lnSpc>
                <a:spcPct val="100000"/>
              </a:lnSpc>
              <a:spcBef>
                <a:spcPts val="0"/>
              </a:spcBef>
              <a:spcAft>
                <a:spcPts val="0"/>
              </a:spcAft>
              <a:buClr>
                <a:schemeClr val="lt2"/>
              </a:buClr>
              <a:buSzPts val="3000"/>
              <a:buNone/>
              <a:defRPr sz="3000">
                <a:solidFill>
                  <a:schemeClr val="lt2"/>
                </a:solidFill>
              </a:defRPr>
            </a:lvl7pPr>
            <a:lvl8pPr lvl="7" algn="ctr">
              <a:lnSpc>
                <a:spcPct val="100000"/>
              </a:lnSpc>
              <a:spcBef>
                <a:spcPts val="0"/>
              </a:spcBef>
              <a:spcAft>
                <a:spcPts val="0"/>
              </a:spcAft>
              <a:buClr>
                <a:schemeClr val="lt2"/>
              </a:buClr>
              <a:buSzPts val="3000"/>
              <a:buNone/>
              <a:defRPr sz="3000">
                <a:solidFill>
                  <a:schemeClr val="lt2"/>
                </a:solidFill>
              </a:defRPr>
            </a:lvl8pPr>
            <a:lvl9pPr lvl="8" algn="ctr">
              <a:lnSpc>
                <a:spcPct val="100000"/>
              </a:lnSpc>
              <a:spcBef>
                <a:spcPts val="0"/>
              </a:spcBef>
              <a:spcAft>
                <a:spcPts val="0"/>
              </a:spcAft>
              <a:buClr>
                <a:schemeClr val="lt2"/>
              </a:buClr>
              <a:buSzPts val="3000"/>
              <a:buNone/>
              <a:defRPr sz="3000">
                <a:solidFill>
                  <a:schemeClr val="lt2"/>
                </a:solidFill>
              </a:defRPr>
            </a:lvl9pPr>
          </a:lstStyle>
          <a:p/>
        </p:txBody>
      </p:sp>
      <p:sp>
        <p:nvSpPr>
          <p:cNvPr id="854" name="Google Shape;854;p65"/>
          <p:cNvSpPr txBox="1"/>
          <p:nvPr>
            <p:ph idx="4" type="title"/>
          </p:nvPr>
        </p:nvSpPr>
        <p:spPr>
          <a:xfrm>
            <a:off x="3403800" y="34185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Clr>
                <a:schemeClr val="lt2"/>
              </a:buClr>
              <a:buSzPts val="3000"/>
              <a:buNone/>
              <a:defRPr sz="3000">
                <a:solidFill>
                  <a:schemeClr val="accent3"/>
                </a:solidFill>
              </a:defRPr>
            </a:lvl1pPr>
            <a:lvl2pPr lvl="1" algn="ctr">
              <a:lnSpc>
                <a:spcPct val="100000"/>
              </a:lnSpc>
              <a:spcBef>
                <a:spcPts val="0"/>
              </a:spcBef>
              <a:spcAft>
                <a:spcPts val="0"/>
              </a:spcAft>
              <a:buClr>
                <a:schemeClr val="lt2"/>
              </a:buClr>
              <a:buSzPts val="3000"/>
              <a:buNone/>
              <a:defRPr sz="3000">
                <a:solidFill>
                  <a:schemeClr val="lt2"/>
                </a:solidFill>
              </a:defRPr>
            </a:lvl2pPr>
            <a:lvl3pPr lvl="2" algn="ctr">
              <a:lnSpc>
                <a:spcPct val="100000"/>
              </a:lnSpc>
              <a:spcBef>
                <a:spcPts val="0"/>
              </a:spcBef>
              <a:spcAft>
                <a:spcPts val="0"/>
              </a:spcAft>
              <a:buClr>
                <a:schemeClr val="lt2"/>
              </a:buClr>
              <a:buSzPts val="3000"/>
              <a:buNone/>
              <a:defRPr sz="3000">
                <a:solidFill>
                  <a:schemeClr val="lt2"/>
                </a:solidFill>
              </a:defRPr>
            </a:lvl3pPr>
            <a:lvl4pPr lvl="3" algn="ctr">
              <a:lnSpc>
                <a:spcPct val="100000"/>
              </a:lnSpc>
              <a:spcBef>
                <a:spcPts val="0"/>
              </a:spcBef>
              <a:spcAft>
                <a:spcPts val="0"/>
              </a:spcAft>
              <a:buClr>
                <a:schemeClr val="lt2"/>
              </a:buClr>
              <a:buSzPts val="3000"/>
              <a:buNone/>
              <a:defRPr sz="3000">
                <a:solidFill>
                  <a:schemeClr val="lt2"/>
                </a:solidFill>
              </a:defRPr>
            </a:lvl4pPr>
            <a:lvl5pPr lvl="4" algn="ctr">
              <a:lnSpc>
                <a:spcPct val="100000"/>
              </a:lnSpc>
              <a:spcBef>
                <a:spcPts val="0"/>
              </a:spcBef>
              <a:spcAft>
                <a:spcPts val="0"/>
              </a:spcAft>
              <a:buClr>
                <a:schemeClr val="lt2"/>
              </a:buClr>
              <a:buSzPts val="3000"/>
              <a:buNone/>
              <a:defRPr sz="3000">
                <a:solidFill>
                  <a:schemeClr val="lt2"/>
                </a:solidFill>
              </a:defRPr>
            </a:lvl5pPr>
            <a:lvl6pPr lvl="5" algn="ctr">
              <a:lnSpc>
                <a:spcPct val="100000"/>
              </a:lnSpc>
              <a:spcBef>
                <a:spcPts val="0"/>
              </a:spcBef>
              <a:spcAft>
                <a:spcPts val="0"/>
              </a:spcAft>
              <a:buClr>
                <a:schemeClr val="lt2"/>
              </a:buClr>
              <a:buSzPts val="3000"/>
              <a:buNone/>
              <a:defRPr sz="3000">
                <a:solidFill>
                  <a:schemeClr val="lt2"/>
                </a:solidFill>
              </a:defRPr>
            </a:lvl6pPr>
            <a:lvl7pPr lvl="6" algn="ctr">
              <a:lnSpc>
                <a:spcPct val="100000"/>
              </a:lnSpc>
              <a:spcBef>
                <a:spcPts val="0"/>
              </a:spcBef>
              <a:spcAft>
                <a:spcPts val="0"/>
              </a:spcAft>
              <a:buClr>
                <a:schemeClr val="lt2"/>
              </a:buClr>
              <a:buSzPts val="3000"/>
              <a:buNone/>
              <a:defRPr sz="3000">
                <a:solidFill>
                  <a:schemeClr val="lt2"/>
                </a:solidFill>
              </a:defRPr>
            </a:lvl7pPr>
            <a:lvl8pPr lvl="7" algn="ctr">
              <a:lnSpc>
                <a:spcPct val="100000"/>
              </a:lnSpc>
              <a:spcBef>
                <a:spcPts val="0"/>
              </a:spcBef>
              <a:spcAft>
                <a:spcPts val="0"/>
              </a:spcAft>
              <a:buClr>
                <a:schemeClr val="lt2"/>
              </a:buClr>
              <a:buSzPts val="3000"/>
              <a:buNone/>
              <a:defRPr sz="3000">
                <a:solidFill>
                  <a:schemeClr val="lt2"/>
                </a:solidFill>
              </a:defRPr>
            </a:lvl8pPr>
            <a:lvl9pPr lvl="8" algn="ctr">
              <a:lnSpc>
                <a:spcPct val="100000"/>
              </a:lnSpc>
              <a:spcBef>
                <a:spcPts val="0"/>
              </a:spcBef>
              <a:spcAft>
                <a:spcPts val="0"/>
              </a:spcAft>
              <a:buClr>
                <a:schemeClr val="lt2"/>
              </a:buClr>
              <a:buSzPts val="3000"/>
              <a:buNone/>
              <a:defRPr sz="3000">
                <a:solidFill>
                  <a:schemeClr val="lt2"/>
                </a:solidFill>
              </a:defRPr>
            </a:lvl9pPr>
          </a:lstStyle>
          <a:p/>
        </p:txBody>
      </p:sp>
      <p:sp>
        <p:nvSpPr>
          <p:cNvPr id="855" name="Google Shape;855;p65"/>
          <p:cNvSpPr txBox="1"/>
          <p:nvPr>
            <p:ph idx="5" type="title"/>
          </p:nvPr>
        </p:nvSpPr>
        <p:spPr>
          <a:xfrm>
            <a:off x="6087600" y="34185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Clr>
                <a:schemeClr val="lt2"/>
              </a:buClr>
              <a:buSzPts val="3000"/>
              <a:buNone/>
              <a:defRPr sz="3000"/>
            </a:lvl1pPr>
            <a:lvl2pPr lvl="1" algn="ctr">
              <a:lnSpc>
                <a:spcPct val="100000"/>
              </a:lnSpc>
              <a:spcBef>
                <a:spcPts val="0"/>
              </a:spcBef>
              <a:spcAft>
                <a:spcPts val="0"/>
              </a:spcAft>
              <a:buClr>
                <a:schemeClr val="lt2"/>
              </a:buClr>
              <a:buSzPts val="3000"/>
              <a:buNone/>
              <a:defRPr sz="3000">
                <a:solidFill>
                  <a:schemeClr val="lt2"/>
                </a:solidFill>
              </a:defRPr>
            </a:lvl2pPr>
            <a:lvl3pPr lvl="2" algn="ctr">
              <a:lnSpc>
                <a:spcPct val="100000"/>
              </a:lnSpc>
              <a:spcBef>
                <a:spcPts val="0"/>
              </a:spcBef>
              <a:spcAft>
                <a:spcPts val="0"/>
              </a:spcAft>
              <a:buClr>
                <a:schemeClr val="lt2"/>
              </a:buClr>
              <a:buSzPts val="3000"/>
              <a:buNone/>
              <a:defRPr sz="3000">
                <a:solidFill>
                  <a:schemeClr val="lt2"/>
                </a:solidFill>
              </a:defRPr>
            </a:lvl3pPr>
            <a:lvl4pPr lvl="3" algn="ctr">
              <a:lnSpc>
                <a:spcPct val="100000"/>
              </a:lnSpc>
              <a:spcBef>
                <a:spcPts val="0"/>
              </a:spcBef>
              <a:spcAft>
                <a:spcPts val="0"/>
              </a:spcAft>
              <a:buClr>
                <a:schemeClr val="lt2"/>
              </a:buClr>
              <a:buSzPts val="3000"/>
              <a:buNone/>
              <a:defRPr sz="3000">
                <a:solidFill>
                  <a:schemeClr val="lt2"/>
                </a:solidFill>
              </a:defRPr>
            </a:lvl4pPr>
            <a:lvl5pPr lvl="4" algn="ctr">
              <a:lnSpc>
                <a:spcPct val="100000"/>
              </a:lnSpc>
              <a:spcBef>
                <a:spcPts val="0"/>
              </a:spcBef>
              <a:spcAft>
                <a:spcPts val="0"/>
              </a:spcAft>
              <a:buClr>
                <a:schemeClr val="lt2"/>
              </a:buClr>
              <a:buSzPts val="3000"/>
              <a:buNone/>
              <a:defRPr sz="3000">
                <a:solidFill>
                  <a:schemeClr val="lt2"/>
                </a:solidFill>
              </a:defRPr>
            </a:lvl5pPr>
            <a:lvl6pPr lvl="5" algn="ctr">
              <a:lnSpc>
                <a:spcPct val="100000"/>
              </a:lnSpc>
              <a:spcBef>
                <a:spcPts val="0"/>
              </a:spcBef>
              <a:spcAft>
                <a:spcPts val="0"/>
              </a:spcAft>
              <a:buClr>
                <a:schemeClr val="lt2"/>
              </a:buClr>
              <a:buSzPts val="3000"/>
              <a:buNone/>
              <a:defRPr sz="3000">
                <a:solidFill>
                  <a:schemeClr val="lt2"/>
                </a:solidFill>
              </a:defRPr>
            </a:lvl6pPr>
            <a:lvl7pPr lvl="6" algn="ctr">
              <a:lnSpc>
                <a:spcPct val="100000"/>
              </a:lnSpc>
              <a:spcBef>
                <a:spcPts val="0"/>
              </a:spcBef>
              <a:spcAft>
                <a:spcPts val="0"/>
              </a:spcAft>
              <a:buClr>
                <a:schemeClr val="lt2"/>
              </a:buClr>
              <a:buSzPts val="3000"/>
              <a:buNone/>
              <a:defRPr sz="3000">
                <a:solidFill>
                  <a:schemeClr val="lt2"/>
                </a:solidFill>
              </a:defRPr>
            </a:lvl7pPr>
            <a:lvl8pPr lvl="7" algn="ctr">
              <a:lnSpc>
                <a:spcPct val="100000"/>
              </a:lnSpc>
              <a:spcBef>
                <a:spcPts val="0"/>
              </a:spcBef>
              <a:spcAft>
                <a:spcPts val="0"/>
              </a:spcAft>
              <a:buClr>
                <a:schemeClr val="lt2"/>
              </a:buClr>
              <a:buSzPts val="3000"/>
              <a:buNone/>
              <a:defRPr sz="3000">
                <a:solidFill>
                  <a:schemeClr val="lt2"/>
                </a:solidFill>
              </a:defRPr>
            </a:lvl8pPr>
            <a:lvl9pPr lvl="8" algn="ctr">
              <a:lnSpc>
                <a:spcPct val="100000"/>
              </a:lnSpc>
              <a:spcBef>
                <a:spcPts val="0"/>
              </a:spcBef>
              <a:spcAft>
                <a:spcPts val="0"/>
              </a:spcAft>
              <a:buClr>
                <a:schemeClr val="lt2"/>
              </a:buClr>
              <a:buSzPts val="3000"/>
              <a:buNone/>
              <a:defRPr sz="3000">
                <a:solidFill>
                  <a:schemeClr val="lt2"/>
                </a:solidFill>
              </a:defRPr>
            </a:lvl9pPr>
          </a:lstStyle>
          <a:p/>
        </p:txBody>
      </p:sp>
      <p:sp>
        <p:nvSpPr>
          <p:cNvPr id="856" name="Google Shape;856;p65"/>
          <p:cNvSpPr txBox="1"/>
          <p:nvPr>
            <p:ph idx="6"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2"/>
        </a:solidFill>
      </p:bgPr>
    </p:bg>
    <p:spTree>
      <p:nvGrpSpPr>
        <p:cNvPr id="857" name="Shape 857"/>
        <p:cNvGrpSpPr/>
        <p:nvPr/>
      </p:nvGrpSpPr>
      <p:grpSpPr>
        <a:xfrm>
          <a:off x="0" y="0"/>
          <a:ext cx="0" cy="0"/>
          <a:chOff x="0" y="0"/>
          <a:chExt cx="0" cy="0"/>
        </a:xfrm>
      </p:grpSpPr>
      <p:grpSp>
        <p:nvGrpSpPr>
          <p:cNvPr id="858" name="Google Shape;858;p66"/>
          <p:cNvGrpSpPr/>
          <p:nvPr/>
        </p:nvGrpSpPr>
        <p:grpSpPr>
          <a:xfrm rot="816243">
            <a:off x="7885012" y="585070"/>
            <a:ext cx="624221" cy="2019733"/>
            <a:chOff x="6505688" y="3123675"/>
            <a:chExt cx="624250" cy="2019825"/>
          </a:xfrm>
        </p:grpSpPr>
        <p:sp>
          <p:nvSpPr>
            <p:cNvPr id="859" name="Google Shape;859;p66"/>
            <p:cNvSpPr/>
            <p:nvPr/>
          </p:nvSpPr>
          <p:spPr>
            <a:xfrm>
              <a:off x="6666113" y="3575400"/>
              <a:ext cx="322850" cy="555300"/>
            </a:xfrm>
            <a:custGeom>
              <a:rect b="b" l="l" r="r" t="t"/>
              <a:pathLst>
                <a:path extrusionOk="0" h="22212" w="12914">
                  <a:moveTo>
                    <a:pt x="6599" y="1"/>
                  </a:moveTo>
                  <a:cubicBezTo>
                    <a:pt x="6584" y="1"/>
                    <a:pt x="6568" y="1"/>
                    <a:pt x="6552" y="1"/>
                  </a:cubicBezTo>
                  <a:lnTo>
                    <a:pt x="6198" y="4"/>
                  </a:lnTo>
                  <a:cubicBezTo>
                    <a:pt x="2777" y="30"/>
                    <a:pt x="1" y="2848"/>
                    <a:pt x="25" y="6268"/>
                  </a:cubicBezTo>
                  <a:lnTo>
                    <a:pt x="99" y="16039"/>
                  </a:lnTo>
                  <a:cubicBezTo>
                    <a:pt x="123" y="19443"/>
                    <a:pt x="2916" y="22211"/>
                    <a:pt x="6315" y="22211"/>
                  </a:cubicBezTo>
                  <a:cubicBezTo>
                    <a:pt x="6331" y="22211"/>
                    <a:pt x="6346" y="22211"/>
                    <a:pt x="6362" y="22211"/>
                  </a:cubicBezTo>
                  <a:lnTo>
                    <a:pt x="6717" y="22210"/>
                  </a:lnTo>
                  <a:cubicBezTo>
                    <a:pt x="10137" y="22183"/>
                    <a:pt x="12914" y="19364"/>
                    <a:pt x="12891" y="15944"/>
                  </a:cubicBezTo>
                  <a:lnTo>
                    <a:pt x="12818" y="6174"/>
                  </a:lnTo>
                  <a:cubicBezTo>
                    <a:pt x="12791" y="2769"/>
                    <a:pt x="9999" y="1"/>
                    <a:pt x="6599"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66"/>
            <p:cNvSpPr/>
            <p:nvPr/>
          </p:nvSpPr>
          <p:spPr>
            <a:xfrm>
              <a:off x="6668613" y="3230325"/>
              <a:ext cx="58900" cy="480150"/>
            </a:xfrm>
            <a:custGeom>
              <a:rect b="b" l="l" r="r" t="t"/>
              <a:pathLst>
                <a:path extrusionOk="0" h="19206" w="2356">
                  <a:moveTo>
                    <a:pt x="1118" y="1"/>
                  </a:moveTo>
                  <a:cubicBezTo>
                    <a:pt x="1115" y="1"/>
                    <a:pt x="1111" y="1"/>
                    <a:pt x="1108" y="1"/>
                  </a:cubicBezTo>
                  <a:cubicBezTo>
                    <a:pt x="497" y="7"/>
                    <a:pt x="1" y="509"/>
                    <a:pt x="6" y="1118"/>
                  </a:cubicBezTo>
                  <a:lnTo>
                    <a:pt x="132" y="18104"/>
                  </a:lnTo>
                  <a:cubicBezTo>
                    <a:pt x="138" y="18710"/>
                    <a:pt x="634" y="19206"/>
                    <a:pt x="1241" y="19206"/>
                  </a:cubicBezTo>
                  <a:cubicBezTo>
                    <a:pt x="1244" y="19206"/>
                    <a:pt x="1247" y="19206"/>
                    <a:pt x="1251" y="19206"/>
                  </a:cubicBezTo>
                  <a:cubicBezTo>
                    <a:pt x="1860" y="19200"/>
                    <a:pt x="2355" y="18698"/>
                    <a:pt x="2352" y="18088"/>
                  </a:cubicBezTo>
                  <a:lnTo>
                    <a:pt x="2225" y="1102"/>
                  </a:lnTo>
                  <a:cubicBezTo>
                    <a:pt x="2219" y="496"/>
                    <a:pt x="1723"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 name="Google Shape;861;p66"/>
            <p:cNvSpPr/>
            <p:nvPr/>
          </p:nvSpPr>
          <p:spPr>
            <a:xfrm>
              <a:off x="6845513" y="3147925"/>
              <a:ext cx="58875" cy="480150"/>
            </a:xfrm>
            <a:custGeom>
              <a:rect b="b" l="l" r="r" t="t"/>
              <a:pathLst>
                <a:path extrusionOk="0" h="19206" w="2355">
                  <a:moveTo>
                    <a:pt x="1115" y="1"/>
                  </a:moveTo>
                  <a:cubicBezTo>
                    <a:pt x="1112" y="1"/>
                    <a:pt x="1110" y="1"/>
                    <a:pt x="1107" y="1"/>
                  </a:cubicBezTo>
                  <a:cubicBezTo>
                    <a:pt x="498" y="7"/>
                    <a:pt x="0" y="509"/>
                    <a:pt x="6" y="1120"/>
                  </a:cubicBezTo>
                  <a:lnTo>
                    <a:pt x="133" y="18104"/>
                  </a:lnTo>
                  <a:cubicBezTo>
                    <a:pt x="137" y="18712"/>
                    <a:pt x="635" y="19206"/>
                    <a:pt x="1240" y="19206"/>
                  </a:cubicBezTo>
                  <a:cubicBezTo>
                    <a:pt x="1243" y="19206"/>
                    <a:pt x="1247" y="19206"/>
                    <a:pt x="1250" y="19206"/>
                  </a:cubicBezTo>
                  <a:cubicBezTo>
                    <a:pt x="1860" y="19201"/>
                    <a:pt x="2355" y="18698"/>
                    <a:pt x="2352" y="18088"/>
                  </a:cubicBezTo>
                  <a:lnTo>
                    <a:pt x="2224" y="1102"/>
                  </a:lnTo>
                  <a:cubicBezTo>
                    <a:pt x="2219" y="496"/>
                    <a:pt x="1721" y="1"/>
                    <a:pt x="111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 name="Google Shape;862;p66"/>
            <p:cNvSpPr/>
            <p:nvPr/>
          </p:nvSpPr>
          <p:spPr>
            <a:xfrm>
              <a:off x="6929863" y="3303225"/>
              <a:ext cx="58925" cy="480125"/>
            </a:xfrm>
            <a:custGeom>
              <a:rect b="b" l="l" r="r" t="t"/>
              <a:pathLst>
                <a:path extrusionOk="0" h="19205" w="2357">
                  <a:moveTo>
                    <a:pt x="1116" y="0"/>
                  </a:moveTo>
                  <a:cubicBezTo>
                    <a:pt x="1113" y="0"/>
                    <a:pt x="1110" y="0"/>
                    <a:pt x="1108" y="0"/>
                  </a:cubicBezTo>
                  <a:cubicBezTo>
                    <a:pt x="497" y="5"/>
                    <a:pt x="1" y="508"/>
                    <a:pt x="6" y="1117"/>
                  </a:cubicBezTo>
                  <a:lnTo>
                    <a:pt x="132" y="18103"/>
                  </a:lnTo>
                  <a:cubicBezTo>
                    <a:pt x="138" y="18711"/>
                    <a:pt x="637" y="19205"/>
                    <a:pt x="1246" y="19205"/>
                  </a:cubicBezTo>
                  <a:cubicBezTo>
                    <a:pt x="1247" y="19205"/>
                    <a:pt x="1249" y="19205"/>
                    <a:pt x="1251" y="19205"/>
                  </a:cubicBezTo>
                  <a:cubicBezTo>
                    <a:pt x="1860" y="19199"/>
                    <a:pt x="2357" y="18697"/>
                    <a:pt x="2352" y="18086"/>
                  </a:cubicBezTo>
                  <a:lnTo>
                    <a:pt x="2225" y="1102"/>
                  </a:lnTo>
                  <a:cubicBezTo>
                    <a:pt x="2219" y="494"/>
                    <a:pt x="1722" y="0"/>
                    <a:pt x="111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 name="Google Shape;863;p66"/>
            <p:cNvSpPr/>
            <p:nvPr/>
          </p:nvSpPr>
          <p:spPr>
            <a:xfrm>
              <a:off x="6756588" y="3123675"/>
              <a:ext cx="58900" cy="480150"/>
            </a:xfrm>
            <a:custGeom>
              <a:rect b="b" l="l" r="r" t="t"/>
              <a:pathLst>
                <a:path extrusionOk="0" h="19206" w="2356">
                  <a:moveTo>
                    <a:pt x="1118" y="1"/>
                  </a:moveTo>
                  <a:cubicBezTo>
                    <a:pt x="1115" y="1"/>
                    <a:pt x="1111" y="1"/>
                    <a:pt x="1108" y="1"/>
                  </a:cubicBezTo>
                  <a:cubicBezTo>
                    <a:pt x="497" y="5"/>
                    <a:pt x="1" y="509"/>
                    <a:pt x="6" y="1118"/>
                  </a:cubicBezTo>
                  <a:lnTo>
                    <a:pt x="132" y="18104"/>
                  </a:lnTo>
                  <a:cubicBezTo>
                    <a:pt x="138" y="18711"/>
                    <a:pt x="636" y="19206"/>
                    <a:pt x="1243" y="19206"/>
                  </a:cubicBezTo>
                  <a:cubicBezTo>
                    <a:pt x="1246" y="19206"/>
                    <a:pt x="1248" y="19206"/>
                    <a:pt x="1251" y="19206"/>
                  </a:cubicBezTo>
                  <a:cubicBezTo>
                    <a:pt x="1860" y="19200"/>
                    <a:pt x="2355" y="18698"/>
                    <a:pt x="2353" y="18087"/>
                  </a:cubicBezTo>
                  <a:lnTo>
                    <a:pt x="2225" y="1103"/>
                  </a:lnTo>
                  <a:cubicBezTo>
                    <a:pt x="2220" y="495"/>
                    <a:pt x="1723"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 name="Google Shape;864;p66"/>
            <p:cNvSpPr/>
            <p:nvPr/>
          </p:nvSpPr>
          <p:spPr>
            <a:xfrm>
              <a:off x="6906838" y="3509750"/>
              <a:ext cx="223100" cy="595575"/>
            </a:xfrm>
            <a:custGeom>
              <a:rect b="b" l="l" r="r" t="t"/>
              <a:pathLst>
                <a:path extrusionOk="0" h="23823" w="8924">
                  <a:moveTo>
                    <a:pt x="8924" y="1"/>
                  </a:moveTo>
                  <a:lnTo>
                    <a:pt x="8924" y="1"/>
                  </a:lnTo>
                  <a:cubicBezTo>
                    <a:pt x="5941" y="1061"/>
                    <a:pt x="6087" y="4840"/>
                    <a:pt x="5299" y="7607"/>
                  </a:cubicBezTo>
                  <a:cubicBezTo>
                    <a:pt x="4845" y="9202"/>
                    <a:pt x="3410" y="13717"/>
                    <a:pt x="1715" y="13717"/>
                  </a:cubicBezTo>
                  <a:cubicBezTo>
                    <a:pt x="1221" y="13717"/>
                    <a:pt x="705" y="13334"/>
                    <a:pt x="185" y="12385"/>
                  </a:cubicBezTo>
                  <a:lnTo>
                    <a:pt x="0" y="23823"/>
                  </a:lnTo>
                  <a:cubicBezTo>
                    <a:pt x="3803" y="23505"/>
                    <a:pt x="5195" y="17626"/>
                    <a:pt x="5886" y="14373"/>
                  </a:cubicBezTo>
                  <a:cubicBezTo>
                    <a:pt x="6887" y="9654"/>
                    <a:pt x="8206" y="4819"/>
                    <a:pt x="892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66"/>
            <p:cNvSpPr/>
            <p:nvPr/>
          </p:nvSpPr>
          <p:spPr>
            <a:xfrm>
              <a:off x="6747688" y="3669775"/>
              <a:ext cx="185600" cy="234225"/>
            </a:xfrm>
            <a:custGeom>
              <a:rect b="b" l="l" r="r" t="t"/>
              <a:pathLst>
                <a:path extrusionOk="0" h="9369" w="7424">
                  <a:moveTo>
                    <a:pt x="3954" y="0"/>
                  </a:moveTo>
                  <a:cubicBezTo>
                    <a:pt x="2326" y="0"/>
                    <a:pt x="553" y="680"/>
                    <a:pt x="1" y="1987"/>
                  </a:cubicBezTo>
                  <a:lnTo>
                    <a:pt x="5" y="2486"/>
                  </a:lnTo>
                  <a:cubicBezTo>
                    <a:pt x="2248" y="4264"/>
                    <a:pt x="3089" y="6633"/>
                    <a:pt x="3547" y="9368"/>
                  </a:cubicBezTo>
                  <a:cubicBezTo>
                    <a:pt x="3369" y="6946"/>
                    <a:pt x="4597" y="3596"/>
                    <a:pt x="6951" y="2642"/>
                  </a:cubicBezTo>
                  <a:cubicBezTo>
                    <a:pt x="7423" y="856"/>
                    <a:pt x="5781" y="0"/>
                    <a:pt x="395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 name="Google Shape;866;p66"/>
            <p:cNvSpPr/>
            <p:nvPr/>
          </p:nvSpPr>
          <p:spPr>
            <a:xfrm>
              <a:off x="6505688" y="4325575"/>
              <a:ext cx="268950" cy="748475"/>
            </a:xfrm>
            <a:custGeom>
              <a:rect b="b" l="l" r="r" t="t"/>
              <a:pathLst>
                <a:path extrusionOk="0" h="29939" w="10758">
                  <a:moveTo>
                    <a:pt x="9635" y="1"/>
                  </a:moveTo>
                  <a:cubicBezTo>
                    <a:pt x="8785" y="1045"/>
                    <a:pt x="7633" y="1937"/>
                    <a:pt x="6784" y="2853"/>
                  </a:cubicBezTo>
                  <a:cubicBezTo>
                    <a:pt x="303" y="9833"/>
                    <a:pt x="0" y="19384"/>
                    <a:pt x="1838" y="28238"/>
                  </a:cubicBezTo>
                  <a:cubicBezTo>
                    <a:pt x="2043" y="29228"/>
                    <a:pt x="2918" y="29938"/>
                    <a:pt x="3928" y="29938"/>
                  </a:cubicBezTo>
                  <a:lnTo>
                    <a:pt x="8483" y="29938"/>
                  </a:lnTo>
                  <a:cubicBezTo>
                    <a:pt x="9656" y="29938"/>
                    <a:pt x="10609" y="28991"/>
                    <a:pt x="10615" y="27818"/>
                  </a:cubicBezTo>
                  <a:cubicBezTo>
                    <a:pt x="10643" y="22553"/>
                    <a:pt x="10718" y="8790"/>
                    <a:pt x="10758" y="1597"/>
                  </a:cubicBezTo>
                  <a:cubicBezTo>
                    <a:pt x="10346" y="1096"/>
                    <a:pt x="9971" y="564"/>
                    <a:pt x="963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66"/>
            <p:cNvSpPr/>
            <p:nvPr/>
          </p:nvSpPr>
          <p:spPr>
            <a:xfrm>
              <a:off x="6515438" y="4366125"/>
              <a:ext cx="219375" cy="610225"/>
            </a:xfrm>
            <a:custGeom>
              <a:rect b="b" l="l" r="r" t="t"/>
              <a:pathLst>
                <a:path extrusionOk="0" h="24409" w="8775">
                  <a:moveTo>
                    <a:pt x="7857" y="1"/>
                  </a:moveTo>
                  <a:cubicBezTo>
                    <a:pt x="7163" y="852"/>
                    <a:pt x="6226" y="1579"/>
                    <a:pt x="5533" y="2325"/>
                  </a:cubicBezTo>
                  <a:cubicBezTo>
                    <a:pt x="248" y="8016"/>
                    <a:pt x="1" y="15804"/>
                    <a:pt x="1500" y="23024"/>
                  </a:cubicBezTo>
                  <a:cubicBezTo>
                    <a:pt x="1667" y="23829"/>
                    <a:pt x="2380" y="24408"/>
                    <a:pt x="3204" y="24408"/>
                  </a:cubicBezTo>
                  <a:lnTo>
                    <a:pt x="6917" y="24408"/>
                  </a:lnTo>
                  <a:cubicBezTo>
                    <a:pt x="7874" y="24408"/>
                    <a:pt x="8651" y="23637"/>
                    <a:pt x="8655" y="22682"/>
                  </a:cubicBezTo>
                  <a:cubicBezTo>
                    <a:pt x="8680" y="18387"/>
                    <a:pt x="8741" y="7165"/>
                    <a:pt x="8774" y="1300"/>
                  </a:cubicBezTo>
                  <a:cubicBezTo>
                    <a:pt x="8438" y="892"/>
                    <a:pt x="8130" y="460"/>
                    <a:pt x="785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 name="Google Shape;868;p66"/>
            <p:cNvSpPr/>
            <p:nvPr/>
          </p:nvSpPr>
          <p:spPr>
            <a:xfrm>
              <a:off x="6892288" y="4372700"/>
              <a:ext cx="219950" cy="580550"/>
            </a:xfrm>
            <a:custGeom>
              <a:rect b="b" l="l" r="r" t="t"/>
              <a:pathLst>
                <a:path extrusionOk="0" h="23222" w="8798">
                  <a:moveTo>
                    <a:pt x="1250" y="1"/>
                  </a:moveTo>
                  <a:cubicBezTo>
                    <a:pt x="1222" y="1"/>
                    <a:pt x="1195" y="2"/>
                    <a:pt x="1167" y="4"/>
                  </a:cubicBezTo>
                  <a:cubicBezTo>
                    <a:pt x="431" y="57"/>
                    <a:pt x="336" y="311"/>
                    <a:pt x="183" y="2360"/>
                  </a:cubicBezTo>
                  <a:cubicBezTo>
                    <a:pt x="0" y="4799"/>
                    <a:pt x="137" y="8723"/>
                    <a:pt x="183" y="11156"/>
                  </a:cubicBezTo>
                  <a:cubicBezTo>
                    <a:pt x="255" y="14911"/>
                    <a:pt x="315" y="17737"/>
                    <a:pt x="333" y="21493"/>
                  </a:cubicBezTo>
                  <a:cubicBezTo>
                    <a:pt x="339" y="22450"/>
                    <a:pt x="1116" y="23221"/>
                    <a:pt x="2072" y="23221"/>
                  </a:cubicBezTo>
                  <a:lnTo>
                    <a:pt x="5787" y="23221"/>
                  </a:lnTo>
                  <a:cubicBezTo>
                    <a:pt x="6611" y="23221"/>
                    <a:pt x="7322" y="22643"/>
                    <a:pt x="7490" y="21835"/>
                  </a:cubicBezTo>
                  <a:cubicBezTo>
                    <a:pt x="8558" y="16691"/>
                    <a:pt x="8798" y="11079"/>
                    <a:pt x="6699" y="6151"/>
                  </a:cubicBezTo>
                  <a:cubicBezTo>
                    <a:pt x="5948" y="4385"/>
                    <a:pt x="3078" y="1"/>
                    <a:pt x="125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 name="Google Shape;869;p66"/>
            <p:cNvSpPr/>
            <p:nvPr/>
          </p:nvSpPr>
          <p:spPr>
            <a:xfrm>
              <a:off x="6988163" y="4495250"/>
              <a:ext cx="124200" cy="393575"/>
            </a:xfrm>
            <a:custGeom>
              <a:rect b="b" l="l" r="r" t="t"/>
              <a:pathLst>
                <a:path extrusionOk="0" h="15743" w="4968">
                  <a:moveTo>
                    <a:pt x="707" y="1"/>
                  </a:moveTo>
                  <a:cubicBezTo>
                    <a:pt x="691" y="1"/>
                    <a:pt x="675" y="1"/>
                    <a:pt x="660" y="3"/>
                  </a:cubicBezTo>
                  <a:cubicBezTo>
                    <a:pt x="244" y="41"/>
                    <a:pt x="192" y="213"/>
                    <a:pt x="103" y="1601"/>
                  </a:cubicBezTo>
                  <a:cubicBezTo>
                    <a:pt x="0" y="3254"/>
                    <a:pt x="78" y="5914"/>
                    <a:pt x="103" y="7563"/>
                  </a:cubicBezTo>
                  <a:cubicBezTo>
                    <a:pt x="145" y="10109"/>
                    <a:pt x="179" y="12025"/>
                    <a:pt x="189" y="14571"/>
                  </a:cubicBezTo>
                  <a:cubicBezTo>
                    <a:pt x="194" y="15221"/>
                    <a:pt x="631" y="15743"/>
                    <a:pt x="1172" y="15743"/>
                  </a:cubicBezTo>
                  <a:lnTo>
                    <a:pt x="3268" y="15743"/>
                  </a:lnTo>
                  <a:cubicBezTo>
                    <a:pt x="3733" y="15743"/>
                    <a:pt x="4135" y="15351"/>
                    <a:pt x="4229" y="14804"/>
                  </a:cubicBezTo>
                  <a:cubicBezTo>
                    <a:pt x="4834" y="11315"/>
                    <a:pt x="4967" y="7512"/>
                    <a:pt x="3784" y="4171"/>
                  </a:cubicBezTo>
                  <a:cubicBezTo>
                    <a:pt x="3360" y="2974"/>
                    <a:pt x="1739" y="1"/>
                    <a:pt x="70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 name="Google Shape;870;p66"/>
            <p:cNvSpPr/>
            <p:nvPr/>
          </p:nvSpPr>
          <p:spPr>
            <a:xfrm>
              <a:off x="6814788" y="4120300"/>
              <a:ext cx="20750" cy="883125"/>
            </a:xfrm>
            <a:custGeom>
              <a:rect b="b" l="l" r="r" t="t"/>
              <a:pathLst>
                <a:path extrusionOk="0" h="35325" w="830">
                  <a:moveTo>
                    <a:pt x="415" y="0"/>
                  </a:moveTo>
                  <a:cubicBezTo>
                    <a:pt x="186" y="0"/>
                    <a:pt x="0" y="186"/>
                    <a:pt x="0" y="415"/>
                  </a:cubicBezTo>
                  <a:lnTo>
                    <a:pt x="0" y="34908"/>
                  </a:lnTo>
                  <a:cubicBezTo>
                    <a:pt x="0" y="35138"/>
                    <a:pt x="186" y="35324"/>
                    <a:pt x="415" y="35324"/>
                  </a:cubicBezTo>
                  <a:cubicBezTo>
                    <a:pt x="644" y="35324"/>
                    <a:pt x="830" y="35138"/>
                    <a:pt x="830" y="34908"/>
                  </a:cubicBezTo>
                  <a:lnTo>
                    <a:pt x="830" y="415"/>
                  </a:lnTo>
                  <a:cubicBezTo>
                    <a:pt x="830" y="186"/>
                    <a:pt x="644" y="0"/>
                    <a:pt x="41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66"/>
            <p:cNvSpPr/>
            <p:nvPr/>
          </p:nvSpPr>
          <p:spPr>
            <a:xfrm>
              <a:off x="6740563" y="4975650"/>
              <a:ext cx="167875" cy="167850"/>
            </a:xfrm>
            <a:custGeom>
              <a:rect b="b" l="l" r="r" t="t"/>
              <a:pathLst>
                <a:path extrusionOk="0" h="6714" w="6715">
                  <a:moveTo>
                    <a:pt x="3358" y="0"/>
                  </a:moveTo>
                  <a:cubicBezTo>
                    <a:pt x="1513" y="0"/>
                    <a:pt x="1" y="1512"/>
                    <a:pt x="1" y="3358"/>
                  </a:cubicBezTo>
                  <a:cubicBezTo>
                    <a:pt x="1" y="5203"/>
                    <a:pt x="1513" y="6714"/>
                    <a:pt x="3358" y="6714"/>
                  </a:cubicBezTo>
                  <a:cubicBezTo>
                    <a:pt x="5204" y="6714"/>
                    <a:pt x="6714" y="5203"/>
                    <a:pt x="6714" y="3358"/>
                  </a:cubicBezTo>
                  <a:cubicBezTo>
                    <a:pt x="6714" y="1512"/>
                    <a:pt x="5204" y="0"/>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66"/>
            <p:cNvSpPr/>
            <p:nvPr/>
          </p:nvSpPr>
          <p:spPr>
            <a:xfrm>
              <a:off x="6520438" y="4328650"/>
              <a:ext cx="231925" cy="450350"/>
            </a:xfrm>
            <a:custGeom>
              <a:rect b="b" l="l" r="r" t="t"/>
              <a:pathLst>
                <a:path extrusionOk="0" h="18014" w="9277">
                  <a:moveTo>
                    <a:pt x="8807" y="1"/>
                  </a:moveTo>
                  <a:cubicBezTo>
                    <a:pt x="8683" y="1"/>
                    <a:pt x="8561" y="57"/>
                    <a:pt x="8480" y="164"/>
                  </a:cubicBezTo>
                  <a:cubicBezTo>
                    <a:pt x="7724" y="1151"/>
                    <a:pt x="7444" y="3660"/>
                    <a:pt x="7118" y="6567"/>
                  </a:cubicBezTo>
                  <a:cubicBezTo>
                    <a:pt x="6649" y="10770"/>
                    <a:pt x="6064" y="15998"/>
                    <a:pt x="3876" y="17009"/>
                  </a:cubicBezTo>
                  <a:cubicBezTo>
                    <a:pt x="3629" y="17124"/>
                    <a:pt x="3358" y="17181"/>
                    <a:pt x="3066" y="17181"/>
                  </a:cubicBezTo>
                  <a:cubicBezTo>
                    <a:pt x="2392" y="17181"/>
                    <a:pt x="1601" y="16878"/>
                    <a:pt x="705" y="16274"/>
                  </a:cubicBezTo>
                  <a:cubicBezTo>
                    <a:pt x="634" y="16226"/>
                    <a:pt x="553" y="16204"/>
                    <a:pt x="474" y="16204"/>
                  </a:cubicBezTo>
                  <a:cubicBezTo>
                    <a:pt x="340" y="16204"/>
                    <a:pt x="208" y="16269"/>
                    <a:pt x="128" y="16387"/>
                  </a:cubicBezTo>
                  <a:cubicBezTo>
                    <a:pt x="1" y="16579"/>
                    <a:pt x="51" y="16836"/>
                    <a:pt x="241" y="16964"/>
                  </a:cubicBezTo>
                  <a:cubicBezTo>
                    <a:pt x="1278" y="17662"/>
                    <a:pt x="2224" y="18014"/>
                    <a:pt x="3067" y="18014"/>
                  </a:cubicBezTo>
                  <a:cubicBezTo>
                    <a:pt x="3477" y="18014"/>
                    <a:pt x="3863" y="17929"/>
                    <a:pt x="4225" y="17762"/>
                  </a:cubicBezTo>
                  <a:cubicBezTo>
                    <a:pt x="6836" y="16553"/>
                    <a:pt x="7424" y="11299"/>
                    <a:pt x="7943" y="6660"/>
                  </a:cubicBezTo>
                  <a:cubicBezTo>
                    <a:pt x="8241" y="3992"/>
                    <a:pt x="8523" y="1473"/>
                    <a:pt x="9138" y="667"/>
                  </a:cubicBezTo>
                  <a:cubicBezTo>
                    <a:pt x="9277" y="486"/>
                    <a:pt x="9242" y="227"/>
                    <a:pt x="9060" y="86"/>
                  </a:cubicBezTo>
                  <a:cubicBezTo>
                    <a:pt x="8985" y="29"/>
                    <a:pt x="8895" y="1"/>
                    <a:pt x="880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66"/>
            <p:cNvSpPr/>
            <p:nvPr/>
          </p:nvSpPr>
          <p:spPr>
            <a:xfrm>
              <a:off x="6601713" y="4721000"/>
              <a:ext cx="57850" cy="57900"/>
            </a:xfrm>
            <a:custGeom>
              <a:rect b="b" l="l" r="r" t="t"/>
              <a:pathLst>
                <a:path extrusionOk="0" h="2316" w="2314">
                  <a:moveTo>
                    <a:pt x="1156" y="1"/>
                  </a:moveTo>
                  <a:cubicBezTo>
                    <a:pt x="519" y="1"/>
                    <a:pt x="0" y="522"/>
                    <a:pt x="0" y="1158"/>
                  </a:cubicBezTo>
                  <a:cubicBezTo>
                    <a:pt x="0" y="1795"/>
                    <a:pt x="519" y="2315"/>
                    <a:pt x="1156" y="2315"/>
                  </a:cubicBezTo>
                  <a:cubicBezTo>
                    <a:pt x="1793" y="2315"/>
                    <a:pt x="2313" y="1793"/>
                    <a:pt x="2313" y="1158"/>
                  </a:cubicBezTo>
                  <a:cubicBezTo>
                    <a:pt x="2313" y="522"/>
                    <a:pt x="1793" y="1"/>
                    <a:pt x="115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66"/>
            <p:cNvSpPr/>
            <p:nvPr/>
          </p:nvSpPr>
          <p:spPr>
            <a:xfrm>
              <a:off x="6676913" y="4483725"/>
              <a:ext cx="57900" cy="57875"/>
            </a:xfrm>
            <a:custGeom>
              <a:rect b="b" l="l" r="r" t="t"/>
              <a:pathLst>
                <a:path extrusionOk="0" h="2315" w="2316">
                  <a:moveTo>
                    <a:pt x="1158" y="0"/>
                  </a:moveTo>
                  <a:cubicBezTo>
                    <a:pt x="521" y="0"/>
                    <a:pt x="1" y="521"/>
                    <a:pt x="1" y="1158"/>
                  </a:cubicBezTo>
                  <a:cubicBezTo>
                    <a:pt x="1" y="1794"/>
                    <a:pt x="521" y="2315"/>
                    <a:pt x="1158" y="2315"/>
                  </a:cubicBezTo>
                  <a:cubicBezTo>
                    <a:pt x="1794" y="2315"/>
                    <a:pt x="2315" y="1794"/>
                    <a:pt x="2315" y="1158"/>
                  </a:cubicBezTo>
                  <a:cubicBezTo>
                    <a:pt x="2315" y="521"/>
                    <a:pt x="1794" y="0"/>
                    <a:pt x="115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 name="Google Shape;875;p66"/>
            <p:cNvSpPr/>
            <p:nvPr/>
          </p:nvSpPr>
          <p:spPr>
            <a:xfrm>
              <a:off x="6695088" y="4091975"/>
              <a:ext cx="316850" cy="737175"/>
            </a:xfrm>
            <a:custGeom>
              <a:rect b="b" l="l" r="r" t="t"/>
              <a:pathLst>
                <a:path extrusionOk="0" h="29487" w="12674">
                  <a:moveTo>
                    <a:pt x="5525" y="1"/>
                  </a:moveTo>
                  <a:cubicBezTo>
                    <a:pt x="5467" y="1"/>
                    <a:pt x="5408" y="9"/>
                    <a:pt x="5349" y="26"/>
                  </a:cubicBezTo>
                  <a:cubicBezTo>
                    <a:pt x="3126" y="684"/>
                    <a:pt x="1375" y="2479"/>
                    <a:pt x="667" y="4830"/>
                  </a:cubicBezTo>
                  <a:cubicBezTo>
                    <a:pt x="0" y="7034"/>
                    <a:pt x="418" y="9327"/>
                    <a:pt x="1784" y="10958"/>
                  </a:cubicBezTo>
                  <a:cubicBezTo>
                    <a:pt x="2833" y="12210"/>
                    <a:pt x="4179" y="13111"/>
                    <a:pt x="5481" y="13984"/>
                  </a:cubicBezTo>
                  <a:cubicBezTo>
                    <a:pt x="7237" y="15161"/>
                    <a:pt x="8897" y="16273"/>
                    <a:pt x="9831" y="18164"/>
                  </a:cubicBezTo>
                  <a:cubicBezTo>
                    <a:pt x="11154" y="20840"/>
                    <a:pt x="9781" y="22155"/>
                    <a:pt x="8043" y="23820"/>
                  </a:cubicBezTo>
                  <a:cubicBezTo>
                    <a:pt x="6689" y="25116"/>
                    <a:pt x="5157" y="26584"/>
                    <a:pt x="5134" y="28858"/>
                  </a:cubicBezTo>
                  <a:cubicBezTo>
                    <a:pt x="5130" y="29202"/>
                    <a:pt x="5406" y="29483"/>
                    <a:pt x="5750" y="29486"/>
                  </a:cubicBezTo>
                  <a:lnTo>
                    <a:pt x="5757" y="29486"/>
                  </a:lnTo>
                  <a:cubicBezTo>
                    <a:pt x="6096" y="29486"/>
                    <a:pt x="6373" y="29213"/>
                    <a:pt x="6379" y="28871"/>
                  </a:cubicBezTo>
                  <a:cubicBezTo>
                    <a:pt x="6395" y="27119"/>
                    <a:pt x="7613" y="25953"/>
                    <a:pt x="8904" y="24717"/>
                  </a:cubicBezTo>
                  <a:cubicBezTo>
                    <a:pt x="10671" y="23026"/>
                    <a:pt x="12673" y="21108"/>
                    <a:pt x="10945" y="17613"/>
                  </a:cubicBezTo>
                  <a:cubicBezTo>
                    <a:pt x="9864" y="15424"/>
                    <a:pt x="7985" y="14167"/>
                    <a:pt x="6172" y="12951"/>
                  </a:cubicBezTo>
                  <a:cubicBezTo>
                    <a:pt x="4885" y="12090"/>
                    <a:pt x="3671" y="11276"/>
                    <a:pt x="2738" y="10160"/>
                  </a:cubicBezTo>
                  <a:cubicBezTo>
                    <a:pt x="1641" y="8851"/>
                    <a:pt x="1312" y="6993"/>
                    <a:pt x="1856" y="5189"/>
                  </a:cubicBezTo>
                  <a:cubicBezTo>
                    <a:pt x="2442" y="3242"/>
                    <a:pt x="3880" y="1757"/>
                    <a:pt x="5701" y="1219"/>
                  </a:cubicBezTo>
                  <a:cubicBezTo>
                    <a:pt x="6030" y="1120"/>
                    <a:pt x="6217" y="776"/>
                    <a:pt x="6121" y="447"/>
                  </a:cubicBezTo>
                  <a:cubicBezTo>
                    <a:pt x="6040" y="176"/>
                    <a:pt x="5794" y="1"/>
                    <a:pt x="552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 name="Google Shape;876;p66"/>
            <p:cNvSpPr/>
            <p:nvPr/>
          </p:nvSpPr>
          <p:spPr>
            <a:xfrm>
              <a:off x="6763713" y="4003350"/>
              <a:ext cx="133125" cy="133175"/>
            </a:xfrm>
            <a:custGeom>
              <a:rect b="b" l="l" r="r" t="t"/>
              <a:pathLst>
                <a:path extrusionOk="0" h="5327" w="5325">
                  <a:moveTo>
                    <a:pt x="2663" y="1"/>
                  </a:moveTo>
                  <a:cubicBezTo>
                    <a:pt x="1198" y="1"/>
                    <a:pt x="0" y="1199"/>
                    <a:pt x="0" y="2663"/>
                  </a:cubicBezTo>
                  <a:cubicBezTo>
                    <a:pt x="0" y="4128"/>
                    <a:pt x="1198" y="5326"/>
                    <a:pt x="2663" y="5326"/>
                  </a:cubicBezTo>
                  <a:cubicBezTo>
                    <a:pt x="4127" y="5326"/>
                    <a:pt x="5325" y="4128"/>
                    <a:pt x="5325" y="2663"/>
                  </a:cubicBezTo>
                  <a:cubicBezTo>
                    <a:pt x="5325" y="1199"/>
                    <a:pt x="4127" y="1"/>
                    <a:pt x="266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66"/>
            <p:cNvSpPr/>
            <p:nvPr/>
          </p:nvSpPr>
          <p:spPr>
            <a:xfrm>
              <a:off x="6781088" y="4796225"/>
              <a:ext cx="92650" cy="92650"/>
            </a:xfrm>
            <a:custGeom>
              <a:rect b="b" l="l" r="r" t="t"/>
              <a:pathLst>
                <a:path extrusionOk="0" h="3706" w="3706">
                  <a:moveTo>
                    <a:pt x="1853" y="0"/>
                  </a:moveTo>
                  <a:cubicBezTo>
                    <a:pt x="833" y="0"/>
                    <a:pt x="1" y="834"/>
                    <a:pt x="1" y="1853"/>
                  </a:cubicBezTo>
                  <a:cubicBezTo>
                    <a:pt x="1" y="2873"/>
                    <a:pt x="833" y="3705"/>
                    <a:pt x="1853" y="3705"/>
                  </a:cubicBezTo>
                  <a:cubicBezTo>
                    <a:pt x="2870" y="3705"/>
                    <a:pt x="3704" y="2870"/>
                    <a:pt x="3706" y="1853"/>
                  </a:cubicBezTo>
                  <a:cubicBezTo>
                    <a:pt x="3706" y="834"/>
                    <a:pt x="2872" y="0"/>
                    <a:pt x="185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 name="Google Shape;878;p66"/>
            <p:cNvSpPr/>
            <p:nvPr/>
          </p:nvSpPr>
          <p:spPr>
            <a:xfrm>
              <a:off x="6743388" y="3720400"/>
              <a:ext cx="178275" cy="201975"/>
            </a:xfrm>
            <a:custGeom>
              <a:rect b="b" l="l" r="r" t="t"/>
              <a:pathLst>
                <a:path extrusionOk="0" h="8079" w="7131">
                  <a:moveTo>
                    <a:pt x="630" y="0"/>
                  </a:moveTo>
                  <a:lnTo>
                    <a:pt x="630" y="0"/>
                  </a:lnTo>
                  <a:cubicBezTo>
                    <a:pt x="527" y="1538"/>
                    <a:pt x="1" y="6147"/>
                    <a:pt x="1047" y="6921"/>
                  </a:cubicBezTo>
                  <a:lnTo>
                    <a:pt x="815" y="8078"/>
                  </a:lnTo>
                  <a:cubicBezTo>
                    <a:pt x="1803" y="5609"/>
                    <a:pt x="4390" y="3216"/>
                    <a:pt x="7030" y="2714"/>
                  </a:cubicBezTo>
                  <a:cubicBezTo>
                    <a:pt x="7131" y="2361"/>
                    <a:pt x="7129" y="1753"/>
                    <a:pt x="7030" y="1399"/>
                  </a:cubicBezTo>
                  <a:cubicBezTo>
                    <a:pt x="6961" y="1401"/>
                    <a:pt x="6891" y="1402"/>
                    <a:pt x="6821" y="1402"/>
                  </a:cubicBezTo>
                  <a:cubicBezTo>
                    <a:pt x="4637" y="1402"/>
                    <a:pt x="2611" y="653"/>
                    <a:pt x="6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 name="Google Shape;879;p66"/>
            <p:cNvSpPr/>
            <p:nvPr/>
          </p:nvSpPr>
          <p:spPr>
            <a:xfrm>
              <a:off x="6909738" y="3936950"/>
              <a:ext cx="66825" cy="51800"/>
            </a:xfrm>
            <a:custGeom>
              <a:rect b="b" l="l" r="r" t="t"/>
              <a:pathLst>
                <a:path extrusionOk="0" h="2072" w="2673">
                  <a:moveTo>
                    <a:pt x="1336" y="0"/>
                  </a:moveTo>
                  <a:cubicBezTo>
                    <a:pt x="3" y="2"/>
                    <a:pt x="0" y="2071"/>
                    <a:pt x="1336" y="2071"/>
                  </a:cubicBezTo>
                  <a:cubicBezTo>
                    <a:pt x="2668" y="2071"/>
                    <a:pt x="2672" y="0"/>
                    <a:pt x="133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66"/>
            <p:cNvSpPr/>
            <p:nvPr/>
          </p:nvSpPr>
          <p:spPr>
            <a:xfrm>
              <a:off x="6955413" y="3868875"/>
              <a:ext cx="33350" cy="25925"/>
            </a:xfrm>
            <a:custGeom>
              <a:rect b="b" l="l" r="r" t="t"/>
              <a:pathLst>
                <a:path extrusionOk="0" h="1037" w="1334">
                  <a:moveTo>
                    <a:pt x="667" y="1"/>
                  </a:moveTo>
                  <a:cubicBezTo>
                    <a:pt x="0" y="1"/>
                    <a:pt x="0" y="1037"/>
                    <a:pt x="667" y="1037"/>
                  </a:cubicBezTo>
                  <a:cubicBezTo>
                    <a:pt x="1333" y="1037"/>
                    <a:pt x="1333"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 name="Google Shape;881;p66"/>
            <p:cNvSpPr/>
            <p:nvPr/>
          </p:nvSpPr>
          <p:spPr>
            <a:xfrm>
              <a:off x="6584963" y="4985875"/>
              <a:ext cx="33425" cy="25875"/>
            </a:xfrm>
            <a:custGeom>
              <a:rect b="b" l="l" r="r" t="t"/>
              <a:pathLst>
                <a:path extrusionOk="0" h="1035" w="1337">
                  <a:moveTo>
                    <a:pt x="670" y="0"/>
                  </a:moveTo>
                  <a:cubicBezTo>
                    <a:pt x="2" y="0"/>
                    <a:pt x="1" y="1035"/>
                    <a:pt x="670" y="1035"/>
                  </a:cubicBezTo>
                  <a:cubicBezTo>
                    <a:pt x="1337" y="1035"/>
                    <a:pt x="1337" y="0"/>
                    <a:pt x="67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 name="Google Shape;882;p66"/>
            <p:cNvSpPr/>
            <p:nvPr/>
          </p:nvSpPr>
          <p:spPr>
            <a:xfrm>
              <a:off x="6573388" y="4864300"/>
              <a:ext cx="33425" cy="25925"/>
            </a:xfrm>
            <a:custGeom>
              <a:rect b="b" l="l" r="r" t="t"/>
              <a:pathLst>
                <a:path extrusionOk="0" h="1037" w="1337">
                  <a:moveTo>
                    <a:pt x="670" y="1"/>
                  </a:moveTo>
                  <a:cubicBezTo>
                    <a:pt x="3" y="1"/>
                    <a:pt x="0" y="1037"/>
                    <a:pt x="670" y="1037"/>
                  </a:cubicBezTo>
                  <a:cubicBezTo>
                    <a:pt x="1336" y="1037"/>
                    <a:pt x="1336" y="1"/>
                    <a:pt x="67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66"/>
            <p:cNvSpPr/>
            <p:nvPr/>
          </p:nvSpPr>
          <p:spPr>
            <a:xfrm>
              <a:off x="6775988" y="5037950"/>
              <a:ext cx="39150" cy="25900"/>
            </a:xfrm>
            <a:custGeom>
              <a:rect b="b" l="l" r="r" t="t"/>
              <a:pathLst>
                <a:path extrusionOk="0" h="1036" w="1566">
                  <a:moveTo>
                    <a:pt x="668" y="0"/>
                  </a:moveTo>
                  <a:cubicBezTo>
                    <a:pt x="0" y="0"/>
                    <a:pt x="0" y="1036"/>
                    <a:pt x="668" y="1036"/>
                  </a:cubicBezTo>
                  <a:lnTo>
                    <a:pt x="898" y="1036"/>
                  </a:lnTo>
                  <a:cubicBezTo>
                    <a:pt x="1565" y="1036"/>
                    <a:pt x="1565" y="0"/>
                    <a:pt x="89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 name="Google Shape;884;p66"/>
            <p:cNvSpPr/>
            <p:nvPr/>
          </p:nvSpPr>
          <p:spPr>
            <a:xfrm>
              <a:off x="6804913" y="4013575"/>
              <a:ext cx="33400" cy="25925"/>
            </a:xfrm>
            <a:custGeom>
              <a:rect b="b" l="l" r="r" t="t"/>
              <a:pathLst>
                <a:path extrusionOk="0" h="1037" w="1336">
                  <a:moveTo>
                    <a:pt x="666" y="1"/>
                  </a:moveTo>
                  <a:cubicBezTo>
                    <a:pt x="0" y="1"/>
                    <a:pt x="1" y="1036"/>
                    <a:pt x="667" y="1036"/>
                  </a:cubicBezTo>
                  <a:cubicBezTo>
                    <a:pt x="1335" y="1036"/>
                    <a:pt x="1335" y="1"/>
                    <a:pt x="667" y="1"/>
                  </a:cubicBezTo>
                  <a:cubicBezTo>
                    <a:pt x="667" y="1"/>
                    <a:pt x="666" y="1"/>
                    <a:pt x="66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 name="Google Shape;885;p66"/>
            <p:cNvSpPr/>
            <p:nvPr/>
          </p:nvSpPr>
          <p:spPr>
            <a:xfrm>
              <a:off x="6961838" y="4776125"/>
              <a:ext cx="66800" cy="51800"/>
            </a:xfrm>
            <a:custGeom>
              <a:rect b="b" l="l" r="r" t="t"/>
              <a:pathLst>
                <a:path extrusionOk="0" h="2072" w="2672">
                  <a:moveTo>
                    <a:pt x="1335" y="0"/>
                  </a:moveTo>
                  <a:cubicBezTo>
                    <a:pt x="3" y="0"/>
                    <a:pt x="1" y="2072"/>
                    <a:pt x="1335" y="2072"/>
                  </a:cubicBezTo>
                  <a:cubicBezTo>
                    <a:pt x="2668" y="2072"/>
                    <a:pt x="2671" y="0"/>
                    <a:pt x="133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 name="Google Shape;886;p66"/>
            <p:cNvSpPr/>
            <p:nvPr/>
          </p:nvSpPr>
          <p:spPr>
            <a:xfrm>
              <a:off x="7013238" y="4690675"/>
              <a:ext cx="33425" cy="25875"/>
            </a:xfrm>
            <a:custGeom>
              <a:rect b="b" l="l" r="r" t="t"/>
              <a:pathLst>
                <a:path extrusionOk="0" h="1035" w="1337">
                  <a:moveTo>
                    <a:pt x="670" y="1"/>
                  </a:moveTo>
                  <a:cubicBezTo>
                    <a:pt x="2" y="1"/>
                    <a:pt x="0" y="1035"/>
                    <a:pt x="670" y="1035"/>
                  </a:cubicBezTo>
                  <a:cubicBezTo>
                    <a:pt x="1336" y="1035"/>
                    <a:pt x="1336" y="1"/>
                    <a:pt x="67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7" name="Google Shape;887;p66"/>
          <p:cNvGrpSpPr/>
          <p:nvPr/>
        </p:nvGrpSpPr>
        <p:grpSpPr>
          <a:xfrm>
            <a:off x="821200" y="2952525"/>
            <a:ext cx="1283225" cy="1233550"/>
            <a:chOff x="1415300" y="3922225"/>
            <a:chExt cx="1283225" cy="1233550"/>
          </a:xfrm>
        </p:grpSpPr>
        <p:sp>
          <p:nvSpPr>
            <p:cNvPr id="888" name="Google Shape;888;p66"/>
            <p:cNvSpPr/>
            <p:nvPr/>
          </p:nvSpPr>
          <p:spPr>
            <a:xfrm>
              <a:off x="1507100" y="4306500"/>
              <a:ext cx="691275" cy="691275"/>
            </a:xfrm>
            <a:custGeom>
              <a:rect b="b" l="l" r="r" t="t"/>
              <a:pathLst>
                <a:path extrusionOk="0" h="27651" w="27651">
                  <a:moveTo>
                    <a:pt x="13824" y="10480"/>
                  </a:moveTo>
                  <a:cubicBezTo>
                    <a:pt x="15275" y="10480"/>
                    <a:pt x="16612" y="11432"/>
                    <a:pt x="17036" y="12896"/>
                  </a:cubicBezTo>
                  <a:cubicBezTo>
                    <a:pt x="17549" y="14670"/>
                    <a:pt x="16528" y="16525"/>
                    <a:pt x="14752" y="17039"/>
                  </a:cubicBezTo>
                  <a:cubicBezTo>
                    <a:pt x="14442" y="17129"/>
                    <a:pt x="14130" y="17172"/>
                    <a:pt x="13822" y="17172"/>
                  </a:cubicBezTo>
                  <a:cubicBezTo>
                    <a:pt x="12373" y="17172"/>
                    <a:pt x="11036" y="16219"/>
                    <a:pt x="10611" y="14755"/>
                  </a:cubicBezTo>
                  <a:cubicBezTo>
                    <a:pt x="10098" y="12981"/>
                    <a:pt x="11119" y="11126"/>
                    <a:pt x="12893" y="10612"/>
                  </a:cubicBezTo>
                  <a:cubicBezTo>
                    <a:pt x="13203" y="10522"/>
                    <a:pt x="13516" y="10480"/>
                    <a:pt x="13824" y="10480"/>
                  </a:cubicBezTo>
                  <a:close/>
                  <a:moveTo>
                    <a:pt x="11921" y="0"/>
                  </a:moveTo>
                  <a:lnTo>
                    <a:pt x="8052" y="1119"/>
                  </a:lnTo>
                  <a:lnTo>
                    <a:pt x="9063" y="4613"/>
                  </a:lnTo>
                  <a:cubicBezTo>
                    <a:pt x="7824" y="5252"/>
                    <a:pt x="6752" y="6120"/>
                    <a:pt x="5885" y="7150"/>
                  </a:cubicBezTo>
                  <a:lnTo>
                    <a:pt x="2702" y="5396"/>
                  </a:lnTo>
                  <a:lnTo>
                    <a:pt x="759" y="8924"/>
                  </a:lnTo>
                  <a:lnTo>
                    <a:pt x="3943" y="10678"/>
                  </a:lnTo>
                  <a:cubicBezTo>
                    <a:pt x="3532" y="11961"/>
                    <a:pt x="3371" y="13331"/>
                    <a:pt x="3493" y="14720"/>
                  </a:cubicBezTo>
                  <a:lnTo>
                    <a:pt x="0" y="15731"/>
                  </a:lnTo>
                  <a:lnTo>
                    <a:pt x="1120" y="19598"/>
                  </a:lnTo>
                  <a:lnTo>
                    <a:pt x="4613" y="18588"/>
                  </a:lnTo>
                  <a:cubicBezTo>
                    <a:pt x="5252" y="19828"/>
                    <a:pt x="6120" y="20900"/>
                    <a:pt x="7151" y="21766"/>
                  </a:cubicBezTo>
                  <a:lnTo>
                    <a:pt x="5396" y="24948"/>
                  </a:lnTo>
                  <a:lnTo>
                    <a:pt x="8924" y="26892"/>
                  </a:lnTo>
                  <a:lnTo>
                    <a:pt x="10678" y="23709"/>
                  </a:lnTo>
                  <a:cubicBezTo>
                    <a:pt x="11680" y="24030"/>
                    <a:pt x="12736" y="24198"/>
                    <a:pt x="13812" y="24198"/>
                  </a:cubicBezTo>
                  <a:cubicBezTo>
                    <a:pt x="14113" y="24198"/>
                    <a:pt x="14416" y="24185"/>
                    <a:pt x="14720" y="24158"/>
                  </a:cubicBezTo>
                  <a:lnTo>
                    <a:pt x="15731" y="27650"/>
                  </a:lnTo>
                  <a:lnTo>
                    <a:pt x="19598" y="26532"/>
                  </a:lnTo>
                  <a:lnTo>
                    <a:pt x="18588" y="23039"/>
                  </a:lnTo>
                  <a:cubicBezTo>
                    <a:pt x="19828" y="22400"/>
                    <a:pt x="20900" y="21531"/>
                    <a:pt x="21765" y="20499"/>
                  </a:cubicBezTo>
                  <a:lnTo>
                    <a:pt x="24948" y="22254"/>
                  </a:lnTo>
                  <a:lnTo>
                    <a:pt x="26892" y="18726"/>
                  </a:lnTo>
                  <a:lnTo>
                    <a:pt x="23709" y="16971"/>
                  </a:lnTo>
                  <a:cubicBezTo>
                    <a:pt x="24117" y="15692"/>
                    <a:pt x="24279" y="14321"/>
                    <a:pt x="24158" y="12931"/>
                  </a:cubicBezTo>
                  <a:lnTo>
                    <a:pt x="27650" y="11920"/>
                  </a:lnTo>
                  <a:lnTo>
                    <a:pt x="26531" y="8053"/>
                  </a:lnTo>
                  <a:lnTo>
                    <a:pt x="23039" y="9063"/>
                  </a:lnTo>
                  <a:cubicBezTo>
                    <a:pt x="22400" y="7824"/>
                    <a:pt x="21531" y="6751"/>
                    <a:pt x="20500" y="5885"/>
                  </a:cubicBezTo>
                  <a:lnTo>
                    <a:pt x="22255" y="2703"/>
                  </a:lnTo>
                  <a:lnTo>
                    <a:pt x="18728" y="759"/>
                  </a:lnTo>
                  <a:lnTo>
                    <a:pt x="16973" y="3942"/>
                  </a:lnTo>
                  <a:cubicBezTo>
                    <a:pt x="15971" y="3622"/>
                    <a:pt x="14915" y="3453"/>
                    <a:pt x="13838" y="3453"/>
                  </a:cubicBezTo>
                  <a:cubicBezTo>
                    <a:pt x="13537" y="3453"/>
                    <a:pt x="13234" y="3466"/>
                    <a:pt x="12931" y="3493"/>
                  </a:cubicBezTo>
                  <a:lnTo>
                    <a:pt x="1192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66"/>
            <p:cNvSpPr/>
            <p:nvPr/>
          </p:nvSpPr>
          <p:spPr>
            <a:xfrm>
              <a:off x="2070675" y="4007975"/>
              <a:ext cx="575750" cy="575750"/>
            </a:xfrm>
            <a:custGeom>
              <a:rect b="b" l="l" r="r" t="t"/>
              <a:pathLst>
                <a:path extrusionOk="0" h="23030" w="23030">
                  <a:moveTo>
                    <a:pt x="11512" y="8750"/>
                  </a:moveTo>
                  <a:cubicBezTo>
                    <a:pt x="12420" y="8750"/>
                    <a:pt x="13309" y="9196"/>
                    <a:pt x="13838" y="10015"/>
                  </a:cubicBezTo>
                  <a:cubicBezTo>
                    <a:pt x="14667" y="11299"/>
                    <a:pt x="14299" y="13011"/>
                    <a:pt x="13014" y="13840"/>
                  </a:cubicBezTo>
                  <a:cubicBezTo>
                    <a:pt x="12551" y="14139"/>
                    <a:pt x="12032" y="14282"/>
                    <a:pt x="11518" y="14282"/>
                  </a:cubicBezTo>
                  <a:cubicBezTo>
                    <a:pt x="10611" y="14282"/>
                    <a:pt x="9721" y="13835"/>
                    <a:pt x="9191" y="13016"/>
                  </a:cubicBezTo>
                  <a:cubicBezTo>
                    <a:pt x="8362" y="11734"/>
                    <a:pt x="8730" y="10021"/>
                    <a:pt x="10013" y="9193"/>
                  </a:cubicBezTo>
                  <a:cubicBezTo>
                    <a:pt x="10478" y="8893"/>
                    <a:pt x="10998" y="8750"/>
                    <a:pt x="11512" y="8750"/>
                  </a:cubicBezTo>
                  <a:close/>
                  <a:moveTo>
                    <a:pt x="12290" y="0"/>
                  </a:moveTo>
                  <a:lnTo>
                    <a:pt x="11657" y="2939"/>
                  </a:lnTo>
                  <a:cubicBezTo>
                    <a:pt x="11610" y="2938"/>
                    <a:pt x="11563" y="2938"/>
                    <a:pt x="11517" y="2938"/>
                  </a:cubicBezTo>
                  <a:cubicBezTo>
                    <a:pt x="10450" y="2938"/>
                    <a:pt x="9374" y="3137"/>
                    <a:pt x="8349" y="3545"/>
                  </a:cubicBezTo>
                  <a:lnTo>
                    <a:pt x="6718" y="1020"/>
                  </a:lnTo>
                  <a:lnTo>
                    <a:pt x="3921" y="2827"/>
                  </a:lnTo>
                  <a:lnTo>
                    <a:pt x="5552" y="5352"/>
                  </a:lnTo>
                  <a:cubicBezTo>
                    <a:pt x="4722" y="6154"/>
                    <a:pt x="4079" y="7095"/>
                    <a:pt x="3639" y="8118"/>
                  </a:cubicBezTo>
                  <a:lnTo>
                    <a:pt x="701" y="7485"/>
                  </a:lnTo>
                  <a:lnTo>
                    <a:pt x="1" y="10740"/>
                  </a:lnTo>
                  <a:lnTo>
                    <a:pt x="2940" y="11373"/>
                  </a:lnTo>
                  <a:cubicBezTo>
                    <a:pt x="2921" y="12486"/>
                    <a:pt x="3119" y="13610"/>
                    <a:pt x="3546" y="14680"/>
                  </a:cubicBezTo>
                  <a:lnTo>
                    <a:pt x="1021" y="16312"/>
                  </a:lnTo>
                  <a:lnTo>
                    <a:pt x="2828" y="19108"/>
                  </a:lnTo>
                  <a:lnTo>
                    <a:pt x="5353" y="17478"/>
                  </a:lnTo>
                  <a:cubicBezTo>
                    <a:pt x="6154" y="18308"/>
                    <a:pt x="7096" y="18951"/>
                    <a:pt x="8119" y="19390"/>
                  </a:cubicBezTo>
                  <a:lnTo>
                    <a:pt x="7486" y="22329"/>
                  </a:lnTo>
                  <a:lnTo>
                    <a:pt x="10741" y="23029"/>
                  </a:lnTo>
                  <a:lnTo>
                    <a:pt x="11374" y="20090"/>
                  </a:lnTo>
                  <a:cubicBezTo>
                    <a:pt x="11423" y="20090"/>
                    <a:pt x="11473" y="20091"/>
                    <a:pt x="11522" y="20091"/>
                  </a:cubicBezTo>
                  <a:cubicBezTo>
                    <a:pt x="12586" y="20091"/>
                    <a:pt x="13658" y="19892"/>
                    <a:pt x="14682" y="19484"/>
                  </a:cubicBezTo>
                  <a:lnTo>
                    <a:pt x="16312" y="22009"/>
                  </a:lnTo>
                  <a:lnTo>
                    <a:pt x="19110" y="20202"/>
                  </a:lnTo>
                  <a:lnTo>
                    <a:pt x="17479" y="17677"/>
                  </a:lnTo>
                  <a:cubicBezTo>
                    <a:pt x="18309" y="16876"/>
                    <a:pt x="18952" y="15934"/>
                    <a:pt x="19392" y="14912"/>
                  </a:cubicBezTo>
                  <a:lnTo>
                    <a:pt x="22330" y="15545"/>
                  </a:lnTo>
                  <a:lnTo>
                    <a:pt x="23029" y="12288"/>
                  </a:lnTo>
                  <a:lnTo>
                    <a:pt x="20091" y="11656"/>
                  </a:lnTo>
                  <a:cubicBezTo>
                    <a:pt x="20109" y="10544"/>
                    <a:pt x="19912" y="9419"/>
                    <a:pt x="19485" y="8348"/>
                  </a:cubicBezTo>
                  <a:lnTo>
                    <a:pt x="22010" y="6717"/>
                  </a:lnTo>
                  <a:lnTo>
                    <a:pt x="20203" y="3920"/>
                  </a:lnTo>
                  <a:lnTo>
                    <a:pt x="17678" y="5552"/>
                  </a:lnTo>
                  <a:cubicBezTo>
                    <a:pt x="16876" y="4722"/>
                    <a:pt x="15935" y="4079"/>
                    <a:pt x="14912" y="3639"/>
                  </a:cubicBezTo>
                  <a:lnTo>
                    <a:pt x="15545" y="701"/>
                  </a:lnTo>
                  <a:lnTo>
                    <a:pt x="12290"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 name="Google Shape;890;p66"/>
            <p:cNvSpPr/>
            <p:nvPr/>
          </p:nvSpPr>
          <p:spPr>
            <a:xfrm>
              <a:off x="2199950" y="4582550"/>
              <a:ext cx="447875" cy="447850"/>
            </a:xfrm>
            <a:custGeom>
              <a:rect b="b" l="l" r="r" t="t"/>
              <a:pathLst>
                <a:path extrusionOk="0" h="17914" w="17915">
                  <a:moveTo>
                    <a:pt x="8957" y="6809"/>
                  </a:moveTo>
                  <a:cubicBezTo>
                    <a:pt x="10033" y="6809"/>
                    <a:pt x="10962" y="7615"/>
                    <a:pt x="11088" y="8711"/>
                  </a:cubicBezTo>
                  <a:cubicBezTo>
                    <a:pt x="11224" y="9889"/>
                    <a:pt x="10379" y="10955"/>
                    <a:pt x="9201" y="11090"/>
                  </a:cubicBezTo>
                  <a:cubicBezTo>
                    <a:pt x="9117" y="11099"/>
                    <a:pt x="9034" y="11104"/>
                    <a:pt x="8952" y="11104"/>
                  </a:cubicBezTo>
                  <a:cubicBezTo>
                    <a:pt x="7877" y="11104"/>
                    <a:pt x="6948" y="10297"/>
                    <a:pt x="6823" y="9203"/>
                  </a:cubicBezTo>
                  <a:cubicBezTo>
                    <a:pt x="6687" y="8024"/>
                    <a:pt x="7531" y="6959"/>
                    <a:pt x="8710" y="6824"/>
                  </a:cubicBezTo>
                  <a:cubicBezTo>
                    <a:pt x="8793" y="6814"/>
                    <a:pt x="8876" y="6809"/>
                    <a:pt x="8957" y="6809"/>
                  </a:cubicBezTo>
                  <a:close/>
                  <a:moveTo>
                    <a:pt x="9227" y="0"/>
                  </a:moveTo>
                  <a:lnTo>
                    <a:pt x="6659" y="297"/>
                  </a:lnTo>
                  <a:lnTo>
                    <a:pt x="6926" y="2616"/>
                  </a:lnTo>
                  <a:cubicBezTo>
                    <a:pt x="6073" y="2889"/>
                    <a:pt x="5301" y="3324"/>
                    <a:pt x="4643" y="3885"/>
                  </a:cubicBezTo>
                  <a:lnTo>
                    <a:pt x="2815" y="2434"/>
                  </a:lnTo>
                  <a:lnTo>
                    <a:pt x="1208" y="4459"/>
                  </a:lnTo>
                  <a:lnTo>
                    <a:pt x="3036" y="5910"/>
                  </a:lnTo>
                  <a:cubicBezTo>
                    <a:pt x="2639" y="6678"/>
                    <a:pt x="2391" y="7529"/>
                    <a:pt x="2321" y="8421"/>
                  </a:cubicBezTo>
                  <a:lnTo>
                    <a:pt x="1" y="8688"/>
                  </a:lnTo>
                  <a:lnTo>
                    <a:pt x="296" y="11257"/>
                  </a:lnTo>
                  <a:lnTo>
                    <a:pt x="2617" y="10989"/>
                  </a:lnTo>
                  <a:cubicBezTo>
                    <a:pt x="2889" y="11841"/>
                    <a:pt x="3324" y="12613"/>
                    <a:pt x="3885" y="13272"/>
                  </a:cubicBezTo>
                  <a:lnTo>
                    <a:pt x="2434" y="15100"/>
                  </a:lnTo>
                  <a:lnTo>
                    <a:pt x="4460" y="16707"/>
                  </a:lnTo>
                  <a:lnTo>
                    <a:pt x="5909" y="14879"/>
                  </a:lnTo>
                  <a:cubicBezTo>
                    <a:pt x="6678" y="15275"/>
                    <a:pt x="7528" y="15523"/>
                    <a:pt x="8421" y="15594"/>
                  </a:cubicBezTo>
                  <a:lnTo>
                    <a:pt x="8688" y="17914"/>
                  </a:lnTo>
                  <a:lnTo>
                    <a:pt x="11256" y="17618"/>
                  </a:lnTo>
                  <a:lnTo>
                    <a:pt x="10989" y="15298"/>
                  </a:lnTo>
                  <a:cubicBezTo>
                    <a:pt x="11842" y="15026"/>
                    <a:pt x="12613" y="14590"/>
                    <a:pt x="13272" y="14030"/>
                  </a:cubicBezTo>
                  <a:lnTo>
                    <a:pt x="15099" y="15480"/>
                  </a:lnTo>
                  <a:lnTo>
                    <a:pt x="16706" y="13455"/>
                  </a:lnTo>
                  <a:lnTo>
                    <a:pt x="14878" y="12005"/>
                  </a:lnTo>
                  <a:cubicBezTo>
                    <a:pt x="15273" y="11235"/>
                    <a:pt x="15523" y="10386"/>
                    <a:pt x="15594" y="9493"/>
                  </a:cubicBezTo>
                  <a:lnTo>
                    <a:pt x="17914" y="9226"/>
                  </a:lnTo>
                  <a:lnTo>
                    <a:pt x="17617" y="6657"/>
                  </a:lnTo>
                  <a:lnTo>
                    <a:pt x="15298" y="6925"/>
                  </a:lnTo>
                  <a:cubicBezTo>
                    <a:pt x="15026" y="6073"/>
                    <a:pt x="14589" y="5301"/>
                    <a:pt x="14030" y="4643"/>
                  </a:cubicBezTo>
                  <a:lnTo>
                    <a:pt x="15480" y="2815"/>
                  </a:lnTo>
                  <a:lnTo>
                    <a:pt x="13455" y="1209"/>
                  </a:lnTo>
                  <a:lnTo>
                    <a:pt x="12004" y="3037"/>
                  </a:lnTo>
                  <a:cubicBezTo>
                    <a:pt x="11237" y="2640"/>
                    <a:pt x="10386" y="2391"/>
                    <a:pt x="9493" y="2320"/>
                  </a:cubicBezTo>
                  <a:lnTo>
                    <a:pt x="9227"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66"/>
            <p:cNvSpPr/>
            <p:nvPr/>
          </p:nvSpPr>
          <p:spPr>
            <a:xfrm>
              <a:off x="1507100" y="4313125"/>
              <a:ext cx="672325" cy="684625"/>
            </a:xfrm>
            <a:custGeom>
              <a:rect b="b" l="l" r="r" t="t"/>
              <a:pathLst>
                <a:path extrusionOk="0" h="27385" w="26893">
                  <a:moveTo>
                    <a:pt x="11000" y="1"/>
                  </a:moveTo>
                  <a:lnTo>
                    <a:pt x="8052" y="853"/>
                  </a:lnTo>
                  <a:lnTo>
                    <a:pt x="9063" y="4346"/>
                  </a:lnTo>
                  <a:cubicBezTo>
                    <a:pt x="7824" y="4985"/>
                    <a:pt x="6752" y="5854"/>
                    <a:pt x="5885" y="6884"/>
                  </a:cubicBezTo>
                  <a:lnTo>
                    <a:pt x="2702" y="5130"/>
                  </a:lnTo>
                  <a:lnTo>
                    <a:pt x="759" y="8658"/>
                  </a:lnTo>
                  <a:lnTo>
                    <a:pt x="3943" y="10412"/>
                  </a:lnTo>
                  <a:cubicBezTo>
                    <a:pt x="3532" y="11694"/>
                    <a:pt x="3371" y="13065"/>
                    <a:pt x="3493" y="14454"/>
                  </a:cubicBezTo>
                  <a:lnTo>
                    <a:pt x="0" y="15465"/>
                  </a:lnTo>
                  <a:lnTo>
                    <a:pt x="1120" y="19332"/>
                  </a:lnTo>
                  <a:lnTo>
                    <a:pt x="4613" y="18322"/>
                  </a:lnTo>
                  <a:cubicBezTo>
                    <a:pt x="5252" y="19562"/>
                    <a:pt x="6120" y="20634"/>
                    <a:pt x="7151" y="21499"/>
                  </a:cubicBezTo>
                  <a:lnTo>
                    <a:pt x="5396" y="24682"/>
                  </a:lnTo>
                  <a:lnTo>
                    <a:pt x="8924" y="26626"/>
                  </a:lnTo>
                  <a:lnTo>
                    <a:pt x="10678" y="23443"/>
                  </a:lnTo>
                  <a:cubicBezTo>
                    <a:pt x="11681" y="23763"/>
                    <a:pt x="12739" y="23931"/>
                    <a:pt x="13817" y="23931"/>
                  </a:cubicBezTo>
                  <a:cubicBezTo>
                    <a:pt x="14116" y="23931"/>
                    <a:pt x="14418" y="23918"/>
                    <a:pt x="14720" y="23892"/>
                  </a:cubicBezTo>
                  <a:lnTo>
                    <a:pt x="15731" y="27384"/>
                  </a:lnTo>
                  <a:lnTo>
                    <a:pt x="19598" y="26265"/>
                  </a:lnTo>
                  <a:lnTo>
                    <a:pt x="18588" y="22773"/>
                  </a:lnTo>
                  <a:cubicBezTo>
                    <a:pt x="19828" y="22134"/>
                    <a:pt x="20900" y="21265"/>
                    <a:pt x="21765" y="20234"/>
                  </a:cubicBezTo>
                  <a:lnTo>
                    <a:pt x="24948" y="21989"/>
                  </a:lnTo>
                  <a:lnTo>
                    <a:pt x="26892" y="18461"/>
                  </a:lnTo>
                  <a:lnTo>
                    <a:pt x="25866" y="17896"/>
                  </a:lnTo>
                  <a:cubicBezTo>
                    <a:pt x="24975" y="18290"/>
                    <a:pt x="23972" y="18462"/>
                    <a:pt x="22932" y="18462"/>
                  </a:cubicBezTo>
                  <a:cubicBezTo>
                    <a:pt x="20463" y="18462"/>
                    <a:pt x="17780" y="17493"/>
                    <a:pt x="15862" y="16211"/>
                  </a:cubicBezTo>
                  <a:cubicBezTo>
                    <a:pt x="15540" y="16459"/>
                    <a:pt x="15169" y="16655"/>
                    <a:pt x="14755" y="16774"/>
                  </a:cubicBezTo>
                  <a:cubicBezTo>
                    <a:pt x="14445" y="16864"/>
                    <a:pt x="14132" y="16907"/>
                    <a:pt x="13824" y="16907"/>
                  </a:cubicBezTo>
                  <a:cubicBezTo>
                    <a:pt x="12373" y="16907"/>
                    <a:pt x="11036" y="15955"/>
                    <a:pt x="10613" y="14490"/>
                  </a:cubicBezTo>
                  <a:cubicBezTo>
                    <a:pt x="10232" y="13176"/>
                    <a:pt x="10695" y="11817"/>
                    <a:pt x="11684" y="10994"/>
                  </a:cubicBezTo>
                  <a:cubicBezTo>
                    <a:pt x="10320" y="7627"/>
                    <a:pt x="10418" y="3703"/>
                    <a:pt x="11000" y="1"/>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66"/>
            <p:cNvSpPr/>
            <p:nvPr/>
          </p:nvSpPr>
          <p:spPr>
            <a:xfrm>
              <a:off x="2070650" y="4042050"/>
              <a:ext cx="477750" cy="541700"/>
            </a:xfrm>
            <a:custGeom>
              <a:rect b="b" l="l" r="r" t="t"/>
              <a:pathLst>
                <a:path extrusionOk="0" h="21668" w="19110">
                  <a:moveTo>
                    <a:pt x="6187" y="0"/>
                  </a:moveTo>
                  <a:lnTo>
                    <a:pt x="3921" y="1465"/>
                  </a:lnTo>
                  <a:lnTo>
                    <a:pt x="5552" y="3990"/>
                  </a:lnTo>
                  <a:cubicBezTo>
                    <a:pt x="4722" y="4792"/>
                    <a:pt x="4079" y="5734"/>
                    <a:pt x="3639" y="6756"/>
                  </a:cubicBezTo>
                  <a:lnTo>
                    <a:pt x="701" y="6123"/>
                  </a:lnTo>
                  <a:lnTo>
                    <a:pt x="0" y="9379"/>
                  </a:lnTo>
                  <a:lnTo>
                    <a:pt x="2940" y="10012"/>
                  </a:lnTo>
                  <a:cubicBezTo>
                    <a:pt x="2921" y="11124"/>
                    <a:pt x="3119" y="12249"/>
                    <a:pt x="3546" y="13320"/>
                  </a:cubicBezTo>
                  <a:lnTo>
                    <a:pt x="1021" y="14950"/>
                  </a:lnTo>
                  <a:lnTo>
                    <a:pt x="2828" y="17748"/>
                  </a:lnTo>
                  <a:lnTo>
                    <a:pt x="5353" y="16116"/>
                  </a:lnTo>
                  <a:cubicBezTo>
                    <a:pt x="6154" y="16946"/>
                    <a:pt x="7096" y="17589"/>
                    <a:pt x="8119" y="18029"/>
                  </a:cubicBezTo>
                  <a:lnTo>
                    <a:pt x="7486" y="20967"/>
                  </a:lnTo>
                  <a:lnTo>
                    <a:pt x="10741" y="21667"/>
                  </a:lnTo>
                  <a:lnTo>
                    <a:pt x="11374" y="18729"/>
                  </a:lnTo>
                  <a:cubicBezTo>
                    <a:pt x="11421" y="18729"/>
                    <a:pt x="11467" y="18730"/>
                    <a:pt x="11514" y="18730"/>
                  </a:cubicBezTo>
                  <a:cubicBezTo>
                    <a:pt x="12580" y="18730"/>
                    <a:pt x="13655" y="18531"/>
                    <a:pt x="14682" y="18123"/>
                  </a:cubicBezTo>
                  <a:lnTo>
                    <a:pt x="16312" y="20648"/>
                  </a:lnTo>
                  <a:lnTo>
                    <a:pt x="19110" y="18841"/>
                  </a:lnTo>
                  <a:lnTo>
                    <a:pt x="17479" y="16316"/>
                  </a:lnTo>
                  <a:cubicBezTo>
                    <a:pt x="17946" y="15866"/>
                    <a:pt x="18345" y="15367"/>
                    <a:pt x="18691" y="14838"/>
                  </a:cubicBezTo>
                  <a:lnTo>
                    <a:pt x="18691" y="14838"/>
                  </a:lnTo>
                  <a:cubicBezTo>
                    <a:pt x="18461" y="14851"/>
                    <a:pt x="18229" y="14858"/>
                    <a:pt x="17995" y="14858"/>
                  </a:cubicBezTo>
                  <a:cubicBezTo>
                    <a:pt x="16290" y="14858"/>
                    <a:pt x="14496" y="14490"/>
                    <a:pt x="12643" y="13679"/>
                  </a:cubicBezTo>
                  <a:cubicBezTo>
                    <a:pt x="12096" y="13439"/>
                    <a:pt x="11594" y="13169"/>
                    <a:pt x="11123" y="12880"/>
                  </a:cubicBezTo>
                  <a:cubicBezTo>
                    <a:pt x="10360" y="12770"/>
                    <a:pt x="9643" y="12355"/>
                    <a:pt x="9192" y="11655"/>
                  </a:cubicBezTo>
                  <a:cubicBezTo>
                    <a:pt x="9069" y="11465"/>
                    <a:pt x="8980" y="11262"/>
                    <a:pt x="8909" y="11056"/>
                  </a:cubicBezTo>
                  <a:cubicBezTo>
                    <a:pt x="6264" y="8161"/>
                    <a:pt x="5670" y="4072"/>
                    <a:pt x="6187"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 name="Google Shape;893;p66"/>
            <p:cNvSpPr/>
            <p:nvPr/>
          </p:nvSpPr>
          <p:spPr>
            <a:xfrm>
              <a:off x="2199900" y="4643375"/>
              <a:ext cx="409100" cy="387000"/>
            </a:xfrm>
            <a:custGeom>
              <a:rect b="b" l="l" r="r" t="t"/>
              <a:pathLst>
                <a:path extrusionOk="0" h="15480" w="16364">
                  <a:moveTo>
                    <a:pt x="2815" y="0"/>
                  </a:moveTo>
                  <a:lnTo>
                    <a:pt x="1208" y="2025"/>
                  </a:lnTo>
                  <a:lnTo>
                    <a:pt x="3036" y="3475"/>
                  </a:lnTo>
                  <a:cubicBezTo>
                    <a:pt x="2639" y="4244"/>
                    <a:pt x="2391" y="5094"/>
                    <a:pt x="2320" y="5987"/>
                  </a:cubicBezTo>
                  <a:lnTo>
                    <a:pt x="0" y="6254"/>
                  </a:lnTo>
                  <a:lnTo>
                    <a:pt x="296" y="8822"/>
                  </a:lnTo>
                  <a:lnTo>
                    <a:pt x="2616" y="8555"/>
                  </a:lnTo>
                  <a:cubicBezTo>
                    <a:pt x="2888" y="9407"/>
                    <a:pt x="3324" y="10179"/>
                    <a:pt x="3884" y="10837"/>
                  </a:cubicBezTo>
                  <a:lnTo>
                    <a:pt x="2434" y="12665"/>
                  </a:lnTo>
                  <a:lnTo>
                    <a:pt x="4458" y="14272"/>
                  </a:lnTo>
                  <a:lnTo>
                    <a:pt x="5909" y="12444"/>
                  </a:lnTo>
                  <a:cubicBezTo>
                    <a:pt x="6677" y="12840"/>
                    <a:pt x="7528" y="13089"/>
                    <a:pt x="8420" y="13160"/>
                  </a:cubicBezTo>
                  <a:lnTo>
                    <a:pt x="8687" y="15480"/>
                  </a:lnTo>
                  <a:lnTo>
                    <a:pt x="11255" y="15183"/>
                  </a:lnTo>
                  <a:lnTo>
                    <a:pt x="10988" y="12864"/>
                  </a:lnTo>
                  <a:cubicBezTo>
                    <a:pt x="11840" y="12592"/>
                    <a:pt x="12612" y="12156"/>
                    <a:pt x="13271" y="11595"/>
                  </a:cubicBezTo>
                  <a:lnTo>
                    <a:pt x="15099" y="13046"/>
                  </a:lnTo>
                  <a:lnTo>
                    <a:pt x="16364" y="11452"/>
                  </a:lnTo>
                  <a:cubicBezTo>
                    <a:pt x="13951" y="11028"/>
                    <a:pt x="11528" y="10039"/>
                    <a:pt x="9544" y="8583"/>
                  </a:cubicBezTo>
                  <a:cubicBezTo>
                    <a:pt x="9432" y="8614"/>
                    <a:pt x="9321" y="8643"/>
                    <a:pt x="9203" y="8657"/>
                  </a:cubicBezTo>
                  <a:cubicBezTo>
                    <a:pt x="9120" y="8666"/>
                    <a:pt x="9037" y="8671"/>
                    <a:pt x="8955" y="8671"/>
                  </a:cubicBezTo>
                  <a:cubicBezTo>
                    <a:pt x="7879" y="8671"/>
                    <a:pt x="6950" y="7865"/>
                    <a:pt x="6825" y="6770"/>
                  </a:cubicBezTo>
                  <a:cubicBezTo>
                    <a:pt x="6791" y="6496"/>
                    <a:pt x="6818" y="6229"/>
                    <a:pt x="6885" y="5978"/>
                  </a:cubicBezTo>
                  <a:cubicBezTo>
                    <a:pt x="5842" y="4576"/>
                    <a:pt x="5166" y="2953"/>
                    <a:pt x="5032" y="1150"/>
                  </a:cubicBezTo>
                  <a:cubicBezTo>
                    <a:pt x="4900" y="1247"/>
                    <a:pt x="4767" y="1345"/>
                    <a:pt x="4643" y="1451"/>
                  </a:cubicBezTo>
                  <a:lnTo>
                    <a:pt x="2815" y="0"/>
                  </a:ln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 name="Google Shape;894;p66"/>
            <p:cNvSpPr/>
            <p:nvPr/>
          </p:nvSpPr>
          <p:spPr>
            <a:xfrm>
              <a:off x="1918350" y="3947725"/>
              <a:ext cx="30875" cy="28700"/>
            </a:xfrm>
            <a:custGeom>
              <a:rect b="b" l="l" r="r" t="t"/>
              <a:pathLst>
                <a:path extrusionOk="0" h="1148" w="1235">
                  <a:moveTo>
                    <a:pt x="618" y="0"/>
                  </a:moveTo>
                  <a:cubicBezTo>
                    <a:pt x="341" y="0"/>
                    <a:pt x="97" y="200"/>
                    <a:pt x="51" y="482"/>
                  </a:cubicBezTo>
                  <a:cubicBezTo>
                    <a:pt x="0" y="795"/>
                    <a:pt x="212" y="1089"/>
                    <a:pt x="525" y="1140"/>
                  </a:cubicBezTo>
                  <a:cubicBezTo>
                    <a:pt x="556" y="1145"/>
                    <a:pt x="588" y="1148"/>
                    <a:pt x="619" y="1148"/>
                  </a:cubicBezTo>
                  <a:cubicBezTo>
                    <a:pt x="895" y="1148"/>
                    <a:pt x="1138" y="948"/>
                    <a:pt x="1183" y="667"/>
                  </a:cubicBezTo>
                  <a:cubicBezTo>
                    <a:pt x="1235" y="354"/>
                    <a:pt x="1022" y="59"/>
                    <a:pt x="710" y="8"/>
                  </a:cubicBezTo>
                  <a:cubicBezTo>
                    <a:pt x="679" y="3"/>
                    <a:pt x="648" y="0"/>
                    <a:pt x="61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66"/>
            <p:cNvSpPr/>
            <p:nvPr/>
          </p:nvSpPr>
          <p:spPr>
            <a:xfrm>
              <a:off x="1415300" y="4850025"/>
              <a:ext cx="50900" cy="50900"/>
            </a:xfrm>
            <a:custGeom>
              <a:rect b="b" l="l" r="r" t="t"/>
              <a:pathLst>
                <a:path extrusionOk="0" h="2036" w="2036">
                  <a:moveTo>
                    <a:pt x="1018" y="0"/>
                  </a:moveTo>
                  <a:cubicBezTo>
                    <a:pt x="456" y="0"/>
                    <a:pt x="0" y="456"/>
                    <a:pt x="0" y="1018"/>
                  </a:cubicBezTo>
                  <a:cubicBezTo>
                    <a:pt x="0" y="1580"/>
                    <a:pt x="456" y="2035"/>
                    <a:pt x="1018" y="2035"/>
                  </a:cubicBezTo>
                  <a:cubicBezTo>
                    <a:pt x="1579" y="2035"/>
                    <a:pt x="2035" y="1580"/>
                    <a:pt x="2035" y="1018"/>
                  </a:cubicBezTo>
                  <a:cubicBezTo>
                    <a:pt x="2035" y="456"/>
                    <a:pt x="1579" y="0"/>
                    <a:pt x="101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 name="Google Shape;896;p66"/>
            <p:cNvSpPr/>
            <p:nvPr/>
          </p:nvSpPr>
          <p:spPr>
            <a:xfrm>
              <a:off x="2556750" y="3922225"/>
              <a:ext cx="50900" cy="50900"/>
            </a:xfrm>
            <a:custGeom>
              <a:rect b="b" l="l" r="r" t="t"/>
              <a:pathLst>
                <a:path extrusionOk="0" h="2036" w="2036">
                  <a:moveTo>
                    <a:pt x="1018" y="1"/>
                  </a:moveTo>
                  <a:cubicBezTo>
                    <a:pt x="456" y="1"/>
                    <a:pt x="0" y="456"/>
                    <a:pt x="0" y="1018"/>
                  </a:cubicBezTo>
                  <a:cubicBezTo>
                    <a:pt x="0" y="1580"/>
                    <a:pt x="456" y="2036"/>
                    <a:pt x="1018" y="2036"/>
                  </a:cubicBezTo>
                  <a:cubicBezTo>
                    <a:pt x="1579" y="2036"/>
                    <a:pt x="2035" y="1580"/>
                    <a:pt x="2035" y="1018"/>
                  </a:cubicBezTo>
                  <a:cubicBezTo>
                    <a:pt x="2035" y="456"/>
                    <a:pt x="1579" y="1"/>
                    <a:pt x="101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 name="Google Shape;897;p66"/>
            <p:cNvSpPr/>
            <p:nvPr/>
          </p:nvSpPr>
          <p:spPr>
            <a:xfrm>
              <a:off x="1773100" y="5104850"/>
              <a:ext cx="57725" cy="50925"/>
            </a:xfrm>
            <a:custGeom>
              <a:rect b="b" l="l" r="r" t="t"/>
              <a:pathLst>
                <a:path extrusionOk="0" h="2037" w="2309">
                  <a:moveTo>
                    <a:pt x="1155" y="1"/>
                  </a:moveTo>
                  <a:cubicBezTo>
                    <a:pt x="754" y="1"/>
                    <a:pt x="374" y="240"/>
                    <a:pt x="213" y="634"/>
                  </a:cubicBezTo>
                  <a:cubicBezTo>
                    <a:pt x="0" y="1154"/>
                    <a:pt x="250" y="1748"/>
                    <a:pt x="770" y="1960"/>
                  </a:cubicBezTo>
                  <a:cubicBezTo>
                    <a:pt x="896" y="2012"/>
                    <a:pt x="1026" y="2036"/>
                    <a:pt x="1154" y="2036"/>
                  </a:cubicBezTo>
                  <a:cubicBezTo>
                    <a:pt x="1555" y="2036"/>
                    <a:pt x="1936" y="1797"/>
                    <a:pt x="2096" y="1403"/>
                  </a:cubicBezTo>
                  <a:cubicBezTo>
                    <a:pt x="2309" y="883"/>
                    <a:pt x="2059" y="289"/>
                    <a:pt x="1539" y="77"/>
                  </a:cubicBezTo>
                  <a:cubicBezTo>
                    <a:pt x="1413" y="25"/>
                    <a:pt x="1283" y="1"/>
                    <a:pt x="11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 name="Google Shape;898;p66"/>
            <p:cNvSpPr/>
            <p:nvPr/>
          </p:nvSpPr>
          <p:spPr>
            <a:xfrm>
              <a:off x="2123025" y="4983425"/>
              <a:ext cx="28700" cy="28700"/>
            </a:xfrm>
            <a:custGeom>
              <a:rect b="b" l="l" r="r" t="t"/>
              <a:pathLst>
                <a:path extrusionOk="0" h="1148" w="1148">
                  <a:moveTo>
                    <a:pt x="574" y="1"/>
                  </a:moveTo>
                  <a:cubicBezTo>
                    <a:pt x="258" y="1"/>
                    <a:pt x="0" y="258"/>
                    <a:pt x="0" y="574"/>
                  </a:cubicBezTo>
                  <a:cubicBezTo>
                    <a:pt x="0" y="892"/>
                    <a:pt x="258" y="1148"/>
                    <a:pt x="574" y="1148"/>
                  </a:cubicBezTo>
                  <a:cubicBezTo>
                    <a:pt x="890" y="1148"/>
                    <a:pt x="1148" y="892"/>
                    <a:pt x="1148" y="574"/>
                  </a:cubicBezTo>
                  <a:cubicBezTo>
                    <a:pt x="1148" y="258"/>
                    <a:pt x="890" y="1"/>
                    <a:pt x="57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 name="Google Shape;899;p66"/>
            <p:cNvSpPr/>
            <p:nvPr/>
          </p:nvSpPr>
          <p:spPr>
            <a:xfrm>
              <a:off x="1614775" y="4268800"/>
              <a:ext cx="28675" cy="28700"/>
            </a:xfrm>
            <a:custGeom>
              <a:rect b="b" l="l" r="r" t="t"/>
              <a:pathLst>
                <a:path extrusionOk="0" h="1148" w="1147">
                  <a:moveTo>
                    <a:pt x="574" y="1"/>
                  </a:moveTo>
                  <a:cubicBezTo>
                    <a:pt x="256" y="1"/>
                    <a:pt x="0" y="258"/>
                    <a:pt x="0" y="574"/>
                  </a:cubicBezTo>
                  <a:cubicBezTo>
                    <a:pt x="0" y="892"/>
                    <a:pt x="256" y="1148"/>
                    <a:pt x="574" y="1148"/>
                  </a:cubicBezTo>
                  <a:cubicBezTo>
                    <a:pt x="890" y="1148"/>
                    <a:pt x="1146" y="892"/>
                    <a:pt x="1146" y="574"/>
                  </a:cubicBezTo>
                  <a:cubicBezTo>
                    <a:pt x="1146" y="258"/>
                    <a:pt x="890" y="1"/>
                    <a:pt x="5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 name="Google Shape;900;p66"/>
            <p:cNvSpPr/>
            <p:nvPr/>
          </p:nvSpPr>
          <p:spPr>
            <a:xfrm>
              <a:off x="2669825" y="4497775"/>
              <a:ext cx="28700" cy="28700"/>
            </a:xfrm>
            <a:custGeom>
              <a:rect b="b" l="l" r="r" t="t"/>
              <a:pathLst>
                <a:path extrusionOk="0" h="1148" w="1148">
                  <a:moveTo>
                    <a:pt x="574" y="0"/>
                  </a:moveTo>
                  <a:cubicBezTo>
                    <a:pt x="258" y="0"/>
                    <a:pt x="1" y="256"/>
                    <a:pt x="1" y="574"/>
                  </a:cubicBezTo>
                  <a:cubicBezTo>
                    <a:pt x="1" y="890"/>
                    <a:pt x="258" y="1147"/>
                    <a:pt x="574" y="1147"/>
                  </a:cubicBezTo>
                  <a:cubicBezTo>
                    <a:pt x="890" y="1147"/>
                    <a:pt x="1148" y="890"/>
                    <a:pt x="1148" y="574"/>
                  </a:cubicBezTo>
                  <a:cubicBezTo>
                    <a:pt x="1148" y="256"/>
                    <a:pt x="890" y="0"/>
                    <a:pt x="5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 name="Google Shape;901;p66"/>
            <p:cNvSpPr/>
            <p:nvPr/>
          </p:nvSpPr>
          <p:spPr>
            <a:xfrm>
              <a:off x="2387725" y="4108525"/>
              <a:ext cx="105700" cy="70675"/>
            </a:xfrm>
            <a:custGeom>
              <a:rect b="b" l="l" r="r" t="t"/>
              <a:pathLst>
                <a:path extrusionOk="0" h="2827" w="4228">
                  <a:moveTo>
                    <a:pt x="763" y="1"/>
                  </a:moveTo>
                  <a:cubicBezTo>
                    <a:pt x="199" y="1"/>
                    <a:pt x="1" y="896"/>
                    <a:pt x="620" y="1049"/>
                  </a:cubicBezTo>
                  <a:cubicBezTo>
                    <a:pt x="1634" y="1300"/>
                    <a:pt x="2478" y="1842"/>
                    <a:pt x="3141" y="2646"/>
                  </a:cubicBezTo>
                  <a:cubicBezTo>
                    <a:pt x="3246" y="2773"/>
                    <a:pt x="3369" y="2826"/>
                    <a:pt x="3490" y="2826"/>
                  </a:cubicBezTo>
                  <a:cubicBezTo>
                    <a:pt x="3872" y="2826"/>
                    <a:pt x="4228" y="2291"/>
                    <a:pt x="3897" y="1890"/>
                  </a:cubicBezTo>
                  <a:cubicBezTo>
                    <a:pt x="3125" y="954"/>
                    <a:pt x="2080" y="309"/>
                    <a:pt x="904" y="18"/>
                  </a:cubicBezTo>
                  <a:cubicBezTo>
                    <a:pt x="855" y="6"/>
                    <a:pt x="808"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 name="Google Shape;902;p66"/>
            <p:cNvSpPr/>
            <p:nvPr/>
          </p:nvSpPr>
          <p:spPr>
            <a:xfrm>
              <a:off x="2481100" y="4185075"/>
              <a:ext cx="60975" cy="161075"/>
            </a:xfrm>
            <a:custGeom>
              <a:rect b="b" l="l" r="r" t="t"/>
              <a:pathLst>
                <a:path extrusionOk="0" h="6443" w="2439">
                  <a:moveTo>
                    <a:pt x="744" y="1"/>
                  </a:moveTo>
                  <a:cubicBezTo>
                    <a:pt x="370" y="1"/>
                    <a:pt x="1" y="383"/>
                    <a:pt x="262" y="787"/>
                  </a:cubicBezTo>
                  <a:cubicBezTo>
                    <a:pt x="1222" y="2271"/>
                    <a:pt x="1347" y="4052"/>
                    <a:pt x="546" y="5633"/>
                  </a:cubicBezTo>
                  <a:cubicBezTo>
                    <a:pt x="333" y="6054"/>
                    <a:pt x="704" y="6442"/>
                    <a:pt x="1057" y="6442"/>
                  </a:cubicBezTo>
                  <a:cubicBezTo>
                    <a:pt x="1216" y="6442"/>
                    <a:pt x="1372" y="6363"/>
                    <a:pt x="1468" y="6173"/>
                  </a:cubicBezTo>
                  <a:cubicBezTo>
                    <a:pt x="2439" y="4258"/>
                    <a:pt x="2355" y="2058"/>
                    <a:pt x="1184" y="248"/>
                  </a:cubicBezTo>
                  <a:cubicBezTo>
                    <a:pt x="1071" y="73"/>
                    <a:pt x="907" y="1"/>
                    <a:pt x="74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 name="Google Shape;903;p66"/>
            <p:cNvSpPr/>
            <p:nvPr/>
          </p:nvSpPr>
          <p:spPr>
            <a:xfrm>
              <a:off x="1864625" y="4426600"/>
              <a:ext cx="146675" cy="78600"/>
            </a:xfrm>
            <a:custGeom>
              <a:rect b="b" l="l" r="r" t="t"/>
              <a:pathLst>
                <a:path extrusionOk="0" h="3144" w="5867">
                  <a:moveTo>
                    <a:pt x="839" y="1"/>
                  </a:moveTo>
                  <a:cubicBezTo>
                    <a:pt x="233" y="1"/>
                    <a:pt x="1" y="940"/>
                    <a:pt x="646" y="1038"/>
                  </a:cubicBezTo>
                  <a:cubicBezTo>
                    <a:pt x="2196" y="1276"/>
                    <a:pt x="3575" y="1922"/>
                    <a:pt x="4719" y="2995"/>
                  </a:cubicBezTo>
                  <a:cubicBezTo>
                    <a:pt x="4831" y="3100"/>
                    <a:pt x="4955" y="3144"/>
                    <a:pt x="5076" y="3144"/>
                  </a:cubicBezTo>
                  <a:cubicBezTo>
                    <a:pt x="5496" y="3144"/>
                    <a:pt x="5866" y="2606"/>
                    <a:pt x="5475" y="2239"/>
                  </a:cubicBezTo>
                  <a:cubicBezTo>
                    <a:pt x="4205" y="1048"/>
                    <a:pt x="2656" y="272"/>
                    <a:pt x="931" y="8"/>
                  </a:cubicBezTo>
                  <a:cubicBezTo>
                    <a:pt x="900" y="3"/>
                    <a:pt x="869" y="1"/>
                    <a:pt x="83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 name="Google Shape;904;p66"/>
            <p:cNvSpPr/>
            <p:nvPr/>
          </p:nvSpPr>
          <p:spPr>
            <a:xfrm>
              <a:off x="2006500" y="4511075"/>
              <a:ext cx="65575" cy="200075"/>
            </a:xfrm>
            <a:custGeom>
              <a:rect b="b" l="l" r="r" t="t"/>
              <a:pathLst>
                <a:path extrusionOk="0" h="8003" w="2623">
                  <a:moveTo>
                    <a:pt x="755" y="0"/>
                  </a:moveTo>
                  <a:cubicBezTo>
                    <a:pt x="372" y="0"/>
                    <a:pt x="0" y="379"/>
                    <a:pt x="281" y="774"/>
                  </a:cubicBezTo>
                  <a:cubicBezTo>
                    <a:pt x="1559" y="2574"/>
                    <a:pt x="1114" y="5425"/>
                    <a:pt x="897" y="7491"/>
                  </a:cubicBezTo>
                  <a:cubicBezTo>
                    <a:pt x="861" y="7832"/>
                    <a:pt x="1109" y="8002"/>
                    <a:pt x="1376" y="8002"/>
                  </a:cubicBezTo>
                  <a:cubicBezTo>
                    <a:pt x="1643" y="8002"/>
                    <a:pt x="1930" y="7831"/>
                    <a:pt x="1965" y="7491"/>
                  </a:cubicBezTo>
                  <a:cubicBezTo>
                    <a:pt x="2205" y="5207"/>
                    <a:pt x="2622" y="2231"/>
                    <a:pt x="1203" y="236"/>
                  </a:cubicBezTo>
                  <a:cubicBezTo>
                    <a:pt x="1085" y="69"/>
                    <a:pt x="919" y="0"/>
                    <a:pt x="75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 name="Google Shape;905;p66"/>
            <p:cNvSpPr/>
            <p:nvPr/>
          </p:nvSpPr>
          <p:spPr>
            <a:xfrm>
              <a:off x="2391750" y="4665325"/>
              <a:ext cx="122625" cy="56025"/>
            </a:xfrm>
            <a:custGeom>
              <a:rect b="b" l="l" r="r" t="t"/>
              <a:pathLst>
                <a:path extrusionOk="0" h="2241" w="4905">
                  <a:moveTo>
                    <a:pt x="1523" y="0"/>
                  </a:moveTo>
                  <a:cubicBezTo>
                    <a:pt x="1228" y="0"/>
                    <a:pt x="929" y="31"/>
                    <a:pt x="631" y="92"/>
                  </a:cubicBezTo>
                  <a:cubicBezTo>
                    <a:pt x="1" y="223"/>
                    <a:pt x="210" y="1136"/>
                    <a:pt x="793" y="1136"/>
                  </a:cubicBezTo>
                  <a:cubicBezTo>
                    <a:pt x="832" y="1136"/>
                    <a:pt x="873" y="1131"/>
                    <a:pt x="916" y="1123"/>
                  </a:cubicBezTo>
                  <a:cubicBezTo>
                    <a:pt x="1124" y="1079"/>
                    <a:pt x="1332" y="1058"/>
                    <a:pt x="1537" y="1058"/>
                  </a:cubicBezTo>
                  <a:cubicBezTo>
                    <a:pt x="2392" y="1058"/>
                    <a:pt x="3192" y="1426"/>
                    <a:pt x="3791" y="2074"/>
                  </a:cubicBezTo>
                  <a:cubicBezTo>
                    <a:pt x="3900" y="2191"/>
                    <a:pt x="4025" y="2240"/>
                    <a:pt x="4146" y="2240"/>
                  </a:cubicBezTo>
                  <a:cubicBezTo>
                    <a:pt x="4544" y="2240"/>
                    <a:pt x="4905" y="1705"/>
                    <a:pt x="4547" y="1318"/>
                  </a:cubicBezTo>
                  <a:cubicBezTo>
                    <a:pt x="3747" y="452"/>
                    <a:pt x="2660" y="0"/>
                    <a:pt x="152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66"/>
            <p:cNvSpPr/>
            <p:nvPr/>
          </p:nvSpPr>
          <p:spPr>
            <a:xfrm>
              <a:off x="2510225" y="4740225"/>
              <a:ext cx="48350" cy="130825"/>
            </a:xfrm>
            <a:custGeom>
              <a:rect b="b" l="l" r="r" t="t"/>
              <a:pathLst>
                <a:path extrusionOk="0" h="5233" w="1934">
                  <a:moveTo>
                    <a:pt x="721" y="0"/>
                  </a:moveTo>
                  <a:cubicBezTo>
                    <a:pt x="372" y="0"/>
                    <a:pt x="0" y="388"/>
                    <a:pt x="204" y="812"/>
                  </a:cubicBezTo>
                  <a:cubicBezTo>
                    <a:pt x="784" y="2028"/>
                    <a:pt x="798" y="3340"/>
                    <a:pt x="321" y="4589"/>
                  </a:cubicBezTo>
                  <a:cubicBezTo>
                    <a:pt x="173" y="4978"/>
                    <a:pt x="492" y="5233"/>
                    <a:pt x="821" y="5233"/>
                  </a:cubicBezTo>
                  <a:cubicBezTo>
                    <a:pt x="1036" y="5233"/>
                    <a:pt x="1256" y="5124"/>
                    <a:pt x="1352" y="4873"/>
                  </a:cubicBezTo>
                  <a:cubicBezTo>
                    <a:pt x="1934" y="3347"/>
                    <a:pt x="1827" y="1739"/>
                    <a:pt x="1127" y="274"/>
                  </a:cubicBezTo>
                  <a:cubicBezTo>
                    <a:pt x="1034" y="80"/>
                    <a:pt x="880" y="0"/>
                    <a:pt x="72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907" name="Google Shape;907;p66"/>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sp>
        <p:nvSpPr>
          <p:cNvPr id="908" name="Google Shape;908;p66"/>
          <p:cNvSpPr txBox="1"/>
          <p:nvPr>
            <p:ph type="title"/>
          </p:nvPr>
        </p:nvSpPr>
        <p:spPr>
          <a:xfrm>
            <a:off x="1123325" y="1307100"/>
            <a:ext cx="6897300" cy="2529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66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909" name="Shape 909"/>
        <p:cNvGrpSpPr/>
        <p:nvPr/>
      </p:nvGrpSpPr>
      <p:grpSpPr>
        <a:xfrm>
          <a:off x="0" y="0"/>
          <a:ext cx="0" cy="0"/>
          <a:chOff x="0" y="0"/>
          <a:chExt cx="0" cy="0"/>
        </a:xfrm>
      </p:grpSpPr>
      <p:pic>
        <p:nvPicPr>
          <p:cNvPr id="910" name="Google Shape;910;p67"/>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sp>
        <p:nvSpPr>
          <p:cNvPr id="911" name="Google Shape;911;p67"/>
          <p:cNvSpPr txBox="1"/>
          <p:nvPr>
            <p:ph type="title"/>
          </p:nvPr>
        </p:nvSpPr>
        <p:spPr>
          <a:xfrm>
            <a:off x="1350650" y="917300"/>
            <a:ext cx="3406800" cy="828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5600"/>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912" name="Google Shape;912;p67"/>
          <p:cNvSpPr txBox="1"/>
          <p:nvPr>
            <p:ph idx="1" type="subTitle"/>
          </p:nvPr>
        </p:nvSpPr>
        <p:spPr>
          <a:xfrm>
            <a:off x="1350650" y="1745600"/>
            <a:ext cx="3406800" cy="445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13" name="Google Shape;913;p67"/>
          <p:cNvSpPr txBox="1"/>
          <p:nvPr>
            <p:ph idx="2" type="title"/>
          </p:nvPr>
        </p:nvSpPr>
        <p:spPr>
          <a:xfrm>
            <a:off x="3525250" y="3170875"/>
            <a:ext cx="4898700" cy="828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5600"/>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914" name="Google Shape;914;p67"/>
          <p:cNvSpPr txBox="1"/>
          <p:nvPr>
            <p:ph idx="3" type="subTitle"/>
          </p:nvPr>
        </p:nvSpPr>
        <p:spPr>
          <a:xfrm>
            <a:off x="3525250" y="3999175"/>
            <a:ext cx="4898700" cy="445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accent5"/>
        </a:solidFill>
      </p:bgPr>
    </p:bg>
    <p:spTree>
      <p:nvGrpSpPr>
        <p:cNvPr id="915" name="Shape 915"/>
        <p:cNvGrpSpPr/>
        <p:nvPr/>
      </p:nvGrpSpPr>
      <p:grpSpPr>
        <a:xfrm>
          <a:off x="0" y="0"/>
          <a:ext cx="0" cy="0"/>
          <a:chOff x="0" y="0"/>
          <a:chExt cx="0" cy="0"/>
        </a:xfrm>
      </p:grpSpPr>
      <p:grpSp>
        <p:nvGrpSpPr>
          <p:cNvPr id="916" name="Google Shape;916;p68"/>
          <p:cNvGrpSpPr/>
          <p:nvPr/>
        </p:nvGrpSpPr>
        <p:grpSpPr>
          <a:xfrm>
            <a:off x="7417475" y="2984313"/>
            <a:ext cx="1298825" cy="1258125"/>
            <a:chOff x="4959050" y="3849400"/>
            <a:chExt cx="1298825" cy="1258125"/>
          </a:xfrm>
        </p:grpSpPr>
        <p:sp>
          <p:nvSpPr>
            <p:cNvPr id="917" name="Google Shape;917;p68"/>
            <p:cNvSpPr/>
            <p:nvPr/>
          </p:nvSpPr>
          <p:spPr>
            <a:xfrm>
              <a:off x="5092750" y="4291850"/>
              <a:ext cx="948650" cy="418450"/>
            </a:xfrm>
            <a:custGeom>
              <a:rect b="b" l="l" r="r" t="t"/>
              <a:pathLst>
                <a:path extrusionOk="0" h="16738" w="37946">
                  <a:moveTo>
                    <a:pt x="35529" y="1348"/>
                  </a:moveTo>
                  <a:cubicBezTo>
                    <a:pt x="36120" y="1348"/>
                    <a:pt x="36600" y="1828"/>
                    <a:pt x="36600" y="2418"/>
                  </a:cubicBezTo>
                  <a:lnTo>
                    <a:pt x="36600" y="14323"/>
                  </a:lnTo>
                  <a:cubicBezTo>
                    <a:pt x="36600" y="14913"/>
                    <a:pt x="36118" y="15394"/>
                    <a:pt x="35529" y="15394"/>
                  </a:cubicBezTo>
                  <a:lnTo>
                    <a:pt x="2417" y="15394"/>
                  </a:lnTo>
                  <a:cubicBezTo>
                    <a:pt x="1825" y="15394"/>
                    <a:pt x="1346" y="14912"/>
                    <a:pt x="1346" y="14323"/>
                  </a:cubicBezTo>
                  <a:lnTo>
                    <a:pt x="1346" y="2418"/>
                  </a:lnTo>
                  <a:cubicBezTo>
                    <a:pt x="1346" y="1828"/>
                    <a:pt x="1825" y="1348"/>
                    <a:pt x="2417" y="1348"/>
                  </a:cubicBezTo>
                  <a:close/>
                  <a:moveTo>
                    <a:pt x="2417" y="1"/>
                  </a:moveTo>
                  <a:cubicBezTo>
                    <a:pt x="1084" y="1"/>
                    <a:pt x="0" y="1086"/>
                    <a:pt x="0" y="2417"/>
                  </a:cubicBezTo>
                  <a:lnTo>
                    <a:pt x="0" y="14322"/>
                  </a:lnTo>
                  <a:cubicBezTo>
                    <a:pt x="0" y="15653"/>
                    <a:pt x="1084" y="16737"/>
                    <a:pt x="2417" y="16737"/>
                  </a:cubicBezTo>
                  <a:lnTo>
                    <a:pt x="35529" y="16737"/>
                  </a:lnTo>
                  <a:cubicBezTo>
                    <a:pt x="36861" y="16737"/>
                    <a:pt x="37945" y="15654"/>
                    <a:pt x="37945" y="14322"/>
                  </a:cubicBezTo>
                  <a:lnTo>
                    <a:pt x="37945" y="2417"/>
                  </a:lnTo>
                  <a:cubicBezTo>
                    <a:pt x="37945" y="1086"/>
                    <a:pt x="36861" y="1"/>
                    <a:pt x="3552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68"/>
            <p:cNvSpPr/>
            <p:nvPr/>
          </p:nvSpPr>
          <p:spPr>
            <a:xfrm>
              <a:off x="5146800" y="4341800"/>
              <a:ext cx="128875" cy="318700"/>
            </a:xfrm>
            <a:custGeom>
              <a:rect b="b" l="l" r="r" t="t"/>
              <a:pathLst>
                <a:path extrusionOk="0" h="12748" w="5155">
                  <a:moveTo>
                    <a:pt x="746" y="0"/>
                  </a:moveTo>
                  <a:cubicBezTo>
                    <a:pt x="335" y="0"/>
                    <a:pt x="1" y="334"/>
                    <a:pt x="1" y="745"/>
                  </a:cubicBezTo>
                  <a:lnTo>
                    <a:pt x="1" y="12002"/>
                  </a:lnTo>
                  <a:cubicBezTo>
                    <a:pt x="1" y="12413"/>
                    <a:pt x="335" y="12747"/>
                    <a:pt x="746" y="12747"/>
                  </a:cubicBezTo>
                  <a:lnTo>
                    <a:pt x="4410" y="12747"/>
                  </a:lnTo>
                  <a:cubicBezTo>
                    <a:pt x="4820" y="12747"/>
                    <a:pt x="5155" y="12413"/>
                    <a:pt x="5155" y="12002"/>
                  </a:cubicBezTo>
                  <a:lnTo>
                    <a:pt x="5155" y="745"/>
                  </a:lnTo>
                  <a:cubicBezTo>
                    <a:pt x="5155" y="334"/>
                    <a:pt x="4820" y="0"/>
                    <a:pt x="4410"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68"/>
            <p:cNvSpPr/>
            <p:nvPr/>
          </p:nvSpPr>
          <p:spPr>
            <a:xfrm>
              <a:off x="5306150" y="4341800"/>
              <a:ext cx="128875" cy="318700"/>
            </a:xfrm>
            <a:custGeom>
              <a:rect b="b" l="l" r="r" t="t"/>
              <a:pathLst>
                <a:path extrusionOk="0" h="12748" w="5155">
                  <a:moveTo>
                    <a:pt x="746" y="0"/>
                  </a:moveTo>
                  <a:cubicBezTo>
                    <a:pt x="335" y="0"/>
                    <a:pt x="1" y="334"/>
                    <a:pt x="1" y="745"/>
                  </a:cubicBezTo>
                  <a:lnTo>
                    <a:pt x="1" y="12002"/>
                  </a:lnTo>
                  <a:cubicBezTo>
                    <a:pt x="1" y="12413"/>
                    <a:pt x="335" y="12747"/>
                    <a:pt x="746" y="12747"/>
                  </a:cubicBezTo>
                  <a:lnTo>
                    <a:pt x="4410" y="12747"/>
                  </a:lnTo>
                  <a:cubicBezTo>
                    <a:pt x="4820" y="12747"/>
                    <a:pt x="5155" y="12413"/>
                    <a:pt x="5155" y="12002"/>
                  </a:cubicBezTo>
                  <a:lnTo>
                    <a:pt x="5155" y="745"/>
                  </a:lnTo>
                  <a:cubicBezTo>
                    <a:pt x="5155" y="334"/>
                    <a:pt x="4820" y="0"/>
                    <a:pt x="4410"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68"/>
            <p:cNvSpPr/>
            <p:nvPr/>
          </p:nvSpPr>
          <p:spPr>
            <a:xfrm>
              <a:off x="5465500" y="4341800"/>
              <a:ext cx="128875" cy="318700"/>
            </a:xfrm>
            <a:custGeom>
              <a:rect b="b" l="l" r="r" t="t"/>
              <a:pathLst>
                <a:path extrusionOk="0" h="12748" w="5155">
                  <a:moveTo>
                    <a:pt x="746" y="0"/>
                  </a:moveTo>
                  <a:cubicBezTo>
                    <a:pt x="335" y="0"/>
                    <a:pt x="1" y="334"/>
                    <a:pt x="1" y="745"/>
                  </a:cubicBezTo>
                  <a:lnTo>
                    <a:pt x="1" y="12002"/>
                  </a:lnTo>
                  <a:cubicBezTo>
                    <a:pt x="1" y="12413"/>
                    <a:pt x="335" y="12747"/>
                    <a:pt x="746" y="12747"/>
                  </a:cubicBezTo>
                  <a:lnTo>
                    <a:pt x="4410" y="12747"/>
                  </a:lnTo>
                  <a:cubicBezTo>
                    <a:pt x="4820" y="12747"/>
                    <a:pt x="5155" y="12413"/>
                    <a:pt x="5155" y="12002"/>
                  </a:cubicBezTo>
                  <a:lnTo>
                    <a:pt x="5155" y="745"/>
                  </a:lnTo>
                  <a:cubicBezTo>
                    <a:pt x="5155" y="334"/>
                    <a:pt x="4820" y="0"/>
                    <a:pt x="4410"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68"/>
            <p:cNvSpPr/>
            <p:nvPr/>
          </p:nvSpPr>
          <p:spPr>
            <a:xfrm>
              <a:off x="5625175" y="4341800"/>
              <a:ext cx="128875" cy="318700"/>
            </a:xfrm>
            <a:custGeom>
              <a:rect b="b" l="l" r="r" t="t"/>
              <a:pathLst>
                <a:path extrusionOk="0" h="12748" w="5155">
                  <a:moveTo>
                    <a:pt x="746" y="0"/>
                  </a:moveTo>
                  <a:cubicBezTo>
                    <a:pt x="334" y="0"/>
                    <a:pt x="1" y="334"/>
                    <a:pt x="1" y="745"/>
                  </a:cubicBezTo>
                  <a:lnTo>
                    <a:pt x="1" y="12002"/>
                  </a:lnTo>
                  <a:cubicBezTo>
                    <a:pt x="1" y="12413"/>
                    <a:pt x="334" y="12747"/>
                    <a:pt x="746" y="12747"/>
                  </a:cubicBezTo>
                  <a:lnTo>
                    <a:pt x="4408" y="12747"/>
                  </a:lnTo>
                  <a:cubicBezTo>
                    <a:pt x="4821" y="12747"/>
                    <a:pt x="5155" y="12413"/>
                    <a:pt x="5154" y="12002"/>
                  </a:cubicBezTo>
                  <a:lnTo>
                    <a:pt x="5154" y="745"/>
                  </a:lnTo>
                  <a:cubicBezTo>
                    <a:pt x="5154" y="334"/>
                    <a:pt x="4820" y="0"/>
                    <a:pt x="440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68"/>
            <p:cNvSpPr/>
            <p:nvPr/>
          </p:nvSpPr>
          <p:spPr>
            <a:xfrm>
              <a:off x="5146775" y="4522575"/>
              <a:ext cx="128900" cy="137925"/>
            </a:xfrm>
            <a:custGeom>
              <a:rect b="b" l="l" r="r" t="t"/>
              <a:pathLst>
                <a:path extrusionOk="0" h="5517" w="5156">
                  <a:moveTo>
                    <a:pt x="5156" y="1"/>
                  </a:moveTo>
                  <a:cubicBezTo>
                    <a:pt x="3437" y="1"/>
                    <a:pt x="1720" y="1"/>
                    <a:pt x="1" y="2"/>
                  </a:cubicBezTo>
                  <a:lnTo>
                    <a:pt x="1" y="4837"/>
                  </a:lnTo>
                  <a:cubicBezTo>
                    <a:pt x="1" y="5213"/>
                    <a:pt x="305" y="5516"/>
                    <a:pt x="680" y="5516"/>
                  </a:cubicBezTo>
                  <a:lnTo>
                    <a:pt x="4477" y="5516"/>
                  </a:lnTo>
                  <a:cubicBezTo>
                    <a:pt x="4852" y="5516"/>
                    <a:pt x="5156" y="5212"/>
                    <a:pt x="5156" y="4837"/>
                  </a:cubicBezTo>
                  <a:lnTo>
                    <a:pt x="5156"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68"/>
            <p:cNvSpPr/>
            <p:nvPr/>
          </p:nvSpPr>
          <p:spPr>
            <a:xfrm>
              <a:off x="5306125" y="4522575"/>
              <a:ext cx="128900" cy="137925"/>
            </a:xfrm>
            <a:custGeom>
              <a:rect b="b" l="l" r="r" t="t"/>
              <a:pathLst>
                <a:path extrusionOk="0" h="5517" w="5156">
                  <a:moveTo>
                    <a:pt x="1" y="1"/>
                  </a:moveTo>
                  <a:lnTo>
                    <a:pt x="1" y="4837"/>
                  </a:lnTo>
                  <a:cubicBezTo>
                    <a:pt x="1" y="5213"/>
                    <a:pt x="305" y="5516"/>
                    <a:pt x="680" y="5516"/>
                  </a:cubicBezTo>
                  <a:lnTo>
                    <a:pt x="4477" y="5516"/>
                  </a:lnTo>
                  <a:cubicBezTo>
                    <a:pt x="4852" y="5516"/>
                    <a:pt x="5156" y="5212"/>
                    <a:pt x="5156" y="4837"/>
                  </a:cubicBezTo>
                  <a:lnTo>
                    <a:pt x="5156" y="5"/>
                  </a:lnTo>
                  <a:cubicBezTo>
                    <a:pt x="3437" y="2"/>
                    <a:pt x="1720"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68"/>
            <p:cNvSpPr/>
            <p:nvPr/>
          </p:nvSpPr>
          <p:spPr>
            <a:xfrm>
              <a:off x="5465475" y="4522700"/>
              <a:ext cx="128900" cy="137800"/>
            </a:xfrm>
            <a:custGeom>
              <a:rect b="b" l="l" r="r" t="t"/>
              <a:pathLst>
                <a:path extrusionOk="0" h="5512" w="5156">
                  <a:moveTo>
                    <a:pt x="1" y="0"/>
                  </a:moveTo>
                  <a:lnTo>
                    <a:pt x="1" y="4832"/>
                  </a:lnTo>
                  <a:cubicBezTo>
                    <a:pt x="1" y="5208"/>
                    <a:pt x="305" y="5511"/>
                    <a:pt x="680" y="5511"/>
                  </a:cubicBezTo>
                  <a:lnTo>
                    <a:pt x="4477" y="5511"/>
                  </a:lnTo>
                  <a:cubicBezTo>
                    <a:pt x="4852" y="5511"/>
                    <a:pt x="5156" y="5207"/>
                    <a:pt x="5156" y="4832"/>
                  </a:cubicBezTo>
                  <a:lnTo>
                    <a:pt x="5156" y="13"/>
                  </a:lnTo>
                  <a:cubicBezTo>
                    <a:pt x="3437" y="8"/>
                    <a:pt x="1720" y="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68"/>
            <p:cNvSpPr/>
            <p:nvPr/>
          </p:nvSpPr>
          <p:spPr>
            <a:xfrm>
              <a:off x="5625175" y="4523100"/>
              <a:ext cx="128875" cy="137400"/>
            </a:xfrm>
            <a:custGeom>
              <a:rect b="b" l="l" r="r" t="t"/>
              <a:pathLst>
                <a:path extrusionOk="0" h="5496" w="5155">
                  <a:moveTo>
                    <a:pt x="1" y="0"/>
                  </a:moveTo>
                  <a:lnTo>
                    <a:pt x="1" y="4816"/>
                  </a:lnTo>
                  <a:cubicBezTo>
                    <a:pt x="1" y="5192"/>
                    <a:pt x="304" y="5495"/>
                    <a:pt x="678" y="5495"/>
                  </a:cubicBezTo>
                  <a:lnTo>
                    <a:pt x="4477" y="5495"/>
                  </a:lnTo>
                  <a:cubicBezTo>
                    <a:pt x="4852" y="5495"/>
                    <a:pt x="5155" y="5191"/>
                    <a:pt x="5155" y="4816"/>
                  </a:cubicBezTo>
                  <a:lnTo>
                    <a:pt x="5155" y="27"/>
                  </a:lnTo>
                  <a:cubicBezTo>
                    <a:pt x="3437" y="16"/>
                    <a:pt x="1718" y="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68"/>
            <p:cNvSpPr/>
            <p:nvPr/>
          </p:nvSpPr>
          <p:spPr>
            <a:xfrm>
              <a:off x="5514825" y="3986025"/>
              <a:ext cx="48675" cy="42700"/>
            </a:xfrm>
            <a:custGeom>
              <a:rect b="b" l="l" r="r" t="t"/>
              <a:pathLst>
                <a:path extrusionOk="0" h="1708" w="1947">
                  <a:moveTo>
                    <a:pt x="974" y="0"/>
                  </a:moveTo>
                  <a:cubicBezTo>
                    <a:pt x="818" y="0"/>
                    <a:pt x="661" y="43"/>
                    <a:pt x="520" y="132"/>
                  </a:cubicBezTo>
                  <a:cubicBezTo>
                    <a:pt x="121" y="383"/>
                    <a:pt x="1" y="911"/>
                    <a:pt x="253" y="1308"/>
                  </a:cubicBezTo>
                  <a:cubicBezTo>
                    <a:pt x="415" y="1566"/>
                    <a:pt x="692" y="1707"/>
                    <a:pt x="975" y="1707"/>
                  </a:cubicBezTo>
                  <a:cubicBezTo>
                    <a:pt x="1131" y="1707"/>
                    <a:pt x="1289" y="1665"/>
                    <a:pt x="1430" y="1575"/>
                  </a:cubicBezTo>
                  <a:cubicBezTo>
                    <a:pt x="1828" y="1323"/>
                    <a:pt x="1947" y="797"/>
                    <a:pt x="1697" y="399"/>
                  </a:cubicBezTo>
                  <a:cubicBezTo>
                    <a:pt x="1535" y="141"/>
                    <a:pt x="1258"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68"/>
            <p:cNvSpPr/>
            <p:nvPr/>
          </p:nvSpPr>
          <p:spPr>
            <a:xfrm>
              <a:off x="4959050" y="4391750"/>
              <a:ext cx="48675" cy="42725"/>
            </a:xfrm>
            <a:custGeom>
              <a:rect b="b" l="l" r="r" t="t"/>
              <a:pathLst>
                <a:path extrusionOk="0" h="1709" w="1947">
                  <a:moveTo>
                    <a:pt x="973" y="1"/>
                  </a:moveTo>
                  <a:cubicBezTo>
                    <a:pt x="818" y="1"/>
                    <a:pt x="660" y="43"/>
                    <a:pt x="519" y="133"/>
                  </a:cubicBezTo>
                  <a:cubicBezTo>
                    <a:pt x="121" y="383"/>
                    <a:pt x="0" y="912"/>
                    <a:pt x="252" y="1310"/>
                  </a:cubicBezTo>
                  <a:cubicBezTo>
                    <a:pt x="414" y="1567"/>
                    <a:pt x="692" y="1709"/>
                    <a:pt x="975" y="1709"/>
                  </a:cubicBezTo>
                  <a:cubicBezTo>
                    <a:pt x="1131" y="1709"/>
                    <a:pt x="1288" y="1666"/>
                    <a:pt x="1430" y="1577"/>
                  </a:cubicBezTo>
                  <a:cubicBezTo>
                    <a:pt x="1827" y="1326"/>
                    <a:pt x="1946" y="797"/>
                    <a:pt x="1697" y="399"/>
                  </a:cubicBezTo>
                  <a:cubicBezTo>
                    <a:pt x="1535" y="142"/>
                    <a:pt x="1257" y="1"/>
                    <a:pt x="97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 name="Google Shape;928;p68"/>
            <p:cNvSpPr/>
            <p:nvPr/>
          </p:nvSpPr>
          <p:spPr>
            <a:xfrm>
              <a:off x="4980425" y="4312550"/>
              <a:ext cx="48650" cy="42750"/>
            </a:xfrm>
            <a:custGeom>
              <a:rect b="b" l="l" r="r" t="t"/>
              <a:pathLst>
                <a:path extrusionOk="0" h="1710" w="1946">
                  <a:moveTo>
                    <a:pt x="972" y="0"/>
                  </a:moveTo>
                  <a:cubicBezTo>
                    <a:pt x="817" y="0"/>
                    <a:pt x="659" y="43"/>
                    <a:pt x="518" y="132"/>
                  </a:cubicBezTo>
                  <a:cubicBezTo>
                    <a:pt x="119" y="384"/>
                    <a:pt x="0" y="913"/>
                    <a:pt x="252" y="1311"/>
                  </a:cubicBezTo>
                  <a:cubicBezTo>
                    <a:pt x="413" y="1569"/>
                    <a:pt x="690" y="1710"/>
                    <a:pt x="974" y="1710"/>
                  </a:cubicBezTo>
                  <a:cubicBezTo>
                    <a:pt x="1129" y="1710"/>
                    <a:pt x="1287" y="1667"/>
                    <a:pt x="1428" y="1578"/>
                  </a:cubicBezTo>
                  <a:cubicBezTo>
                    <a:pt x="1826" y="1326"/>
                    <a:pt x="1946" y="799"/>
                    <a:pt x="1696" y="399"/>
                  </a:cubicBezTo>
                  <a:cubicBezTo>
                    <a:pt x="1533" y="142"/>
                    <a:pt x="1256" y="0"/>
                    <a:pt x="97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68"/>
            <p:cNvSpPr/>
            <p:nvPr/>
          </p:nvSpPr>
          <p:spPr>
            <a:xfrm>
              <a:off x="6198075" y="4370400"/>
              <a:ext cx="48725" cy="42725"/>
            </a:xfrm>
            <a:custGeom>
              <a:rect b="b" l="l" r="r" t="t"/>
              <a:pathLst>
                <a:path extrusionOk="0" h="1709" w="1949">
                  <a:moveTo>
                    <a:pt x="974" y="1"/>
                  </a:moveTo>
                  <a:cubicBezTo>
                    <a:pt x="818" y="1"/>
                    <a:pt x="660" y="44"/>
                    <a:pt x="519" y="133"/>
                  </a:cubicBezTo>
                  <a:cubicBezTo>
                    <a:pt x="120" y="384"/>
                    <a:pt x="0" y="911"/>
                    <a:pt x="252" y="1310"/>
                  </a:cubicBezTo>
                  <a:cubicBezTo>
                    <a:pt x="414" y="1568"/>
                    <a:pt x="691" y="1708"/>
                    <a:pt x="974" y="1708"/>
                  </a:cubicBezTo>
                  <a:cubicBezTo>
                    <a:pt x="1130" y="1708"/>
                    <a:pt x="1288" y="1666"/>
                    <a:pt x="1429" y="1576"/>
                  </a:cubicBezTo>
                  <a:cubicBezTo>
                    <a:pt x="1828" y="1326"/>
                    <a:pt x="1948" y="798"/>
                    <a:pt x="1696" y="400"/>
                  </a:cubicBezTo>
                  <a:cubicBezTo>
                    <a:pt x="1534" y="142"/>
                    <a:pt x="1257" y="1"/>
                    <a:pt x="97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68"/>
            <p:cNvSpPr/>
            <p:nvPr/>
          </p:nvSpPr>
          <p:spPr>
            <a:xfrm>
              <a:off x="6209150" y="4464325"/>
              <a:ext cx="48725" cy="42725"/>
            </a:xfrm>
            <a:custGeom>
              <a:rect b="b" l="l" r="r" t="t"/>
              <a:pathLst>
                <a:path extrusionOk="0" h="1709" w="1949">
                  <a:moveTo>
                    <a:pt x="975" y="1"/>
                  </a:moveTo>
                  <a:cubicBezTo>
                    <a:pt x="819" y="1"/>
                    <a:pt x="661" y="44"/>
                    <a:pt x="520" y="133"/>
                  </a:cubicBezTo>
                  <a:cubicBezTo>
                    <a:pt x="120" y="384"/>
                    <a:pt x="1" y="911"/>
                    <a:pt x="253" y="1309"/>
                  </a:cubicBezTo>
                  <a:cubicBezTo>
                    <a:pt x="415" y="1567"/>
                    <a:pt x="692" y="1708"/>
                    <a:pt x="975" y="1708"/>
                  </a:cubicBezTo>
                  <a:cubicBezTo>
                    <a:pt x="1131" y="1708"/>
                    <a:pt x="1289" y="1665"/>
                    <a:pt x="1430" y="1576"/>
                  </a:cubicBezTo>
                  <a:cubicBezTo>
                    <a:pt x="1829" y="1324"/>
                    <a:pt x="1948" y="798"/>
                    <a:pt x="1696" y="400"/>
                  </a:cubicBezTo>
                  <a:cubicBezTo>
                    <a:pt x="1535" y="142"/>
                    <a:pt x="1258" y="1"/>
                    <a:pt x="97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 name="Google Shape;931;p68"/>
            <p:cNvSpPr/>
            <p:nvPr/>
          </p:nvSpPr>
          <p:spPr>
            <a:xfrm>
              <a:off x="6216125" y="4573175"/>
              <a:ext cx="34775" cy="30500"/>
            </a:xfrm>
            <a:custGeom>
              <a:rect b="b" l="l" r="r" t="t"/>
              <a:pathLst>
                <a:path extrusionOk="0" h="1220" w="1391">
                  <a:moveTo>
                    <a:pt x="695" y="0"/>
                  </a:moveTo>
                  <a:cubicBezTo>
                    <a:pt x="584" y="0"/>
                    <a:pt x="471" y="30"/>
                    <a:pt x="371" y="94"/>
                  </a:cubicBezTo>
                  <a:cubicBezTo>
                    <a:pt x="85" y="273"/>
                    <a:pt x="1" y="650"/>
                    <a:pt x="181" y="935"/>
                  </a:cubicBezTo>
                  <a:cubicBezTo>
                    <a:pt x="296" y="1119"/>
                    <a:pt x="494" y="1219"/>
                    <a:pt x="695" y="1219"/>
                  </a:cubicBezTo>
                  <a:cubicBezTo>
                    <a:pt x="807" y="1219"/>
                    <a:pt x="919" y="1189"/>
                    <a:pt x="1020" y="1125"/>
                  </a:cubicBezTo>
                  <a:cubicBezTo>
                    <a:pt x="1307" y="946"/>
                    <a:pt x="1390" y="568"/>
                    <a:pt x="1211" y="284"/>
                  </a:cubicBezTo>
                  <a:cubicBezTo>
                    <a:pt x="1095" y="101"/>
                    <a:pt x="897" y="0"/>
                    <a:pt x="69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 name="Google Shape;932;p68"/>
            <p:cNvSpPr/>
            <p:nvPr/>
          </p:nvSpPr>
          <p:spPr>
            <a:xfrm>
              <a:off x="5432900" y="3994300"/>
              <a:ext cx="34750" cy="30500"/>
            </a:xfrm>
            <a:custGeom>
              <a:rect b="b" l="l" r="r" t="t"/>
              <a:pathLst>
                <a:path extrusionOk="0" h="1220" w="1390">
                  <a:moveTo>
                    <a:pt x="695" y="0"/>
                  </a:moveTo>
                  <a:cubicBezTo>
                    <a:pt x="584" y="0"/>
                    <a:pt x="471" y="31"/>
                    <a:pt x="370" y="95"/>
                  </a:cubicBezTo>
                  <a:cubicBezTo>
                    <a:pt x="86" y="274"/>
                    <a:pt x="0" y="650"/>
                    <a:pt x="179" y="934"/>
                  </a:cubicBezTo>
                  <a:cubicBezTo>
                    <a:pt x="295" y="1119"/>
                    <a:pt x="493" y="1219"/>
                    <a:pt x="695" y="1219"/>
                  </a:cubicBezTo>
                  <a:cubicBezTo>
                    <a:pt x="806" y="1219"/>
                    <a:pt x="919" y="1189"/>
                    <a:pt x="1020" y="1125"/>
                  </a:cubicBezTo>
                  <a:cubicBezTo>
                    <a:pt x="1304" y="945"/>
                    <a:pt x="1390" y="569"/>
                    <a:pt x="1211" y="285"/>
                  </a:cubicBezTo>
                  <a:cubicBezTo>
                    <a:pt x="1095" y="101"/>
                    <a:pt x="897" y="0"/>
                    <a:pt x="69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68"/>
            <p:cNvSpPr/>
            <p:nvPr/>
          </p:nvSpPr>
          <p:spPr>
            <a:xfrm>
              <a:off x="5010925" y="4245575"/>
              <a:ext cx="34775" cy="30500"/>
            </a:xfrm>
            <a:custGeom>
              <a:rect b="b" l="l" r="r" t="t"/>
              <a:pathLst>
                <a:path extrusionOk="0" h="1220" w="1391">
                  <a:moveTo>
                    <a:pt x="695" y="1"/>
                  </a:moveTo>
                  <a:cubicBezTo>
                    <a:pt x="584" y="1"/>
                    <a:pt x="471" y="31"/>
                    <a:pt x="370" y="95"/>
                  </a:cubicBezTo>
                  <a:cubicBezTo>
                    <a:pt x="85" y="275"/>
                    <a:pt x="0" y="651"/>
                    <a:pt x="180" y="935"/>
                  </a:cubicBezTo>
                  <a:cubicBezTo>
                    <a:pt x="296" y="1119"/>
                    <a:pt x="495" y="1219"/>
                    <a:pt x="697" y="1219"/>
                  </a:cubicBezTo>
                  <a:cubicBezTo>
                    <a:pt x="808" y="1219"/>
                    <a:pt x="920" y="1189"/>
                    <a:pt x="1021" y="1126"/>
                  </a:cubicBezTo>
                  <a:cubicBezTo>
                    <a:pt x="1305" y="946"/>
                    <a:pt x="1391" y="569"/>
                    <a:pt x="1211" y="285"/>
                  </a:cubicBezTo>
                  <a:cubicBezTo>
                    <a:pt x="1095" y="101"/>
                    <a:pt x="897" y="1"/>
                    <a:pt x="69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68"/>
            <p:cNvSpPr/>
            <p:nvPr/>
          </p:nvSpPr>
          <p:spPr>
            <a:xfrm>
              <a:off x="5441125" y="5064800"/>
              <a:ext cx="48750" cy="42725"/>
            </a:xfrm>
            <a:custGeom>
              <a:rect b="b" l="l" r="r" t="t"/>
              <a:pathLst>
                <a:path extrusionOk="0" h="1709" w="1950">
                  <a:moveTo>
                    <a:pt x="973" y="1"/>
                  </a:moveTo>
                  <a:cubicBezTo>
                    <a:pt x="818" y="1"/>
                    <a:pt x="660" y="43"/>
                    <a:pt x="519" y="133"/>
                  </a:cubicBezTo>
                  <a:cubicBezTo>
                    <a:pt x="120" y="383"/>
                    <a:pt x="0" y="912"/>
                    <a:pt x="252" y="1310"/>
                  </a:cubicBezTo>
                  <a:cubicBezTo>
                    <a:pt x="415" y="1567"/>
                    <a:pt x="693" y="1709"/>
                    <a:pt x="977" y="1709"/>
                  </a:cubicBezTo>
                  <a:cubicBezTo>
                    <a:pt x="1132" y="1709"/>
                    <a:pt x="1290" y="1666"/>
                    <a:pt x="1431" y="1577"/>
                  </a:cubicBezTo>
                  <a:cubicBezTo>
                    <a:pt x="1830" y="1325"/>
                    <a:pt x="1949" y="797"/>
                    <a:pt x="1698" y="399"/>
                  </a:cubicBezTo>
                  <a:cubicBezTo>
                    <a:pt x="1535" y="142"/>
                    <a:pt x="1257" y="1"/>
                    <a:pt x="97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 name="Google Shape;935;p68"/>
            <p:cNvSpPr/>
            <p:nvPr/>
          </p:nvSpPr>
          <p:spPr>
            <a:xfrm>
              <a:off x="5398900" y="4132150"/>
              <a:ext cx="280500" cy="758350"/>
            </a:xfrm>
            <a:custGeom>
              <a:rect b="b" l="l" r="r" t="t"/>
              <a:pathLst>
                <a:path extrusionOk="0" h="30334" w="11220">
                  <a:moveTo>
                    <a:pt x="5224" y="1"/>
                  </a:moveTo>
                  <a:lnTo>
                    <a:pt x="1" y="16143"/>
                  </a:lnTo>
                  <a:lnTo>
                    <a:pt x="6316" y="16143"/>
                  </a:lnTo>
                  <a:lnTo>
                    <a:pt x="1623" y="30333"/>
                  </a:lnTo>
                  <a:lnTo>
                    <a:pt x="11220" y="13135"/>
                  </a:lnTo>
                  <a:lnTo>
                    <a:pt x="5092" y="13135"/>
                  </a:lnTo>
                  <a:lnTo>
                    <a:pt x="10405" y="1"/>
                  </a:lnTo>
                  <a:close/>
                  <a:moveTo>
                    <a:pt x="1623" y="30333"/>
                  </a:moveTo>
                  <a:lnTo>
                    <a:pt x="1623" y="30333"/>
                  </a:lnTo>
                  <a:lnTo>
                    <a:pt x="1623" y="30333"/>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 name="Google Shape;936;p68"/>
            <p:cNvSpPr/>
            <p:nvPr/>
          </p:nvSpPr>
          <p:spPr>
            <a:xfrm>
              <a:off x="5398900" y="4132150"/>
              <a:ext cx="171700" cy="403600"/>
            </a:xfrm>
            <a:custGeom>
              <a:rect b="b" l="l" r="r" t="t"/>
              <a:pathLst>
                <a:path extrusionOk="0" h="16144" w="6868">
                  <a:moveTo>
                    <a:pt x="5224" y="1"/>
                  </a:moveTo>
                  <a:lnTo>
                    <a:pt x="1" y="16143"/>
                  </a:lnTo>
                  <a:lnTo>
                    <a:pt x="1452" y="16143"/>
                  </a:lnTo>
                  <a:cubicBezTo>
                    <a:pt x="3195" y="10740"/>
                    <a:pt x="4830" y="5293"/>
                    <a:pt x="68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 name="Google Shape;937;p68"/>
            <p:cNvSpPr/>
            <p:nvPr/>
          </p:nvSpPr>
          <p:spPr>
            <a:xfrm>
              <a:off x="5439450" y="4460500"/>
              <a:ext cx="239975" cy="430025"/>
            </a:xfrm>
            <a:custGeom>
              <a:rect b="b" l="l" r="r" t="t"/>
              <a:pathLst>
                <a:path extrusionOk="0" h="17201" w="9599">
                  <a:moveTo>
                    <a:pt x="7596" y="1"/>
                  </a:moveTo>
                  <a:cubicBezTo>
                    <a:pt x="5495" y="4736"/>
                    <a:pt x="3370" y="9465"/>
                    <a:pt x="1034" y="14078"/>
                  </a:cubicBezTo>
                  <a:lnTo>
                    <a:pt x="1" y="17200"/>
                  </a:lnTo>
                  <a:lnTo>
                    <a:pt x="95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 name="Google Shape;938;p68"/>
            <p:cNvSpPr/>
            <p:nvPr/>
          </p:nvSpPr>
          <p:spPr>
            <a:xfrm>
              <a:off x="6007725" y="4421125"/>
              <a:ext cx="100300" cy="159975"/>
            </a:xfrm>
            <a:custGeom>
              <a:rect b="b" l="l" r="r" t="t"/>
              <a:pathLst>
                <a:path extrusionOk="0" h="6399" w="4012">
                  <a:moveTo>
                    <a:pt x="2666" y="1346"/>
                  </a:moveTo>
                  <a:lnTo>
                    <a:pt x="2666" y="5053"/>
                  </a:lnTo>
                  <a:lnTo>
                    <a:pt x="1346" y="5053"/>
                  </a:lnTo>
                  <a:lnTo>
                    <a:pt x="1346" y="1346"/>
                  </a:lnTo>
                  <a:close/>
                  <a:moveTo>
                    <a:pt x="674" y="1"/>
                  </a:moveTo>
                  <a:cubicBezTo>
                    <a:pt x="302" y="1"/>
                    <a:pt x="1" y="302"/>
                    <a:pt x="1" y="673"/>
                  </a:cubicBezTo>
                  <a:lnTo>
                    <a:pt x="1" y="5726"/>
                  </a:lnTo>
                  <a:cubicBezTo>
                    <a:pt x="1" y="6097"/>
                    <a:pt x="302" y="6398"/>
                    <a:pt x="674" y="6398"/>
                  </a:cubicBezTo>
                  <a:lnTo>
                    <a:pt x="3339" y="6398"/>
                  </a:lnTo>
                  <a:cubicBezTo>
                    <a:pt x="3710" y="6398"/>
                    <a:pt x="4012" y="6097"/>
                    <a:pt x="4012" y="5726"/>
                  </a:cubicBezTo>
                  <a:lnTo>
                    <a:pt x="4012" y="673"/>
                  </a:lnTo>
                  <a:cubicBezTo>
                    <a:pt x="4012" y="302"/>
                    <a:pt x="3710" y="1"/>
                    <a:pt x="333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 name="Google Shape;939;p68"/>
            <p:cNvSpPr/>
            <p:nvPr/>
          </p:nvSpPr>
          <p:spPr>
            <a:xfrm>
              <a:off x="5587425" y="3849400"/>
              <a:ext cx="632375" cy="482900"/>
            </a:xfrm>
            <a:custGeom>
              <a:rect b="b" l="l" r="r" t="t"/>
              <a:pathLst>
                <a:path extrusionOk="0" h="19316" w="25295">
                  <a:moveTo>
                    <a:pt x="672" y="0"/>
                  </a:moveTo>
                  <a:cubicBezTo>
                    <a:pt x="301" y="0"/>
                    <a:pt x="0" y="302"/>
                    <a:pt x="0" y="673"/>
                  </a:cubicBezTo>
                  <a:cubicBezTo>
                    <a:pt x="0" y="1045"/>
                    <a:pt x="301" y="1346"/>
                    <a:pt x="672" y="1346"/>
                  </a:cubicBezTo>
                  <a:cubicBezTo>
                    <a:pt x="11394" y="1346"/>
                    <a:pt x="20945" y="8536"/>
                    <a:pt x="23900" y="18829"/>
                  </a:cubicBezTo>
                  <a:cubicBezTo>
                    <a:pt x="23984" y="19124"/>
                    <a:pt x="24253" y="19315"/>
                    <a:pt x="24546" y="19315"/>
                  </a:cubicBezTo>
                  <a:cubicBezTo>
                    <a:pt x="24607" y="19315"/>
                    <a:pt x="24671" y="19307"/>
                    <a:pt x="24732" y="19290"/>
                  </a:cubicBezTo>
                  <a:cubicBezTo>
                    <a:pt x="25090" y="19187"/>
                    <a:pt x="25295" y="18816"/>
                    <a:pt x="25193" y="18458"/>
                  </a:cubicBezTo>
                  <a:cubicBezTo>
                    <a:pt x="22073" y="7589"/>
                    <a:pt x="11991" y="0"/>
                    <a:pt x="67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 name="Google Shape;940;p68"/>
            <p:cNvSpPr/>
            <p:nvPr/>
          </p:nvSpPr>
          <p:spPr>
            <a:xfrm>
              <a:off x="4966550" y="4470225"/>
              <a:ext cx="446450" cy="618050"/>
            </a:xfrm>
            <a:custGeom>
              <a:rect b="b" l="l" r="r" t="t"/>
              <a:pathLst>
                <a:path extrusionOk="0" h="24722" w="17858">
                  <a:moveTo>
                    <a:pt x="674" y="1"/>
                  </a:moveTo>
                  <a:cubicBezTo>
                    <a:pt x="303" y="1"/>
                    <a:pt x="1" y="303"/>
                    <a:pt x="1" y="674"/>
                  </a:cubicBezTo>
                  <a:cubicBezTo>
                    <a:pt x="1" y="11403"/>
                    <a:pt x="6781" y="21051"/>
                    <a:pt x="16871" y="24681"/>
                  </a:cubicBezTo>
                  <a:cubicBezTo>
                    <a:pt x="16946" y="24709"/>
                    <a:pt x="17023" y="24722"/>
                    <a:pt x="17100" y="24722"/>
                  </a:cubicBezTo>
                  <a:cubicBezTo>
                    <a:pt x="17374" y="24722"/>
                    <a:pt x="17632" y="24551"/>
                    <a:pt x="17732" y="24277"/>
                  </a:cubicBezTo>
                  <a:cubicBezTo>
                    <a:pt x="17858" y="23926"/>
                    <a:pt x="17677" y="23542"/>
                    <a:pt x="17327" y="23416"/>
                  </a:cubicBezTo>
                  <a:cubicBezTo>
                    <a:pt x="7769" y="19977"/>
                    <a:pt x="1346" y="10837"/>
                    <a:pt x="1346" y="674"/>
                  </a:cubicBezTo>
                  <a:cubicBezTo>
                    <a:pt x="1346" y="303"/>
                    <a:pt x="1045" y="1"/>
                    <a:pt x="67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 name="Google Shape;941;p68"/>
            <p:cNvSpPr/>
            <p:nvPr/>
          </p:nvSpPr>
          <p:spPr>
            <a:xfrm>
              <a:off x="5587425" y="3992700"/>
              <a:ext cx="388825" cy="189900"/>
            </a:xfrm>
            <a:custGeom>
              <a:rect b="b" l="l" r="r" t="t"/>
              <a:pathLst>
                <a:path extrusionOk="0" h="7596" w="15553">
                  <a:moveTo>
                    <a:pt x="672" y="0"/>
                  </a:moveTo>
                  <a:cubicBezTo>
                    <a:pt x="301" y="0"/>
                    <a:pt x="0" y="302"/>
                    <a:pt x="0" y="674"/>
                  </a:cubicBezTo>
                  <a:cubicBezTo>
                    <a:pt x="0" y="1045"/>
                    <a:pt x="301" y="1346"/>
                    <a:pt x="672" y="1346"/>
                  </a:cubicBezTo>
                  <a:cubicBezTo>
                    <a:pt x="5850" y="1346"/>
                    <a:pt x="10819" y="3544"/>
                    <a:pt x="14307" y="7376"/>
                  </a:cubicBezTo>
                  <a:cubicBezTo>
                    <a:pt x="14439" y="7521"/>
                    <a:pt x="14621" y="7595"/>
                    <a:pt x="14803" y="7595"/>
                  </a:cubicBezTo>
                  <a:cubicBezTo>
                    <a:pt x="14966" y="7595"/>
                    <a:pt x="15128" y="7538"/>
                    <a:pt x="15258" y="7420"/>
                  </a:cubicBezTo>
                  <a:cubicBezTo>
                    <a:pt x="15533" y="7169"/>
                    <a:pt x="15553" y="6744"/>
                    <a:pt x="15302" y="6470"/>
                  </a:cubicBezTo>
                  <a:cubicBezTo>
                    <a:pt x="11560" y="2358"/>
                    <a:pt x="6228" y="0"/>
                    <a:pt x="67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 name="Google Shape;942;p68"/>
            <p:cNvSpPr/>
            <p:nvPr/>
          </p:nvSpPr>
          <p:spPr>
            <a:xfrm>
              <a:off x="5219175" y="4776750"/>
              <a:ext cx="184000" cy="150975"/>
            </a:xfrm>
            <a:custGeom>
              <a:rect b="b" l="l" r="r" t="t"/>
              <a:pathLst>
                <a:path extrusionOk="0" h="6039" w="7360">
                  <a:moveTo>
                    <a:pt x="755" y="0"/>
                  </a:moveTo>
                  <a:cubicBezTo>
                    <a:pt x="602" y="0"/>
                    <a:pt x="448" y="52"/>
                    <a:pt x="322" y="158"/>
                  </a:cubicBezTo>
                  <a:cubicBezTo>
                    <a:pt x="38" y="396"/>
                    <a:pt x="1" y="820"/>
                    <a:pt x="240" y="1104"/>
                  </a:cubicBezTo>
                  <a:cubicBezTo>
                    <a:pt x="1927" y="3119"/>
                    <a:pt x="3959" y="4753"/>
                    <a:pt x="6282" y="5961"/>
                  </a:cubicBezTo>
                  <a:cubicBezTo>
                    <a:pt x="6379" y="6014"/>
                    <a:pt x="6486" y="6039"/>
                    <a:pt x="6591" y="6039"/>
                  </a:cubicBezTo>
                  <a:cubicBezTo>
                    <a:pt x="6834" y="6039"/>
                    <a:pt x="7068" y="5907"/>
                    <a:pt x="7188" y="5675"/>
                  </a:cubicBezTo>
                  <a:cubicBezTo>
                    <a:pt x="7359" y="5345"/>
                    <a:pt x="7231" y="4938"/>
                    <a:pt x="6902" y="4768"/>
                  </a:cubicBezTo>
                  <a:cubicBezTo>
                    <a:pt x="4738" y="3640"/>
                    <a:pt x="2842" y="2117"/>
                    <a:pt x="1270" y="240"/>
                  </a:cubicBezTo>
                  <a:cubicBezTo>
                    <a:pt x="1138" y="82"/>
                    <a:pt x="947" y="0"/>
                    <a:pt x="75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 name="Google Shape;943;p68"/>
            <p:cNvSpPr/>
            <p:nvPr/>
          </p:nvSpPr>
          <p:spPr>
            <a:xfrm>
              <a:off x="5168225" y="4379625"/>
              <a:ext cx="28650" cy="98625"/>
            </a:xfrm>
            <a:custGeom>
              <a:rect b="b" l="l" r="r" t="t"/>
              <a:pathLst>
                <a:path extrusionOk="0" h="3945" w="1146">
                  <a:moveTo>
                    <a:pt x="499" y="0"/>
                  </a:moveTo>
                  <a:cubicBezTo>
                    <a:pt x="247" y="0"/>
                    <a:pt x="1" y="162"/>
                    <a:pt x="12" y="487"/>
                  </a:cubicBezTo>
                  <a:cubicBezTo>
                    <a:pt x="50" y="1477"/>
                    <a:pt x="87" y="2467"/>
                    <a:pt x="124" y="3458"/>
                  </a:cubicBezTo>
                  <a:cubicBezTo>
                    <a:pt x="136" y="3782"/>
                    <a:pt x="395" y="3944"/>
                    <a:pt x="647" y="3944"/>
                  </a:cubicBezTo>
                  <a:cubicBezTo>
                    <a:pt x="899" y="3944"/>
                    <a:pt x="1145" y="3782"/>
                    <a:pt x="1133" y="3458"/>
                  </a:cubicBezTo>
                  <a:cubicBezTo>
                    <a:pt x="1095" y="2467"/>
                    <a:pt x="1058" y="1477"/>
                    <a:pt x="1022" y="487"/>
                  </a:cubicBezTo>
                  <a:cubicBezTo>
                    <a:pt x="1010" y="163"/>
                    <a:pt x="751" y="0"/>
                    <a:pt x="49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68"/>
            <p:cNvSpPr/>
            <p:nvPr/>
          </p:nvSpPr>
          <p:spPr>
            <a:xfrm>
              <a:off x="5323400" y="4368425"/>
              <a:ext cx="29200" cy="129450"/>
            </a:xfrm>
            <a:custGeom>
              <a:rect b="b" l="l" r="r" t="t"/>
              <a:pathLst>
                <a:path extrusionOk="0" h="5178" w="1168">
                  <a:moveTo>
                    <a:pt x="492" y="1"/>
                  </a:moveTo>
                  <a:cubicBezTo>
                    <a:pt x="240" y="1"/>
                    <a:pt x="0" y="162"/>
                    <a:pt x="23" y="485"/>
                  </a:cubicBezTo>
                  <a:cubicBezTo>
                    <a:pt x="120" y="1886"/>
                    <a:pt x="157" y="3287"/>
                    <a:pt x="135" y="4689"/>
                  </a:cubicBezTo>
                  <a:cubicBezTo>
                    <a:pt x="130" y="5015"/>
                    <a:pt x="380" y="5178"/>
                    <a:pt x="632" y="5178"/>
                  </a:cubicBezTo>
                  <a:cubicBezTo>
                    <a:pt x="884" y="5178"/>
                    <a:pt x="1139" y="5015"/>
                    <a:pt x="1144" y="4689"/>
                  </a:cubicBezTo>
                  <a:cubicBezTo>
                    <a:pt x="1168" y="3287"/>
                    <a:pt x="1129" y="1886"/>
                    <a:pt x="1032" y="485"/>
                  </a:cubicBezTo>
                  <a:cubicBezTo>
                    <a:pt x="1009" y="163"/>
                    <a:pt x="745" y="1"/>
                    <a:pt x="49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 name="Google Shape;945;p68"/>
          <p:cNvGrpSpPr/>
          <p:nvPr/>
        </p:nvGrpSpPr>
        <p:grpSpPr>
          <a:xfrm>
            <a:off x="6586475" y="312513"/>
            <a:ext cx="1208300" cy="1143975"/>
            <a:chOff x="1457900" y="2360075"/>
            <a:chExt cx="1208300" cy="1143975"/>
          </a:xfrm>
        </p:grpSpPr>
        <p:sp>
          <p:nvSpPr>
            <p:cNvPr id="946" name="Google Shape;946;p68"/>
            <p:cNvSpPr/>
            <p:nvPr/>
          </p:nvSpPr>
          <p:spPr>
            <a:xfrm>
              <a:off x="2053775" y="2386575"/>
              <a:ext cx="32425" cy="401700"/>
            </a:xfrm>
            <a:custGeom>
              <a:rect b="b" l="l" r="r" t="t"/>
              <a:pathLst>
                <a:path extrusionOk="0" h="16068" w="1297">
                  <a:moveTo>
                    <a:pt x="786" y="0"/>
                  </a:moveTo>
                  <a:cubicBezTo>
                    <a:pt x="511" y="0"/>
                    <a:pt x="286" y="220"/>
                    <a:pt x="281" y="496"/>
                  </a:cubicBezTo>
                  <a:lnTo>
                    <a:pt x="5" y="15553"/>
                  </a:lnTo>
                  <a:cubicBezTo>
                    <a:pt x="0" y="15832"/>
                    <a:pt x="223" y="16062"/>
                    <a:pt x="502" y="16068"/>
                  </a:cubicBezTo>
                  <a:lnTo>
                    <a:pt x="511" y="16068"/>
                  </a:lnTo>
                  <a:cubicBezTo>
                    <a:pt x="786" y="16068"/>
                    <a:pt x="1011" y="15847"/>
                    <a:pt x="1016" y="15572"/>
                  </a:cubicBezTo>
                  <a:lnTo>
                    <a:pt x="1291" y="515"/>
                  </a:lnTo>
                  <a:cubicBezTo>
                    <a:pt x="1296" y="236"/>
                    <a:pt x="1074" y="6"/>
                    <a:pt x="7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68"/>
            <p:cNvSpPr/>
            <p:nvPr/>
          </p:nvSpPr>
          <p:spPr>
            <a:xfrm>
              <a:off x="2061625" y="2527975"/>
              <a:ext cx="540600" cy="504575"/>
            </a:xfrm>
            <a:custGeom>
              <a:rect b="b" l="l" r="r" t="t"/>
              <a:pathLst>
                <a:path extrusionOk="0" h="20183" w="21624">
                  <a:moveTo>
                    <a:pt x="16663" y="1"/>
                  </a:moveTo>
                  <a:cubicBezTo>
                    <a:pt x="16527" y="1"/>
                    <a:pt x="16390" y="38"/>
                    <a:pt x="16266" y="115"/>
                  </a:cubicBezTo>
                  <a:lnTo>
                    <a:pt x="376" y="9948"/>
                  </a:lnTo>
                  <a:cubicBezTo>
                    <a:pt x="136" y="10096"/>
                    <a:pt x="0" y="10364"/>
                    <a:pt x="18" y="10645"/>
                  </a:cubicBezTo>
                  <a:cubicBezTo>
                    <a:pt x="39" y="10925"/>
                    <a:pt x="211" y="11172"/>
                    <a:pt x="469" y="11285"/>
                  </a:cubicBezTo>
                  <a:lnTo>
                    <a:pt x="20456" y="20118"/>
                  </a:lnTo>
                  <a:cubicBezTo>
                    <a:pt x="20555" y="20161"/>
                    <a:pt x="20659" y="20182"/>
                    <a:pt x="20761" y="20182"/>
                  </a:cubicBezTo>
                  <a:cubicBezTo>
                    <a:pt x="21052" y="20182"/>
                    <a:pt x="21329" y="20014"/>
                    <a:pt x="21455" y="19732"/>
                  </a:cubicBezTo>
                  <a:cubicBezTo>
                    <a:pt x="21623" y="19348"/>
                    <a:pt x="21451" y="18901"/>
                    <a:pt x="21068" y="18732"/>
                  </a:cubicBezTo>
                  <a:lnTo>
                    <a:pt x="2396" y="10480"/>
                  </a:lnTo>
                  <a:lnTo>
                    <a:pt x="17064" y="1403"/>
                  </a:lnTo>
                  <a:cubicBezTo>
                    <a:pt x="17418" y="1183"/>
                    <a:pt x="17529" y="717"/>
                    <a:pt x="17308" y="360"/>
                  </a:cubicBezTo>
                  <a:cubicBezTo>
                    <a:pt x="17165" y="129"/>
                    <a:pt x="16917" y="1"/>
                    <a:pt x="166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 name="Google Shape;948;p68"/>
            <p:cNvSpPr/>
            <p:nvPr/>
          </p:nvSpPr>
          <p:spPr>
            <a:xfrm>
              <a:off x="1724250" y="2773825"/>
              <a:ext cx="611250" cy="696725"/>
            </a:xfrm>
            <a:custGeom>
              <a:rect b="b" l="l" r="r" t="t"/>
              <a:pathLst>
                <a:path extrusionOk="0" h="27869" w="24450">
                  <a:moveTo>
                    <a:pt x="13098" y="1"/>
                  </a:moveTo>
                  <a:cubicBezTo>
                    <a:pt x="12860" y="1"/>
                    <a:pt x="12625" y="113"/>
                    <a:pt x="12478" y="321"/>
                  </a:cubicBezTo>
                  <a:lnTo>
                    <a:pt x="168" y="17774"/>
                  </a:lnTo>
                  <a:cubicBezTo>
                    <a:pt x="45" y="17948"/>
                    <a:pt x="1" y="18166"/>
                    <a:pt x="47" y="18376"/>
                  </a:cubicBezTo>
                  <a:cubicBezTo>
                    <a:pt x="94" y="18585"/>
                    <a:pt x="226" y="18763"/>
                    <a:pt x="412" y="18869"/>
                  </a:cubicBezTo>
                  <a:lnTo>
                    <a:pt x="16058" y="27769"/>
                  </a:lnTo>
                  <a:cubicBezTo>
                    <a:pt x="16176" y="27836"/>
                    <a:pt x="16304" y="27868"/>
                    <a:pt x="16432" y="27868"/>
                  </a:cubicBezTo>
                  <a:cubicBezTo>
                    <a:pt x="16655" y="27868"/>
                    <a:pt x="16875" y="27769"/>
                    <a:pt x="17025" y="27585"/>
                  </a:cubicBezTo>
                  <a:lnTo>
                    <a:pt x="24189" y="18634"/>
                  </a:lnTo>
                  <a:cubicBezTo>
                    <a:pt x="24449" y="18307"/>
                    <a:pt x="24398" y="17830"/>
                    <a:pt x="24071" y="17569"/>
                  </a:cubicBezTo>
                  <a:cubicBezTo>
                    <a:pt x="23931" y="17457"/>
                    <a:pt x="23763" y="17403"/>
                    <a:pt x="23597" y="17403"/>
                  </a:cubicBezTo>
                  <a:cubicBezTo>
                    <a:pt x="23375" y="17403"/>
                    <a:pt x="23155" y="17500"/>
                    <a:pt x="23005" y="17686"/>
                  </a:cubicBezTo>
                  <a:lnTo>
                    <a:pt x="16245" y="26133"/>
                  </a:lnTo>
                  <a:lnTo>
                    <a:pt x="1888" y="17966"/>
                  </a:lnTo>
                  <a:lnTo>
                    <a:pt x="13716" y="1195"/>
                  </a:lnTo>
                  <a:cubicBezTo>
                    <a:pt x="13957" y="854"/>
                    <a:pt x="13876" y="380"/>
                    <a:pt x="13534" y="139"/>
                  </a:cubicBezTo>
                  <a:cubicBezTo>
                    <a:pt x="13401" y="46"/>
                    <a:pt x="13249" y="1"/>
                    <a:pt x="1309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 name="Google Shape;949;p68"/>
            <p:cNvSpPr/>
            <p:nvPr/>
          </p:nvSpPr>
          <p:spPr>
            <a:xfrm>
              <a:off x="1477550" y="2729850"/>
              <a:ext cx="595975" cy="179425"/>
            </a:xfrm>
            <a:custGeom>
              <a:rect b="b" l="l" r="r" t="t"/>
              <a:pathLst>
                <a:path extrusionOk="0" h="7177" w="23839">
                  <a:moveTo>
                    <a:pt x="279" y="1"/>
                  </a:moveTo>
                  <a:cubicBezTo>
                    <a:pt x="212" y="1"/>
                    <a:pt x="145" y="28"/>
                    <a:pt x="95" y="81"/>
                  </a:cubicBezTo>
                  <a:cubicBezTo>
                    <a:pt x="1" y="182"/>
                    <a:pt x="4" y="342"/>
                    <a:pt x="106" y="438"/>
                  </a:cubicBezTo>
                  <a:lnTo>
                    <a:pt x="7197" y="7108"/>
                  </a:lnTo>
                  <a:cubicBezTo>
                    <a:pt x="7244" y="7152"/>
                    <a:pt x="7308" y="7176"/>
                    <a:pt x="7371" y="7176"/>
                  </a:cubicBezTo>
                  <a:cubicBezTo>
                    <a:pt x="7392" y="7176"/>
                    <a:pt x="7415" y="7173"/>
                    <a:pt x="7436" y="7168"/>
                  </a:cubicBezTo>
                  <a:lnTo>
                    <a:pt x="23626" y="2761"/>
                  </a:lnTo>
                  <a:cubicBezTo>
                    <a:pt x="23760" y="2725"/>
                    <a:pt x="23838" y="2585"/>
                    <a:pt x="23803" y="2451"/>
                  </a:cubicBezTo>
                  <a:cubicBezTo>
                    <a:pt x="23772" y="2340"/>
                    <a:pt x="23670" y="2267"/>
                    <a:pt x="23560" y="2267"/>
                  </a:cubicBezTo>
                  <a:cubicBezTo>
                    <a:pt x="23538" y="2267"/>
                    <a:pt x="23515" y="2269"/>
                    <a:pt x="23493" y="2275"/>
                  </a:cubicBezTo>
                  <a:lnTo>
                    <a:pt x="7439" y="6645"/>
                  </a:lnTo>
                  <a:lnTo>
                    <a:pt x="452" y="70"/>
                  </a:lnTo>
                  <a:cubicBezTo>
                    <a:pt x="403" y="24"/>
                    <a:pt x="341" y="1"/>
                    <a:pt x="2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 name="Google Shape;950;p68"/>
            <p:cNvSpPr/>
            <p:nvPr/>
          </p:nvSpPr>
          <p:spPr>
            <a:xfrm>
              <a:off x="1795775" y="2386300"/>
              <a:ext cx="206250" cy="359850"/>
            </a:xfrm>
            <a:custGeom>
              <a:rect b="b" l="l" r="r" t="t"/>
              <a:pathLst>
                <a:path extrusionOk="0" h="14394" w="8250">
                  <a:moveTo>
                    <a:pt x="289" y="1"/>
                  </a:moveTo>
                  <a:cubicBezTo>
                    <a:pt x="247" y="1"/>
                    <a:pt x="205" y="11"/>
                    <a:pt x="167" y="33"/>
                  </a:cubicBezTo>
                  <a:cubicBezTo>
                    <a:pt x="45" y="99"/>
                    <a:pt x="0" y="253"/>
                    <a:pt x="68" y="376"/>
                  </a:cubicBezTo>
                  <a:lnTo>
                    <a:pt x="7740" y="14262"/>
                  </a:lnTo>
                  <a:cubicBezTo>
                    <a:pt x="7786" y="14346"/>
                    <a:pt x="7873" y="14393"/>
                    <a:pt x="7961" y="14393"/>
                  </a:cubicBezTo>
                  <a:cubicBezTo>
                    <a:pt x="8002" y="14393"/>
                    <a:pt x="8045" y="14384"/>
                    <a:pt x="8083" y="14362"/>
                  </a:cubicBezTo>
                  <a:cubicBezTo>
                    <a:pt x="8206" y="14295"/>
                    <a:pt x="8250" y="14141"/>
                    <a:pt x="8183" y="14019"/>
                  </a:cubicBezTo>
                  <a:lnTo>
                    <a:pt x="510" y="131"/>
                  </a:lnTo>
                  <a:cubicBezTo>
                    <a:pt x="464" y="48"/>
                    <a:pt x="378" y="1"/>
                    <a:pt x="2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 name="Google Shape;951;p68"/>
            <p:cNvSpPr/>
            <p:nvPr/>
          </p:nvSpPr>
          <p:spPr>
            <a:xfrm>
              <a:off x="1647350" y="2587925"/>
              <a:ext cx="330075" cy="187475"/>
            </a:xfrm>
            <a:custGeom>
              <a:rect b="b" l="l" r="r" t="t"/>
              <a:pathLst>
                <a:path extrusionOk="0" h="7499" w="13203">
                  <a:moveTo>
                    <a:pt x="579" y="1"/>
                  </a:moveTo>
                  <a:cubicBezTo>
                    <a:pt x="399" y="1"/>
                    <a:pt x="225" y="97"/>
                    <a:pt x="134" y="266"/>
                  </a:cubicBezTo>
                  <a:cubicBezTo>
                    <a:pt x="1" y="513"/>
                    <a:pt x="93" y="818"/>
                    <a:pt x="339" y="951"/>
                  </a:cubicBezTo>
                  <a:lnTo>
                    <a:pt x="12385" y="7439"/>
                  </a:lnTo>
                  <a:cubicBezTo>
                    <a:pt x="12462" y="7479"/>
                    <a:pt x="12544" y="7499"/>
                    <a:pt x="12625" y="7499"/>
                  </a:cubicBezTo>
                  <a:cubicBezTo>
                    <a:pt x="12804" y="7499"/>
                    <a:pt x="12978" y="7404"/>
                    <a:pt x="13071" y="7234"/>
                  </a:cubicBezTo>
                  <a:cubicBezTo>
                    <a:pt x="13202" y="6988"/>
                    <a:pt x="13110" y="6681"/>
                    <a:pt x="12865" y="6549"/>
                  </a:cubicBezTo>
                  <a:lnTo>
                    <a:pt x="818" y="60"/>
                  </a:lnTo>
                  <a:cubicBezTo>
                    <a:pt x="742" y="20"/>
                    <a:pt x="660" y="1"/>
                    <a:pt x="5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68"/>
            <p:cNvSpPr/>
            <p:nvPr/>
          </p:nvSpPr>
          <p:spPr>
            <a:xfrm>
              <a:off x="1915925" y="2657050"/>
              <a:ext cx="271475" cy="271500"/>
            </a:xfrm>
            <a:custGeom>
              <a:rect b="b" l="l" r="r" t="t"/>
              <a:pathLst>
                <a:path extrusionOk="0" h="10860" w="10859">
                  <a:moveTo>
                    <a:pt x="5429" y="0"/>
                  </a:moveTo>
                  <a:cubicBezTo>
                    <a:pt x="2432" y="0"/>
                    <a:pt x="1" y="2431"/>
                    <a:pt x="1" y="5430"/>
                  </a:cubicBezTo>
                  <a:cubicBezTo>
                    <a:pt x="1" y="6870"/>
                    <a:pt x="572" y="8251"/>
                    <a:pt x="1591" y="9268"/>
                  </a:cubicBezTo>
                  <a:cubicBezTo>
                    <a:pt x="2610" y="10287"/>
                    <a:pt x="3990" y="10859"/>
                    <a:pt x="5429" y="10859"/>
                  </a:cubicBezTo>
                  <a:cubicBezTo>
                    <a:pt x="6869" y="10859"/>
                    <a:pt x="8250" y="10287"/>
                    <a:pt x="9269" y="9268"/>
                  </a:cubicBezTo>
                  <a:cubicBezTo>
                    <a:pt x="10287" y="8251"/>
                    <a:pt x="10859" y="6870"/>
                    <a:pt x="10859" y="5430"/>
                  </a:cubicBezTo>
                  <a:cubicBezTo>
                    <a:pt x="10859" y="3990"/>
                    <a:pt x="10287" y="2609"/>
                    <a:pt x="9269" y="1590"/>
                  </a:cubicBezTo>
                  <a:cubicBezTo>
                    <a:pt x="8250" y="573"/>
                    <a:pt x="6869" y="0"/>
                    <a:pt x="542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 name="Google Shape;953;p68"/>
            <p:cNvSpPr/>
            <p:nvPr/>
          </p:nvSpPr>
          <p:spPr>
            <a:xfrm>
              <a:off x="1915925" y="2701025"/>
              <a:ext cx="266475" cy="227525"/>
            </a:xfrm>
            <a:custGeom>
              <a:rect b="b" l="l" r="r" t="t"/>
              <a:pathLst>
                <a:path extrusionOk="0" h="9101" w="10659">
                  <a:moveTo>
                    <a:pt x="1438" y="1"/>
                  </a:moveTo>
                  <a:cubicBezTo>
                    <a:pt x="549" y="968"/>
                    <a:pt x="1" y="2254"/>
                    <a:pt x="1" y="3671"/>
                  </a:cubicBezTo>
                  <a:cubicBezTo>
                    <a:pt x="1" y="6669"/>
                    <a:pt x="2432" y="9100"/>
                    <a:pt x="5430" y="9100"/>
                  </a:cubicBezTo>
                  <a:cubicBezTo>
                    <a:pt x="7925" y="9100"/>
                    <a:pt x="10022" y="7414"/>
                    <a:pt x="10658" y="5119"/>
                  </a:cubicBezTo>
                  <a:lnTo>
                    <a:pt x="10658" y="5119"/>
                  </a:lnTo>
                  <a:cubicBezTo>
                    <a:pt x="9828" y="5533"/>
                    <a:pt x="8919" y="5771"/>
                    <a:pt x="7935" y="5771"/>
                  </a:cubicBezTo>
                  <a:cubicBezTo>
                    <a:pt x="7122" y="5771"/>
                    <a:pt x="6257" y="5608"/>
                    <a:pt x="5345" y="5247"/>
                  </a:cubicBezTo>
                  <a:cubicBezTo>
                    <a:pt x="3157" y="4383"/>
                    <a:pt x="1726" y="2245"/>
                    <a:pt x="143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 name="Google Shape;954;p68"/>
            <p:cNvSpPr/>
            <p:nvPr/>
          </p:nvSpPr>
          <p:spPr>
            <a:xfrm>
              <a:off x="2495100" y="2928025"/>
              <a:ext cx="171100" cy="171125"/>
            </a:xfrm>
            <a:custGeom>
              <a:rect b="b" l="l" r="r" t="t"/>
              <a:pathLst>
                <a:path extrusionOk="0" h="6845" w="6844">
                  <a:moveTo>
                    <a:pt x="3422" y="1"/>
                  </a:moveTo>
                  <a:cubicBezTo>
                    <a:pt x="1532" y="1"/>
                    <a:pt x="0" y="1533"/>
                    <a:pt x="0" y="3422"/>
                  </a:cubicBezTo>
                  <a:cubicBezTo>
                    <a:pt x="0" y="5312"/>
                    <a:pt x="1532" y="6845"/>
                    <a:pt x="3422" y="6845"/>
                  </a:cubicBezTo>
                  <a:cubicBezTo>
                    <a:pt x="5312" y="6845"/>
                    <a:pt x="6844" y="5312"/>
                    <a:pt x="6844" y="3422"/>
                  </a:cubicBezTo>
                  <a:cubicBezTo>
                    <a:pt x="6844" y="1533"/>
                    <a:pt x="5312" y="1"/>
                    <a:pt x="342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 name="Google Shape;955;p68"/>
            <p:cNvSpPr/>
            <p:nvPr/>
          </p:nvSpPr>
          <p:spPr>
            <a:xfrm>
              <a:off x="2267625" y="3181325"/>
              <a:ext cx="93000" cy="93000"/>
            </a:xfrm>
            <a:custGeom>
              <a:rect b="b" l="l" r="r" t="t"/>
              <a:pathLst>
                <a:path extrusionOk="0" h="3720" w="3720">
                  <a:moveTo>
                    <a:pt x="1860" y="1"/>
                  </a:moveTo>
                  <a:cubicBezTo>
                    <a:pt x="833" y="1"/>
                    <a:pt x="1" y="833"/>
                    <a:pt x="1" y="1860"/>
                  </a:cubicBezTo>
                  <a:cubicBezTo>
                    <a:pt x="1" y="2886"/>
                    <a:pt x="833" y="3719"/>
                    <a:pt x="1860" y="3719"/>
                  </a:cubicBezTo>
                  <a:cubicBezTo>
                    <a:pt x="2886" y="3719"/>
                    <a:pt x="3719" y="2886"/>
                    <a:pt x="3719" y="1860"/>
                  </a:cubicBezTo>
                  <a:cubicBezTo>
                    <a:pt x="3719" y="833"/>
                    <a:pt x="2886" y="1"/>
                    <a:pt x="186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68"/>
            <p:cNvSpPr/>
            <p:nvPr/>
          </p:nvSpPr>
          <p:spPr>
            <a:xfrm>
              <a:off x="1622425" y="2561200"/>
              <a:ext cx="78750" cy="78750"/>
            </a:xfrm>
            <a:custGeom>
              <a:rect b="b" l="l" r="r" t="t"/>
              <a:pathLst>
                <a:path extrusionOk="0" h="3150" w="3150">
                  <a:moveTo>
                    <a:pt x="1576" y="0"/>
                  </a:moveTo>
                  <a:cubicBezTo>
                    <a:pt x="705" y="0"/>
                    <a:pt x="1" y="705"/>
                    <a:pt x="1" y="1575"/>
                  </a:cubicBezTo>
                  <a:cubicBezTo>
                    <a:pt x="1" y="2445"/>
                    <a:pt x="705" y="3149"/>
                    <a:pt x="1576" y="3149"/>
                  </a:cubicBezTo>
                  <a:cubicBezTo>
                    <a:pt x="2445" y="3149"/>
                    <a:pt x="3150" y="2445"/>
                    <a:pt x="3150" y="1575"/>
                  </a:cubicBezTo>
                  <a:cubicBezTo>
                    <a:pt x="3150" y="705"/>
                    <a:pt x="2445" y="0"/>
                    <a:pt x="157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68"/>
            <p:cNvSpPr/>
            <p:nvPr/>
          </p:nvSpPr>
          <p:spPr>
            <a:xfrm>
              <a:off x="1567050" y="3068650"/>
              <a:ext cx="318325" cy="318325"/>
            </a:xfrm>
            <a:custGeom>
              <a:rect b="b" l="l" r="r" t="t"/>
              <a:pathLst>
                <a:path extrusionOk="0" h="12733" w="12733">
                  <a:moveTo>
                    <a:pt x="6366" y="1"/>
                  </a:moveTo>
                  <a:cubicBezTo>
                    <a:pt x="4677" y="1"/>
                    <a:pt x="3059" y="672"/>
                    <a:pt x="1865" y="1865"/>
                  </a:cubicBezTo>
                  <a:cubicBezTo>
                    <a:pt x="671" y="3059"/>
                    <a:pt x="1" y="4678"/>
                    <a:pt x="1" y="6367"/>
                  </a:cubicBezTo>
                  <a:cubicBezTo>
                    <a:pt x="1" y="8055"/>
                    <a:pt x="671" y="9675"/>
                    <a:pt x="1865" y="10868"/>
                  </a:cubicBezTo>
                  <a:cubicBezTo>
                    <a:pt x="3059" y="12062"/>
                    <a:pt x="4677" y="12732"/>
                    <a:pt x="6366" y="12732"/>
                  </a:cubicBezTo>
                  <a:cubicBezTo>
                    <a:pt x="8055" y="12732"/>
                    <a:pt x="9674" y="12062"/>
                    <a:pt x="10867" y="10868"/>
                  </a:cubicBezTo>
                  <a:cubicBezTo>
                    <a:pt x="12061" y="9675"/>
                    <a:pt x="12733" y="8055"/>
                    <a:pt x="12733" y="6367"/>
                  </a:cubicBezTo>
                  <a:cubicBezTo>
                    <a:pt x="12733" y="4678"/>
                    <a:pt x="12061" y="3059"/>
                    <a:pt x="10867" y="1865"/>
                  </a:cubicBezTo>
                  <a:cubicBezTo>
                    <a:pt x="9674" y="672"/>
                    <a:pt x="8055" y="1"/>
                    <a:pt x="636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 name="Google Shape;958;p68"/>
            <p:cNvSpPr/>
            <p:nvPr/>
          </p:nvSpPr>
          <p:spPr>
            <a:xfrm>
              <a:off x="2406750" y="2475475"/>
              <a:ext cx="142975" cy="142975"/>
            </a:xfrm>
            <a:custGeom>
              <a:rect b="b" l="l" r="r" t="t"/>
              <a:pathLst>
                <a:path extrusionOk="0" h="5719" w="5719">
                  <a:moveTo>
                    <a:pt x="2859" y="1"/>
                  </a:moveTo>
                  <a:cubicBezTo>
                    <a:pt x="1280" y="1"/>
                    <a:pt x="0" y="1281"/>
                    <a:pt x="0" y="2860"/>
                  </a:cubicBezTo>
                  <a:cubicBezTo>
                    <a:pt x="0" y="4438"/>
                    <a:pt x="1280" y="5718"/>
                    <a:pt x="2859" y="5718"/>
                  </a:cubicBezTo>
                  <a:cubicBezTo>
                    <a:pt x="4438" y="5718"/>
                    <a:pt x="5718" y="4438"/>
                    <a:pt x="5718" y="2860"/>
                  </a:cubicBezTo>
                  <a:cubicBezTo>
                    <a:pt x="5718" y="1281"/>
                    <a:pt x="4438" y="1"/>
                    <a:pt x="285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 name="Google Shape;959;p68"/>
            <p:cNvSpPr/>
            <p:nvPr/>
          </p:nvSpPr>
          <p:spPr>
            <a:xfrm>
              <a:off x="2034300" y="2360075"/>
              <a:ext cx="78250" cy="78250"/>
            </a:xfrm>
            <a:custGeom>
              <a:rect b="b" l="l" r="r" t="t"/>
              <a:pathLst>
                <a:path extrusionOk="0" h="3130" w="3130">
                  <a:moveTo>
                    <a:pt x="1565" y="1"/>
                  </a:moveTo>
                  <a:cubicBezTo>
                    <a:pt x="701" y="1"/>
                    <a:pt x="1" y="701"/>
                    <a:pt x="1" y="1565"/>
                  </a:cubicBezTo>
                  <a:cubicBezTo>
                    <a:pt x="1" y="2429"/>
                    <a:pt x="701" y="3129"/>
                    <a:pt x="1565" y="3129"/>
                  </a:cubicBezTo>
                  <a:cubicBezTo>
                    <a:pt x="2428" y="3129"/>
                    <a:pt x="3129" y="2429"/>
                    <a:pt x="3129" y="1565"/>
                  </a:cubicBezTo>
                  <a:cubicBezTo>
                    <a:pt x="3129" y="701"/>
                    <a:pt x="2428" y="1"/>
                    <a:pt x="156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68"/>
            <p:cNvSpPr/>
            <p:nvPr/>
          </p:nvSpPr>
          <p:spPr>
            <a:xfrm>
              <a:off x="2162125" y="2587925"/>
              <a:ext cx="25275" cy="25300"/>
            </a:xfrm>
            <a:custGeom>
              <a:rect b="b" l="l" r="r" t="t"/>
              <a:pathLst>
                <a:path extrusionOk="0" h="1012" w="1011">
                  <a:moveTo>
                    <a:pt x="506" y="0"/>
                  </a:moveTo>
                  <a:cubicBezTo>
                    <a:pt x="227" y="0"/>
                    <a:pt x="1" y="228"/>
                    <a:pt x="1" y="506"/>
                  </a:cubicBezTo>
                  <a:cubicBezTo>
                    <a:pt x="1" y="785"/>
                    <a:pt x="227" y="1011"/>
                    <a:pt x="506" y="1011"/>
                  </a:cubicBezTo>
                  <a:cubicBezTo>
                    <a:pt x="785" y="1011"/>
                    <a:pt x="1011" y="785"/>
                    <a:pt x="1011" y="506"/>
                  </a:cubicBezTo>
                  <a:cubicBezTo>
                    <a:pt x="1011" y="228"/>
                    <a:pt x="785" y="0"/>
                    <a:pt x="50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 name="Google Shape;961;p68"/>
            <p:cNvSpPr/>
            <p:nvPr/>
          </p:nvSpPr>
          <p:spPr>
            <a:xfrm>
              <a:off x="1498500" y="2842025"/>
              <a:ext cx="25300" cy="25300"/>
            </a:xfrm>
            <a:custGeom>
              <a:rect b="b" l="l" r="r" t="t"/>
              <a:pathLst>
                <a:path extrusionOk="0" h="1012" w="1012">
                  <a:moveTo>
                    <a:pt x="505" y="0"/>
                  </a:moveTo>
                  <a:cubicBezTo>
                    <a:pt x="226" y="0"/>
                    <a:pt x="0" y="226"/>
                    <a:pt x="0" y="506"/>
                  </a:cubicBezTo>
                  <a:cubicBezTo>
                    <a:pt x="0" y="785"/>
                    <a:pt x="226" y="1011"/>
                    <a:pt x="505" y="1011"/>
                  </a:cubicBezTo>
                  <a:cubicBezTo>
                    <a:pt x="784" y="1011"/>
                    <a:pt x="1011" y="785"/>
                    <a:pt x="1011" y="506"/>
                  </a:cubicBezTo>
                  <a:cubicBezTo>
                    <a:pt x="1011" y="228"/>
                    <a:pt x="784" y="0"/>
                    <a:pt x="50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68"/>
            <p:cNvSpPr/>
            <p:nvPr/>
          </p:nvSpPr>
          <p:spPr>
            <a:xfrm>
              <a:off x="2455150" y="2842025"/>
              <a:ext cx="25300" cy="25300"/>
            </a:xfrm>
            <a:custGeom>
              <a:rect b="b" l="l" r="r" t="t"/>
              <a:pathLst>
                <a:path extrusionOk="0" h="1012" w="1012">
                  <a:moveTo>
                    <a:pt x="507" y="0"/>
                  </a:moveTo>
                  <a:cubicBezTo>
                    <a:pt x="228" y="0"/>
                    <a:pt x="1" y="226"/>
                    <a:pt x="1" y="506"/>
                  </a:cubicBezTo>
                  <a:cubicBezTo>
                    <a:pt x="1" y="785"/>
                    <a:pt x="227" y="1011"/>
                    <a:pt x="507" y="1011"/>
                  </a:cubicBezTo>
                  <a:cubicBezTo>
                    <a:pt x="784" y="1011"/>
                    <a:pt x="1012" y="785"/>
                    <a:pt x="1012" y="506"/>
                  </a:cubicBezTo>
                  <a:cubicBezTo>
                    <a:pt x="1012" y="228"/>
                    <a:pt x="785" y="0"/>
                    <a:pt x="50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 name="Google Shape;963;p68"/>
            <p:cNvSpPr/>
            <p:nvPr/>
          </p:nvSpPr>
          <p:spPr>
            <a:xfrm>
              <a:off x="2317925" y="3374325"/>
              <a:ext cx="25300" cy="25300"/>
            </a:xfrm>
            <a:custGeom>
              <a:rect b="b" l="l" r="r" t="t"/>
              <a:pathLst>
                <a:path extrusionOk="0" h="1012" w="1012">
                  <a:moveTo>
                    <a:pt x="506" y="0"/>
                  </a:moveTo>
                  <a:cubicBezTo>
                    <a:pt x="227" y="0"/>
                    <a:pt x="0" y="227"/>
                    <a:pt x="0" y="505"/>
                  </a:cubicBezTo>
                  <a:cubicBezTo>
                    <a:pt x="0" y="784"/>
                    <a:pt x="227" y="1012"/>
                    <a:pt x="506" y="1012"/>
                  </a:cubicBezTo>
                  <a:cubicBezTo>
                    <a:pt x="784" y="1012"/>
                    <a:pt x="1011" y="784"/>
                    <a:pt x="1011" y="505"/>
                  </a:cubicBezTo>
                  <a:cubicBezTo>
                    <a:pt x="1011" y="227"/>
                    <a:pt x="785" y="0"/>
                    <a:pt x="50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68"/>
            <p:cNvSpPr/>
            <p:nvPr/>
          </p:nvSpPr>
          <p:spPr>
            <a:xfrm>
              <a:off x="1839725" y="2940525"/>
              <a:ext cx="25300" cy="25300"/>
            </a:xfrm>
            <a:custGeom>
              <a:rect b="b" l="l" r="r" t="t"/>
              <a:pathLst>
                <a:path extrusionOk="0" h="1012" w="1012">
                  <a:moveTo>
                    <a:pt x="507" y="1"/>
                  </a:moveTo>
                  <a:cubicBezTo>
                    <a:pt x="228" y="1"/>
                    <a:pt x="1" y="226"/>
                    <a:pt x="1" y="507"/>
                  </a:cubicBezTo>
                  <a:cubicBezTo>
                    <a:pt x="1" y="785"/>
                    <a:pt x="228" y="1012"/>
                    <a:pt x="507" y="1012"/>
                  </a:cubicBezTo>
                  <a:cubicBezTo>
                    <a:pt x="786" y="1012"/>
                    <a:pt x="1012" y="785"/>
                    <a:pt x="1012" y="507"/>
                  </a:cubicBezTo>
                  <a:cubicBezTo>
                    <a:pt x="1012" y="228"/>
                    <a:pt x="786" y="1"/>
                    <a:pt x="50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68"/>
            <p:cNvSpPr/>
            <p:nvPr/>
          </p:nvSpPr>
          <p:spPr>
            <a:xfrm>
              <a:off x="1956925" y="3147975"/>
              <a:ext cx="25275" cy="25300"/>
            </a:xfrm>
            <a:custGeom>
              <a:rect b="b" l="l" r="r" t="t"/>
              <a:pathLst>
                <a:path extrusionOk="0" h="1012" w="1011">
                  <a:moveTo>
                    <a:pt x="505" y="0"/>
                  </a:moveTo>
                  <a:cubicBezTo>
                    <a:pt x="224" y="0"/>
                    <a:pt x="0" y="226"/>
                    <a:pt x="0" y="505"/>
                  </a:cubicBezTo>
                  <a:cubicBezTo>
                    <a:pt x="0" y="784"/>
                    <a:pt x="227" y="1011"/>
                    <a:pt x="505" y="1011"/>
                  </a:cubicBezTo>
                  <a:cubicBezTo>
                    <a:pt x="784" y="1011"/>
                    <a:pt x="1010" y="784"/>
                    <a:pt x="1010" y="505"/>
                  </a:cubicBezTo>
                  <a:cubicBezTo>
                    <a:pt x="1010" y="226"/>
                    <a:pt x="784" y="0"/>
                    <a:pt x="50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68"/>
            <p:cNvSpPr/>
            <p:nvPr/>
          </p:nvSpPr>
          <p:spPr>
            <a:xfrm>
              <a:off x="1915925" y="3457550"/>
              <a:ext cx="25275" cy="25300"/>
            </a:xfrm>
            <a:custGeom>
              <a:rect b="b" l="l" r="r" t="t"/>
              <a:pathLst>
                <a:path extrusionOk="0" h="1012" w="1011">
                  <a:moveTo>
                    <a:pt x="506" y="1"/>
                  </a:moveTo>
                  <a:cubicBezTo>
                    <a:pt x="227" y="1"/>
                    <a:pt x="1" y="227"/>
                    <a:pt x="1" y="506"/>
                  </a:cubicBezTo>
                  <a:cubicBezTo>
                    <a:pt x="1" y="784"/>
                    <a:pt x="227" y="1012"/>
                    <a:pt x="506" y="1012"/>
                  </a:cubicBezTo>
                  <a:cubicBezTo>
                    <a:pt x="785" y="1012"/>
                    <a:pt x="1011" y="784"/>
                    <a:pt x="1011" y="506"/>
                  </a:cubicBezTo>
                  <a:cubicBezTo>
                    <a:pt x="1011" y="227"/>
                    <a:pt x="785" y="1"/>
                    <a:pt x="50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68"/>
            <p:cNvSpPr/>
            <p:nvPr/>
          </p:nvSpPr>
          <p:spPr>
            <a:xfrm>
              <a:off x="1839725" y="2600575"/>
              <a:ext cx="25300" cy="25275"/>
            </a:xfrm>
            <a:custGeom>
              <a:rect b="b" l="l" r="r" t="t"/>
              <a:pathLst>
                <a:path extrusionOk="0" h="1011" w="1012">
                  <a:moveTo>
                    <a:pt x="507" y="0"/>
                  </a:moveTo>
                  <a:cubicBezTo>
                    <a:pt x="228" y="0"/>
                    <a:pt x="1" y="227"/>
                    <a:pt x="1" y="505"/>
                  </a:cubicBezTo>
                  <a:cubicBezTo>
                    <a:pt x="1" y="784"/>
                    <a:pt x="228" y="1010"/>
                    <a:pt x="507" y="1010"/>
                  </a:cubicBezTo>
                  <a:cubicBezTo>
                    <a:pt x="786" y="1010"/>
                    <a:pt x="1012" y="784"/>
                    <a:pt x="1012" y="505"/>
                  </a:cubicBezTo>
                  <a:cubicBezTo>
                    <a:pt x="1012" y="227"/>
                    <a:pt x="786" y="0"/>
                    <a:pt x="50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68"/>
            <p:cNvSpPr/>
            <p:nvPr/>
          </p:nvSpPr>
          <p:spPr>
            <a:xfrm>
              <a:off x="2495100" y="2944150"/>
              <a:ext cx="167325" cy="154950"/>
            </a:xfrm>
            <a:custGeom>
              <a:rect b="b" l="l" r="r" t="t"/>
              <a:pathLst>
                <a:path extrusionOk="0" h="6198" w="6693">
                  <a:moveTo>
                    <a:pt x="1426" y="0"/>
                  </a:moveTo>
                  <a:lnTo>
                    <a:pt x="1426" y="0"/>
                  </a:lnTo>
                  <a:cubicBezTo>
                    <a:pt x="563" y="622"/>
                    <a:pt x="0" y="1632"/>
                    <a:pt x="0" y="2776"/>
                  </a:cubicBezTo>
                  <a:cubicBezTo>
                    <a:pt x="0" y="4666"/>
                    <a:pt x="1532" y="6197"/>
                    <a:pt x="3422" y="6197"/>
                  </a:cubicBezTo>
                  <a:cubicBezTo>
                    <a:pt x="4961" y="6197"/>
                    <a:pt x="6262" y="5182"/>
                    <a:pt x="6693" y="3785"/>
                  </a:cubicBezTo>
                  <a:lnTo>
                    <a:pt x="6693" y="3785"/>
                  </a:lnTo>
                  <a:cubicBezTo>
                    <a:pt x="6188" y="4039"/>
                    <a:pt x="5652" y="4192"/>
                    <a:pt x="5088" y="4192"/>
                  </a:cubicBezTo>
                  <a:cubicBezTo>
                    <a:pt x="4634" y="4192"/>
                    <a:pt x="4162" y="4093"/>
                    <a:pt x="3674" y="3868"/>
                  </a:cubicBezTo>
                  <a:cubicBezTo>
                    <a:pt x="2150" y="3166"/>
                    <a:pt x="1397" y="1585"/>
                    <a:pt x="142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 name="Google Shape;969;p68"/>
            <p:cNvSpPr/>
            <p:nvPr/>
          </p:nvSpPr>
          <p:spPr>
            <a:xfrm>
              <a:off x="2267625" y="3184300"/>
              <a:ext cx="91350" cy="90000"/>
            </a:xfrm>
            <a:custGeom>
              <a:rect b="b" l="l" r="r" t="t"/>
              <a:pathLst>
                <a:path extrusionOk="0" h="3600" w="3654">
                  <a:moveTo>
                    <a:pt x="1224" y="1"/>
                  </a:moveTo>
                  <a:cubicBezTo>
                    <a:pt x="513" y="261"/>
                    <a:pt x="1" y="939"/>
                    <a:pt x="1" y="1741"/>
                  </a:cubicBezTo>
                  <a:cubicBezTo>
                    <a:pt x="1" y="2767"/>
                    <a:pt x="833" y="3599"/>
                    <a:pt x="1860" y="3599"/>
                  </a:cubicBezTo>
                  <a:cubicBezTo>
                    <a:pt x="2726" y="3599"/>
                    <a:pt x="3448" y="3003"/>
                    <a:pt x="3654" y="2202"/>
                  </a:cubicBezTo>
                  <a:lnTo>
                    <a:pt x="3654" y="2202"/>
                  </a:lnTo>
                  <a:cubicBezTo>
                    <a:pt x="3635" y="2203"/>
                    <a:pt x="3617" y="2203"/>
                    <a:pt x="3598" y="2203"/>
                  </a:cubicBezTo>
                  <a:cubicBezTo>
                    <a:pt x="2410" y="2203"/>
                    <a:pt x="1577" y="1183"/>
                    <a:pt x="122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 name="Google Shape;970;p68"/>
            <p:cNvSpPr/>
            <p:nvPr/>
          </p:nvSpPr>
          <p:spPr>
            <a:xfrm>
              <a:off x="1622425" y="2562400"/>
              <a:ext cx="63450" cy="77550"/>
            </a:xfrm>
            <a:custGeom>
              <a:rect b="b" l="l" r="r" t="t"/>
              <a:pathLst>
                <a:path extrusionOk="0" h="3102" w="2538">
                  <a:moveTo>
                    <a:pt x="1204" y="1"/>
                  </a:moveTo>
                  <a:cubicBezTo>
                    <a:pt x="514" y="168"/>
                    <a:pt x="1" y="785"/>
                    <a:pt x="1" y="1526"/>
                  </a:cubicBezTo>
                  <a:cubicBezTo>
                    <a:pt x="1" y="2397"/>
                    <a:pt x="705" y="3101"/>
                    <a:pt x="1576" y="3101"/>
                  </a:cubicBezTo>
                  <a:cubicBezTo>
                    <a:pt x="1940" y="3101"/>
                    <a:pt x="2271" y="2973"/>
                    <a:pt x="2538" y="2765"/>
                  </a:cubicBezTo>
                  <a:cubicBezTo>
                    <a:pt x="2477" y="2728"/>
                    <a:pt x="2417" y="2688"/>
                    <a:pt x="2356" y="2642"/>
                  </a:cubicBezTo>
                  <a:cubicBezTo>
                    <a:pt x="1562" y="2017"/>
                    <a:pt x="1240" y="998"/>
                    <a:pt x="120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 name="Google Shape;971;p68"/>
            <p:cNvSpPr/>
            <p:nvPr/>
          </p:nvSpPr>
          <p:spPr>
            <a:xfrm>
              <a:off x="2034300" y="2369950"/>
              <a:ext cx="74575" cy="68375"/>
            </a:xfrm>
            <a:custGeom>
              <a:rect b="b" l="l" r="r" t="t"/>
              <a:pathLst>
                <a:path extrusionOk="0" h="2735" w="2983">
                  <a:moveTo>
                    <a:pt x="536" y="0"/>
                  </a:moveTo>
                  <a:cubicBezTo>
                    <a:pt x="210" y="287"/>
                    <a:pt x="1" y="703"/>
                    <a:pt x="1" y="1170"/>
                  </a:cubicBezTo>
                  <a:cubicBezTo>
                    <a:pt x="1" y="2034"/>
                    <a:pt x="702" y="2734"/>
                    <a:pt x="1565" y="2734"/>
                  </a:cubicBezTo>
                  <a:cubicBezTo>
                    <a:pt x="2194" y="2734"/>
                    <a:pt x="2735" y="2359"/>
                    <a:pt x="2982" y="1823"/>
                  </a:cubicBezTo>
                  <a:cubicBezTo>
                    <a:pt x="1818" y="1779"/>
                    <a:pt x="748" y="1206"/>
                    <a:pt x="53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68"/>
            <p:cNvSpPr/>
            <p:nvPr/>
          </p:nvSpPr>
          <p:spPr>
            <a:xfrm>
              <a:off x="1779825" y="2369475"/>
              <a:ext cx="46350" cy="46325"/>
            </a:xfrm>
            <a:custGeom>
              <a:rect b="b" l="l" r="r" t="t"/>
              <a:pathLst>
                <a:path extrusionOk="0" h="1853" w="1854">
                  <a:moveTo>
                    <a:pt x="927" y="0"/>
                  </a:moveTo>
                  <a:cubicBezTo>
                    <a:pt x="415" y="0"/>
                    <a:pt x="1" y="415"/>
                    <a:pt x="1" y="926"/>
                  </a:cubicBezTo>
                  <a:cubicBezTo>
                    <a:pt x="1" y="1439"/>
                    <a:pt x="415" y="1853"/>
                    <a:pt x="927" y="1853"/>
                  </a:cubicBezTo>
                  <a:cubicBezTo>
                    <a:pt x="1438" y="1853"/>
                    <a:pt x="1853" y="1439"/>
                    <a:pt x="1853" y="926"/>
                  </a:cubicBezTo>
                  <a:cubicBezTo>
                    <a:pt x="1853" y="415"/>
                    <a:pt x="1437" y="0"/>
                    <a:pt x="92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68"/>
            <p:cNvSpPr/>
            <p:nvPr/>
          </p:nvSpPr>
          <p:spPr>
            <a:xfrm>
              <a:off x="1457900" y="2709575"/>
              <a:ext cx="53250" cy="53250"/>
            </a:xfrm>
            <a:custGeom>
              <a:rect b="b" l="l" r="r" t="t"/>
              <a:pathLst>
                <a:path extrusionOk="0" h="2130" w="2130">
                  <a:moveTo>
                    <a:pt x="1066" y="1"/>
                  </a:moveTo>
                  <a:cubicBezTo>
                    <a:pt x="478" y="1"/>
                    <a:pt x="1" y="477"/>
                    <a:pt x="1" y="1064"/>
                  </a:cubicBezTo>
                  <a:cubicBezTo>
                    <a:pt x="1" y="1653"/>
                    <a:pt x="478" y="2129"/>
                    <a:pt x="1066" y="2129"/>
                  </a:cubicBezTo>
                  <a:cubicBezTo>
                    <a:pt x="1653" y="2129"/>
                    <a:pt x="2129" y="1653"/>
                    <a:pt x="2129" y="1064"/>
                  </a:cubicBezTo>
                  <a:cubicBezTo>
                    <a:pt x="2129" y="477"/>
                    <a:pt x="1653" y="1"/>
                    <a:pt x="106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68"/>
            <p:cNvSpPr/>
            <p:nvPr/>
          </p:nvSpPr>
          <p:spPr>
            <a:xfrm>
              <a:off x="2082575" y="3399150"/>
              <a:ext cx="104900" cy="104900"/>
            </a:xfrm>
            <a:custGeom>
              <a:rect b="b" l="l" r="r" t="t"/>
              <a:pathLst>
                <a:path extrusionOk="0" h="4196" w="4196">
                  <a:moveTo>
                    <a:pt x="2099" y="0"/>
                  </a:moveTo>
                  <a:cubicBezTo>
                    <a:pt x="941" y="0"/>
                    <a:pt x="1" y="941"/>
                    <a:pt x="1" y="2099"/>
                  </a:cubicBezTo>
                  <a:cubicBezTo>
                    <a:pt x="1" y="3256"/>
                    <a:pt x="941" y="4196"/>
                    <a:pt x="2099" y="4196"/>
                  </a:cubicBezTo>
                  <a:cubicBezTo>
                    <a:pt x="3257" y="4196"/>
                    <a:pt x="4196" y="3256"/>
                    <a:pt x="4196" y="2099"/>
                  </a:cubicBezTo>
                  <a:cubicBezTo>
                    <a:pt x="4196" y="938"/>
                    <a:pt x="3257" y="0"/>
                    <a:pt x="209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68"/>
            <p:cNvSpPr/>
            <p:nvPr/>
          </p:nvSpPr>
          <p:spPr>
            <a:xfrm>
              <a:off x="1567050" y="3070575"/>
              <a:ext cx="285350" cy="316375"/>
            </a:xfrm>
            <a:custGeom>
              <a:rect b="b" l="l" r="r" t="t"/>
              <a:pathLst>
                <a:path extrusionOk="0" h="12655" w="11414">
                  <a:moveTo>
                    <a:pt x="5424" y="1"/>
                  </a:moveTo>
                  <a:lnTo>
                    <a:pt x="5424" y="1"/>
                  </a:lnTo>
                  <a:cubicBezTo>
                    <a:pt x="2356" y="456"/>
                    <a:pt x="1" y="3094"/>
                    <a:pt x="1" y="6289"/>
                  </a:cubicBezTo>
                  <a:cubicBezTo>
                    <a:pt x="1" y="9803"/>
                    <a:pt x="2851" y="12654"/>
                    <a:pt x="6366" y="12654"/>
                  </a:cubicBezTo>
                  <a:cubicBezTo>
                    <a:pt x="8425" y="12654"/>
                    <a:pt x="10251" y="11673"/>
                    <a:pt x="11414" y="10157"/>
                  </a:cubicBezTo>
                  <a:lnTo>
                    <a:pt x="11414" y="10157"/>
                  </a:lnTo>
                  <a:cubicBezTo>
                    <a:pt x="11268" y="10169"/>
                    <a:pt x="11122" y="10175"/>
                    <a:pt x="10975" y="10175"/>
                  </a:cubicBezTo>
                  <a:cubicBezTo>
                    <a:pt x="9898" y="10175"/>
                    <a:pt x="8775" y="9852"/>
                    <a:pt x="7647" y="9106"/>
                  </a:cubicBezTo>
                  <a:cubicBezTo>
                    <a:pt x="4561" y="7063"/>
                    <a:pt x="4475" y="3262"/>
                    <a:pt x="542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 name="Google Shape;976;p68"/>
            <p:cNvSpPr/>
            <p:nvPr/>
          </p:nvSpPr>
          <p:spPr>
            <a:xfrm>
              <a:off x="2406775" y="2481250"/>
              <a:ext cx="122175" cy="137175"/>
            </a:xfrm>
            <a:custGeom>
              <a:rect b="b" l="l" r="r" t="t"/>
              <a:pathLst>
                <a:path extrusionOk="0" h="5487" w="4887">
                  <a:moveTo>
                    <a:pt x="1731" y="0"/>
                  </a:moveTo>
                  <a:cubicBezTo>
                    <a:pt x="713" y="437"/>
                    <a:pt x="0" y="1450"/>
                    <a:pt x="0" y="2627"/>
                  </a:cubicBezTo>
                  <a:cubicBezTo>
                    <a:pt x="0" y="4206"/>
                    <a:pt x="1281" y="5486"/>
                    <a:pt x="2860" y="5486"/>
                  </a:cubicBezTo>
                  <a:cubicBezTo>
                    <a:pt x="3651" y="5486"/>
                    <a:pt x="4367" y="5165"/>
                    <a:pt x="4886" y="4643"/>
                  </a:cubicBezTo>
                  <a:cubicBezTo>
                    <a:pt x="4699" y="4610"/>
                    <a:pt x="4509" y="4564"/>
                    <a:pt x="4315" y="4491"/>
                  </a:cubicBezTo>
                  <a:cubicBezTo>
                    <a:pt x="2645" y="3878"/>
                    <a:pt x="1424" y="1763"/>
                    <a:pt x="173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68"/>
            <p:cNvSpPr/>
            <p:nvPr/>
          </p:nvSpPr>
          <p:spPr>
            <a:xfrm>
              <a:off x="1779800" y="2370600"/>
              <a:ext cx="36200" cy="45200"/>
            </a:xfrm>
            <a:custGeom>
              <a:rect b="b" l="l" r="r" t="t"/>
              <a:pathLst>
                <a:path extrusionOk="0" h="1808" w="1448">
                  <a:moveTo>
                    <a:pt x="659" y="0"/>
                  </a:moveTo>
                  <a:cubicBezTo>
                    <a:pt x="279" y="115"/>
                    <a:pt x="0" y="464"/>
                    <a:pt x="0" y="881"/>
                  </a:cubicBezTo>
                  <a:cubicBezTo>
                    <a:pt x="0" y="1394"/>
                    <a:pt x="414" y="1808"/>
                    <a:pt x="927" y="1808"/>
                  </a:cubicBezTo>
                  <a:cubicBezTo>
                    <a:pt x="1120" y="1808"/>
                    <a:pt x="1299" y="1749"/>
                    <a:pt x="1448" y="1647"/>
                  </a:cubicBezTo>
                  <a:cubicBezTo>
                    <a:pt x="1400" y="1611"/>
                    <a:pt x="1351" y="1574"/>
                    <a:pt x="1306" y="1531"/>
                  </a:cubicBezTo>
                  <a:cubicBezTo>
                    <a:pt x="880" y="1131"/>
                    <a:pt x="725" y="560"/>
                    <a:pt x="65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68"/>
            <p:cNvSpPr/>
            <p:nvPr/>
          </p:nvSpPr>
          <p:spPr>
            <a:xfrm>
              <a:off x="1457900" y="2710950"/>
              <a:ext cx="43850" cy="51875"/>
            </a:xfrm>
            <a:custGeom>
              <a:rect b="b" l="l" r="r" t="t"/>
              <a:pathLst>
                <a:path extrusionOk="0" h="2075" w="1754">
                  <a:moveTo>
                    <a:pt x="746" y="0"/>
                  </a:moveTo>
                  <a:cubicBezTo>
                    <a:pt x="316" y="137"/>
                    <a:pt x="1" y="534"/>
                    <a:pt x="1" y="1010"/>
                  </a:cubicBezTo>
                  <a:cubicBezTo>
                    <a:pt x="1" y="1597"/>
                    <a:pt x="477" y="2074"/>
                    <a:pt x="1066" y="2074"/>
                  </a:cubicBezTo>
                  <a:cubicBezTo>
                    <a:pt x="1329" y="2074"/>
                    <a:pt x="1568" y="1975"/>
                    <a:pt x="1754" y="1816"/>
                  </a:cubicBezTo>
                  <a:cubicBezTo>
                    <a:pt x="1666" y="1763"/>
                    <a:pt x="1579" y="1703"/>
                    <a:pt x="1495" y="1632"/>
                  </a:cubicBezTo>
                  <a:cubicBezTo>
                    <a:pt x="1028" y="1231"/>
                    <a:pt x="805" y="606"/>
                    <a:pt x="74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68"/>
            <p:cNvSpPr/>
            <p:nvPr/>
          </p:nvSpPr>
          <p:spPr>
            <a:xfrm>
              <a:off x="2082625" y="3406700"/>
              <a:ext cx="94775" cy="97350"/>
            </a:xfrm>
            <a:custGeom>
              <a:rect b="b" l="l" r="r" t="t"/>
              <a:pathLst>
                <a:path extrusionOk="0" h="3894" w="3791">
                  <a:moveTo>
                    <a:pt x="1028" y="1"/>
                  </a:moveTo>
                  <a:lnTo>
                    <a:pt x="1028" y="1"/>
                  </a:lnTo>
                  <a:cubicBezTo>
                    <a:pt x="415" y="366"/>
                    <a:pt x="1" y="1029"/>
                    <a:pt x="1" y="1797"/>
                  </a:cubicBezTo>
                  <a:cubicBezTo>
                    <a:pt x="1" y="2954"/>
                    <a:pt x="940" y="3894"/>
                    <a:pt x="2098" y="3894"/>
                  </a:cubicBezTo>
                  <a:cubicBezTo>
                    <a:pt x="2796" y="3894"/>
                    <a:pt x="3410" y="3548"/>
                    <a:pt x="3791" y="3025"/>
                  </a:cubicBezTo>
                  <a:lnTo>
                    <a:pt x="3791" y="3025"/>
                  </a:lnTo>
                  <a:cubicBezTo>
                    <a:pt x="3710" y="3033"/>
                    <a:pt x="3628" y="3037"/>
                    <a:pt x="3547" y="3037"/>
                  </a:cubicBezTo>
                  <a:cubicBezTo>
                    <a:pt x="2942" y="3037"/>
                    <a:pt x="2341" y="2823"/>
                    <a:pt x="1800" y="2303"/>
                  </a:cubicBezTo>
                  <a:cubicBezTo>
                    <a:pt x="1119" y="1645"/>
                    <a:pt x="887" y="797"/>
                    <a:pt x="102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 name="Google Shape;980;p68"/>
            <p:cNvSpPr/>
            <p:nvPr/>
          </p:nvSpPr>
          <p:spPr>
            <a:xfrm>
              <a:off x="1736775" y="3096250"/>
              <a:ext cx="87425" cy="50575"/>
            </a:xfrm>
            <a:custGeom>
              <a:rect b="b" l="l" r="r" t="t"/>
              <a:pathLst>
                <a:path extrusionOk="0" h="2023" w="3497">
                  <a:moveTo>
                    <a:pt x="774" y="0"/>
                  </a:moveTo>
                  <a:cubicBezTo>
                    <a:pt x="197" y="0"/>
                    <a:pt x="0" y="935"/>
                    <a:pt x="643" y="1120"/>
                  </a:cubicBezTo>
                  <a:cubicBezTo>
                    <a:pt x="1277" y="1304"/>
                    <a:pt x="1855" y="1572"/>
                    <a:pt x="2411" y="1930"/>
                  </a:cubicBezTo>
                  <a:cubicBezTo>
                    <a:pt x="2511" y="1994"/>
                    <a:pt x="2611" y="2023"/>
                    <a:pt x="2704" y="2023"/>
                  </a:cubicBezTo>
                  <a:cubicBezTo>
                    <a:pt x="3182" y="2023"/>
                    <a:pt x="3497" y="1280"/>
                    <a:pt x="2984" y="949"/>
                  </a:cubicBezTo>
                  <a:cubicBezTo>
                    <a:pt x="2353" y="541"/>
                    <a:pt x="1667" y="232"/>
                    <a:pt x="944" y="25"/>
                  </a:cubicBezTo>
                  <a:cubicBezTo>
                    <a:pt x="885" y="8"/>
                    <a:pt x="828" y="0"/>
                    <a:pt x="774"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 name="Google Shape;981;p68"/>
            <p:cNvSpPr/>
            <p:nvPr/>
          </p:nvSpPr>
          <p:spPr>
            <a:xfrm>
              <a:off x="1797375" y="3146250"/>
              <a:ext cx="65225" cy="147175"/>
            </a:xfrm>
            <a:custGeom>
              <a:rect b="b" l="l" r="r" t="t"/>
              <a:pathLst>
                <a:path extrusionOk="0" h="5887" w="2609">
                  <a:moveTo>
                    <a:pt x="1288" y="0"/>
                  </a:moveTo>
                  <a:cubicBezTo>
                    <a:pt x="913" y="0"/>
                    <a:pt x="518" y="412"/>
                    <a:pt x="745" y="861"/>
                  </a:cubicBezTo>
                  <a:cubicBezTo>
                    <a:pt x="1457" y="2265"/>
                    <a:pt x="1253" y="3833"/>
                    <a:pt x="312" y="5073"/>
                  </a:cubicBezTo>
                  <a:cubicBezTo>
                    <a:pt x="0" y="5483"/>
                    <a:pt x="399" y="5887"/>
                    <a:pt x="814" y="5887"/>
                  </a:cubicBezTo>
                  <a:cubicBezTo>
                    <a:pt x="988" y="5887"/>
                    <a:pt x="1164" y="5816"/>
                    <a:pt x="1293" y="5646"/>
                  </a:cubicBezTo>
                  <a:cubicBezTo>
                    <a:pt x="2482" y="4083"/>
                    <a:pt x="2608" y="2025"/>
                    <a:pt x="1726" y="288"/>
                  </a:cubicBezTo>
                  <a:cubicBezTo>
                    <a:pt x="1623" y="84"/>
                    <a:pt x="1458" y="0"/>
                    <a:pt x="1288"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68"/>
            <p:cNvSpPr/>
            <p:nvPr/>
          </p:nvSpPr>
          <p:spPr>
            <a:xfrm>
              <a:off x="1800825" y="2372900"/>
              <a:ext cx="20775" cy="23325"/>
            </a:xfrm>
            <a:custGeom>
              <a:rect b="b" l="l" r="r" t="t"/>
              <a:pathLst>
                <a:path extrusionOk="0" h="933" w="831">
                  <a:moveTo>
                    <a:pt x="241" y="0"/>
                  </a:moveTo>
                  <a:cubicBezTo>
                    <a:pt x="60" y="0"/>
                    <a:pt x="0" y="304"/>
                    <a:pt x="205" y="378"/>
                  </a:cubicBezTo>
                  <a:cubicBezTo>
                    <a:pt x="370" y="437"/>
                    <a:pt x="434" y="586"/>
                    <a:pt x="418" y="751"/>
                  </a:cubicBezTo>
                  <a:cubicBezTo>
                    <a:pt x="406" y="872"/>
                    <a:pt x="494" y="932"/>
                    <a:pt x="589" y="932"/>
                  </a:cubicBezTo>
                  <a:cubicBezTo>
                    <a:pt x="684" y="932"/>
                    <a:pt x="785" y="872"/>
                    <a:pt x="798" y="751"/>
                  </a:cubicBezTo>
                  <a:cubicBezTo>
                    <a:pt x="831" y="409"/>
                    <a:pt x="621" y="125"/>
                    <a:pt x="306" y="12"/>
                  </a:cubicBezTo>
                  <a:cubicBezTo>
                    <a:pt x="283" y="4"/>
                    <a:pt x="261" y="0"/>
                    <a:pt x="24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68"/>
            <p:cNvSpPr/>
            <p:nvPr/>
          </p:nvSpPr>
          <p:spPr>
            <a:xfrm>
              <a:off x="1483050" y="2714725"/>
              <a:ext cx="21700" cy="28100"/>
            </a:xfrm>
            <a:custGeom>
              <a:rect b="b" l="l" r="r" t="t"/>
              <a:pathLst>
                <a:path extrusionOk="0" h="1124" w="868">
                  <a:moveTo>
                    <a:pt x="271" y="1"/>
                  </a:moveTo>
                  <a:cubicBezTo>
                    <a:pt x="72" y="1"/>
                    <a:pt x="1" y="318"/>
                    <a:pt x="220" y="372"/>
                  </a:cubicBezTo>
                  <a:cubicBezTo>
                    <a:pt x="482" y="436"/>
                    <a:pt x="466" y="729"/>
                    <a:pt x="437" y="943"/>
                  </a:cubicBezTo>
                  <a:cubicBezTo>
                    <a:pt x="422" y="1063"/>
                    <a:pt x="509" y="1123"/>
                    <a:pt x="603" y="1123"/>
                  </a:cubicBezTo>
                  <a:cubicBezTo>
                    <a:pt x="698" y="1123"/>
                    <a:pt x="801" y="1063"/>
                    <a:pt x="816" y="943"/>
                  </a:cubicBezTo>
                  <a:cubicBezTo>
                    <a:pt x="868" y="551"/>
                    <a:pt x="752" y="112"/>
                    <a:pt x="321" y="7"/>
                  </a:cubicBezTo>
                  <a:cubicBezTo>
                    <a:pt x="304" y="3"/>
                    <a:pt x="287" y="1"/>
                    <a:pt x="27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68"/>
            <p:cNvSpPr/>
            <p:nvPr/>
          </p:nvSpPr>
          <p:spPr>
            <a:xfrm>
              <a:off x="2468075" y="2488325"/>
              <a:ext cx="67525" cy="80250"/>
            </a:xfrm>
            <a:custGeom>
              <a:rect b="b" l="l" r="r" t="t"/>
              <a:pathLst>
                <a:path extrusionOk="0" h="3210" w="2701">
                  <a:moveTo>
                    <a:pt x="506" y="1"/>
                  </a:moveTo>
                  <a:cubicBezTo>
                    <a:pt x="128" y="1"/>
                    <a:pt x="0" y="619"/>
                    <a:pt x="424" y="750"/>
                  </a:cubicBezTo>
                  <a:cubicBezTo>
                    <a:pt x="890" y="893"/>
                    <a:pt x="1367" y="1042"/>
                    <a:pt x="1635" y="1485"/>
                  </a:cubicBezTo>
                  <a:cubicBezTo>
                    <a:pt x="1884" y="1897"/>
                    <a:pt x="1925" y="2379"/>
                    <a:pt x="1877" y="2847"/>
                  </a:cubicBezTo>
                  <a:cubicBezTo>
                    <a:pt x="1852" y="3089"/>
                    <a:pt x="2028" y="3209"/>
                    <a:pt x="2216" y="3209"/>
                  </a:cubicBezTo>
                  <a:cubicBezTo>
                    <a:pt x="2406" y="3209"/>
                    <a:pt x="2609" y="3088"/>
                    <a:pt x="2634" y="2847"/>
                  </a:cubicBezTo>
                  <a:cubicBezTo>
                    <a:pt x="2700" y="2199"/>
                    <a:pt x="2581" y="1513"/>
                    <a:pt x="2204" y="971"/>
                  </a:cubicBezTo>
                  <a:cubicBezTo>
                    <a:pt x="1825" y="430"/>
                    <a:pt x="1231" y="205"/>
                    <a:pt x="624" y="19"/>
                  </a:cubicBezTo>
                  <a:cubicBezTo>
                    <a:pt x="583" y="6"/>
                    <a:pt x="543" y="1"/>
                    <a:pt x="50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 name="Google Shape;985;p68"/>
            <p:cNvSpPr/>
            <p:nvPr/>
          </p:nvSpPr>
          <p:spPr>
            <a:xfrm>
              <a:off x="2119400" y="3407250"/>
              <a:ext cx="58425" cy="55750"/>
            </a:xfrm>
            <a:custGeom>
              <a:rect b="b" l="l" r="r" t="t"/>
              <a:pathLst>
                <a:path extrusionOk="0" h="2230" w="2337">
                  <a:moveTo>
                    <a:pt x="350" y="0"/>
                  </a:moveTo>
                  <a:cubicBezTo>
                    <a:pt x="332" y="0"/>
                    <a:pt x="313" y="1"/>
                    <a:pt x="295" y="1"/>
                  </a:cubicBezTo>
                  <a:cubicBezTo>
                    <a:pt x="4" y="9"/>
                    <a:pt x="1" y="456"/>
                    <a:pt x="287" y="456"/>
                  </a:cubicBezTo>
                  <a:cubicBezTo>
                    <a:pt x="290" y="456"/>
                    <a:pt x="292" y="456"/>
                    <a:pt x="295" y="456"/>
                  </a:cubicBezTo>
                  <a:cubicBezTo>
                    <a:pt x="310" y="455"/>
                    <a:pt x="325" y="455"/>
                    <a:pt x="341" y="455"/>
                  </a:cubicBezTo>
                  <a:cubicBezTo>
                    <a:pt x="1204" y="455"/>
                    <a:pt x="1857" y="1136"/>
                    <a:pt x="1758" y="2013"/>
                  </a:cubicBezTo>
                  <a:cubicBezTo>
                    <a:pt x="1742" y="2158"/>
                    <a:pt x="1847" y="2230"/>
                    <a:pt x="1961" y="2230"/>
                  </a:cubicBezTo>
                  <a:cubicBezTo>
                    <a:pt x="2074" y="2230"/>
                    <a:pt x="2196" y="2157"/>
                    <a:pt x="2213" y="2013"/>
                  </a:cubicBezTo>
                  <a:cubicBezTo>
                    <a:pt x="2337" y="896"/>
                    <a:pt x="1439" y="0"/>
                    <a:pt x="350"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 name="Google Shape;986;p68"/>
            <p:cNvSpPr/>
            <p:nvPr/>
          </p:nvSpPr>
          <p:spPr>
            <a:xfrm>
              <a:off x="2008900" y="2678000"/>
              <a:ext cx="92575" cy="26100"/>
            </a:xfrm>
            <a:custGeom>
              <a:rect b="b" l="l" r="r" t="t"/>
              <a:pathLst>
                <a:path extrusionOk="0" h="1044" w="3703">
                  <a:moveTo>
                    <a:pt x="2076" y="0"/>
                  </a:moveTo>
                  <a:cubicBezTo>
                    <a:pt x="1567" y="0"/>
                    <a:pt x="1058" y="76"/>
                    <a:pt x="546" y="159"/>
                  </a:cubicBezTo>
                  <a:cubicBezTo>
                    <a:pt x="0" y="249"/>
                    <a:pt x="193" y="1043"/>
                    <a:pt x="705" y="1043"/>
                  </a:cubicBezTo>
                  <a:cubicBezTo>
                    <a:pt x="732" y="1043"/>
                    <a:pt x="760" y="1041"/>
                    <a:pt x="789" y="1037"/>
                  </a:cubicBezTo>
                  <a:cubicBezTo>
                    <a:pt x="1210" y="968"/>
                    <a:pt x="1629" y="905"/>
                    <a:pt x="2048" y="905"/>
                  </a:cubicBezTo>
                  <a:cubicBezTo>
                    <a:pt x="2347" y="905"/>
                    <a:pt x="2647" y="937"/>
                    <a:pt x="2945" y="1023"/>
                  </a:cubicBezTo>
                  <a:cubicBezTo>
                    <a:pt x="2993" y="1036"/>
                    <a:pt x="3038" y="1042"/>
                    <a:pt x="3080" y="1042"/>
                  </a:cubicBezTo>
                  <a:cubicBezTo>
                    <a:pt x="3543" y="1042"/>
                    <a:pt x="3702" y="294"/>
                    <a:pt x="3187" y="147"/>
                  </a:cubicBezTo>
                  <a:cubicBezTo>
                    <a:pt x="2817" y="40"/>
                    <a:pt x="2447" y="0"/>
                    <a:pt x="2076"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68"/>
            <p:cNvSpPr/>
            <p:nvPr/>
          </p:nvSpPr>
          <p:spPr>
            <a:xfrm>
              <a:off x="2099550" y="2698200"/>
              <a:ext cx="67800" cy="116100"/>
            </a:xfrm>
            <a:custGeom>
              <a:rect b="b" l="l" r="r" t="t"/>
              <a:pathLst>
                <a:path extrusionOk="0" h="4644" w="2712">
                  <a:moveTo>
                    <a:pt x="689" y="0"/>
                  </a:moveTo>
                  <a:cubicBezTo>
                    <a:pt x="323" y="0"/>
                    <a:pt x="1" y="459"/>
                    <a:pt x="348" y="761"/>
                  </a:cubicBezTo>
                  <a:cubicBezTo>
                    <a:pt x="1305" y="1597"/>
                    <a:pt x="1781" y="2809"/>
                    <a:pt x="1560" y="4073"/>
                  </a:cubicBezTo>
                  <a:cubicBezTo>
                    <a:pt x="1500" y="4418"/>
                    <a:pt x="1793" y="4643"/>
                    <a:pt x="2058" y="4643"/>
                  </a:cubicBezTo>
                  <a:cubicBezTo>
                    <a:pt x="2233" y="4643"/>
                    <a:pt x="2396" y="4544"/>
                    <a:pt x="2436" y="4315"/>
                  </a:cubicBezTo>
                  <a:cubicBezTo>
                    <a:pt x="2712" y="2741"/>
                    <a:pt x="2202" y="1175"/>
                    <a:pt x="989" y="118"/>
                  </a:cubicBezTo>
                  <a:cubicBezTo>
                    <a:pt x="894" y="35"/>
                    <a:pt x="790" y="0"/>
                    <a:pt x="689"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 name="Google Shape;988;p68"/>
            <p:cNvSpPr/>
            <p:nvPr/>
          </p:nvSpPr>
          <p:spPr>
            <a:xfrm>
              <a:off x="2053925" y="2367700"/>
              <a:ext cx="33450" cy="13200"/>
            </a:xfrm>
            <a:custGeom>
              <a:rect b="b" l="l" r="r" t="t"/>
              <a:pathLst>
                <a:path extrusionOk="0" h="528" w="1338">
                  <a:moveTo>
                    <a:pt x="587" y="1"/>
                  </a:moveTo>
                  <a:cubicBezTo>
                    <a:pt x="459" y="1"/>
                    <a:pt x="329" y="24"/>
                    <a:pt x="202" y="73"/>
                  </a:cubicBezTo>
                  <a:cubicBezTo>
                    <a:pt x="0" y="150"/>
                    <a:pt x="58" y="451"/>
                    <a:pt x="235" y="451"/>
                  </a:cubicBezTo>
                  <a:cubicBezTo>
                    <a:pt x="256" y="451"/>
                    <a:pt x="279" y="447"/>
                    <a:pt x="303" y="438"/>
                  </a:cubicBezTo>
                  <a:cubicBezTo>
                    <a:pt x="401" y="400"/>
                    <a:pt x="495" y="381"/>
                    <a:pt x="588" y="381"/>
                  </a:cubicBezTo>
                  <a:cubicBezTo>
                    <a:pt x="720" y="381"/>
                    <a:pt x="847" y="419"/>
                    <a:pt x="973" y="498"/>
                  </a:cubicBezTo>
                  <a:cubicBezTo>
                    <a:pt x="1006" y="518"/>
                    <a:pt x="1039" y="527"/>
                    <a:pt x="1069" y="527"/>
                  </a:cubicBezTo>
                  <a:cubicBezTo>
                    <a:pt x="1231" y="527"/>
                    <a:pt x="1338" y="279"/>
                    <a:pt x="1165" y="171"/>
                  </a:cubicBezTo>
                  <a:cubicBezTo>
                    <a:pt x="985" y="59"/>
                    <a:pt x="787" y="1"/>
                    <a:pt x="587" y="1"/>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 name="Google Shape;989;p68"/>
            <p:cNvSpPr/>
            <p:nvPr/>
          </p:nvSpPr>
          <p:spPr>
            <a:xfrm>
              <a:off x="2086050" y="2379800"/>
              <a:ext cx="16425" cy="22175"/>
            </a:xfrm>
            <a:custGeom>
              <a:rect b="b" l="l" r="r" t="t"/>
              <a:pathLst>
                <a:path extrusionOk="0" h="887" w="657">
                  <a:moveTo>
                    <a:pt x="263" y="1"/>
                  </a:moveTo>
                  <a:cubicBezTo>
                    <a:pt x="127" y="1"/>
                    <a:pt x="1" y="191"/>
                    <a:pt x="119" y="332"/>
                  </a:cubicBezTo>
                  <a:cubicBezTo>
                    <a:pt x="212" y="444"/>
                    <a:pt x="258" y="561"/>
                    <a:pt x="268" y="704"/>
                  </a:cubicBezTo>
                  <a:cubicBezTo>
                    <a:pt x="277" y="825"/>
                    <a:pt x="376" y="886"/>
                    <a:pt x="471" y="886"/>
                  </a:cubicBezTo>
                  <a:cubicBezTo>
                    <a:pt x="566" y="886"/>
                    <a:pt x="656" y="826"/>
                    <a:pt x="647" y="704"/>
                  </a:cubicBezTo>
                  <a:cubicBezTo>
                    <a:pt x="628" y="455"/>
                    <a:pt x="547" y="256"/>
                    <a:pt x="387" y="64"/>
                  </a:cubicBezTo>
                  <a:cubicBezTo>
                    <a:pt x="350" y="19"/>
                    <a:pt x="306" y="1"/>
                    <a:pt x="26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 name="Google Shape;990;p68"/>
            <p:cNvSpPr/>
            <p:nvPr/>
          </p:nvSpPr>
          <p:spPr>
            <a:xfrm>
              <a:off x="1663100" y="2568750"/>
              <a:ext cx="29200" cy="41600"/>
            </a:xfrm>
            <a:custGeom>
              <a:rect b="b" l="l" r="r" t="t"/>
              <a:pathLst>
                <a:path extrusionOk="0" h="1664" w="1168">
                  <a:moveTo>
                    <a:pt x="301" y="1"/>
                  </a:moveTo>
                  <a:cubicBezTo>
                    <a:pt x="85" y="1"/>
                    <a:pt x="0" y="337"/>
                    <a:pt x="231" y="368"/>
                  </a:cubicBezTo>
                  <a:cubicBezTo>
                    <a:pt x="766" y="445"/>
                    <a:pt x="783" y="1059"/>
                    <a:pt x="787" y="1480"/>
                  </a:cubicBezTo>
                  <a:cubicBezTo>
                    <a:pt x="788" y="1602"/>
                    <a:pt x="883" y="1664"/>
                    <a:pt x="978" y="1664"/>
                  </a:cubicBezTo>
                  <a:cubicBezTo>
                    <a:pt x="1073" y="1664"/>
                    <a:pt x="1167" y="1602"/>
                    <a:pt x="1167" y="1480"/>
                  </a:cubicBezTo>
                  <a:cubicBezTo>
                    <a:pt x="1162" y="894"/>
                    <a:pt x="1046" y="105"/>
                    <a:pt x="333" y="3"/>
                  </a:cubicBezTo>
                  <a:cubicBezTo>
                    <a:pt x="322" y="1"/>
                    <a:pt x="312" y="1"/>
                    <a:pt x="30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 name="Google Shape;991;p68"/>
            <p:cNvSpPr/>
            <p:nvPr/>
          </p:nvSpPr>
          <p:spPr>
            <a:xfrm>
              <a:off x="2312950" y="3191050"/>
              <a:ext cx="34950" cy="25275"/>
            </a:xfrm>
            <a:custGeom>
              <a:rect b="b" l="l" r="r" t="t"/>
              <a:pathLst>
                <a:path extrusionOk="0" h="1011" w="1398">
                  <a:moveTo>
                    <a:pt x="263" y="1"/>
                  </a:moveTo>
                  <a:cubicBezTo>
                    <a:pt x="257" y="1"/>
                    <a:pt x="251" y="1"/>
                    <a:pt x="245" y="1"/>
                  </a:cubicBezTo>
                  <a:cubicBezTo>
                    <a:pt x="1" y="2"/>
                    <a:pt x="1" y="378"/>
                    <a:pt x="243" y="378"/>
                  </a:cubicBezTo>
                  <a:cubicBezTo>
                    <a:pt x="244" y="378"/>
                    <a:pt x="245" y="378"/>
                    <a:pt x="245" y="378"/>
                  </a:cubicBezTo>
                  <a:cubicBezTo>
                    <a:pt x="249" y="378"/>
                    <a:pt x="252" y="378"/>
                    <a:pt x="256" y="378"/>
                  </a:cubicBezTo>
                  <a:cubicBezTo>
                    <a:pt x="581" y="378"/>
                    <a:pt x="873" y="570"/>
                    <a:pt x="982" y="881"/>
                  </a:cubicBezTo>
                  <a:cubicBezTo>
                    <a:pt x="1014" y="971"/>
                    <a:pt x="1091" y="1010"/>
                    <a:pt x="1167" y="1010"/>
                  </a:cubicBezTo>
                  <a:cubicBezTo>
                    <a:pt x="1283" y="1010"/>
                    <a:pt x="1398" y="920"/>
                    <a:pt x="1349" y="781"/>
                  </a:cubicBezTo>
                  <a:cubicBezTo>
                    <a:pt x="1182" y="313"/>
                    <a:pt x="761" y="1"/>
                    <a:pt x="263" y="1"/>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 name="Google Shape;992;p68"/>
            <p:cNvSpPr/>
            <p:nvPr/>
          </p:nvSpPr>
          <p:spPr>
            <a:xfrm>
              <a:off x="2543825" y="2945725"/>
              <a:ext cx="60050" cy="24450"/>
            </a:xfrm>
            <a:custGeom>
              <a:rect b="b" l="l" r="r" t="t"/>
              <a:pathLst>
                <a:path extrusionOk="0" h="978" w="2402">
                  <a:moveTo>
                    <a:pt x="1440" y="0"/>
                  </a:moveTo>
                  <a:cubicBezTo>
                    <a:pt x="1017" y="0"/>
                    <a:pt x="600" y="134"/>
                    <a:pt x="254" y="396"/>
                  </a:cubicBezTo>
                  <a:cubicBezTo>
                    <a:pt x="1" y="587"/>
                    <a:pt x="161" y="978"/>
                    <a:pt x="399" y="978"/>
                  </a:cubicBezTo>
                  <a:cubicBezTo>
                    <a:pt x="450" y="978"/>
                    <a:pt x="505" y="960"/>
                    <a:pt x="560" y="918"/>
                  </a:cubicBezTo>
                  <a:cubicBezTo>
                    <a:pt x="830" y="714"/>
                    <a:pt x="1127" y="608"/>
                    <a:pt x="1439" y="608"/>
                  </a:cubicBezTo>
                  <a:cubicBezTo>
                    <a:pt x="1591" y="608"/>
                    <a:pt x="1747" y="633"/>
                    <a:pt x="1904" y="685"/>
                  </a:cubicBezTo>
                  <a:cubicBezTo>
                    <a:pt x="1939" y="696"/>
                    <a:pt x="1971" y="701"/>
                    <a:pt x="2002" y="701"/>
                  </a:cubicBezTo>
                  <a:cubicBezTo>
                    <a:pt x="2300" y="701"/>
                    <a:pt x="2401" y="209"/>
                    <a:pt x="2065" y="100"/>
                  </a:cubicBezTo>
                  <a:cubicBezTo>
                    <a:pt x="1861" y="33"/>
                    <a:pt x="1650" y="0"/>
                    <a:pt x="1440"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 name="Google Shape;993;p68"/>
            <p:cNvSpPr/>
            <p:nvPr/>
          </p:nvSpPr>
          <p:spPr>
            <a:xfrm>
              <a:off x="2604925" y="2955925"/>
              <a:ext cx="49550" cy="63925"/>
            </a:xfrm>
            <a:custGeom>
              <a:rect b="b" l="l" r="r" t="t"/>
              <a:pathLst>
                <a:path extrusionOk="0" h="2557" w="1982">
                  <a:moveTo>
                    <a:pt x="378" y="1"/>
                  </a:moveTo>
                  <a:cubicBezTo>
                    <a:pt x="1" y="1"/>
                    <a:pt x="5" y="593"/>
                    <a:pt x="391" y="609"/>
                  </a:cubicBezTo>
                  <a:cubicBezTo>
                    <a:pt x="639" y="620"/>
                    <a:pt x="951" y="1170"/>
                    <a:pt x="1069" y="1359"/>
                  </a:cubicBezTo>
                  <a:cubicBezTo>
                    <a:pt x="1246" y="1640"/>
                    <a:pt x="1365" y="1929"/>
                    <a:pt x="1372" y="2263"/>
                  </a:cubicBezTo>
                  <a:cubicBezTo>
                    <a:pt x="1375" y="2459"/>
                    <a:pt x="1529" y="2556"/>
                    <a:pt x="1681" y="2556"/>
                  </a:cubicBezTo>
                  <a:cubicBezTo>
                    <a:pt x="1832" y="2556"/>
                    <a:pt x="1982" y="2459"/>
                    <a:pt x="1978" y="2263"/>
                  </a:cubicBezTo>
                  <a:cubicBezTo>
                    <a:pt x="1968" y="1732"/>
                    <a:pt x="1755" y="1265"/>
                    <a:pt x="1447" y="839"/>
                  </a:cubicBezTo>
                  <a:cubicBezTo>
                    <a:pt x="1176" y="466"/>
                    <a:pt x="892" y="21"/>
                    <a:pt x="391" y="1"/>
                  </a:cubicBezTo>
                  <a:cubicBezTo>
                    <a:pt x="387" y="1"/>
                    <a:pt x="382"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68"/>
            <p:cNvSpPr/>
            <p:nvPr/>
          </p:nvSpPr>
          <p:spPr>
            <a:xfrm>
              <a:off x="1741213" y="3096250"/>
              <a:ext cx="87425" cy="50575"/>
            </a:xfrm>
            <a:custGeom>
              <a:rect b="b" l="l" r="r" t="t"/>
              <a:pathLst>
                <a:path extrusionOk="0" h="2023" w="3497">
                  <a:moveTo>
                    <a:pt x="774" y="0"/>
                  </a:moveTo>
                  <a:cubicBezTo>
                    <a:pt x="197" y="0"/>
                    <a:pt x="0" y="935"/>
                    <a:pt x="643" y="1120"/>
                  </a:cubicBezTo>
                  <a:cubicBezTo>
                    <a:pt x="1277" y="1304"/>
                    <a:pt x="1855" y="1572"/>
                    <a:pt x="2411" y="1930"/>
                  </a:cubicBezTo>
                  <a:cubicBezTo>
                    <a:pt x="2511" y="1994"/>
                    <a:pt x="2611" y="2023"/>
                    <a:pt x="2704" y="2023"/>
                  </a:cubicBezTo>
                  <a:cubicBezTo>
                    <a:pt x="3182" y="2023"/>
                    <a:pt x="3497" y="1280"/>
                    <a:pt x="2984" y="949"/>
                  </a:cubicBezTo>
                  <a:cubicBezTo>
                    <a:pt x="2353" y="541"/>
                    <a:pt x="1667" y="232"/>
                    <a:pt x="944" y="25"/>
                  </a:cubicBezTo>
                  <a:cubicBezTo>
                    <a:pt x="885" y="8"/>
                    <a:pt x="828" y="0"/>
                    <a:pt x="77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 name="Google Shape;995;p68"/>
            <p:cNvSpPr/>
            <p:nvPr/>
          </p:nvSpPr>
          <p:spPr>
            <a:xfrm>
              <a:off x="1801813" y="3146250"/>
              <a:ext cx="65225" cy="147175"/>
            </a:xfrm>
            <a:custGeom>
              <a:rect b="b" l="l" r="r" t="t"/>
              <a:pathLst>
                <a:path extrusionOk="0" h="5887" w="2609">
                  <a:moveTo>
                    <a:pt x="1288" y="0"/>
                  </a:moveTo>
                  <a:cubicBezTo>
                    <a:pt x="913" y="0"/>
                    <a:pt x="518" y="412"/>
                    <a:pt x="745" y="861"/>
                  </a:cubicBezTo>
                  <a:cubicBezTo>
                    <a:pt x="1457" y="2265"/>
                    <a:pt x="1253" y="3833"/>
                    <a:pt x="312" y="5073"/>
                  </a:cubicBezTo>
                  <a:cubicBezTo>
                    <a:pt x="0" y="5483"/>
                    <a:pt x="399" y="5887"/>
                    <a:pt x="814" y="5887"/>
                  </a:cubicBezTo>
                  <a:cubicBezTo>
                    <a:pt x="988" y="5887"/>
                    <a:pt x="1164" y="5816"/>
                    <a:pt x="1293" y="5646"/>
                  </a:cubicBezTo>
                  <a:cubicBezTo>
                    <a:pt x="2482" y="4083"/>
                    <a:pt x="2608" y="2025"/>
                    <a:pt x="1726" y="288"/>
                  </a:cubicBezTo>
                  <a:cubicBezTo>
                    <a:pt x="1623" y="84"/>
                    <a:pt x="1458" y="0"/>
                    <a:pt x="128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 name="Google Shape;996;p68"/>
            <p:cNvSpPr/>
            <p:nvPr/>
          </p:nvSpPr>
          <p:spPr>
            <a:xfrm>
              <a:off x="2123838" y="3407250"/>
              <a:ext cx="58425" cy="55750"/>
            </a:xfrm>
            <a:custGeom>
              <a:rect b="b" l="l" r="r" t="t"/>
              <a:pathLst>
                <a:path extrusionOk="0" h="2230" w="2337">
                  <a:moveTo>
                    <a:pt x="350" y="0"/>
                  </a:moveTo>
                  <a:cubicBezTo>
                    <a:pt x="332" y="0"/>
                    <a:pt x="313" y="1"/>
                    <a:pt x="295" y="1"/>
                  </a:cubicBezTo>
                  <a:cubicBezTo>
                    <a:pt x="4" y="9"/>
                    <a:pt x="1" y="456"/>
                    <a:pt x="287" y="456"/>
                  </a:cubicBezTo>
                  <a:cubicBezTo>
                    <a:pt x="290" y="456"/>
                    <a:pt x="292" y="456"/>
                    <a:pt x="295" y="456"/>
                  </a:cubicBezTo>
                  <a:cubicBezTo>
                    <a:pt x="310" y="455"/>
                    <a:pt x="325" y="455"/>
                    <a:pt x="341" y="455"/>
                  </a:cubicBezTo>
                  <a:cubicBezTo>
                    <a:pt x="1204" y="455"/>
                    <a:pt x="1857" y="1136"/>
                    <a:pt x="1758" y="2013"/>
                  </a:cubicBezTo>
                  <a:cubicBezTo>
                    <a:pt x="1742" y="2158"/>
                    <a:pt x="1847" y="2230"/>
                    <a:pt x="1961" y="2230"/>
                  </a:cubicBezTo>
                  <a:cubicBezTo>
                    <a:pt x="2074" y="2230"/>
                    <a:pt x="2196" y="2157"/>
                    <a:pt x="2213" y="2013"/>
                  </a:cubicBezTo>
                  <a:cubicBezTo>
                    <a:pt x="2337" y="896"/>
                    <a:pt x="1439" y="0"/>
                    <a:pt x="35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68"/>
            <p:cNvSpPr/>
            <p:nvPr/>
          </p:nvSpPr>
          <p:spPr>
            <a:xfrm>
              <a:off x="2013338" y="2678000"/>
              <a:ext cx="92575" cy="26100"/>
            </a:xfrm>
            <a:custGeom>
              <a:rect b="b" l="l" r="r" t="t"/>
              <a:pathLst>
                <a:path extrusionOk="0" h="1044" w="3703">
                  <a:moveTo>
                    <a:pt x="2076" y="0"/>
                  </a:moveTo>
                  <a:cubicBezTo>
                    <a:pt x="1567" y="0"/>
                    <a:pt x="1058" y="76"/>
                    <a:pt x="546" y="159"/>
                  </a:cubicBezTo>
                  <a:cubicBezTo>
                    <a:pt x="0" y="249"/>
                    <a:pt x="193" y="1043"/>
                    <a:pt x="705" y="1043"/>
                  </a:cubicBezTo>
                  <a:cubicBezTo>
                    <a:pt x="732" y="1043"/>
                    <a:pt x="760" y="1041"/>
                    <a:pt x="789" y="1037"/>
                  </a:cubicBezTo>
                  <a:cubicBezTo>
                    <a:pt x="1210" y="968"/>
                    <a:pt x="1629" y="905"/>
                    <a:pt x="2048" y="905"/>
                  </a:cubicBezTo>
                  <a:cubicBezTo>
                    <a:pt x="2347" y="905"/>
                    <a:pt x="2647" y="937"/>
                    <a:pt x="2945" y="1023"/>
                  </a:cubicBezTo>
                  <a:cubicBezTo>
                    <a:pt x="2993" y="1036"/>
                    <a:pt x="3038" y="1042"/>
                    <a:pt x="3080" y="1042"/>
                  </a:cubicBezTo>
                  <a:cubicBezTo>
                    <a:pt x="3543" y="1042"/>
                    <a:pt x="3702" y="294"/>
                    <a:pt x="3187" y="147"/>
                  </a:cubicBezTo>
                  <a:cubicBezTo>
                    <a:pt x="2817" y="40"/>
                    <a:pt x="2447" y="0"/>
                    <a:pt x="207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 name="Google Shape;998;p68"/>
            <p:cNvSpPr/>
            <p:nvPr/>
          </p:nvSpPr>
          <p:spPr>
            <a:xfrm>
              <a:off x="2103988" y="2698200"/>
              <a:ext cx="67800" cy="116100"/>
            </a:xfrm>
            <a:custGeom>
              <a:rect b="b" l="l" r="r" t="t"/>
              <a:pathLst>
                <a:path extrusionOk="0" h="4644" w="2712">
                  <a:moveTo>
                    <a:pt x="689" y="0"/>
                  </a:moveTo>
                  <a:cubicBezTo>
                    <a:pt x="323" y="0"/>
                    <a:pt x="1" y="459"/>
                    <a:pt x="348" y="761"/>
                  </a:cubicBezTo>
                  <a:cubicBezTo>
                    <a:pt x="1305" y="1597"/>
                    <a:pt x="1781" y="2809"/>
                    <a:pt x="1560" y="4073"/>
                  </a:cubicBezTo>
                  <a:cubicBezTo>
                    <a:pt x="1500" y="4418"/>
                    <a:pt x="1793" y="4643"/>
                    <a:pt x="2058" y="4643"/>
                  </a:cubicBezTo>
                  <a:cubicBezTo>
                    <a:pt x="2233" y="4643"/>
                    <a:pt x="2396" y="4544"/>
                    <a:pt x="2436" y="4315"/>
                  </a:cubicBezTo>
                  <a:cubicBezTo>
                    <a:pt x="2712" y="2741"/>
                    <a:pt x="2202" y="1175"/>
                    <a:pt x="989" y="118"/>
                  </a:cubicBezTo>
                  <a:cubicBezTo>
                    <a:pt x="894" y="35"/>
                    <a:pt x="790" y="0"/>
                    <a:pt x="68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 name="Google Shape;999;p68"/>
            <p:cNvSpPr/>
            <p:nvPr/>
          </p:nvSpPr>
          <p:spPr>
            <a:xfrm>
              <a:off x="2317388" y="3191050"/>
              <a:ext cx="34950" cy="25275"/>
            </a:xfrm>
            <a:custGeom>
              <a:rect b="b" l="l" r="r" t="t"/>
              <a:pathLst>
                <a:path extrusionOk="0" h="1011" w="1398">
                  <a:moveTo>
                    <a:pt x="263" y="1"/>
                  </a:moveTo>
                  <a:cubicBezTo>
                    <a:pt x="257" y="1"/>
                    <a:pt x="251" y="1"/>
                    <a:pt x="245" y="1"/>
                  </a:cubicBezTo>
                  <a:cubicBezTo>
                    <a:pt x="1" y="2"/>
                    <a:pt x="1" y="378"/>
                    <a:pt x="243" y="378"/>
                  </a:cubicBezTo>
                  <a:cubicBezTo>
                    <a:pt x="244" y="378"/>
                    <a:pt x="245" y="378"/>
                    <a:pt x="245" y="378"/>
                  </a:cubicBezTo>
                  <a:cubicBezTo>
                    <a:pt x="249" y="378"/>
                    <a:pt x="252" y="378"/>
                    <a:pt x="256" y="378"/>
                  </a:cubicBezTo>
                  <a:cubicBezTo>
                    <a:pt x="581" y="378"/>
                    <a:pt x="873" y="570"/>
                    <a:pt x="982" y="881"/>
                  </a:cubicBezTo>
                  <a:cubicBezTo>
                    <a:pt x="1014" y="971"/>
                    <a:pt x="1091" y="1010"/>
                    <a:pt x="1167" y="1010"/>
                  </a:cubicBezTo>
                  <a:cubicBezTo>
                    <a:pt x="1283" y="1010"/>
                    <a:pt x="1398" y="920"/>
                    <a:pt x="1349" y="781"/>
                  </a:cubicBezTo>
                  <a:cubicBezTo>
                    <a:pt x="1182" y="313"/>
                    <a:pt x="761" y="1"/>
                    <a:pt x="26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 name="Google Shape;1000;p68"/>
            <p:cNvSpPr/>
            <p:nvPr/>
          </p:nvSpPr>
          <p:spPr>
            <a:xfrm>
              <a:off x="2548263" y="2945725"/>
              <a:ext cx="60050" cy="24450"/>
            </a:xfrm>
            <a:custGeom>
              <a:rect b="b" l="l" r="r" t="t"/>
              <a:pathLst>
                <a:path extrusionOk="0" h="978" w="2402">
                  <a:moveTo>
                    <a:pt x="1440" y="0"/>
                  </a:moveTo>
                  <a:cubicBezTo>
                    <a:pt x="1017" y="0"/>
                    <a:pt x="600" y="134"/>
                    <a:pt x="254" y="396"/>
                  </a:cubicBezTo>
                  <a:cubicBezTo>
                    <a:pt x="1" y="587"/>
                    <a:pt x="161" y="978"/>
                    <a:pt x="399" y="978"/>
                  </a:cubicBezTo>
                  <a:cubicBezTo>
                    <a:pt x="450" y="978"/>
                    <a:pt x="505" y="960"/>
                    <a:pt x="560" y="918"/>
                  </a:cubicBezTo>
                  <a:cubicBezTo>
                    <a:pt x="830" y="714"/>
                    <a:pt x="1127" y="608"/>
                    <a:pt x="1439" y="608"/>
                  </a:cubicBezTo>
                  <a:cubicBezTo>
                    <a:pt x="1591" y="608"/>
                    <a:pt x="1747" y="633"/>
                    <a:pt x="1904" y="685"/>
                  </a:cubicBezTo>
                  <a:cubicBezTo>
                    <a:pt x="1939" y="696"/>
                    <a:pt x="1971" y="701"/>
                    <a:pt x="2002" y="701"/>
                  </a:cubicBezTo>
                  <a:cubicBezTo>
                    <a:pt x="2300" y="701"/>
                    <a:pt x="2401" y="209"/>
                    <a:pt x="2065" y="100"/>
                  </a:cubicBezTo>
                  <a:cubicBezTo>
                    <a:pt x="1861" y="33"/>
                    <a:pt x="1650" y="0"/>
                    <a:pt x="144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1001" name="Google Shape;1001;p68"/>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1002" name="Google Shape;1002;p68"/>
          <p:cNvGrpSpPr/>
          <p:nvPr/>
        </p:nvGrpSpPr>
        <p:grpSpPr>
          <a:xfrm>
            <a:off x="720000" y="1198050"/>
            <a:ext cx="6108900" cy="2747400"/>
            <a:chOff x="720000" y="1198050"/>
            <a:chExt cx="6108900" cy="2747400"/>
          </a:xfrm>
        </p:grpSpPr>
        <p:grpSp>
          <p:nvGrpSpPr>
            <p:cNvPr id="1003" name="Google Shape;1003;p68"/>
            <p:cNvGrpSpPr/>
            <p:nvPr/>
          </p:nvGrpSpPr>
          <p:grpSpPr>
            <a:xfrm>
              <a:off x="720000" y="1198050"/>
              <a:ext cx="6108900" cy="2747400"/>
              <a:chOff x="1123325" y="1089000"/>
              <a:chExt cx="6108900" cy="2747400"/>
            </a:xfrm>
          </p:grpSpPr>
          <p:sp>
            <p:nvSpPr>
              <p:cNvPr id="1004" name="Google Shape;1004;p68"/>
              <p:cNvSpPr/>
              <p:nvPr/>
            </p:nvSpPr>
            <p:spPr>
              <a:xfrm>
                <a:off x="1123325" y="1089000"/>
                <a:ext cx="6108900" cy="2747400"/>
              </a:xfrm>
              <a:prstGeom prst="rect">
                <a:avLst/>
              </a:prstGeom>
              <a:solidFill>
                <a:srgbClr val="7C7C7C">
                  <a:alpha val="26274"/>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68"/>
              <p:cNvSpPr/>
              <p:nvPr/>
            </p:nvSpPr>
            <p:spPr>
              <a:xfrm>
                <a:off x="1123325" y="1089000"/>
                <a:ext cx="61089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68"/>
              <p:cNvSpPr/>
              <p:nvPr/>
            </p:nvSpPr>
            <p:spPr>
              <a:xfrm>
                <a:off x="1237750" y="11479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68"/>
              <p:cNvSpPr/>
              <p:nvPr/>
            </p:nvSpPr>
            <p:spPr>
              <a:xfrm>
                <a:off x="1421200" y="11479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68"/>
              <p:cNvSpPr/>
              <p:nvPr/>
            </p:nvSpPr>
            <p:spPr>
              <a:xfrm>
                <a:off x="1604650" y="11479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1009" name="Google Shape;1009;p68"/>
            <p:cNvCxnSpPr/>
            <p:nvPr/>
          </p:nvCxnSpPr>
          <p:spPr>
            <a:xfrm>
              <a:off x="720000" y="3277925"/>
              <a:ext cx="6108900" cy="0"/>
            </a:xfrm>
            <a:prstGeom prst="straightConnector1">
              <a:avLst/>
            </a:prstGeom>
            <a:noFill/>
            <a:ln cap="flat" cmpd="sng" w="9525">
              <a:solidFill>
                <a:schemeClr val="dk2"/>
              </a:solidFill>
              <a:prstDash val="solid"/>
              <a:round/>
              <a:headEnd len="sm" w="sm" type="none"/>
              <a:tailEnd len="sm" w="sm" type="none"/>
            </a:ln>
          </p:spPr>
        </p:cxnSp>
      </p:grpSp>
      <p:sp>
        <p:nvSpPr>
          <p:cNvPr id="1010" name="Google Shape;1010;p68"/>
          <p:cNvSpPr txBox="1"/>
          <p:nvPr>
            <p:ph type="title"/>
          </p:nvPr>
        </p:nvSpPr>
        <p:spPr>
          <a:xfrm>
            <a:off x="1102425" y="3358550"/>
            <a:ext cx="5364600" cy="5319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800">
                <a:solidFill>
                  <a:schemeClr val="lt2"/>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011" name="Google Shape;1011;p68"/>
          <p:cNvSpPr txBox="1"/>
          <p:nvPr>
            <p:ph idx="1" type="subTitle"/>
          </p:nvPr>
        </p:nvSpPr>
        <p:spPr>
          <a:xfrm>
            <a:off x="1102500" y="1625300"/>
            <a:ext cx="5364600" cy="16185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25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2">
    <p:spTree>
      <p:nvGrpSpPr>
        <p:cNvPr id="1012" name="Shape 1012"/>
        <p:cNvGrpSpPr/>
        <p:nvPr/>
      </p:nvGrpSpPr>
      <p:grpSpPr>
        <a:xfrm>
          <a:off x="0" y="0"/>
          <a:ext cx="0" cy="0"/>
          <a:chOff x="0" y="0"/>
          <a:chExt cx="0" cy="0"/>
        </a:xfrm>
      </p:grpSpPr>
      <p:grpSp>
        <p:nvGrpSpPr>
          <p:cNvPr id="1013" name="Google Shape;1013;p69"/>
          <p:cNvGrpSpPr/>
          <p:nvPr/>
        </p:nvGrpSpPr>
        <p:grpSpPr>
          <a:xfrm rot="-946651">
            <a:off x="950563" y="1671102"/>
            <a:ext cx="826526" cy="831268"/>
            <a:chOff x="3178525" y="2232075"/>
            <a:chExt cx="1315775" cy="1323325"/>
          </a:xfrm>
        </p:grpSpPr>
        <p:sp>
          <p:nvSpPr>
            <p:cNvPr id="1014" name="Google Shape;1014;p69"/>
            <p:cNvSpPr/>
            <p:nvPr/>
          </p:nvSpPr>
          <p:spPr>
            <a:xfrm>
              <a:off x="3589500" y="3188250"/>
              <a:ext cx="512050" cy="367150"/>
            </a:xfrm>
            <a:custGeom>
              <a:rect b="b" l="l" r="r" t="t"/>
              <a:pathLst>
                <a:path extrusionOk="0" h="14686" w="20482">
                  <a:moveTo>
                    <a:pt x="1157" y="0"/>
                  </a:moveTo>
                  <a:lnTo>
                    <a:pt x="0" y="14686"/>
                  </a:lnTo>
                  <a:lnTo>
                    <a:pt x="20482" y="14686"/>
                  </a:lnTo>
                  <a:lnTo>
                    <a:pt x="20069" y="5268"/>
                  </a:lnTo>
                  <a:lnTo>
                    <a:pt x="1157"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69"/>
            <p:cNvSpPr/>
            <p:nvPr/>
          </p:nvSpPr>
          <p:spPr>
            <a:xfrm>
              <a:off x="3605575" y="3188250"/>
              <a:ext cx="492100" cy="278850"/>
            </a:xfrm>
            <a:custGeom>
              <a:rect b="b" l="l" r="r" t="t"/>
              <a:pathLst>
                <a:path extrusionOk="0" h="11154" w="19684">
                  <a:moveTo>
                    <a:pt x="514" y="0"/>
                  </a:moveTo>
                  <a:lnTo>
                    <a:pt x="1" y="6526"/>
                  </a:lnTo>
                  <a:cubicBezTo>
                    <a:pt x="6529" y="8209"/>
                    <a:pt x="13092" y="9744"/>
                    <a:pt x="19683" y="11153"/>
                  </a:cubicBezTo>
                  <a:lnTo>
                    <a:pt x="19426" y="5268"/>
                  </a:lnTo>
                  <a:lnTo>
                    <a:pt x="51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69"/>
            <p:cNvSpPr/>
            <p:nvPr/>
          </p:nvSpPr>
          <p:spPr>
            <a:xfrm>
              <a:off x="3334450" y="2232075"/>
              <a:ext cx="1076325" cy="1150150"/>
            </a:xfrm>
            <a:custGeom>
              <a:rect b="b" l="l" r="r" t="t"/>
              <a:pathLst>
                <a:path extrusionOk="0" h="46006" w="43053">
                  <a:moveTo>
                    <a:pt x="18586" y="0"/>
                  </a:moveTo>
                  <a:cubicBezTo>
                    <a:pt x="7322" y="0"/>
                    <a:pt x="1" y="7800"/>
                    <a:pt x="1" y="21096"/>
                  </a:cubicBezTo>
                  <a:cubicBezTo>
                    <a:pt x="1" y="37484"/>
                    <a:pt x="14630" y="41268"/>
                    <a:pt x="22642" y="44080"/>
                  </a:cubicBezTo>
                  <a:cubicBezTo>
                    <a:pt x="26363" y="45386"/>
                    <a:pt x="29846" y="46005"/>
                    <a:pt x="32463" y="46005"/>
                  </a:cubicBezTo>
                  <a:cubicBezTo>
                    <a:pt x="35179" y="46005"/>
                    <a:pt x="36961" y="45339"/>
                    <a:pt x="37109" y="44080"/>
                  </a:cubicBezTo>
                  <a:cubicBezTo>
                    <a:pt x="37401" y="41609"/>
                    <a:pt x="38279" y="31408"/>
                    <a:pt x="38279" y="31408"/>
                  </a:cubicBezTo>
                  <a:cubicBezTo>
                    <a:pt x="38279" y="31408"/>
                    <a:pt x="39674" y="31529"/>
                    <a:pt x="40886" y="31529"/>
                  </a:cubicBezTo>
                  <a:cubicBezTo>
                    <a:pt x="41695" y="31529"/>
                    <a:pt x="42424" y="31475"/>
                    <a:pt x="42603" y="31296"/>
                  </a:cubicBezTo>
                  <a:cubicBezTo>
                    <a:pt x="43052" y="30846"/>
                    <a:pt x="39790" y="805"/>
                    <a:pt x="19560" y="20"/>
                  </a:cubicBezTo>
                  <a:cubicBezTo>
                    <a:pt x="19232" y="7"/>
                    <a:pt x="18908" y="0"/>
                    <a:pt x="1858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69"/>
            <p:cNvSpPr/>
            <p:nvPr/>
          </p:nvSpPr>
          <p:spPr>
            <a:xfrm>
              <a:off x="3509463" y="2232100"/>
              <a:ext cx="909075" cy="1150100"/>
            </a:xfrm>
            <a:custGeom>
              <a:rect b="b" l="l" r="r" t="t"/>
              <a:pathLst>
                <a:path extrusionOk="0" h="46004" w="36363">
                  <a:moveTo>
                    <a:pt x="11901" y="0"/>
                  </a:moveTo>
                  <a:cubicBezTo>
                    <a:pt x="9993" y="0"/>
                    <a:pt x="8199" y="227"/>
                    <a:pt x="6533" y="663"/>
                  </a:cubicBezTo>
                  <a:cubicBezTo>
                    <a:pt x="12150" y="4652"/>
                    <a:pt x="16036" y="10567"/>
                    <a:pt x="15248" y="18104"/>
                  </a:cubicBezTo>
                  <a:cubicBezTo>
                    <a:pt x="14316" y="27020"/>
                    <a:pt x="8030" y="34015"/>
                    <a:pt x="0" y="36398"/>
                  </a:cubicBezTo>
                  <a:cubicBezTo>
                    <a:pt x="4905" y="40623"/>
                    <a:pt x="11466" y="42504"/>
                    <a:pt x="15952" y="44078"/>
                  </a:cubicBezTo>
                  <a:cubicBezTo>
                    <a:pt x="19672" y="45384"/>
                    <a:pt x="23156" y="46004"/>
                    <a:pt x="25773" y="46004"/>
                  </a:cubicBezTo>
                  <a:cubicBezTo>
                    <a:pt x="28489" y="46004"/>
                    <a:pt x="30273" y="45337"/>
                    <a:pt x="30421" y="44078"/>
                  </a:cubicBezTo>
                  <a:cubicBezTo>
                    <a:pt x="30711" y="41607"/>
                    <a:pt x="31589" y="31407"/>
                    <a:pt x="31589" y="31407"/>
                  </a:cubicBezTo>
                  <a:cubicBezTo>
                    <a:pt x="31589" y="31407"/>
                    <a:pt x="32983" y="31528"/>
                    <a:pt x="34195" y="31528"/>
                  </a:cubicBezTo>
                  <a:cubicBezTo>
                    <a:pt x="35005" y="31528"/>
                    <a:pt x="35734" y="31474"/>
                    <a:pt x="35914" y="31295"/>
                  </a:cubicBezTo>
                  <a:cubicBezTo>
                    <a:pt x="36362" y="30845"/>
                    <a:pt x="33099" y="805"/>
                    <a:pt x="12869" y="20"/>
                  </a:cubicBezTo>
                  <a:cubicBezTo>
                    <a:pt x="12543" y="7"/>
                    <a:pt x="12221" y="0"/>
                    <a:pt x="1190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69"/>
            <p:cNvSpPr/>
            <p:nvPr/>
          </p:nvSpPr>
          <p:spPr>
            <a:xfrm>
              <a:off x="3867000" y="2337675"/>
              <a:ext cx="553125" cy="917675"/>
            </a:xfrm>
            <a:custGeom>
              <a:rect b="b" l="l" r="r" t="t"/>
              <a:pathLst>
                <a:path extrusionOk="0" h="36707" w="22125">
                  <a:moveTo>
                    <a:pt x="8817" y="1"/>
                  </a:moveTo>
                  <a:cubicBezTo>
                    <a:pt x="7336" y="1"/>
                    <a:pt x="5290" y="1695"/>
                    <a:pt x="5128" y="5811"/>
                  </a:cubicBezTo>
                  <a:cubicBezTo>
                    <a:pt x="4935" y="10704"/>
                    <a:pt x="6728" y="14776"/>
                    <a:pt x="3364" y="18159"/>
                  </a:cubicBezTo>
                  <a:cubicBezTo>
                    <a:pt x="1" y="21541"/>
                    <a:pt x="1421" y="25055"/>
                    <a:pt x="3364" y="28791"/>
                  </a:cubicBezTo>
                  <a:cubicBezTo>
                    <a:pt x="5228" y="32374"/>
                    <a:pt x="12468" y="36707"/>
                    <a:pt x="15711" y="36707"/>
                  </a:cubicBezTo>
                  <a:cubicBezTo>
                    <a:pt x="15849" y="36707"/>
                    <a:pt x="15981" y="36699"/>
                    <a:pt x="16104" y="36682"/>
                  </a:cubicBezTo>
                  <a:cubicBezTo>
                    <a:pt x="16728" y="36600"/>
                    <a:pt x="17294" y="27819"/>
                    <a:pt x="17294" y="27819"/>
                  </a:cubicBezTo>
                  <a:cubicBezTo>
                    <a:pt x="17294" y="27819"/>
                    <a:pt x="21327" y="27669"/>
                    <a:pt x="21725" y="27446"/>
                  </a:cubicBezTo>
                  <a:cubicBezTo>
                    <a:pt x="22125" y="27221"/>
                    <a:pt x="19232" y="5198"/>
                    <a:pt x="9579" y="177"/>
                  </a:cubicBezTo>
                  <a:cubicBezTo>
                    <a:pt x="9356" y="61"/>
                    <a:pt x="9096" y="1"/>
                    <a:pt x="881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69"/>
            <p:cNvSpPr/>
            <p:nvPr/>
          </p:nvSpPr>
          <p:spPr>
            <a:xfrm>
              <a:off x="3450550" y="2531075"/>
              <a:ext cx="342450" cy="342450"/>
            </a:xfrm>
            <a:custGeom>
              <a:rect b="b" l="l" r="r" t="t"/>
              <a:pathLst>
                <a:path extrusionOk="0" h="13698" w="13698">
                  <a:moveTo>
                    <a:pt x="6849" y="0"/>
                  </a:moveTo>
                  <a:cubicBezTo>
                    <a:pt x="5033" y="0"/>
                    <a:pt x="3291" y="722"/>
                    <a:pt x="2006" y="2006"/>
                  </a:cubicBezTo>
                  <a:cubicBezTo>
                    <a:pt x="722" y="3291"/>
                    <a:pt x="0" y="5032"/>
                    <a:pt x="0" y="6849"/>
                  </a:cubicBezTo>
                  <a:cubicBezTo>
                    <a:pt x="0" y="8665"/>
                    <a:pt x="722" y="10407"/>
                    <a:pt x="2006" y="11691"/>
                  </a:cubicBezTo>
                  <a:cubicBezTo>
                    <a:pt x="3291" y="12976"/>
                    <a:pt x="5033" y="13697"/>
                    <a:pt x="6849" y="13697"/>
                  </a:cubicBezTo>
                  <a:cubicBezTo>
                    <a:pt x="8666" y="13697"/>
                    <a:pt x="10408" y="12976"/>
                    <a:pt x="11692" y="11691"/>
                  </a:cubicBezTo>
                  <a:cubicBezTo>
                    <a:pt x="12977" y="10407"/>
                    <a:pt x="13697" y="8665"/>
                    <a:pt x="13697" y="6849"/>
                  </a:cubicBezTo>
                  <a:cubicBezTo>
                    <a:pt x="13697" y="5032"/>
                    <a:pt x="12977" y="3291"/>
                    <a:pt x="11692" y="2006"/>
                  </a:cubicBezTo>
                  <a:cubicBezTo>
                    <a:pt x="10408" y="722"/>
                    <a:pt x="8666" y="0"/>
                    <a:pt x="684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69"/>
            <p:cNvSpPr/>
            <p:nvPr/>
          </p:nvSpPr>
          <p:spPr>
            <a:xfrm>
              <a:off x="3474050" y="2549050"/>
              <a:ext cx="319000" cy="324450"/>
            </a:xfrm>
            <a:custGeom>
              <a:rect b="b" l="l" r="r" t="t"/>
              <a:pathLst>
                <a:path extrusionOk="0" h="12978" w="12760">
                  <a:moveTo>
                    <a:pt x="8954" y="1"/>
                  </a:moveTo>
                  <a:lnTo>
                    <a:pt x="8954" y="1"/>
                  </a:lnTo>
                  <a:cubicBezTo>
                    <a:pt x="9109" y="694"/>
                    <a:pt x="9169" y="1427"/>
                    <a:pt x="9109" y="2201"/>
                  </a:cubicBezTo>
                  <a:cubicBezTo>
                    <a:pt x="8719" y="7183"/>
                    <a:pt x="4403" y="9391"/>
                    <a:pt x="1" y="9577"/>
                  </a:cubicBezTo>
                  <a:cubicBezTo>
                    <a:pt x="1190" y="11609"/>
                    <a:pt x="3388" y="12977"/>
                    <a:pt x="5910" y="12977"/>
                  </a:cubicBezTo>
                  <a:cubicBezTo>
                    <a:pt x="9693" y="12977"/>
                    <a:pt x="12759" y="9911"/>
                    <a:pt x="12759" y="6128"/>
                  </a:cubicBezTo>
                  <a:cubicBezTo>
                    <a:pt x="12758" y="3442"/>
                    <a:pt x="11206" y="1123"/>
                    <a:pt x="895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 name="Google Shape;1021;p69"/>
            <p:cNvSpPr/>
            <p:nvPr/>
          </p:nvSpPr>
          <p:spPr>
            <a:xfrm>
              <a:off x="3475025" y="2601375"/>
              <a:ext cx="81025" cy="145175"/>
            </a:xfrm>
            <a:custGeom>
              <a:rect b="b" l="l" r="r" t="t"/>
              <a:pathLst>
                <a:path extrusionOk="0" h="5807" w="3241">
                  <a:moveTo>
                    <a:pt x="2484" y="0"/>
                  </a:moveTo>
                  <a:cubicBezTo>
                    <a:pt x="2371" y="0"/>
                    <a:pt x="2254" y="40"/>
                    <a:pt x="2149" y="135"/>
                  </a:cubicBezTo>
                  <a:cubicBezTo>
                    <a:pt x="634" y="1485"/>
                    <a:pt x="0" y="3458"/>
                    <a:pt x="355" y="5443"/>
                  </a:cubicBezTo>
                  <a:cubicBezTo>
                    <a:pt x="401" y="5697"/>
                    <a:pt x="583" y="5807"/>
                    <a:pt x="778" y="5807"/>
                  </a:cubicBezTo>
                  <a:cubicBezTo>
                    <a:pt x="1072" y="5807"/>
                    <a:pt x="1397" y="5557"/>
                    <a:pt x="1329" y="5175"/>
                  </a:cubicBezTo>
                  <a:cubicBezTo>
                    <a:pt x="1035" y="3534"/>
                    <a:pt x="1628" y="1949"/>
                    <a:pt x="2862" y="847"/>
                  </a:cubicBezTo>
                  <a:cubicBezTo>
                    <a:pt x="3241" y="509"/>
                    <a:pt x="2887" y="0"/>
                    <a:pt x="248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69"/>
            <p:cNvSpPr/>
            <p:nvPr/>
          </p:nvSpPr>
          <p:spPr>
            <a:xfrm>
              <a:off x="3550975" y="2568675"/>
              <a:ext cx="74950" cy="37675"/>
            </a:xfrm>
            <a:custGeom>
              <a:rect b="b" l="l" r="r" t="t"/>
              <a:pathLst>
                <a:path extrusionOk="0" h="1507" w="2998">
                  <a:moveTo>
                    <a:pt x="2252" y="1"/>
                  </a:moveTo>
                  <a:cubicBezTo>
                    <a:pt x="2215" y="1"/>
                    <a:pt x="2176" y="5"/>
                    <a:pt x="2135" y="13"/>
                  </a:cubicBezTo>
                  <a:cubicBezTo>
                    <a:pt x="1567" y="132"/>
                    <a:pt x="1026" y="327"/>
                    <a:pt x="505" y="580"/>
                  </a:cubicBezTo>
                  <a:cubicBezTo>
                    <a:pt x="0" y="825"/>
                    <a:pt x="312" y="1507"/>
                    <a:pt x="781" y="1507"/>
                  </a:cubicBezTo>
                  <a:cubicBezTo>
                    <a:pt x="856" y="1507"/>
                    <a:pt x="934" y="1490"/>
                    <a:pt x="1014" y="1451"/>
                  </a:cubicBezTo>
                  <a:cubicBezTo>
                    <a:pt x="1458" y="1237"/>
                    <a:pt x="1922" y="1087"/>
                    <a:pt x="2403" y="987"/>
                  </a:cubicBezTo>
                  <a:cubicBezTo>
                    <a:pt x="2998" y="862"/>
                    <a:pt x="2800" y="1"/>
                    <a:pt x="225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 name="Google Shape;1023;p69"/>
            <p:cNvSpPr/>
            <p:nvPr/>
          </p:nvSpPr>
          <p:spPr>
            <a:xfrm>
              <a:off x="3374275" y="2393400"/>
              <a:ext cx="194875" cy="280550"/>
            </a:xfrm>
            <a:custGeom>
              <a:rect b="b" l="l" r="r" t="t"/>
              <a:pathLst>
                <a:path extrusionOk="0" h="11222" w="7795">
                  <a:moveTo>
                    <a:pt x="6754" y="0"/>
                  </a:moveTo>
                  <a:cubicBezTo>
                    <a:pt x="6606" y="0"/>
                    <a:pt x="6453" y="48"/>
                    <a:pt x="6313" y="162"/>
                  </a:cubicBezTo>
                  <a:cubicBezTo>
                    <a:pt x="3106" y="2783"/>
                    <a:pt x="957" y="6326"/>
                    <a:pt x="106" y="10379"/>
                  </a:cubicBezTo>
                  <a:cubicBezTo>
                    <a:pt x="0" y="10888"/>
                    <a:pt x="427" y="11221"/>
                    <a:pt x="823" y="11221"/>
                  </a:cubicBezTo>
                  <a:cubicBezTo>
                    <a:pt x="1085" y="11221"/>
                    <a:pt x="1334" y="11075"/>
                    <a:pt x="1405" y="10737"/>
                  </a:cubicBezTo>
                  <a:cubicBezTo>
                    <a:pt x="2213" y="6889"/>
                    <a:pt x="4221" y="3600"/>
                    <a:pt x="7264" y="1115"/>
                  </a:cubicBezTo>
                  <a:cubicBezTo>
                    <a:pt x="7795" y="681"/>
                    <a:pt x="7309" y="0"/>
                    <a:pt x="675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 name="Google Shape;1024;p69"/>
            <p:cNvSpPr/>
            <p:nvPr/>
          </p:nvSpPr>
          <p:spPr>
            <a:xfrm>
              <a:off x="3558625" y="2336925"/>
              <a:ext cx="107675" cy="56425"/>
            </a:xfrm>
            <a:custGeom>
              <a:rect b="b" l="l" r="r" t="t"/>
              <a:pathLst>
                <a:path extrusionOk="0" h="2257" w="4307">
                  <a:moveTo>
                    <a:pt x="3517" y="0"/>
                  </a:moveTo>
                  <a:cubicBezTo>
                    <a:pt x="3493" y="0"/>
                    <a:pt x="3469" y="1"/>
                    <a:pt x="3444" y="4"/>
                  </a:cubicBezTo>
                  <a:cubicBezTo>
                    <a:pt x="2419" y="99"/>
                    <a:pt x="1461" y="409"/>
                    <a:pt x="601" y="980"/>
                  </a:cubicBezTo>
                  <a:cubicBezTo>
                    <a:pt x="0" y="1379"/>
                    <a:pt x="370" y="2257"/>
                    <a:pt x="929" y="2257"/>
                  </a:cubicBezTo>
                  <a:cubicBezTo>
                    <a:pt x="1040" y="2257"/>
                    <a:pt x="1159" y="2222"/>
                    <a:pt x="1278" y="2143"/>
                  </a:cubicBezTo>
                  <a:cubicBezTo>
                    <a:pt x="1936" y="1707"/>
                    <a:pt x="2655" y="1423"/>
                    <a:pt x="3444" y="1349"/>
                  </a:cubicBezTo>
                  <a:cubicBezTo>
                    <a:pt x="4275" y="1272"/>
                    <a:pt x="4306" y="0"/>
                    <a:pt x="351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 name="Google Shape;1025;p69"/>
            <p:cNvSpPr/>
            <p:nvPr/>
          </p:nvSpPr>
          <p:spPr>
            <a:xfrm>
              <a:off x="3251100" y="2439425"/>
              <a:ext cx="84450" cy="376250"/>
            </a:xfrm>
            <a:custGeom>
              <a:rect b="b" l="l" r="r" t="t"/>
              <a:pathLst>
                <a:path extrusionOk="0" h="15050" w="3378">
                  <a:moveTo>
                    <a:pt x="2561" y="0"/>
                  </a:moveTo>
                  <a:cubicBezTo>
                    <a:pt x="2293" y="0"/>
                    <a:pt x="2028" y="142"/>
                    <a:pt x="1927" y="470"/>
                  </a:cubicBezTo>
                  <a:cubicBezTo>
                    <a:pt x="529" y="5011"/>
                    <a:pt x="0" y="9666"/>
                    <a:pt x="356" y="14404"/>
                  </a:cubicBezTo>
                  <a:cubicBezTo>
                    <a:pt x="389" y="14834"/>
                    <a:pt x="742" y="15050"/>
                    <a:pt x="1079" y="15050"/>
                  </a:cubicBezTo>
                  <a:cubicBezTo>
                    <a:pt x="1415" y="15050"/>
                    <a:pt x="1734" y="14835"/>
                    <a:pt x="1702" y="14404"/>
                  </a:cubicBezTo>
                  <a:cubicBezTo>
                    <a:pt x="1356" y="9783"/>
                    <a:pt x="1861" y="5257"/>
                    <a:pt x="3224" y="826"/>
                  </a:cubicBezTo>
                  <a:cubicBezTo>
                    <a:pt x="3378" y="327"/>
                    <a:pt x="2967" y="0"/>
                    <a:pt x="2561"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 name="Google Shape;1026;p69"/>
            <p:cNvSpPr/>
            <p:nvPr/>
          </p:nvSpPr>
          <p:spPr>
            <a:xfrm>
              <a:off x="3272525" y="2870825"/>
              <a:ext cx="70000" cy="115850"/>
            </a:xfrm>
            <a:custGeom>
              <a:rect b="b" l="l" r="r" t="t"/>
              <a:pathLst>
                <a:path extrusionOk="0" h="4634" w="2800">
                  <a:moveTo>
                    <a:pt x="822" y="1"/>
                  </a:moveTo>
                  <a:cubicBezTo>
                    <a:pt x="424" y="1"/>
                    <a:pt x="0" y="332"/>
                    <a:pt x="114" y="840"/>
                  </a:cubicBezTo>
                  <a:cubicBezTo>
                    <a:pt x="385" y="2043"/>
                    <a:pt x="810" y="3194"/>
                    <a:pt x="1368" y="4294"/>
                  </a:cubicBezTo>
                  <a:cubicBezTo>
                    <a:pt x="1491" y="4534"/>
                    <a:pt x="1687" y="4634"/>
                    <a:pt x="1888" y="4634"/>
                  </a:cubicBezTo>
                  <a:cubicBezTo>
                    <a:pt x="2333" y="4634"/>
                    <a:pt x="2800" y="4146"/>
                    <a:pt x="2530" y="3614"/>
                  </a:cubicBezTo>
                  <a:cubicBezTo>
                    <a:pt x="2022" y="2616"/>
                    <a:pt x="1658" y="1576"/>
                    <a:pt x="1413" y="482"/>
                  </a:cubicBezTo>
                  <a:cubicBezTo>
                    <a:pt x="1337" y="146"/>
                    <a:pt x="1085" y="1"/>
                    <a:pt x="822"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 name="Google Shape;1027;p69"/>
            <p:cNvSpPr/>
            <p:nvPr/>
          </p:nvSpPr>
          <p:spPr>
            <a:xfrm>
              <a:off x="4101400" y="2242300"/>
              <a:ext cx="281975" cy="298300"/>
            </a:xfrm>
            <a:custGeom>
              <a:rect b="b" l="l" r="r" t="t"/>
              <a:pathLst>
                <a:path extrusionOk="0" h="11932" w="11279">
                  <a:moveTo>
                    <a:pt x="1060" y="1"/>
                  </a:moveTo>
                  <a:cubicBezTo>
                    <a:pt x="495" y="1"/>
                    <a:pt x="0" y="685"/>
                    <a:pt x="543" y="1106"/>
                  </a:cubicBezTo>
                  <a:cubicBezTo>
                    <a:pt x="4290" y="4013"/>
                    <a:pt x="7396" y="7521"/>
                    <a:pt x="9811" y="11608"/>
                  </a:cubicBezTo>
                  <a:cubicBezTo>
                    <a:pt x="9946" y="11836"/>
                    <a:pt x="10148" y="11931"/>
                    <a:pt x="10352" y="11931"/>
                  </a:cubicBezTo>
                  <a:cubicBezTo>
                    <a:pt x="10813" y="11931"/>
                    <a:pt x="11279" y="11446"/>
                    <a:pt x="10973" y="10928"/>
                  </a:cubicBezTo>
                  <a:cubicBezTo>
                    <a:pt x="8505" y="6749"/>
                    <a:pt x="5330" y="3129"/>
                    <a:pt x="1495" y="154"/>
                  </a:cubicBezTo>
                  <a:cubicBezTo>
                    <a:pt x="1357" y="47"/>
                    <a:pt x="1206" y="1"/>
                    <a:pt x="106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 name="Google Shape;1028;p69"/>
            <p:cNvSpPr/>
            <p:nvPr/>
          </p:nvSpPr>
          <p:spPr>
            <a:xfrm>
              <a:off x="4368675" y="2578950"/>
              <a:ext cx="61525" cy="102575"/>
            </a:xfrm>
            <a:custGeom>
              <a:rect b="b" l="l" r="r" t="t"/>
              <a:pathLst>
                <a:path extrusionOk="0" h="4103" w="2461">
                  <a:moveTo>
                    <a:pt x="817" y="1"/>
                  </a:moveTo>
                  <a:cubicBezTo>
                    <a:pt x="412" y="1"/>
                    <a:pt x="0" y="328"/>
                    <a:pt x="153" y="829"/>
                  </a:cubicBezTo>
                  <a:cubicBezTo>
                    <a:pt x="439" y="1763"/>
                    <a:pt x="724" y="2697"/>
                    <a:pt x="1009" y="3633"/>
                  </a:cubicBezTo>
                  <a:cubicBezTo>
                    <a:pt x="1109" y="3960"/>
                    <a:pt x="1375" y="4102"/>
                    <a:pt x="1642" y="4102"/>
                  </a:cubicBezTo>
                  <a:cubicBezTo>
                    <a:pt x="2049" y="4102"/>
                    <a:pt x="2460" y="3775"/>
                    <a:pt x="2306" y="3274"/>
                  </a:cubicBezTo>
                  <a:cubicBezTo>
                    <a:pt x="2021" y="2341"/>
                    <a:pt x="1736" y="1407"/>
                    <a:pt x="1450" y="471"/>
                  </a:cubicBezTo>
                  <a:cubicBezTo>
                    <a:pt x="1350" y="143"/>
                    <a:pt x="1085" y="1"/>
                    <a:pt x="817"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 name="Google Shape;1029;p69"/>
            <p:cNvSpPr/>
            <p:nvPr/>
          </p:nvSpPr>
          <p:spPr>
            <a:xfrm>
              <a:off x="4352950" y="2373875"/>
              <a:ext cx="141350" cy="275700"/>
            </a:xfrm>
            <a:custGeom>
              <a:rect b="b" l="l" r="r" t="t"/>
              <a:pathLst>
                <a:path extrusionOk="0" h="11028" w="5654">
                  <a:moveTo>
                    <a:pt x="921" y="1"/>
                  </a:moveTo>
                  <a:cubicBezTo>
                    <a:pt x="466" y="1"/>
                    <a:pt x="1" y="485"/>
                    <a:pt x="296" y="1008"/>
                  </a:cubicBezTo>
                  <a:cubicBezTo>
                    <a:pt x="2003" y="4031"/>
                    <a:pt x="3304" y="7203"/>
                    <a:pt x="4219" y="10551"/>
                  </a:cubicBezTo>
                  <a:cubicBezTo>
                    <a:pt x="4309" y="10884"/>
                    <a:pt x="4569" y="11027"/>
                    <a:pt x="4835" y="11027"/>
                  </a:cubicBezTo>
                  <a:cubicBezTo>
                    <a:pt x="5238" y="11027"/>
                    <a:pt x="5653" y="10698"/>
                    <a:pt x="5516" y="10194"/>
                  </a:cubicBezTo>
                  <a:cubicBezTo>
                    <a:pt x="4572" y="6734"/>
                    <a:pt x="3219" y="3451"/>
                    <a:pt x="1458" y="330"/>
                  </a:cubicBezTo>
                  <a:cubicBezTo>
                    <a:pt x="1326" y="97"/>
                    <a:pt x="1125" y="1"/>
                    <a:pt x="921"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 name="Google Shape;1030;p69"/>
            <p:cNvSpPr/>
            <p:nvPr/>
          </p:nvSpPr>
          <p:spPr>
            <a:xfrm>
              <a:off x="3178525" y="2753625"/>
              <a:ext cx="83300" cy="260625"/>
            </a:xfrm>
            <a:custGeom>
              <a:rect b="b" l="l" r="r" t="t"/>
              <a:pathLst>
                <a:path extrusionOk="0" h="10425" w="3332">
                  <a:moveTo>
                    <a:pt x="643" y="0"/>
                  </a:moveTo>
                  <a:cubicBezTo>
                    <a:pt x="307" y="0"/>
                    <a:pt x="0" y="212"/>
                    <a:pt x="56" y="639"/>
                  </a:cubicBezTo>
                  <a:cubicBezTo>
                    <a:pt x="461" y="3787"/>
                    <a:pt x="1065" y="6885"/>
                    <a:pt x="1898" y="9948"/>
                  </a:cubicBezTo>
                  <a:cubicBezTo>
                    <a:pt x="1988" y="10280"/>
                    <a:pt x="2248" y="10424"/>
                    <a:pt x="2514" y="10424"/>
                  </a:cubicBezTo>
                  <a:cubicBezTo>
                    <a:pt x="2916" y="10424"/>
                    <a:pt x="3332" y="10095"/>
                    <a:pt x="3195" y="9591"/>
                  </a:cubicBezTo>
                  <a:cubicBezTo>
                    <a:pt x="2394" y="6646"/>
                    <a:pt x="1791" y="3665"/>
                    <a:pt x="1401" y="639"/>
                  </a:cubicBezTo>
                  <a:cubicBezTo>
                    <a:pt x="1346" y="215"/>
                    <a:pt x="980" y="0"/>
                    <a:pt x="643"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 name="Google Shape;1031;p69"/>
            <p:cNvSpPr/>
            <p:nvPr/>
          </p:nvSpPr>
          <p:spPr>
            <a:xfrm>
              <a:off x="3248850" y="3053150"/>
              <a:ext cx="79350" cy="105200"/>
            </a:xfrm>
            <a:custGeom>
              <a:rect b="b" l="l" r="r" t="t"/>
              <a:pathLst>
                <a:path extrusionOk="0" h="4208" w="3174">
                  <a:moveTo>
                    <a:pt x="903" y="0"/>
                  </a:moveTo>
                  <a:cubicBezTo>
                    <a:pt x="471" y="0"/>
                    <a:pt x="0" y="491"/>
                    <a:pt x="238" y="1030"/>
                  </a:cubicBezTo>
                  <a:cubicBezTo>
                    <a:pt x="673" y="2011"/>
                    <a:pt x="1162" y="2961"/>
                    <a:pt x="1706" y="3884"/>
                  </a:cubicBezTo>
                  <a:cubicBezTo>
                    <a:pt x="1841" y="4113"/>
                    <a:pt x="2044" y="4208"/>
                    <a:pt x="2248" y="4208"/>
                  </a:cubicBezTo>
                  <a:cubicBezTo>
                    <a:pt x="2709" y="4208"/>
                    <a:pt x="3173" y="3724"/>
                    <a:pt x="2867" y="3204"/>
                  </a:cubicBezTo>
                  <a:cubicBezTo>
                    <a:pt x="2324" y="2281"/>
                    <a:pt x="1835" y="1330"/>
                    <a:pt x="1401" y="350"/>
                  </a:cubicBezTo>
                  <a:cubicBezTo>
                    <a:pt x="1291" y="103"/>
                    <a:pt x="1101" y="0"/>
                    <a:pt x="903"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 name="Google Shape;1032;p69"/>
            <p:cNvSpPr/>
            <p:nvPr/>
          </p:nvSpPr>
          <p:spPr>
            <a:xfrm>
              <a:off x="4105450" y="2395900"/>
              <a:ext cx="124950" cy="121850"/>
            </a:xfrm>
            <a:custGeom>
              <a:rect b="b" l="l" r="r" t="t"/>
              <a:pathLst>
                <a:path extrusionOk="0" h="4874" w="4998">
                  <a:moveTo>
                    <a:pt x="1026" y="0"/>
                  </a:moveTo>
                  <a:cubicBezTo>
                    <a:pt x="479" y="0"/>
                    <a:pt x="0" y="680"/>
                    <a:pt x="518" y="1123"/>
                  </a:cubicBezTo>
                  <a:cubicBezTo>
                    <a:pt x="1687" y="2122"/>
                    <a:pt x="2687" y="3262"/>
                    <a:pt x="3512" y="4560"/>
                  </a:cubicBezTo>
                  <a:cubicBezTo>
                    <a:pt x="3652" y="4782"/>
                    <a:pt x="3858" y="4874"/>
                    <a:pt x="4063" y="4874"/>
                  </a:cubicBezTo>
                  <a:cubicBezTo>
                    <a:pt x="4532" y="4874"/>
                    <a:pt x="4998" y="4392"/>
                    <a:pt x="4674" y="3880"/>
                  </a:cubicBezTo>
                  <a:cubicBezTo>
                    <a:pt x="3791" y="2490"/>
                    <a:pt x="2723" y="1243"/>
                    <a:pt x="1469" y="171"/>
                  </a:cubicBezTo>
                  <a:cubicBezTo>
                    <a:pt x="1329" y="51"/>
                    <a:pt x="1175" y="0"/>
                    <a:pt x="102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 name="Google Shape;1033;p69"/>
            <p:cNvSpPr/>
            <p:nvPr/>
          </p:nvSpPr>
          <p:spPr>
            <a:xfrm>
              <a:off x="4218150" y="2534600"/>
              <a:ext cx="115100" cy="207100"/>
            </a:xfrm>
            <a:custGeom>
              <a:rect b="b" l="l" r="r" t="t"/>
              <a:pathLst>
                <a:path extrusionOk="0" h="8284" w="4604">
                  <a:moveTo>
                    <a:pt x="905" y="1"/>
                  </a:moveTo>
                  <a:cubicBezTo>
                    <a:pt x="471" y="1"/>
                    <a:pt x="0" y="491"/>
                    <a:pt x="242" y="1029"/>
                  </a:cubicBezTo>
                  <a:cubicBezTo>
                    <a:pt x="1251" y="3275"/>
                    <a:pt x="2207" y="5543"/>
                    <a:pt x="3113" y="7834"/>
                  </a:cubicBezTo>
                  <a:cubicBezTo>
                    <a:pt x="3237" y="8148"/>
                    <a:pt x="3515" y="8284"/>
                    <a:pt x="3786" y="8284"/>
                  </a:cubicBezTo>
                  <a:cubicBezTo>
                    <a:pt x="4203" y="8284"/>
                    <a:pt x="4603" y="7964"/>
                    <a:pt x="4411" y="7476"/>
                  </a:cubicBezTo>
                  <a:cubicBezTo>
                    <a:pt x="3463" y="5076"/>
                    <a:pt x="2462" y="2702"/>
                    <a:pt x="1404" y="350"/>
                  </a:cubicBezTo>
                  <a:cubicBezTo>
                    <a:pt x="1293" y="103"/>
                    <a:pt x="1103" y="1"/>
                    <a:pt x="90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 name="Google Shape;1034;p69"/>
            <p:cNvSpPr/>
            <p:nvPr/>
          </p:nvSpPr>
          <p:spPr>
            <a:xfrm>
              <a:off x="3789000" y="2258050"/>
              <a:ext cx="29425" cy="29425"/>
            </a:xfrm>
            <a:custGeom>
              <a:rect b="b" l="l" r="r" t="t"/>
              <a:pathLst>
                <a:path extrusionOk="0" h="1177" w="1177">
                  <a:moveTo>
                    <a:pt x="588" y="0"/>
                  </a:moveTo>
                  <a:cubicBezTo>
                    <a:pt x="263" y="0"/>
                    <a:pt x="1" y="263"/>
                    <a:pt x="1" y="589"/>
                  </a:cubicBezTo>
                  <a:cubicBezTo>
                    <a:pt x="1" y="914"/>
                    <a:pt x="263" y="1176"/>
                    <a:pt x="588" y="1176"/>
                  </a:cubicBezTo>
                  <a:cubicBezTo>
                    <a:pt x="914" y="1176"/>
                    <a:pt x="1177" y="914"/>
                    <a:pt x="1177" y="589"/>
                  </a:cubicBezTo>
                  <a:cubicBezTo>
                    <a:pt x="1177" y="263"/>
                    <a:pt x="914" y="0"/>
                    <a:pt x="58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 name="Google Shape;1035;p69"/>
            <p:cNvSpPr/>
            <p:nvPr/>
          </p:nvSpPr>
          <p:spPr>
            <a:xfrm>
              <a:off x="3885800" y="2272725"/>
              <a:ext cx="29425" cy="29450"/>
            </a:xfrm>
            <a:custGeom>
              <a:rect b="b" l="l" r="r" t="t"/>
              <a:pathLst>
                <a:path extrusionOk="0" h="1178" w="1177">
                  <a:moveTo>
                    <a:pt x="589" y="1"/>
                  </a:moveTo>
                  <a:cubicBezTo>
                    <a:pt x="264" y="1"/>
                    <a:pt x="0" y="264"/>
                    <a:pt x="0" y="589"/>
                  </a:cubicBezTo>
                  <a:cubicBezTo>
                    <a:pt x="0" y="914"/>
                    <a:pt x="264" y="1178"/>
                    <a:pt x="589" y="1178"/>
                  </a:cubicBezTo>
                  <a:cubicBezTo>
                    <a:pt x="914" y="1178"/>
                    <a:pt x="1176" y="914"/>
                    <a:pt x="1176" y="589"/>
                  </a:cubicBezTo>
                  <a:cubicBezTo>
                    <a:pt x="1176" y="264"/>
                    <a:pt x="914" y="1"/>
                    <a:pt x="58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 name="Google Shape;1036;p69"/>
            <p:cNvSpPr/>
            <p:nvPr/>
          </p:nvSpPr>
          <p:spPr>
            <a:xfrm>
              <a:off x="3983500" y="2302150"/>
              <a:ext cx="29425" cy="29475"/>
            </a:xfrm>
            <a:custGeom>
              <a:rect b="b" l="l" r="r" t="t"/>
              <a:pathLst>
                <a:path extrusionOk="0" h="1179" w="1177">
                  <a:moveTo>
                    <a:pt x="589" y="1"/>
                  </a:moveTo>
                  <a:cubicBezTo>
                    <a:pt x="264" y="1"/>
                    <a:pt x="0" y="265"/>
                    <a:pt x="0" y="590"/>
                  </a:cubicBezTo>
                  <a:cubicBezTo>
                    <a:pt x="0" y="913"/>
                    <a:pt x="264" y="1178"/>
                    <a:pt x="589" y="1178"/>
                  </a:cubicBezTo>
                  <a:cubicBezTo>
                    <a:pt x="913" y="1178"/>
                    <a:pt x="1176" y="913"/>
                    <a:pt x="1176" y="590"/>
                  </a:cubicBezTo>
                  <a:cubicBezTo>
                    <a:pt x="1176" y="265"/>
                    <a:pt x="913" y="1"/>
                    <a:pt x="58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 name="Google Shape;1037;p69"/>
            <p:cNvSpPr/>
            <p:nvPr/>
          </p:nvSpPr>
          <p:spPr>
            <a:xfrm>
              <a:off x="3633475" y="3120775"/>
              <a:ext cx="29475" cy="29475"/>
            </a:xfrm>
            <a:custGeom>
              <a:rect b="b" l="l" r="r" t="t"/>
              <a:pathLst>
                <a:path extrusionOk="0" h="1179" w="1179">
                  <a:moveTo>
                    <a:pt x="589" y="1"/>
                  </a:moveTo>
                  <a:cubicBezTo>
                    <a:pt x="265" y="1"/>
                    <a:pt x="1" y="265"/>
                    <a:pt x="1" y="589"/>
                  </a:cubicBezTo>
                  <a:cubicBezTo>
                    <a:pt x="1" y="914"/>
                    <a:pt x="265" y="1178"/>
                    <a:pt x="589" y="1178"/>
                  </a:cubicBezTo>
                  <a:cubicBezTo>
                    <a:pt x="914" y="1178"/>
                    <a:pt x="1178" y="914"/>
                    <a:pt x="1178" y="589"/>
                  </a:cubicBezTo>
                  <a:cubicBezTo>
                    <a:pt x="1178" y="265"/>
                    <a:pt x="914" y="1"/>
                    <a:pt x="58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p69"/>
            <p:cNvSpPr/>
            <p:nvPr/>
          </p:nvSpPr>
          <p:spPr>
            <a:xfrm>
              <a:off x="3705075" y="3070375"/>
              <a:ext cx="29425" cy="29450"/>
            </a:xfrm>
            <a:custGeom>
              <a:rect b="b" l="l" r="r" t="t"/>
              <a:pathLst>
                <a:path extrusionOk="0" h="1178" w="1177">
                  <a:moveTo>
                    <a:pt x="588" y="0"/>
                  </a:moveTo>
                  <a:cubicBezTo>
                    <a:pt x="264" y="0"/>
                    <a:pt x="1" y="264"/>
                    <a:pt x="1" y="589"/>
                  </a:cubicBezTo>
                  <a:cubicBezTo>
                    <a:pt x="1" y="913"/>
                    <a:pt x="264" y="1177"/>
                    <a:pt x="588" y="1177"/>
                  </a:cubicBezTo>
                  <a:cubicBezTo>
                    <a:pt x="913" y="1177"/>
                    <a:pt x="1177" y="913"/>
                    <a:pt x="1177" y="589"/>
                  </a:cubicBezTo>
                  <a:cubicBezTo>
                    <a:pt x="1177" y="264"/>
                    <a:pt x="914" y="0"/>
                    <a:pt x="58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69"/>
            <p:cNvSpPr/>
            <p:nvPr/>
          </p:nvSpPr>
          <p:spPr>
            <a:xfrm>
              <a:off x="3621125" y="3494250"/>
              <a:ext cx="235325" cy="34775"/>
            </a:xfrm>
            <a:custGeom>
              <a:rect b="b" l="l" r="r" t="t"/>
              <a:pathLst>
                <a:path extrusionOk="0" h="1391" w="9413">
                  <a:moveTo>
                    <a:pt x="863" y="0"/>
                  </a:moveTo>
                  <a:cubicBezTo>
                    <a:pt x="1" y="0"/>
                    <a:pt x="1" y="1341"/>
                    <a:pt x="867" y="1346"/>
                  </a:cubicBezTo>
                  <a:cubicBezTo>
                    <a:pt x="3426" y="1361"/>
                    <a:pt x="5986" y="1377"/>
                    <a:pt x="8546" y="1391"/>
                  </a:cubicBezTo>
                  <a:cubicBezTo>
                    <a:pt x="8547" y="1391"/>
                    <a:pt x="8549" y="1391"/>
                    <a:pt x="8551" y="1391"/>
                  </a:cubicBezTo>
                  <a:cubicBezTo>
                    <a:pt x="9412" y="1391"/>
                    <a:pt x="9411" y="51"/>
                    <a:pt x="8546" y="45"/>
                  </a:cubicBezTo>
                  <a:cubicBezTo>
                    <a:pt x="5986" y="31"/>
                    <a:pt x="3426" y="15"/>
                    <a:pt x="867" y="0"/>
                  </a:cubicBezTo>
                  <a:cubicBezTo>
                    <a:pt x="866" y="0"/>
                    <a:pt x="864" y="0"/>
                    <a:pt x="86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69"/>
            <p:cNvSpPr/>
            <p:nvPr/>
          </p:nvSpPr>
          <p:spPr>
            <a:xfrm>
              <a:off x="3867725" y="3492350"/>
              <a:ext cx="103675" cy="33650"/>
            </a:xfrm>
            <a:custGeom>
              <a:rect b="b" l="l" r="r" t="t"/>
              <a:pathLst>
                <a:path extrusionOk="0" h="1346" w="4147">
                  <a:moveTo>
                    <a:pt x="868" y="0"/>
                  </a:moveTo>
                  <a:cubicBezTo>
                    <a:pt x="3" y="0"/>
                    <a:pt x="0" y="1346"/>
                    <a:pt x="868" y="1346"/>
                  </a:cubicBezTo>
                  <a:lnTo>
                    <a:pt x="3279" y="1346"/>
                  </a:lnTo>
                  <a:cubicBezTo>
                    <a:pt x="4144" y="1346"/>
                    <a:pt x="4147" y="0"/>
                    <a:pt x="327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 name="Google Shape;1041;p69"/>
            <p:cNvSpPr/>
            <p:nvPr/>
          </p:nvSpPr>
          <p:spPr>
            <a:xfrm>
              <a:off x="4200600" y="2820550"/>
              <a:ext cx="36750" cy="52975"/>
            </a:xfrm>
            <a:custGeom>
              <a:rect b="b" l="l" r="r" t="t"/>
              <a:pathLst>
                <a:path extrusionOk="0" h="2119" w="1470">
                  <a:moveTo>
                    <a:pt x="735" y="1"/>
                  </a:moveTo>
                  <a:cubicBezTo>
                    <a:pt x="329" y="1"/>
                    <a:pt x="1" y="476"/>
                    <a:pt x="1" y="1060"/>
                  </a:cubicBezTo>
                  <a:cubicBezTo>
                    <a:pt x="1" y="1645"/>
                    <a:pt x="329" y="2118"/>
                    <a:pt x="735" y="2118"/>
                  </a:cubicBezTo>
                  <a:cubicBezTo>
                    <a:pt x="1141" y="2118"/>
                    <a:pt x="1469" y="1644"/>
                    <a:pt x="1469" y="1060"/>
                  </a:cubicBezTo>
                  <a:cubicBezTo>
                    <a:pt x="1469" y="476"/>
                    <a:pt x="1141" y="2"/>
                    <a:pt x="735"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1042" name="Google Shape;1042;p69"/>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1043" name="Google Shape;1043;p69"/>
          <p:cNvGrpSpPr/>
          <p:nvPr/>
        </p:nvGrpSpPr>
        <p:grpSpPr>
          <a:xfrm>
            <a:off x="372025" y="321975"/>
            <a:ext cx="8400000" cy="4503300"/>
            <a:chOff x="372025" y="321975"/>
            <a:chExt cx="8400000" cy="4503300"/>
          </a:xfrm>
        </p:grpSpPr>
        <p:grpSp>
          <p:nvGrpSpPr>
            <p:cNvPr id="1044" name="Google Shape;1044;p69"/>
            <p:cNvGrpSpPr/>
            <p:nvPr/>
          </p:nvGrpSpPr>
          <p:grpSpPr>
            <a:xfrm>
              <a:off x="372025" y="321975"/>
              <a:ext cx="8400000" cy="4503300"/>
              <a:chOff x="372025" y="321975"/>
              <a:chExt cx="8400000" cy="4503300"/>
            </a:xfrm>
          </p:grpSpPr>
          <p:sp>
            <p:nvSpPr>
              <p:cNvPr id="1045" name="Google Shape;1045;p69"/>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6" name="Google Shape;1046;p69"/>
              <p:cNvGrpSpPr/>
              <p:nvPr/>
            </p:nvGrpSpPr>
            <p:grpSpPr>
              <a:xfrm>
                <a:off x="372025" y="321975"/>
                <a:ext cx="8400000" cy="4499700"/>
                <a:chOff x="372025" y="321975"/>
                <a:chExt cx="8400000" cy="4499700"/>
              </a:xfrm>
            </p:grpSpPr>
            <p:sp>
              <p:nvSpPr>
                <p:cNvPr id="1047" name="Google Shape;1047;p69"/>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p69"/>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p69"/>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p69"/>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p69"/>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69"/>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53" name="Google Shape;1053;p69"/>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1054" name="Google Shape;1054;p69"/>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
        <p:nvSpPr>
          <p:cNvPr id="1055" name="Google Shape;1055;p69"/>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056" name="Google Shape;1056;p69"/>
          <p:cNvSpPr txBox="1"/>
          <p:nvPr>
            <p:ph idx="1" type="subTitle"/>
          </p:nvPr>
        </p:nvSpPr>
        <p:spPr>
          <a:xfrm>
            <a:off x="720150" y="3967049"/>
            <a:ext cx="7704000" cy="634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057" name="Shape 1057"/>
        <p:cNvGrpSpPr/>
        <p:nvPr/>
      </p:nvGrpSpPr>
      <p:grpSpPr>
        <a:xfrm>
          <a:off x="0" y="0"/>
          <a:ext cx="0" cy="0"/>
          <a:chOff x="0" y="0"/>
          <a:chExt cx="0" cy="0"/>
        </a:xfrm>
      </p:grpSpPr>
      <p:pic>
        <p:nvPicPr>
          <p:cNvPr id="1058" name="Google Shape;1058;p70"/>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1059" name="Google Shape;1059;p70"/>
          <p:cNvGrpSpPr/>
          <p:nvPr/>
        </p:nvGrpSpPr>
        <p:grpSpPr>
          <a:xfrm>
            <a:off x="372025" y="321975"/>
            <a:ext cx="8400000" cy="4503300"/>
            <a:chOff x="372025" y="321975"/>
            <a:chExt cx="8400000" cy="4503300"/>
          </a:xfrm>
        </p:grpSpPr>
        <p:sp>
          <p:nvSpPr>
            <p:cNvPr id="1060" name="Google Shape;1060;p70"/>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1" name="Google Shape;1061;p70"/>
            <p:cNvGrpSpPr/>
            <p:nvPr/>
          </p:nvGrpSpPr>
          <p:grpSpPr>
            <a:xfrm>
              <a:off x="372025" y="321975"/>
              <a:ext cx="8400000" cy="4499700"/>
              <a:chOff x="372025" y="321975"/>
              <a:chExt cx="8400000" cy="4499700"/>
            </a:xfrm>
          </p:grpSpPr>
          <p:sp>
            <p:nvSpPr>
              <p:cNvPr id="1062" name="Google Shape;1062;p70"/>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p70"/>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p70"/>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70"/>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p70"/>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p70"/>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68" name="Google Shape;1068;p70"/>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sp>
        <p:nvSpPr>
          <p:cNvPr id="1069" name="Google Shape;1069;p70"/>
          <p:cNvSpPr txBox="1"/>
          <p:nvPr>
            <p:ph idx="1" type="subTitle"/>
          </p:nvPr>
        </p:nvSpPr>
        <p:spPr>
          <a:xfrm>
            <a:off x="2679300" y="1783825"/>
            <a:ext cx="3785400" cy="1227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070" name="Google Shape;1070;p70"/>
          <p:cNvSpPr txBox="1"/>
          <p:nvPr>
            <p:ph idx="2" type="subTitle"/>
          </p:nvPr>
        </p:nvSpPr>
        <p:spPr>
          <a:xfrm>
            <a:off x="2679302" y="4108550"/>
            <a:ext cx="3785400" cy="37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100"/>
              <a:buNone/>
              <a:defRPr sz="1100"/>
            </a:lvl1pPr>
            <a:lvl2pPr lvl="1" algn="ctr">
              <a:lnSpc>
                <a:spcPct val="100000"/>
              </a:lnSpc>
              <a:spcBef>
                <a:spcPts val="0"/>
              </a:spcBef>
              <a:spcAft>
                <a:spcPts val="0"/>
              </a:spcAft>
              <a:buClr>
                <a:schemeClr val="dk1"/>
              </a:buClr>
              <a:buSzPts val="1100"/>
              <a:buNone/>
              <a:defRPr sz="1100">
                <a:solidFill>
                  <a:schemeClr val="dk1"/>
                </a:solidFill>
              </a:defRPr>
            </a:lvl2pPr>
            <a:lvl3pPr lvl="2" algn="ctr">
              <a:lnSpc>
                <a:spcPct val="100000"/>
              </a:lnSpc>
              <a:spcBef>
                <a:spcPts val="0"/>
              </a:spcBef>
              <a:spcAft>
                <a:spcPts val="0"/>
              </a:spcAft>
              <a:buClr>
                <a:schemeClr val="dk1"/>
              </a:buClr>
              <a:buSzPts val="1100"/>
              <a:buNone/>
              <a:defRPr sz="1100">
                <a:solidFill>
                  <a:schemeClr val="dk1"/>
                </a:solidFill>
              </a:defRPr>
            </a:lvl3pPr>
            <a:lvl4pPr lvl="3" algn="ctr">
              <a:lnSpc>
                <a:spcPct val="100000"/>
              </a:lnSpc>
              <a:spcBef>
                <a:spcPts val="0"/>
              </a:spcBef>
              <a:spcAft>
                <a:spcPts val="0"/>
              </a:spcAft>
              <a:buClr>
                <a:schemeClr val="dk1"/>
              </a:buClr>
              <a:buSzPts val="1100"/>
              <a:buNone/>
              <a:defRPr sz="1100">
                <a:solidFill>
                  <a:schemeClr val="dk1"/>
                </a:solidFill>
              </a:defRPr>
            </a:lvl4pPr>
            <a:lvl5pPr lvl="4" algn="ctr">
              <a:lnSpc>
                <a:spcPct val="100000"/>
              </a:lnSpc>
              <a:spcBef>
                <a:spcPts val="0"/>
              </a:spcBef>
              <a:spcAft>
                <a:spcPts val="0"/>
              </a:spcAft>
              <a:buClr>
                <a:schemeClr val="dk1"/>
              </a:buClr>
              <a:buSzPts val="1100"/>
              <a:buNone/>
              <a:defRPr sz="1100">
                <a:solidFill>
                  <a:schemeClr val="dk1"/>
                </a:solidFill>
              </a:defRPr>
            </a:lvl5pPr>
            <a:lvl6pPr lvl="5" algn="ctr">
              <a:lnSpc>
                <a:spcPct val="100000"/>
              </a:lnSpc>
              <a:spcBef>
                <a:spcPts val="0"/>
              </a:spcBef>
              <a:spcAft>
                <a:spcPts val="0"/>
              </a:spcAft>
              <a:buClr>
                <a:schemeClr val="dk1"/>
              </a:buClr>
              <a:buSzPts val="1100"/>
              <a:buNone/>
              <a:defRPr sz="1100">
                <a:solidFill>
                  <a:schemeClr val="dk1"/>
                </a:solidFill>
              </a:defRPr>
            </a:lvl6pPr>
            <a:lvl7pPr lvl="6" algn="ctr">
              <a:lnSpc>
                <a:spcPct val="100000"/>
              </a:lnSpc>
              <a:spcBef>
                <a:spcPts val="0"/>
              </a:spcBef>
              <a:spcAft>
                <a:spcPts val="0"/>
              </a:spcAft>
              <a:buClr>
                <a:schemeClr val="dk1"/>
              </a:buClr>
              <a:buSzPts val="1100"/>
              <a:buNone/>
              <a:defRPr sz="1100">
                <a:solidFill>
                  <a:schemeClr val="dk1"/>
                </a:solidFill>
              </a:defRPr>
            </a:lvl7pPr>
            <a:lvl8pPr lvl="7" algn="ctr">
              <a:lnSpc>
                <a:spcPct val="100000"/>
              </a:lnSpc>
              <a:spcBef>
                <a:spcPts val="0"/>
              </a:spcBef>
              <a:spcAft>
                <a:spcPts val="0"/>
              </a:spcAft>
              <a:buClr>
                <a:schemeClr val="dk1"/>
              </a:buClr>
              <a:buSzPts val="1100"/>
              <a:buNone/>
              <a:defRPr sz="1100">
                <a:solidFill>
                  <a:schemeClr val="dk1"/>
                </a:solidFill>
              </a:defRPr>
            </a:lvl8pPr>
            <a:lvl9pPr lvl="8" algn="ctr">
              <a:lnSpc>
                <a:spcPct val="100000"/>
              </a:lnSpc>
              <a:spcBef>
                <a:spcPts val="0"/>
              </a:spcBef>
              <a:spcAft>
                <a:spcPts val="0"/>
              </a:spcAft>
              <a:buClr>
                <a:schemeClr val="dk1"/>
              </a:buClr>
              <a:buSzPts val="1100"/>
              <a:buNone/>
              <a:defRPr sz="1100">
                <a:solidFill>
                  <a:schemeClr val="dk1"/>
                </a:solidFill>
              </a:defRPr>
            </a:lvl9pPr>
          </a:lstStyle>
          <a:p/>
        </p:txBody>
      </p:sp>
      <p:sp>
        <p:nvSpPr>
          <p:cNvPr id="1071" name="Google Shape;1071;p70"/>
          <p:cNvSpPr txBox="1"/>
          <p:nvPr/>
        </p:nvSpPr>
        <p:spPr>
          <a:xfrm>
            <a:off x="2897750" y="3160425"/>
            <a:ext cx="3348600" cy="7002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300"/>
              </a:spcBef>
              <a:spcAft>
                <a:spcPts val="0"/>
              </a:spcAft>
              <a:buClr>
                <a:srgbClr val="000000"/>
              </a:buClr>
              <a:buSzPts val="1100"/>
              <a:buFont typeface="Arial"/>
              <a:buNone/>
            </a:pPr>
            <a:r>
              <a:rPr b="1" i="0" lang="en" sz="1100" u="none" cap="none" strike="noStrike">
                <a:solidFill>
                  <a:schemeClr val="accent6"/>
                </a:solidFill>
                <a:highlight>
                  <a:schemeClr val="accent3"/>
                </a:highlight>
                <a:latin typeface="Anaheim"/>
                <a:ea typeface="Anaheim"/>
                <a:cs typeface="Anaheim"/>
                <a:sym typeface="Anaheim"/>
              </a:rPr>
              <a:t>CREDITS:</a:t>
            </a:r>
            <a:r>
              <a:rPr b="0" i="0" lang="en" sz="1100" u="none" cap="none" strike="noStrike">
                <a:solidFill>
                  <a:schemeClr val="lt1"/>
                </a:solidFill>
                <a:latin typeface="Anaheim"/>
                <a:ea typeface="Anaheim"/>
                <a:cs typeface="Anaheim"/>
                <a:sym typeface="Anaheim"/>
              </a:rPr>
              <a:t> This presentation template was created by </a:t>
            </a:r>
            <a:r>
              <a:rPr b="1" i="0" lang="en" sz="1100" u="none" cap="none" strike="noStrike">
                <a:solidFill>
                  <a:schemeClr val="accent6"/>
                </a:solidFill>
                <a:highlight>
                  <a:schemeClr val="accent3"/>
                </a:highlight>
                <a:uFill>
                  <a:noFill/>
                </a:uFill>
                <a:latin typeface="Anaheim"/>
                <a:ea typeface="Anaheim"/>
                <a:cs typeface="Anaheim"/>
                <a:sym typeface="Anaheim"/>
                <a:hlinkClick r:id="rId3">
                  <a:extLst>
                    <a:ext uri="{A12FA001-AC4F-418D-AE19-62706E023703}">
                      <ahyp:hlinkClr val="tx"/>
                    </a:ext>
                  </a:extLst>
                </a:hlinkClick>
              </a:rPr>
              <a:t>Slidesgo</a:t>
            </a:r>
            <a:r>
              <a:rPr b="1" i="0" lang="en" sz="1100" u="none" cap="none" strike="noStrike">
                <a:solidFill>
                  <a:schemeClr val="accent6"/>
                </a:solidFill>
                <a:highlight>
                  <a:schemeClr val="accent3"/>
                </a:highlight>
                <a:latin typeface="Anaheim"/>
                <a:ea typeface="Anaheim"/>
                <a:cs typeface="Anaheim"/>
                <a:sym typeface="Anaheim"/>
              </a:rPr>
              <a:t>,</a:t>
            </a:r>
            <a:r>
              <a:rPr b="0" i="0" lang="en" sz="1100" u="none" cap="none" strike="noStrike">
                <a:solidFill>
                  <a:schemeClr val="lt1"/>
                </a:solidFill>
                <a:latin typeface="Anaheim"/>
                <a:ea typeface="Anaheim"/>
                <a:cs typeface="Anaheim"/>
                <a:sym typeface="Anaheim"/>
              </a:rPr>
              <a:t> including icons by </a:t>
            </a:r>
            <a:r>
              <a:rPr b="1" i="0" lang="en" sz="1100" u="none" cap="none" strike="noStrike">
                <a:solidFill>
                  <a:schemeClr val="accent6"/>
                </a:solidFill>
                <a:highlight>
                  <a:schemeClr val="accent3"/>
                </a:highlight>
                <a:uFill>
                  <a:noFill/>
                </a:uFill>
                <a:latin typeface="Anaheim"/>
                <a:ea typeface="Anaheim"/>
                <a:cs typeface="Anaheim"/>
                <a:sym typeface="Anaheim"/>
                <a:hlinkClick r:id="rId4">
                  <a:extLst>
                    <a:ext uri="{A12FA001-AC4F-418D-AE19-62706E023703}">
                      <ahyp:hlinkClr val="tx"/>
                    </a:ext>
                  </a:extLst>
                </a:hlinkClick>
              </a:rPr>
              <a:t>Flaticon</a:t>
            </a:r>
            <a:r>
              <a:rPr b="1" i="0" lang="en" sz="1100" u="none" cap="none" strike="noStrike">
                <a:solidFill>
                  <a:schemeClr val="accent6"/>
                </a:solidFill>
                <a:highlight>
                  <a:schemeClr val="accent3"/>
                </a:highlight>
                <a:latin typeface="Anaheim"/>
                <a:ea typeface="Anaheim"/>
                <a:cs typeface="Anaheim"/>
                <a:sym typeface="Anaheim"/>
              </a:rPr>
              <a:t>,</a:t>
            </a:r>
            <a:r>
              <a:rPr b="0" i="0" lang="en" sz="1100" u="none" cap="none" strike="noStrike">
                <a:solidFill>
                  <a:schemeClr val="lt1"/>
                </a:solidFill>
                <a:latin typeface="Anaheim"/>
                <a:ea typeface="Anaheim"/>
                <a:cs typeface="Anaheim"/>
                <a:sym typeface="Anaheim"/>
              </a:rPr>
              <a:t> and infographics &amp; images by </a:t>
            </a:r>
            <a:r>
              <a:rPr b="1" i="0" lang="en" sz="1100" u="none" cap="none" strike="noStrike">
                <a:solidFill>
                  <a:schemeClr val="accent6"/>
                </a:solidFill>
                <a:highlight>
                  <a:schemeClr val="accent3"/>
                </a:highlight>
                <a:uFill>
                  <a:noFill/>
                </a:uFill>
                <a:latin typeface="Anaheim"/>
                <a:ea typeface="Anaheim"/>
                <a:cs typeface="Anaheim"/>
                <a:sym typeface="Anaheim"/>
                <a:hlinkClick r:id="rId5">
                  <a:extLst>
                    <a:ext uri="{A12FA001-AC4F-418D-AE19-62706E023703}">
                      <ahyp:hlinkClr val="tx"/>
                    </a:ext>
                  </a:extLst>
                </a:hlinkClick>
              </a:rPr>
              <a:t>Freepik</a:t>
            </a:r>
            <a:endParaRPr b="1" i="0" sz="1100" u="none" cap="none" strike="noStrike">
              <a:solidFill>
                <a:schemeClr val="accent6"/>
              </a:solidFill>
              <a:highlight>
                <a:schemeClr val="accent3"/>
              </a:highlight>
              <a:latin typeface="Anaheim"/>
              <a:ea typeface="Anaheim"/>
              <a:cs typeface="Anaheim"/>
              <a:sym typeface="Anaheim"/>
            </a:endParaRPr>
          </a:p>
        </p:txBody>
      </p:sp>
      <p:cxnSp>
        <p:nvCxnSpPr>
          <p:cNvPr id="1072" name="Google Shape;1072;p70"/>
          <p:cNvCxnSpPr/>
          <p:nvPr/>
        </p:nvCxnSpPr>
        <p:spPr>
          <a:xfrm>
            <a:off x="372025" y="1590850"/>
            <a:ext cx="8400000" cy="0"/>
          </a:xfrm>
          <a:prstGeom prst="straightConnector1">
            <a:avLst/>
          </a:prstGeom>
          <a:noFill/>
          <a:ln cap="flat" cmpd="sng" w="9525">
            <a:solidFill>
              <a:schemeClr val="dk2"/>
            </a:solidFill>
            <a:prstDash val="solid"/>
            <a:round/>
            <a:headEnd len="sm" w="sm" type="none"/>
            <a:tailEnd len="sm" w="sm" type="none"/>
          </a:ln>
        </p:spPr>
      </p:cxnSp>
      <p:cxnSp>
        <p:nvCxnSpPr>
          <p:cNvPr id="1073" name="Google Shape;1073;p70"/>
          <p:cNvCxnSpPr/>
          <p:nvPr/>
        </p:nvCxnSpPr>
        <p:spPr>
          <a:xfrm>
            <a:off x="372025" y="3122005"/>
            <a:ext cx="8400000" cy="0"/>
          </a:xfrm>
          <a:prstGeom prst="straightConnector1">
            <a:avLst/>
          </a:prstGeom>
          <a:noFill/>
          <a:ln cap="flat" cmpd="sng" w="9525">
            <a:solidFill>
              <a:schemeClr val="dk2"/>
            </a:solidFill>
            <a:prstDash val="solid"/>
            <a:round/>
            <a:headEnd len="sm" w="sm" type="none"/>
            <a:tailEnd len="sm" w="sm" type="none"/>
          </a:ln>
        </p:spPr>
      </p:cxnSp>
      <p:sp>
        <p:nvSpPr>
          <p:cNvPr id="1074" name="Google Shape;1074;p70"/>
          <p:cNvSpPr txBox="1"/>
          <p:nvPr>
            <p:ph type="ctrTitle"/>
          </p:nvPr>
        </p:nvSpPr>
        <p:spPr>
          <a:xfrm>
            <a:off x="2067675" y="582920"/>
            <a:ext cx="5008500" cy="9339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5200"/>
              <a:buNone/>
              <a:defRPr b="1" sz="52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075" name="Shape 1075"/>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076" name="Shape 1076"/>
        <p:cNvGrpSpPr/>
        <p:nvPr/>
      </p:nvGrpSpPr>
      <p:grpSpPr>
        <a:xfrm>
          <a:off x="0" y="0"/>
          <a:ext cx="0" cy="0"/>
          <a:chOff x="0" y="0"/>
          <a:chExt cx="0" cy="0"/>
        </a:xfrm>
      </p:grpSpPr>
      <p:pic>
        <p:nvPicPr>
          <p:cNvPr id="1077" name="Google Shape;1077;p74"/>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TITLE_1">
    <p:spTree>
      <p:nvGrpSpPr>
        <p:cNvPr id="1078" name="Shape 1078"/>
        <p:cNvGrpSpPr/>
        <p:nvPr/>
      </p:nvGrpSpPr>
      <p:grpSpPr>
        <a:xfrm>
          <a:off x="0" y="0"/>
          <a:ext cx="0" cy="0"/>
          <a:chOff x="0" y="0"/>
          <a:chExt cx="0" cy="0"/>
        </a:xfrm>
      </p:grpSpPr>
      <p:pic>
        <p:nvPicPr>
          <p:cNvPr id="1079" name="Google Shape;1079;p75"/>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1080" name="Google Shape;1080;p75"/>
          <p:cNvGrpSpPr/>
          <p:nvPr/>
        </p:nvGrpSpPr>
        <p:grpSpPr>
          <a:xfrm>
            <a:off x="372025" y="321975"/>
            <a:ext cx="8400000" cy="4503300"/>
            <a:chOff x="372025" y="321975"/>
            <a:chExt cx="8400000" cy="4503300"/>
          </a:xfrm>
        </p:grpSpPr>
        <p:sp>
          <p:nvSpPr>
            <p:cNvPr id="1081" name="Google Shape;1081;p75"/>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2" name="Google Shape;1082;p75"/>
            <p:cNvGrpSpPr/>
            <p:nvPr/>
          </p:nvGrpSpPr>
          <p:grpSpPr>
            <a:xfrm>
              <a:off x="372025" y="321975"/>
              <a:ext cx="8400000" cy="4499700"/>
              <a:chOff x="372025" y="321975"/>
              <a:chExt cx="8400000" cy="4499700"/>
            </a:xfrm>
          </p:grpSpPr>
          <p:sp>
            <p:nvSpPr>
              <p:cNvPr id="1083" name="Google Shape;1083;p75"/>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 name="Google Shape;1084;p75"/>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75"/>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75"/>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75"/>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75"/>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89" name="Google Shape;1089;p75"/>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grpSp>
        <p:nvGrpSpPr>
          <p:cNvPr id="1090" name="Google Shape;1090;p75"/>
          <p:cNvGrpSpPr/>
          <p:nvPr/>
        </p:nvGrpSpPr>
        <p:grpSpPr>
          <a:xfrm>
            <a:off x="371330" y="3441041"/>
            <a:ext cx="8400431" cy="1380780"/>
            <a:chOff x="4122825" y="2769975"/>
            <a:chExt cx="4390775" cy="1934950"/>
          </a:xfrm>
        </p:grpSpPr>
        <p:sp>
          <p:nvSpPr>
            <p:cNvPr id="1091" name="Google Shape;1091;p75"/>
            <p:cNvSpPr/>
            <p:nvPr/>
          </p:nvSpPr>
          <p:spPr>
            <a:xfrm>
              <a:off x="4122825" y="2769975"/>
              <a:ext cx="4390775" cy="1399600"/>
            </a:xfrm>
            <a:custGeom>
              <a:rect b="b" l="l" r="r" t="t"/>
              <a:pathLst>
                <a:path extrusionOk="0" fill="none" h="55984" w="175631">
                  <a:moveTo>
                    <a:pt x="175486" y="55983"/>
                  </a:moveTo>
                  <a:cubicBezTo>
                    <a:pt x="175594" y="55983"/>
                    <a:pt x="175630" y="55808"/>
                    <a:pt x="175534" y="55748"/>
                  </a:cubicBezTo>
                  <a:lnTo>
                    <a:pt x="87817" y="1"/>
                  </a:lnTo>
                  <a:lnTo>
                    <a:pt x="97" y="55748"/>
                  </a:lnTo>
                  <a:cubicBezTo>
                    <a:pt x="1" y="55810"/>
                    <a:pt x="37" y="55983"/>
                    <a:pt x="146" y="55983"/>
                  </a:cubicBez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75"/>
            <p:cNvSpPr/>
            <p:nvPr/>
          </p:nvSpPr>
          <p:spPr>
            <a:xfrm>
              <a:off x="5419875" y="2769975"/>
              <a:ext cx="898375" cy="1934950"/>
            </a:xfrm>
            <a:custGeom>
              <a:rect b="b" l="l" r="r" t="t"/>
              <a:pathLst>
                <a:path extrusionOk="0" fill="none" h="77398" w="35935">
                  <a:moveTo>
                    <a:pt x="35935" y="1"/>
                  </a:moveTo>
                  <a:lnTo>
                    <a:pt x="0" y="77398"/>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75"/>
            <p:cNvSpPr/>
            <p:nvPr/>
          </p:nvSpPr>
          <p:spPr>
            <a:xfrm>
              <a:off x="4355900" y="2769975"/>
              <a:ext cx="1962350" cy="1934950"/>
            </a:xfrm>
            <a:custGeom>
              <a:rect b="b" l="l" r="r" t="t"/>
              <a:pathLst>
                <a:path extrusionOk="0" fill="none" h="77398" w="78494">
                  <a:moveTo>
                    <a:pt x="0" y="77398"/>
                  </a:moveTo>
                  <a:lnTo>
                    <a:pt x="78494"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75"/>
            <p:cNvSpPr/>
            <p:nvPr/>
          </p:nvSpPr>
          <p:spPr>
            <a:xfrm>
              <a:off x="6318225" y="2769975"/>
              <a:ext cx="898350" cy="1934950"/>
            </a:xfrm>
            <a:custGeom>
              <a:rect b="b" l="l" r="r" t="t"/>
              <a:pathLst>
                <a:path extrusionOk="0" fill="none" h="77398" w="35934">
                  <a:moveTo>
                    <a:pt x="1" y="1"/>
                  </a:moveTo>
                  <a:lnTo>
                    <a:pt x="35934" y="77398"/>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75"/>
            <p:cNvSpPr/>
            <p:nvPr/>
          </p:nvSpPr>
          <p:spPr>
            <a:xfrm>
              <a:off x="6318225" y="2769975"/>
              <a:ext cx="1962350" cy="1934950"/>
            </a:xfrm>
            <a:custGeom>
              <a:rect b="b" l="l" r="r" t="t"/>
              <a:pathLst>
                <a:path extrusionOk="0" fill="none" h="77398" w="78494">
                  <a:moveTo>
                    <a:pt x="78493" y="77398"/>
                  </a:moveTo>
                  <a:lnTo>
                    <a:pt x="1"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75"/>
            <p:cNvSpPr/>
            <p:nvPr/>
          </p:nvSpPr>
          <p:spPr>
            <a:xfrm>
              <a:off x="4123850" y="3851100"/>
              <a:ext cx="4389300" cy="25"/>
            </a:xfrm>
            <a:custGeom>
              <a:rect b="b" l="l" r="r" t="t"/>
              <a:pathLst>
                <a:path extrusionOk="0" fill="none" h="1" w="175572">
                  <a:moveTo>
                    <a:pt x="1" y="0"/>
                  </a:moveTo>
                  <a:lnTo>
                    <a:pt x="175571" y="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75"/>
            <p:cNvSpPr/>
            <p:nvPr/>
          </p:nvSpPr>
          <p:spPr>
            <a:xfrm>
              <a:off x="4123850" y="4346500"/>
              <a:ext cx="4389300" cy="25"/>
            </a:xfrm>
            <a:custGeom>
              <a:rect b="b" l="l" r="r" t="t"/>
              <a:pathLst>
                <a:path extrusionOk="0" fill="none" h="1" w="175572">
                  <a:moveTo>
                    <a:pt x="1" y="1"/>
                  </a:moveTo>
                  <a:lnTo>
                    <a:pt x="175571"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75"/>
            <p:cNvSpPr/>
            <p:nvPr/>
          </p:nvSpPr>
          <p:spPr>
            <a:xfrm>
              <a:off x="4123850" y="3557300"/>
              <a:ext cx="4388725" cy="25"/>
            </a:xfrm>
            <a:custGeom>
              <a:rect b="b" l="l" r="r" t="t"/>
              <a:pathLst>
                <a:path extrusionOk="0" fill="none" h="1" w="175549">
                  <a:moveTo>
                    <a:pt x="1" y="0"/>
                  </a:moveTo>
                  <a:lnTo>
                    <a:pt x="175549" y="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75"/>
            <p:cNvSpPr/>
            <p:nvPr/>
          </p:nvSpPr>
          <p:spPr>
            <a:xfrm>
              <a:off x="4123850" y="3353425"/>
              <a:ext cx="4389300" cy="25"/>
            </a:xfrm>
            <a:custGeom>
              <a:rect b="b" l="l" r="r" t="t"/>
              <a:pathLst>
                <a:path extrusionOk="0" fill="none" h="1" w="175572">
                  <a:moveTo>
                    <a:pt x="1" y="0"/>
                  </a:moveTo>
                  <a:lnTo>
                    <a:pt x="175571" y="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75"/>
            <p:cNvSpPr/>
            <p:nvPr/>
          </p:nvSpPr>
          <p:spPr>
            <a:xfrm>
              <a:off x="4123850" y="3194925"/>
              <a:ext cx="4389300" cy="25"/>
            </a:xfrm>
            <a:custGeom>
              <a:rect b="b" l="l" r="r" t="t"/>
              <a:pathLst>
                <a:path extrusionOk="0" fill="none" h="1" w="175572">
                  <a:moveTo>
                    <a:pt x="1" y="1"/>
                  </a:moveTo>
                  <a:lnTo>
                    <a:pt x="175571"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p75"/>
            <p:cNvSpPr/>
            <p:nvPr/>
          </p:nvSpPr>
          <p:spPr>
            <a:xfrm>
              <a:off x="4123850" y="3079875"/>
              <a:ext cx="4388725" cy="25"/>
            </a:xfrm>
            <a:custGeom>
              <a:rect b="b" l="l" r="r" t="t"/>
              <a:pathLst>
                <a:path extrusionOk="0" fill="none" h="1" w="175549">
                  <a:moveTo>
                    <a:pt x="1" y="1"/>
                  </a:moveTo>
                  <a:lnTo>
                    <a:pt x="175549"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p75"/>
            <p:cNvSpPr/>
            <p:nvPr/>
          </p:nvSpPr>
          <p:spPr>
            <a:xfrm>
              <a:off x="4123850" y="2976475"/>
              <a:ext cx="4389300" cy="25"/>
            </a:xfrm>
            <a:custGeom>
              <a:rect b="b" l="l" r="r" t="t"/>
              <a:pathLst>
                <a:path extrusionOk="0" fill="none" h="1" w="175572">
                  <a:moveTo>
                    <a:pt x="1" y="0"/>
                  </a:moveTo>
                  <a:lnTo>
                    <a:pt x="175571" y="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p75"/>
            <p:cNvSpPr/>
            <p:nvPr/>
          </p:nvSpPr>
          <p:spPr>
            <a:xfrm>
              <a:off x="4123850" y="2880100"/>
              <a:ext cx="4388725" cy="25"/>
            </a:xfrm>
            <a:custGeom>
              <a:rect b="b" l="l" r="r" t="t"/>
              <a:pathLst>
                <a:path extrusionOk="0" fill="none" h="1" w="175549">
                  <a:moveTo>
                    <a:pt x="1" y="0"/>
                  </a:moveTo>
                  <a:lnTo>
                    <a:pt x="175549" y="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 name="Google Shape;1104;p75"/>
            <p:cNvSpPr/>
            <p:nvPr/>
          </p:nvSpPr>
          <p:spPr>
            <a:xfrm>
              <a:off x="4123850" y="2769975"/>
              <a:ext cx="2194400" cy="979100"/>
            </a:xfrm>
            <a:custGeom>
              <a:rect b="b" l="l" r="r" t="t"/>
              <a:pathLst>
                <a:path extrusionOk="0" fill="none" h="39164" w="87776">
                  <a:moveTo>
                    <a:pt x="87776" y="1"/>
                  </a:moveTo>
                  <a:lnTo>
                    <a:pt x="1" y="39164"/>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 name="Google Shape;1105;p75"/>
            <p:cNvSpPr/>
            <p:nvPr/>
          </p:nvSpPr>
          <p:spPr>
            <a:xfrm>
              <a:off x="4123850" y="2769975"/>
              <a:ext cx="2194400" cy="662050"/>
            </a:xfrm>
            <a:custGeom>
              <a:rect b="b" l="l" r="r" t="t"/>
              <a:pathLst>
                <a:path extrusionOk="0" fill="none" h="26482" w="87776">
                  <a:moveTo>
                    <a:pt x="87776" y="1"/>
                  </a:moveTo>
                  <a:lnTo>
                    <a:pt x="1" y="2648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75"/>
            <p:cNvSpPr/>
            <p:nvPr/>
          </p:nvSpPr>
          <p:spPr>
            <a:xfrm>
              <a:off x="4123850" y="2769975"/>
              <a:ext cx="2194400" cy="407100"/>
            </a:xfrm>
            <a:custGeom>
              <a:rect b="b" l="l" r="r" t="t"/>
              <a:pathLst>
                <a:path extrusionOk="0" fill="none" h="16284" w="87776">
                  <a:moveTo>
                    <a:pt x="87776" y="1"/>
                  </a:moveTo>
                  <a:lnTo>
                    <a:pt x="1" y="16284"/>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75"/>
            <p:cNvSpPr/>
            <p:nvPr/>
          </p:nvSpPr>
          <p:spPr>
            <a:xfrm>
              <a:off x="4123850" y="2769975"/>
              <a:ext cx="2194400" cy="206525"/>
            </a:xfrm>
            <a:custGeom>
              <a:rect b="b" l="l" r="r" t="t"/>
              <a:pathLst>
                <a:path extrusionOk="0" fill="none" h="8261" w="87776">
                  <a:moveTo>
                    <a:pt x="87776" y="1"/>
                  </a:moveTo>
                  <a:lnTo>
                    <a:pt x="1" y="826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 name="Google Shape;1108;p75"/>
            <p:cNvSpPr/>
            <p:nvPr/>
          </p:nvSpPr>
          <p:spPr>
            <a:xfrm>
              <a:off x="4123850" y="2769975"/>
              <a:ext cx="2194400" cy="25"/>
            </a:xfrm>
            <a:custGeom>
              <a:rect b="b" l="l" r="r" t="t"/>
              <a:pathLst>
                <a:path extrusionOk="0" fill="none" h="1" w="87776">
                  <a:moveTo>
                    <a:pt x="87776" y="1"/>
                  </a:moveTo>
                  <a:lnTo>
                    <a:pt x="1"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 name="Google Shape;1109;p75"/>
            <p:cNvSpPr/>
            <p:nvPr/>
          </p:nvSpPr>
          <p:spPr>
            <a:xfrm>
              <a:off x="6318700" y="2769975"/>
              <a:ext cx="2194450" cy="979100"/>
            </a:xfrm>
            <a:custGeom>
              <a:rect b="b" l="l" r="r" t="t"/>
              <a:pathLst>
                <a:path extrusionOk="0" fill="none" h="39164" w="87778">
                  <a:moveTo>
                    <a:pt x="1" y="1"/>
                  </a:moveTo>
                  <a:lnTo>
                    <a:pt x="87777" y="39164"/>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p75"/>
            <p:cNvSpPr/>
            <p:nvPr/>
          </p:nvSpPr>
          <p:spPr>
            <a:xfrm>
              <a:off x="6318700" y="2769975"/>
              <a:ext cx="2194450" cy="662050"/>
            </a:xfrm>
            <a:custGeom>
              <a:rect b="b" l="l" r="r" t="t"/>
              <a:pathLst>
                <a:path extrusionOk="0" fill="none" h="26482" w="87778">
                  <a:moveTo>
                    <a:pt x="1" y="1"/>
                  </a:moveTo>
                  <a:lnTo>
                    <a:pt x="87777" y="2648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75"/>
            <p:cNvSpPr/>
            <p:nvPr/>
          </p:nvSpPr>
          <p:spPr>
            <a:xfrm>
              <a:off x="6318700" y="2769975"/>
              <a:ext cx="2194450" cy="407100"/>
            </a:xfrm>
            <a:custGeom>
              <a:rect b="b" l="l" r="r" t="t"/>
              <a:pathLst>
                <a:path extrusionOk="0" fill="none" h="16284" w="87778">
                  <a:moveTo>
                    <a:pt x="1" y="1"/>
                  </a:moveTo>
                  <a:lnTo>
                    <a:pt x="87777" y="16284"/>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75"/>
            <p:cNvSpPr/>
            <p:nvPr/>
          </p:nvSpPr>
          <p:spPr>
            <a:xfrm>
              <a:off x="6318700" y="2769975"/>
              <a:ext cx="2194450" cy="206525"/>
            </a:xfrm>
            <a:custGeom>
              <a:rect b="b" l="l" r="r" t="t"/>
              <a:pathLst>
                <a:path extrusionOk="0" fill="none" h="8261" w="87778">
                  <a:moveTo>
                    <a:pt x="1" y="1"/>
                  </a:moveTo>
                  <a:lnTo>
                    <a:pt x="87777" y="8260"/>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75"/>
            <p:cNvSpPr/>
            <p:nvPr/>
          </p:nvSpPr>
          <p:spPr>
            <a:xfrm>
              <a:off x="6318700" y="2769975"/>
              <a:ext cx="2194450" cy="25"/>
            </a:xfrm>
            <a:custGeom>
              <a:rect b="b" l="l" r="r" t="t"/>
              <a:pathLst>
                <a:path extrusionOk="0" fill="none" h="1" w="87778">
                  <a:moveTo>
                    <a:pt x="1" y="1"/>
                  </a:moveTo>
                  <a:lnTo>
                    <a:pt x="87777" y="1"/>
                  </a:lnTo>
                </a:path>
              </a:pathLst>
            </a:custGeom>
            <a:noFill/>
            <a:ln cap="flat" cmpd="sng" w="9525">
              <a:solidFill>
                <a:schemeClr val="dk2"/>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 name="Google Shape;1114;p75"/>
          <p:cNvGrpSpPr/>
          <p:nvPr/>
        </p:nvGrpSpPr>
        <p:grpSpPr>
          <a:xfrm>
            <a:off x="4313685" y="2999817"/>
            <a:ext cx="530320" cy="530308"/>
            <a:chOff x="5720325" y="1250450"/>
            <a:chExt cx="1103225" cy="1103200"/>
          </a:xfrm>
        </p:grpSpPr>
        <p:sp>
          <p:nvSpPr>
            <p:cNvPr id="1115" name="Google Shape;1115;p75"/>
            <p:cNvSpPr/>
            <p:nvPr/>
          </p:nvSpPr>
          <p:spPr>
            <a:xfrm>
              <a:off x="5720325" y="1250450"/>
              <a:ext cx="1103225" cy="551600"/>
            </a:xfrm>
            <a:custGeom>
              <a:rect b="b" l="l" r="r" t="t"/>
              <a:pathLst>
                <a:path extrusionOk="0" h="22064" w="44129">
                  <a:moveTo>
                    <a:pt x="22064" y="0"/>
                  </a:moveTo>
                  <a:cubicBezTo>
                    <a:pt x="9879" y="0"/>
                    <a:pt x="1" y="9878"/>
                    <a:pt x="1" y="22064"/>
                  </a:cubicBezTo>
                  <a:lnTo>
                    <a:pt x="44128" y="22064"/>
                  </a:lnTo>
                  <a:cubicBezTo>
                    <a:pt x="44128" y="9878"/>
                    <a:pt x="34250" y="0"/>
                    <a:pt x="2206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75"/>
            <p:cNvSpPr/>
            <p:nvPr/>
          </p:nvSpPr>
          <p:spPr>
            <a:xfrm>
              <a:off x="5822600" y="2122000"/>
              <a:ext cx="898725" cy="38425"/>
            </a:xfrm>
            <a:custGeom>
              <a:rect b="b" l="l" r="r" t="t"/>
              <a:pathLst>
                <a:path extrusionOk="0" h="1537" w="35949">
                  <a:moveTo>
                    <a:pt x="0" y="0"/>
                  </a:moveTo>
                  <a:cubicBezTo>
                    <a:pt x="378" y="531"/>
                    <a:pt x="780" y="1043"/>
                    <a:pt x="1203" y="1537"/>
                  </a:cubicBezTo>
                  <a:lnTo>
                    <a:pt x="34746" y="1537"/>
                  </a:lnTo>
                  <a:cubicBezTo>
                    <a:pt x="35168" y="1043"/>
                    <a:pt x="35570" y="531"/>
                    <a:pt x="359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75"/>
            <p:cNvSpPr/>
            <p:nvPr/>
          </p:nvSpPr>
          <p:spPr>
            <a:xfrm>
              <a:off x="5985075" y="2273275"/>
              <a:ext cx="573750" cy="29675"/>
            </a:xfrm>
            <a:custGeom>
              <a:rect b="b" l="l" r="r" t="t"/>
              <a:pathLst>
                <a:path extrusionOk="0" h="1187" w="22950">
                  <a:moveTo>
                    <a:pt x="1" y="0"/>
                  </a:moveTo>
                  <a:cubicBezTo>
                    <a:pt x="717" y="438"/>
                    <a:pt x="1460" y="833"/>
                    <a:pt x="2226" y="1187"/>
                  </a:cubicBezTo>
                  <a:lnTo>
                    <a:pt x="20725" y="1187"/>
                  </a:lnTo>
                  <a:cubicBezTo>
                    <a:pt x="21490" y="833"/>
                    <a:pt x="22233" y="435"/>
                    <a:pt x="2294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75"/>
            <p:cNvSpPr/>
            <p:nvPr/>
          </p:nvSpPr>
          <p:spPr>
            <a:xfrm>
              <a:off x="5898675" y="2208175"/>
              <a:ext cx="746500" cy="28125"/>
            </a:xfrm>
            <a:custGeom>
              <a:rect b="b" l="l" r="r" t="t"/>
              <a:pathLst>
                <a:path extrusionOk="0" h="1125" w="29860">
                  <a:moveTo>
                    <a:pt x="1" y="0"/>
                  </a:moveTo>
                  <a:cubicBezTo>
                    <a:pt x="427" y="391"/>
                    <a:pt x="867" y="767"/>
                    <a:pt x="1323" y="1125"/>
                  </a:cubicBezTo>
                  <a:lnTo>
                    <a:pt x="28538" y="1125"/>
                  </a:lnTo>
                  <a:cubicBezTo>
                    <a:pt x="28994" y="767"/>
                    <a:pt x="29435" y="391"/>
                    <a:pt x="2985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p75"/>
            <p:cNvSpPr/>
            <p:nvPr/>
          </p:nvSpPr>
          <p:spPr>
            <a:xfrm>
              <a:off x="5725875" y="1880175"/>
              <a:ext cx="1092175" cy="54600"/>
            </a:xfrm>
            <a:custGeom>
              <a:rect b="b" l="l" r="r" t="t"/>
              <a:pathLst>
                <a:path extrusionOk="0" h="2184" w="43687">
                  <a:moveTo>
                    <a:pt x="0" y="1"/>
                  </a:moveTo>
                  <a:cubicBezTo>
                    <a:pt x="106" y="741"/>
                    <a:pt x="246" y="1469"/>
                    <a:pt x="423" y="2184"/>
                  </a:cubicBezTo>
                  <a:lnTo>
                    <a:pt x="43264" y="2184"/>
                  </a:lnTo>
                  <a:cubicBezTo>
                    <a:pt x="43440" y="1468"/>
                    <a:pt x="43581" y="740"/>
                    <a:pt x="4368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 name="Google Shape;1120;p75"/>
            <p:cNvSpPr/>
            <p:nvPr/>
          </p:nvSpPr>
          <p:spPr>
            <a:xfrm>
              <a:off x="5762450" y="2013750"/>
              <a:ext cx="1019000" cy="45250"/>
            </a:xfrm>
            <a:custGeom>
              <a:rect b="b" l="l" r="r" t="t"/>
              <a:pathLst>
                <a:path extrusionOk="0" h="1810" w="40760">
                  <a:moveTo>
                    <a:pt x="1" y="1"/>
                  </a:moveTo>
                  <a:cubicBezTo>
                    <a:pt x="257" y="620"/>
                    <a:pt x="542" y="1222"/>
                    <a:pt x="853" y="1810"/>
                  </a:cubicBezTo>
                  <a:lnTo>
                    <a:pt x="39908" y="1810"/>
                  </a:lnTo>
                  <a:cubicBezTo>
                    <a:pt x="40218" y="1222"/>
                    <a:pt x="40502" y="618"/>
                    <a:pt x="4076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75"/>
            <p:cNvSpPr/>
            <p:nvPr/>
          </p:nvSpPr>
          <p:spPr>
            <a:xfrm>
              <a:off x="6109250" y="2329250"/>
              <a:ext cx="325425" cy="24400"/>
            </a:xfrm>
            <a:custGeom>
              <a:rect b="b" l="l" r="r" t="t"/>
              <a:pathLst>
                <a:path extrusionOk="0" h="976" w="13017">
                  <a:moveTo>
                    <a:pt x="1" y="1"/>
                  </a:moveTo>
                  <a:cubicBezTo>
                    <a:pt x="2058" y="636"/>
                    <a:pt x="4244" y="976"/>
                    <a:pt x="6509" y="976"/>
                  </a:cubicBezTo>
                  <a:cubicBezTo>
                    <a:pt x="8773" y="976"/>
                    <a:pt x="10959" y="634"/>
                    <a:pt x="1301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SECTION_HEADER_2">
    <p:bg>
      <p:bgPr>
        <a:solidFill>
          <a:schemeClr val="accent5"/>
        </a:solidFill>
      </p:bgPr>
    </p:bg>
    <p:spTree>
      <p:nvGrpSpPr>
        <p:cNvPr id="1122" name="Shape 1122"/>
        <p:cNvGrpSpPr/>
        <p:nvPr/>
      </p:nvGrpSpPr>
      <p:grpSpPr>
        <a:xfrm>
          <a:off x="0" y="0"/>
          <a:ext cx="0" cy="0"/>
          <a:chOff x="0" y="0"/>
          <a:chExt cx="0" cy="0"/>
        </a:xfrm>
      </p:grpSpPr>
      <p:pic>
        <p:nvPicPr>
          <p:cNvPr id="1123" name="Google Shape;1123;p76"/>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sp>
        <p:nvSpPr>
          <p:cNvPr id="1124" name="Google Shape;1124;p76"/>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5" name="Google Shape;1125;p76"/>
          <p:cNvGrpSpPr/>
          <p:nvPr/>
        </p:nvGrpSpPr>
        <p:grpSpPr>
          <a:xfrm>
            <a:off x="372025" y="321975"/>
            <a:ext cx="8400000" cy="4499700"/>
            <a:chOff x="372025" y="321975"/>
            <a:chExt cx="8400000" cy="4499700"/>
          </a:xfrm>
        </p:grpSpPr>
        <p:sp>
          <p:nvSpPr>
            <p:cNvPr id="1126" name="Google Shape;1126;p76"/>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p76"/>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 name="Google Shape;1128;p76"/>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 name="Google Shape;1129;p76"/>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p76"/>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 name="Google Shape;1131;p76"/>
          <p:cNvGrpSpPr/>
          <p:nvPr/>
        </p:nvGrpSpPr>
        <p:grpSpPr>
          <a:xfrm>
            <a:off x="371330" y="3818004"/>
            <a:ext cx="8400431" cy="1003659"/>
            <a:chOff x="4122825" y="2769975"/>
            <a:chExt cx="4390775" cy="1934950"/>
          </a:xfrm>
        </p:grpSpPr>
        <p:sp>
          <p:nvSpPr>
            <p:cNvPr id="1132" name="Google Shape;1132;p76"/>
            <p:cNvSpPr/>
            <p:nvPr/>
          </p:nvSpPr>
          <p:spPr>
            <a:xfrm>
              <a:off x="4122825" y="2769975"/>
              <a:ext cx="4390775" cy="1399600"/>
            </a:xfrm>
            <a:custGeom>
              <a:rect b="b" l="l" r="r" t="t"/>
              <a:pathLst>
                <a:path extrusionOk="0" fill="none" h="55984" w="175631">
                  <a:moveTo>
                    <a:pt x="175486" y="55983"/>
                  </a:moveTo>
                  <a:cubicBezTo>
                    <a:pt x="175594" y="55983"/>
                    <a:pt x="175630" y="55808"/>
                    <a:pt x="175534" y="55748"/>
                  </a:cubicBezTo>
                  <a:lnTo>
                    <a:pt x="87817" y="1"/>
                  </a:lnTo>
                  <a:lnTo>
                    <a:pt x="97" y="55748"/>
                  </a:lnTo>
                  <a:cubicBezTo>
                    <a:pt x="1" y="55810"/>
                    <a:pt x="37" y="55983"/>
                    <a:pt x="146" y="55983"/>
                  </a:cubicBez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 name="Google Shape;1133;p76"/>
            <p:cNvSpPr/>
            <p:nvPr/>
          </p:nvSpPr>
          <p:spPr>
            <a:xfrm>
              <a:off x="5419875" y="2769975"/>
              <a:ext cx="898375" cy="1934950"/>
            </a:xfrm>
            <a:custGeom>
              <a:rect b="b" l="l" r="r" t="t"/>
              <a:pathLst>
                <a:path extrusionOk="0" fill="none" h="77398" w="35935">
                  <a:moveTo>
                    <a:pt x="35935" y="1"/>
                  </a:moveTo>
                  <a:lnTo>
                    <a:pt x="0" y="77398"/>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p76"/>
            <p:cNvSpPr/>
            <p:nvPr/>
          </p:nvSpPr>
          <p:spPr>
            <a:xfrm>
              <a:off x="4355900" y="2769975"/>
              <a:ext cx="1962350" cy="1934950"/>
            </a:xfrm>
            <a:custGeom>
              <a:rect b="b" l="l" r="r" t="t"/>
              <a:pathLst>
                <a:path extrusionOk="0" fill="none" h="77398" w="78494">
                  <a:moveTo>
                    <a:pt x="0" y="77398"/>
                  </a:moveTo>
                  <a:lnTo>
                    <a:pt x="78494"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 name="Google Shape;1135;p76"/>
            <p:cNvSpPr/>
            <p:nvPr/>
          </p:nvSpPr>
          <p:spPr>
            <a:xfrm>
              <a:off x="6318225" y="2769975"/>
              <a:ext cx="898350" cy="1934950"/>
            </a:xfrm>
            <a:custGeom>
              <a:rect b="b" l="l" r="r" t="t"/>
              <a:pathLst>
                <a:path extrusionOk="0" fill="none" h="77398" w="35934">
                  <a:moveTo>
                    <a:pt x="1" y="1"/>
                  </a:moveTo>
                  <a:lnTo>
                    <a:pt x="35934" y="77398"/>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 name="Google Shape;1136;p76"/>
            <p:cNvSpPr/>
            <p:nvPr/>
          </p:nvSpPr>
          <p:spPr>
            <a:xfrm>
              <a:off x="6318225" y="2769975"/>
              <a:ext cx="1962350" cy="1934950"/>
            </a:xfrm>
            <a:custGeom>
              <a:rect b="b" l="l" r="r" t="t"/>
              <a:pathLst>
                <a:path extrusionOk="0" fill="none" h="77398" w="78494">
                  <a:moveTo>
                    <a:pt x="78493" y="77398"/>
                  </a:moveTo>
                  <a:lnTo>
                    <a:pt x="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 name="Google Shape;1137;p76"/>
            <p:cNvSpPr/>
            <p:nvPr/>
          </p:nvSpPr>
          <p:spPr>
            <a:xfrm>
              <a:off x="4123850" y="3851100"/>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p76"/>
            <p:cNvSpPr/>
            <p:nvPr/>
          </p:nvSpPr>
          <p:spPr>
            <a:xfrm>
              <a:off x="4123850" y="4346500"/>
              <a:ext cx="4389300" cy="25"/>
            </a:xfrm>
            <a:custGeom>
              <a:rect b="b" l="l" r="r" t="t"/>
              <a:pathLst>
                <a:path extrusionOk="0" fill="none" h="1" w="175572">
                  <a:moveTo>
                    <a:pt x="1" y="1"/>
                  </a:moveTo>
                  <a:lnTo>
                    <a:pt x="17557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p76"/>
            <p:cNvSpPr/>
            <p:nvPr/>
          </p:nvSpPr>
          <p:spPr>
            <a:xfrm>
              <a:off x="4123850" y="3557300"/>
              <a:ext cx="4388725" cy="25"/>
            </a:xfrm>
            <a:custGeom>
              <a:rect b="b" l="l" r="r" t="t"/>
              <a:pathLst>
                <a:path extrusionOk="0" fill="none" h="1" w="175549">
                  <a:moveTo>
                    <a:pt x="1" y="0"/>
                  </a:moveTo>
                  <a:lnTo>
                    <a:pt x="175549"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 name="Google Shape;1140;p76"/>
            <p:cNvSpPr/>
            <p:nvPr/>
          </p:nvSpPr>
          <p:spPr>
            <a:xfrm>
              <a:off x="4123850" y="3353425"/>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 name="Google Shape;1141;p76"/>
            <p:cNvSpPr/>
            <p:nvPr/>
          </p:nvSpPr>
          <p:spPr>
            <a:xfrm>
              <a:off x="4123850" y="3194925"/>
              <a:ext cx="4389300" cy="25"/>
            </a:xfrm>
            <a:custGeom>
              <a:rect b="b" l="l" r="r" t="t"/>
              <a:pathLst>
                <a:path extrusionOk="0" fill="none" h="1" w="175572">
                  <a:moveTo>
                    <a:pt x="1" y="1"/>
                  </a:moveTo>
                  <a:lnTo>
                    <a:pt x="17557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76"/>
            <p:cNvSpPr/>
            <p:nvPr/>
          </p:nvSpPr>
          <p:spPr>
            <a:xfrm>
              <a:off x="4123850" y="3079875"/>
              <a:ext cx="4388725" cy="25"/>
            </a:xfrm>
            <a:custGeom>
              <a:rect b="b" l="l" r="r" t="t"/>
              <a:pathLst>
                <a:path extrusionOk="0" fill="none" h="1" w="175549">
                  <a:moveTo>
                    <a:pt x="1" y="1"/>
                  </a:moveTo>
                  <a:lnTo>
                    <a:pt x="175549"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 name="Google Shape;1143;p76"/>
            <p:cNvSpPr/>
            <p:nvPr/>
          </p:nvSpPr>
          <p:spPr>
            <a:xfrm>
              <a:off x="4123850" y="2976475"/>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p76"/>
            <p:cNvSpPr/>
            <p:nvPr/>
          </p:nvSpPr>
          <p:spPr>
            <a:xfrm>
              <a:off x="4123850" y="2880100"/>
              <a:ext cx="4388725" cy="25"/>
            </a:xfrm>
            <a:custGeom>
              <a:rect b="b" l="l" r="r" t="t"/>
              <a:pathLst>
                <a:path extrusionOk="0" fill="none" h="1" w="175549">
                  <a:moveTo>
                    <a:pt x="1" y="0"/>
                  </a:moveTo>
                  <a:lnTo>
                    <a:pt x="175549"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76"/>
            <p:cNvSpPr/>
            <p:nvPr/>
          </p:nvSpPr>
          <p:spPr>
            <a:xfrm>
              <a:off x="4123850" y="2769975"/>
              <a:ext cx="2194400" cy="979100"/>
            </a:xfrm>
            <a:custGeom>
              <a:rect b="b" l="l" r="r" t="t"/>
              <a:pathLst>
                <a:path extrusionOk="0" fill="none" h="39164" w="87776">
                  <a:moveTo>
                    <a:pt x="87776" y="1"/>
                  </a:moveTo>
                  <a:lnTo>
                    <a:pt x="1" y="3916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 name="Google Shape;1146;p76"/>
            <p:cNvSpPr/>
            <p:nvPr/>
          </p:nvSpPr>
          <p:spPr>
            <a:xfrm>
              <a:off x="4123850" y="2769975"/>
              <a:ext cx="2194400" cy="662050"/>
            </a:xfrm>
            <a:custGeom>
              <a:rect b="b" l="l" r="r" t="t"/>
              <a:pathLst>
                <a:path extrusionOk="0" fill="none" h="26482" w="87776">
                  <a:moveTo>
                    <a:pt x="87776" y="1"/>
                  </a:moveTo>
                  <a:lnTo>
                    <a:pt x="1" y="2648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p76"/>
            <p:cNvSpPr/>
            <p:nvPr/>
          </p:nvSpPr>
          <p:spPr>
            <a:xfrm>
              <a:off x="4123850" y="2769975"/>
              <a:ext cx="2194400" cy="407100"/>
            </a:xfrm>
            <a:custGeom>
              <a:rect b="b" l="l" r="r" t="t"/>
              <a:pathLst>
                <a:path extrusionOk="0" fill="none" h="16284" w="87776">
                  <a:moveTo>
                    <a:pt x="87776" y="1"/>
                  </a:moveTo>
                  <a:lnTo>
                    <a:pt x="1" y="1628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 name="Google Shape;1148;p76"/>
            <p:cNvSpPr/>
            <p:nvPr/>
          </p:nvSpPr>
          <p:spPr>
            <a:xfrm>
              <a:off x="4123850" y="2769975"/>
              <a:ext cx="2194400" cy="206525"/>
            </a:xfrm>
            <a:custGeom>
              <a:rect b="b" l="l" r="r" t="t"/>
              <a:pathLst>
                <a:path extrusionOk="0" fill="none" h="8261" w="87776">
                  <a:moveTo>
                    <a:pt x="87776" y="1"/>
                  </a:moveTo>
                  <a:lnTo>
                    <a:pt x="1" y="826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 name="Google Shape;1149;p76"/>
            <p:cNvSpPr/>
            <p:nvPr/>
          </p:nvSpPr>
          <p:spPr>
            <a:xfrm>
              <a:off x="4123850" y="2769975"/>
              <a:ext cx="2194400" cy="25"/>
            </a:xfrm>
            <a:custGeom>
              <a:rect b="b" l="l" r="r" t="t"/>
              <a:pathLst>
                <a:path extrusionOk="0" fill="none" h="1" w="87776">
                  <a:moveTo>
                    <a:pt x="87776" y="1"/>
                  </a:moveTo>
                  <a:lnTo>
                    <a:pt x="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 name="Google Shape;1150;p76"/>
            <p:cNvSpPr/>
            <p:nvPr/>
          </p:nvSpPr>
          <p:spPr>
            <a:xfrm>
              <a:off x="6318700" y="2769975"/>
              <a:ext cx="2194450" cy="979100"/>
            </a:xfrm>
            <a:custGeom>
              <a:rect b="b" l="l" r="r" t="t"/>
              <a:pathLst>
                <a:path extrusionOk="0" fill="none" h="39164" w="87778">
                  <a:moveTo>
                    <a:pt x="1" y="1"/>
                  </a:moveTo>
                  <a:lnTo>
                    <a:pt x="87777" y="3916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 name="Google Shape;1151;p76"/>
            <p:cNvSpPr/>
            <p:nvPr/>
          </p:nvSpPr>
          <p:spPr>
            <a:xfrm>
              <a:off x="6318700" y="2769975"/>
              <a:ext cx="2194450" cy="662050"/>
            </a:xfrm>
            <a:custGeom>
              <a:rect b="b" l="l" r="r" t="t"/>
              <a:pathLst>
                <a:path extrusionOk="0" fill="none" h="26482" w="87778">
                  <a:moveTo>
                    <a:pt x="1" y="1"/>
                  </a:moveTo>
                  <a:lnTo>
                    <a:pt x="87777" y="2648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 name="Google Shape;1152;p76"/>
            <p:cNvSpPr/>
            <p:nvPr/>
          </p:nvSpPr>
          <p:spPr>
            <a:xfrm>
              <a:off x="6318700" y="2769975"/>
              <a:ext cx="2194450" cy="407100"/>
            </a:xfrm>
            <a:custGeom>
              <a:rect b="b" l="l" r="r" t="t"/>
              <a:pathLst>
                <a:path extrusionOk="0" fill="none" h="16284" w="87778">
                  <a:moveTo>
                    <a:pt x="1" y="1"/>
                  </a:moveTo>
                  <a:lnTo>
                    <a:pt x="87777" y="1628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 name="Google Shape;1153;p76"/>
            <p:cNvSpPr/>
            <p:nvPr/>
          </p:nvSpPr>
          <p:spPr>
            <a:xfrm>
              <a:off x="6318700" y="2769975"/>
              <a:ext cx="2194450" cy="206525"/>
            </a:xfrm>
            <a:custGeom>
              <a:rect b="b" l="l" r="r" t="t"/>
              <a:pathLst>
                <a:path extrusionOk="0" fill="none" h="8261" w="87778">
                  <a:moveTo>
                    <a:pt x="1" y="1"/>
                  </a:moveTo>
                  <a:lnTo>
                    <a:pt x="87777" y="826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 name="Google Shape;1154;p76"/>
            <p:cNvSpPr/>
            <p:nvPr/>
          </p:nvSpPr>
          <p:spPr>
            <a:xfrm>
              <a:off x="6318700" y="2769975"/>
              <a:ext cx="2194450" cy="25"/>
            </a:xfrm>
            <a:custGeom>
              <a:rect b="b" l="l" r="r" t="t"/>
              <a:pathLst>
                <a:path extrusionOk="0" fill="none" h="1" w="87778">
                  <a:moveTo>
                    <a:pt x="1" y="1"/>
                  </a:moveTo>
                  <a:lnTo>
                    <a:pt x="87777"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 name="Google Shape;1155;p76"/>
          <p:cNvGrpSpPr/>
          <p:nvPr/>
        </p:nvGrpSpPr>
        <p:grpSpPr>
          <a:xfrm flipH="1" rot="10800000">
            <a:off x="371330" y="540079"/>
            <a:ext cx="8400431" cy="1003659"/>
            <a:chOff x="4122825" y="2769975"/>
            <a:chExt cx="4390775" cy="1934950"/>
          </a:xfrm>
        </p:grpSpPr>
        <p:sp>
          <p:nvSpPr>
            <p:cNvPr id="1156" name="Google Shape;1156;p76"/>
            <p:cNvSpPr/>
            <p:nvPr/>
          </p:nvSpPr>
          <p:spPr>
            <a:xfrm>
              <a:off x="4122825" y="2769975"/>
              <a:ext cx="4390775" cy="1399600"/>
            </a:xfrm>
            <a:custGeom>
              <a:rect b="b" l="l" r="r" t="t"/>
              <a:pathLst>
                <a:path extrusionOk="0" fill="none" h="55984" w="175631">
                  <a:moveTo>
                    <a:pt x="175486" y="55983"/>
                  </a:moveTo>
                  <a:cubicBezTo>
                    <a:pt x="175594" y="55983"/>
                    <a:pt x="175630" y="55808"/>
                    <a:pt x="175534" y="55748"/>
                  </a:cubicBezTo>
                  <a:lnTo>
                    <a:pt x="87817" y="1"/>
                  </a:lnTo>
                  <a:lnTo>
                    <a:pt x="97" y="55748"/>
                  </a:lnTo>
                  <a:cubicBezTo>
                    <a:pt x="1" y="55810"/>
                    <a:pt x="37" y="55983"/>
                    <a:pt x="146" y="55983"/>
                  </a:cubicBez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 name="Google Shape;1157;p76"/>
            <p:cNvSpPr/>
            <p:nvPr/>
          </p:nvSpPr>
          <p:spPr>
            <a:xfrm>
              <a:off x="5419875" y="2769975"/>
              <a:ext cx="898375" cy="1934950"/>
            </a:xfrm>
            <a:custGeom>
              <a:rect b="b" l="l" r="r" t="t"/>
              <a:pathLst>
                <a:path extrusionOk="0" fill="none" h="77398" w="35935">
                  <a:moveTo>
                    <a:pt x="35935" y="1"/>
                  </a:moveTo>
                  <a:lnTo>
                    <a:pt x="0" y="77398"/>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 name="Google Shape;1158;p76"/>
            <p:cNvSpPr/>
            <p:nvPr/>
          </p:nvSpPr>
          <p:spPr>
            <a:xfrm>
              <a:off x="4355900" y="2769975"/>
              <a:ext cx="1962350" cy="1934950"/>
            </a:xfrm>
            <a:custGeom>
              <a:rect b="b" l="l" r="r" t="t"/>
              <a:pathLst>
                <a:path extrusionOk="0" fill="none" h="77398" w="78494">
                  <a:moveTo>
                    <a:pt x="0" y="77398"/>
                  </a:moveTo>
                  <a:lnTo>
                    <a:pt x="78494"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 name="Google Shape;1159;p76"/>
            <p:cNvSpPr/>
            <p:nvPr/>
          </p:nvSpPr>
          <p:spPr>
            <a:xfrm>
              <a:off x="6318225" y="2769975"/>
              <a:ext cx="898350" cy="1934950"/>
            </a:xfrm>
            <a:custGeom>
              <a:rect b="b" l="l" r="r" t="t"/>
              <a:pathLst>
                <a:path extrusionOk="0" fill="none" h="77398" w="35934">
                  <a:moveTo>
                    <a:pt x="1" y="1"/>
                  </a:moveTo>
                  <a:lnTo>
                    <a:pt x="35934" y="77398"/>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76"/>
            <p:cNvSpPr/>
            <p:nvPr/>
          </p:nvSpPr>
          <p:spPr>
            <a:xfrm>
              <a:off x="6318225" y="2769975"/>
              <a:ext cx="1962350" cy="1934950"/>
            </a:xfrm>
            <a:custGeom>
              <a:rect b="b" l="l" r="r" t="t"/>
              <a:pathLst>
                <a:path extrusionOk="0" fill="none" h="77398" w="78494">
                  <a:moveTo>
                    <a:pt x="78493" y="77398"/>
                  </a:moveTo>
                  <a:lnTo>
                    <a:pt x="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76"/>
            <p:cNvSpPr/>
            <p:nvPr/>
          </p:nvSpPr>
          <p:spPr>
            <a:xfrm>
              <a:off x="4123850" y="3851100"/>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76"/>
            <p:cNvSpPr/>
            <p:nvPr/>
          </p:nvSpPr>
          <p:spPr>
            <a:xfrm>
              <a:off x="4123850" y="4346500"/>
              <a:ext cx="4389300" cy="25"/>
            </a:xfrm>
            <a:custGeom>
              <a:rect b="b" l="l" r="r" t="t"/>
              <a:pathLst>
                <a:path extrusionOk="0" fill="none" h="1" w="175572">
                  <a:moveTo>
                    <a:pt x="1" y="1"/>
                  </a:moveTo>
                  <a:lnTo>
                    <a:pt x="17557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76"/>
            <p:cNvSpPr/>
            <p:nvPr/>
          </p:nvSpPr>
          <p:spPr>
            <a:xfrm>
              <a:off x="4123850" y="3557300"/>
              <a:ext cx="4388725" cy="25"/>
            </a:xfrm>
            <a:custGeom>
              <a:rect b="b" l="l" r="r" t="t"/>
              <a:pathLst>
                <a:path extrusionOk="0" fill="none" h="1" w="175549">
                  <a:moveTo>
                    <a:pt x="1" y="0"/>
                  </a:moveTo>
                  <a:lnTo>
                    <a:pt x="175549"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 name="Google Shape;1164;p76"/>
            <p:cNvSpPr/>
            <p:nvPr/>
          </p:nvSpPr>
          <p:spPr>
            <a:xfrm>
              <a:off x="4123850" y="3353425"/>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76"/>
            <p:cNvSpPr/>
            <p:nvPr/>
          </p:nvSpPr>
          <p:spPr>
            <a:xfrm>
              <a:off x="4123850" y="3194925"/>
              <a:ext cx="4389300" cy="25"/>
            </a:xfrm>
            <a:custGeom>
              <a:rect b="b" l="l" r="r" t="t"/>
              <a:pathLst>
                <a:path extrusionOk="0" fill="none" h="1" w="175572">
                  <a:moveTo>
                    <a:pt x="1" y="1"/>
                  </a:moveTo>
                  <a:lnTo>
                    <a:pt x="17557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76"/>
            <p:cNvSpPr/>
            <p:nvPr/>
          </p:nvSpPr>
          <p:spPr>
            <a:xfrm>
              <a:off x="4123850" y="3079875"/>
              <a:ext cx="4388725" cy="25"/>
            </a:xfrm>
            <a:custGeom>
              <a:rect b="b" l="l" r="r" t="t"/>
              <a:pathLst>
                <a:path extrusionOk="0" fill="none" h="1" w="175549">
                  <a:moveTo>
                    <a:pt x="1" y="1"/>
                  </a:moveTo>
                  <a:lnTo>
                    <a:pt x="175549"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 name="Google Shape;1167;p76"/>
            <p:cNvSpPr/>
            <p:nvPr/>
          </p:nvSpPr>
          <p:spPr>
            <a:xfrm>
              <a:off x="4123850" y="2976475"/>
              <a:ext cx="4389300" cy="25"/>
            </a:xfrm>
            <a:custGeom>
              <a:rect b="b" l="l" r="r" t="t"/>
              <a:pathLst>
                <a:path extrusionOk="0" fill="none" h="1" w="175572">
                  <a:moveTo>
                    <a:pt x="1" y="0"/>
                  </a:moveTo>
                  <a:lnTo>
                    <a:pt x="175571"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76"/>
            <p:cNvSpPr/>
            <p:nvPr/>
          </p:nvSpPr>
          <p:spPr>
            <a:xfrm>
              <a:off x="4123850" y="2880100"/>
              <a:ext cx="4388725" cy="25"/>
            </a:xfrm>
            <a:custGeom>
              <a:rect b="b" l="l" r="r" t="t"/>
              <a:pathLst>
                <a:path extrusionOk="0" fill="none" h="1" w="175549">
                  <a:moveTo>
                    <a:pt x="1" y="0"/>
                  </a:moveTo>
                  <a:lnTo>
                    <a:pt x="175549" y="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76"/>
            <p:cNvSpPr/>
            <p:nvPr/>
          </p:nvSpPr>
          <p:spPr>
            <a:xfrm>
              <a:off x="4123850" y="2769975"/>
              <a:ext cx="2194400" cy="979100"/>
            </a:xfrm>
            <a:custGeom>
              <a:rect b="b" l="l" r="r" t="t"/>
              <a:pathLst>
                <a:path extrusionOk="0" fill="none" h="39164" w="87776">
                  <a:moveTo>
                    <a:pt x="87776" y="1"/>
                  </a:moveTo>
                  <a:lnTo>
                    <a:pt x="1" y="3916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76"/>
            <p:cNvSpPr/>
            <p:nvPr/>
          </p:nvSpPr>
          <p:spPr>
            <a:xfrm>
              <a:off x="4123850" y="2769975"/>
              <a:ext cx="2194400" cy="662050"/>
            </a:xfrm>
            <a:custGeom>
              <a:rect b="b" l="l" r="r" t="t"/>
              <a:pathLst>
                <a:path extrusionOk="0" fill="none" h="26482" w="87776">
                  <a:moveTo>
                    <a:pt x="87776" y="1"/>
                  </a:moveTo>
                  <a:lnTo>
                    <a:pt x="1" y="2648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76"/>
            <p:cNvSpPr/>
            <p:nvPr/>
          </p:nvSpPr>
          <p:spPr>
            <a:xfrm>
              <a:off x="4123850" y="2769975"/>
              <a:ext cx="2194400" cy="407100"/>
            </a:xfrm>
            <a:custGeom>
              <a:rect b="b" l="l" r="r" t="t"/>
              <a:pathLst>
                <a:path extrusionOk="0" fill="none" h="16284" w="87776">
                  <a:moveTo>
                    <a:pt x="87776" y="1"/>
                  </a:moveTo>
                  <a:lnTo>
                    <a:pt x="1" y="1628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 name="Google Shape;1172;p76"/>
            <p:cNvSpPr/>
            <p:nvPr/>
          </p:nvSpPr>
          <p:spPr>
            <a:xfrm>
              <a:off x="4123850" y="2769975"/>
              <a:ext cx="2194400" cy="206525"/>
            </a:xfrm>
            <a:custGeom>
              <a:rect b="b" l="l" r="r" t="t"/>
              <a:pathLst>
                <a:path extrusionOk="0" fill="none" h="8261" w="87776">
                  <a:moveTo>
                    <a:pt x="87776" y="1"/>
                  </a:moveTo>
                  <a:lnTo>
                    <a:pt x="1" y="826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 name="Google Shape;1173;p76"/>
            <p:cNvSpPr/>
            <p:nvPr/>
          </p:nvSpPr>
          <p:spPr>
            <a:xfrm>
              <a:off x="4123850" y="2769975"/>
              <a:ext cx="2194400" cy="25"/>
            </a:xfrm>
            <a:custGeom>
              <a:rect b="b" l="l" r="r" t="t"/>
              <a:pathLst>
                <a:path extrusionOk="0" fill="none" h="1" w="87776">
                  <a:moveTo>
                    <a:pt x="87776" y="1"/>
                  </a:moveTo>
                  <a:lnTo>
                    <a:pt x="1"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 name="Google Shape;1174;p76"/>
            <p:cNvSpPr/>
            <p:nvPr/>
          </p:nvSpPr>
          <p:spPr>
            <a:xfrm>
              <a:off x="6318700" y="2769975"/>
              <a:ext cx="2194450" cy="979100"/>
            </a:xfrm>
            <a:custGeom>
              <a:rect b="b" l="l" r="r" t="t"/>
              <a:pathLst>
                <a:path extrusionOk="0" fill="none" h="39164" w="87778">
                  <a:moveTo>
                    <a:pt x="1" y="1"/>
                  </a:moveTo>
                  <a:lnTo>
                    <a:pt x="87777" y="3916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76"/>
            <p:cNvSpPr/>
            <p:nvPr/>
          </p:nvSpPr>
          <p:spPr>
            <a:xfrm>
              <a:off x="6318700" y="2769975"/>
              <a:ext cx="2194450" cy="662050"/>
            </a:xfrm>
            <a:custGeom>
              <a:rect b="b" l="l" r="r" t="t"/>
              <a:pathLst>
                <a:path extrusionOk="0" fill="none" h="26482" w="87778">
                  <a:moveTo>
                    <a:pt x="1" y="1"/>
                  </a:moveTo>
                  <a:lnTo>
                    <a:pt x="87777" y="2648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 name="Google Shape;1176;p76"/>
            <p:cNvSpPr/>
            <p:nvPr/>
          </p:nvSpPr>
          <p:spPr>
            <a:xfrm>
              <a:off x="6318700" y="2769975"/>
              <a:ext cx="2194450" cy="407100"/>
            </a:xfrm>
            <a:custGeom>
              <a:rect b="b" l="l" r="r" t="t"/>
              <a:pathLst>
                <a:path extrusionOk="0" fill="none" h="16284" w="87778">
                  <a:moveTo>
                    <a:pt x="1" y="1"/>
                  </a:moveTo>
                  <a:lnTo>
                    <a:pt x="87777" y="16284"/>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76"/>
            <p:cNvSpPr/>
            <p:nvPr/>
          </p:nvSpPr>
          <p:spPr>
            <a:xfrm>
              <a:off x="6318700" y="2769975"/>
              <a:ext cx="2194450" cy="206525"/>
            </a:xfrm>
            <a:custGeom>
              <a:rect b="b" l="l" r="r" t="t"/>
              <a:pathLst>
                <a:path extrusionOk="0" fill="none" h="8261" w="87778">
                  <a:moveTo>
                    <a:pt x="1" y="1"/>
                  </a:moveTo>
                  <a:lnTo>
                    <a:pt x="87777" y="8260"/>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76"/>
            <p:cNvSpPr/>
            <p:nvPr/>
          </p:nvSpPr>
          <p:spPr>
            <a:xfrm>
              <a:off x="6318700" y="2769975"/>
              <a:ext cx="2194450" cy="25"/>
            </a:xfrm>
            <a:custGeom>
              <a:rect b="b" l="l" r="r" t="t"/>
              <a:pathLst>
                <a:path extrusionOk="0" fill="none" h="1" w="87778">
                  <a:moveTo>
                    <a:pt x="1" y="1"/>
                  </a:moveTo>
                  <a:lnTo>
                    <a:pt x="87777" y="1"/>
                  </a:lnTo>
                </a:path>
              </a:pathLst>
            </a:custGeom>
            <a:noFill/>
            <a:ln cap="flat" cmpd="sng" w="9525">
              <a:solidFill>
                <a:schemeClr val="accent4"/>
              </a:solidFill>
              <a:prstDash val="solid"/>
              <a:miter lim="1069"/>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TITLE_ONLY_1">
    <p:spTree>
      <p:nvGrpSpPr>
        <p:cNvPr id="1179" name="Shape 1179"/>
        <p:cNvGrpSpPr/>
        <p:nvPr/>
      </p:nvGrpSpPr>
      <p:grpSpPr>
        <a:xfrm>
          <a:off x="0" y="0"/>
          <a:ext cx="0" cy="0"/>
          <a:chOff x="0" y="0"/>
          <a:chExt cx="0" cy="0"/>
        </a:xfrm>
      </p:grpSpPr>
      <p:pic>
        <p:nvPicPr>
          <p:cNvPr id="1180" name="Google Shape;1180;p77"/>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grpSp>
        <p:nvGrpSpPr>
          <p:cNvPr id="1181" name="Google Shape;1181;p77"/>
          <p:cNvGrpSpPr/>
          <p:nvPr/>
        </p:nvGrpSpPr>
        <p:grpSpPr>
          <a:xfrm>
            <a:off x="372025" y="321975"/>
            <a:ext cx="8400000" cy="4503300"/>
            <a:chOff x="372025" y="321975"/>
            <a:chExt cx="8400000" cy="4503300"/>
          </a:xfrm>
        </p:grpSpPr>
        <p:grpSp>
          <p:nvGrpSpPr>
            <p:cNvPr id="1182" name="Google Shape;1182;p77"/>
            <p:cNvGrpSpPr/>
            <p:nvPr/>
          </p:nvGrpSpPr>
          <p:grpSpPr>
            <a:xfrm>
              <a:off x="372025" y="321975"/>
              <a:ext cx="8400000" cy="4503300"/>
              <a:chOff x="372025" y="321975"/>
              <a:chExt cx="8400000" cy="4503300"/>
            </a:xfrm>
          </p:grpSpPr>
          <p:sp>
            <p:nvSpPr>
              <p:cNvPr id="1183" name="Google Shape;1183;p77"/>
              <p:cNvSpPr/>
              <p:nvPr/>
            </p:nvSpPr>
            <p:spPr>
              <a:xfrm>
                <a:off x="372375" y="324675"/>
                <a:ext cx="8394900" cy="4500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4" name="Google Shape;1184;p77"/>
              <p:cNvGrpSpPr/>
              <p:nvPr/>
            </p:nvGrpSpPr>
            <p:grpSpPr>
              <a:xfrm>
                <a:off x="372025" y="321975"/>
                <a:ext cx="8400000" cy="4499700"/>
                <a:chOff x="372025" y="321975"/>
                <a:chExt cx="8400000" cy="4499700"/>
              </a:xfrm>
            </p:grpSpPr>
            <p:sp>
              <p:nvSpPr>
                <p:cNvPr id="1185" name="Google Shape;1185;p77"/>
                <p:cNvSpPr/>
                <p:nvPr/>
              </p:nvSpPr>
              <p:spPr>
                <a:xfrm>
                  <a:off x="372025" y="321975"/>
                  <a:ext cx="8400000" cy="4499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 name="Google Shape;1186;p77"/>
                <p:cNvSpPr/>
                <p:nvPr/>
              </p:nvSpPr>
              <p:spPr>
                <a:xfrm>
                  <a:off x="372025" y="321975"/>
                  <a:ext cx="8400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77"/>
                <p:cNvSpPr/>
                <p:nvPr/>
              </p:nvSpPr>
              <p:spPr>
                <a:xfrm>
                  <a:off x="4864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77"/>
                <p:cNvSpPr/>
                <p:nvPr/>
              </p:nvSpPr>
              <p:spPr>
                <a:xfrm>
                  <a:off x="66990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77"/>
                <p:cNvSpPr/>
                <p:nvPr/>
              </p:nvSpPr>
              <p:spPr>
                <a:xfrm>
                  <a:off x="853350" y="380900"/>
                  <a:ext cx="100200" cy="100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77"/>
                <p:cNvSpPr/>
                <p:nvPr/>
              </p:nvSpPr>
              <p:spPr>
                <a:xfrm>
                  <a:off x="8537750" y="380900"/>
                  <a:ext cx="100200" cy="100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191" name="Google Shape;1191;p77"/>
                <p:cNvCxnSpPr/>
                <p:nvPr/>
              </p:nvCxnSpPr>
              <p:spPr>
                <a:xfrm>
                  <a:off x="7498375" y="431000"/>
                  <a:ext cx="1039500" cy="0"/>
                </a:xfrm>
                <a:prstGeom prst="straightConnector1">
                  <a:avLst/>
                </a:prstGeom>
                <a:noFill/>
                <a:ln cap="flat" cmpd="sng" w="9525">
                  <a:solidFill>
                    <a:schemeClr val="dk2"/>
                  </a:solidFill>
                  <a:prstDash val="solid"/>
                  <a:round/>
                  <a:headEnd len="sm" w="sm" type="none"/>
                  <a:tailEnd len="sm" w="sm" type="none"/>
                </a:ln>
              </p:spPr>
            </p:cxnSp>
          </p:grpSp>
        </p:grpSp>
        <p:cxnSp>
          <p:nvCxnSpPr>
            <p:cNvPr id="1192" name="Google Shape;1192;p77"/>
            <p:cNvCxnSpPr/>
            <p:nvPr/>
          </p:nvCxnSpPr>
          <p:spPr>
            <a:xfrm>
              <a:off x="372025" y="1104300"/>
              <a:ext cx="8400000" cy="0"/>
            </a:xfrm>
            <a:prstGeom prst="straightConnector1">
              <a:avLst/>
            </a:prstGeom>
            <a:noFill/>
            <a:ln cap="flat" cmpd="sng" w="9525">
              <a:solidFill>
                <a:schemeClr val="dk2"/>
              </a:solidFill>
              <a:prstDash val="solid"/>
              <a:round/>
              <a:headEnd len="sm" w="sm" type="none"/>
              <a:tailEnd len="sm" w="sm" type="none"/>
            </a:ln>
          </p:spPr>
        </p:cxn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MAIN_POINT_1">
    <p:bg>
      <p:bgPr>
        <a:solidFill>
          <a:schemeClr val="accent2"/>
        </a:solidFill>
      </p:bgPr>
    </p:bg>
    <p:spTree>
      <p:nvGrpSpPr>
        <p:cNvPr id="1193" name="Shape 1193"/>
        <p:cNvGrpSpPr/>
        <p:nvPr/>
      </p:nvGrpSpPr>
      <p:grpSpPr>
        <a:xfrm>
          <a:off x="0" y="0"/>
          <a:ext cx="0" cy="0"/>
          <a:chOff x="0" y="0"/>
          <a:chExt cx="0" cy="0"/>
        </a:xfrm>
      </p:grpSpPr>
      <p:grpSp>
        <p:nvGrpSpPr>
          <p:cNvPr id="1194" name="Google Shape;1194;p78"/>
          <p:cNvGrpSpPr/>
          <p:nvPr/>
        </p:nvGrpSpPr>
        <p:grpSpPr>
          <a:xfrm rot="816243">
            <a:off x="7885012" y="585070"/>
            <a:ext cx="624221" cy="2019733"/>
            <a:chOff x="6505688" y="3123675"/>
            <a:chExt cx="624250" cy="2019825"/>
          </a:xfrm>
        </p:grpSpPr>
        <p:sp>
          <p:nvSpPr>
            <p:cNvPr id="1195" name="Google Shape;1195;p78"/>
            <p:cNvSpPr/>
            <p:nvPr/>
          </p:nvSpPr>
          <p:spPr>
            <a:xfrm>
              <a:off x="6666113" y="3575400"/>
              <a:ext cx="322850" cy="555300"/>
            </a:xfrm>
            <a:custGeom>
              <a:rect b="b" l="l" r="r" t="t"/>
              <a:pathLst>
                <a:path extrusionOk="0" h="22212" w="12914">
                  <a:moveTo>
                    <a:pt x="6599" y="1"/>
                  </a:moveTo>
                  <a:cubicBezTo>
                    <a:pt x="6584" y="1"/>
                    <a:pt x="6568" y="1"/>
                    <a:pt x="6552" y="1"/>
                  </a:cubicBezTo>
                  <a:lnTo>
                    <a:pt x="6198" y="4"/>
                  </a:lnTo>
                  <a:cubicBezTo>
                    <a:pt x="2777" y="30"/>
                    <a:pt x="1" y="2848"/>
                    <a:pt x="25" y="6268"/>
                  </a:cubicBezTo>
                  <a:lnTo>
                    <a:pt x="99" y="16039"/>
                  </a:lnTo>
                  <a:cubicBezTo>
                    <a:pt x="123" y="19443"/>
                    <a:pt x="2916" y="22211"/>
                    <a:pt x="6315" y="22211"/>
                  </a:cubicBezTo>
                  <a:cubicBezTo>
                    <a:pt x="6331" y="22211"/>
                    <a:pt x="6346" y="22211"/>
                    <a:pt x="6362" y="22211"/>
                  </a:cubicBezTo>
                  <a:lnTo>
                    <a:pt x="6717" y="22210"/>
                  </a:lnTo>
                  <a:cubicBezTo>
                    <a:pt x="10137" y="22183"/>
                    <a:pt x="12914" y="19364"/>
                    <a:pt x="12891" y="15944"/>
                  </a:cubicBezTo>
                  <a:lnTo>
                    <a:pt x="12818" y="6174"/>
                  </a:lnTo>
                  <a:cubicBezTo>
                    <a:pt x="12791" y="2769"/>
                    <a:pt x="9999" y="1"/>
                    <a:pt x="6599"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 name="Google Shape;1196;p78"/>
            <p:cNvSpPr/>
            <p:nvPr/>
          </p:nvSpPr>
          <p:spPr>
            <a:xfrm>
              <a:off x="6668613" y="3230325"/>
              <a:ext cx="58900" cy="480150"/>
            </a:xfrm>
            <a:custGeom>
              <a:rect b="b" l="l" r="r" t="t"/>
              <a:pathLst>
                <a:path extrusionOk="0" h="19206" w="2356">
                  <a:moveTo>
                    <a:pt x="1118" y="1"/>
                  </a:moveTo>
                  <a:cubicBezTo>
                    <a:pt x="1115" y="1"/>
                    <a:pt x="1111" y="1"/>
                    <a:pt x="1108" y="1"/>
                  </a:cubicBezTo>
                  <a:cubicBezTo>
                    <a:pt x="497" y="7"/>
                    <a:pt x="1" y="509"/>
                    <a:pt x="6" y="1118"/>
                  </a:cubicBezTo>
                  <a:lnTo>
                    <a:pt x="132" y="18104"/>
                  </a:lnTo>
                  <a:cubicBezTo>
                    <a:pt x="138" y="18710"/>
                    <a:pt x="634" y="19206"/>
                    <a:pt x="1241" y="19206"/>
                  </a:cubicBezTo>
                  <a:cubicBezTo>
                    <a:pt x="1244" y="19206"/>
                    <a:pt x="1247" y="19206"/>
                    <a:pt x="1251" y="19206"/>
                  </a:cubicBezTo>
                  <a:cubicBezTo>
                    <a:pt x="1860" y="19200"/>
                    <a:pt x="2355" y="18698"/>
                    <a:pt x="2352" y="18088"/>
                  </a:cubicBezTo>
                  <a:lnTo>
                    <a:pt x="2225" y="1102"/>
                  </a:lnTo>
                  <a:cubicBezTo>
                    <a:pt x="2219" y="496"/>
                    <a:pt x="1723"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 name="Google Shape;1197;p78"/>
            <p:cNvSpPr/>
            <p:nvPr/>
          </p:nvSpPr>
          <p:spPr>
            <a:xfrm>
              <a:off x="6845513" y="3147925"/>
              <a:ext cx="58875" cy="480150"/>
            </a:xfrm>
            <a:custGeom>
              <a:rect b="b" l="l" r="r" t="t"/>
              <a:pathLst>
                <a:path extrusionOk="0" h="19206" w="2355">
                  <a:moveTo>
                    <a:pt x="1115" y="1"/>
                  </a:moveTo>
                  <a:cubicBezTo>
                    <a:pt x="1112" y="1"/>
                    <a:pt x="1110" y="1"/>
                    <a:pt x="1107" y="1"/>
                  </a:cubicBezTo>
                  <a:cubicBezTo>
                    <a:pt x="498" y="7"/>
                    <a:pt x="0" y="509"/>
                    <a:pt x="6" y="1120"/>
                  </a:cubicBezTo>
                  <a:lnTo>
                    <a:pt x="133" y="18104"/>
                  </a:lnTo>
                  <a:cubicBezTo>
                    <a:pt x="137" y="18712"/>
                    <a:pt x="635" y="19206"/>
                    <a:pt x="1240" y="19206"/>
                  </a:cubicBezTo>
                  <a:cubicBezTo>
                    <a:pt x="1243" y="19206"/>
                    <a:pt x="1247" y="19206"/>
                    <a:pt x="1250" y="19206"/>
                  </a:cubicBezTo>
                  <a:cubicBezTo>
                    <a:pt x="1860" y="19201"/>
                    <a:pt x="2355" y="18698"/>
                    <a:pt x="2352" y="18088"/>
                  </a:cubicBezTo>
                  <a:lnTo>
                    <a:pt x="2224" y="1102"/>
                  </a:lnTo>
                  <a:cubicBezTo>
                    <a:pt x="2219" y="496"/>
                    <a:pt x="1721" y="1"/>
                    <a:pt x="111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78"/>
            <p:cNvSpPr/>
            <p:nvPr/>
          </p:nvSpPr>
          <p:spPr>
            <a:xfrm>
              <a:off x="6929863" y="3303225"/>
              <a:ext cx="58925" cy="480125"/>
            </a:xfrm>
            <a:custGeom>
              <a:rect b="b" l="l" r="r" t="t"/>
              <a:pathLst>
                <a:path extrusionOk="0" h="19205" w="2357">
                  <a:moveTo>
                    <a:pt x="1116" y="0"/>
                  </a:moveTo>
                  <a:cubicBezTo>
                    <a:pt x="1113" y="0"/>
                    <a:pt x="1110" y="0"/>
                    <a:pt x="1108" y="0"/>
                  </a:cubicBezTo>
                  <a:cubicBezTo>
                    <a:pt x="497" y="5"/>
                    <a:pt x="1" y="508"/>
                    <a:pt x="6" y="1117"/>
                  </a:cubicBezTo>
                  <a:lnTo>
                    <a:pt x="132" y="18103"/>
                  </a:lnTo>
                  <a:cubicBezTo>
                    <a:pt x="138" y="18711"/>
                    <a:pt x="637" y="19205"/>
                    <a:pt x="1246" y="19205"/>
                  </a:cubicBezTo>
                  <a:cubicBezTo>
                    <a:pt x="1247" y="19205"/>
                    <a:pt x="1249" y="19205"/>
                    <a:pt x="1251" y="19205"/>
                  </a:cubicBezTo>
                  <a:cubicBezTo>
                    <a:pt x="1860" y="19199"/>
                    <a:pt x="2357" y="18697"/>
                    <a:pt x="2352" y="18086"/>
                  </a:cubicBezTo>
                  <a:lnTo>
                    <a:pt x="2225" y="1102"/>
                  </a:lnTo>
                  <a:cubicBezTo>
                    <a:pt x="2219" y="494"/>
                    <a:pt x="1722" y="0"/>
                    <a:pt x="111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78"/>
            <p:cNvSpPr/>
            <p:nvPr/>
          </p:nvSpPr>
          <p:spPr>
            <a:xfrm>
              <a:off x="6756588" y="3123675"/>
              <a:ext cx="58900" cy="480150"/>
            </a:xfrm>
            <a:custGeom>
              <a:rect b="b" l="l" r="r" t="t"/>
              <a:pathLst>
                <a:path extrusionOk="0" h="19206" w="2356">
                  <a:moveTo>
                    <a:pt x="1118" y="1"/>
                  </a:moveTo>
                  <a:cubicBezTo>
                    <a:pt x="1115" y="1"/>
                    <a:pt x="1111" y="1"/>
                    <a:pt x="1108" y="1"/>
                  </a:cubicBezTo>
                  <a:cubicBezTo>
                    <a:pt x="497" y="5"/>
                    <a:pt x="1" y="509"/>
                    <a:pt x="6" y="1118"/>
                  </a:cubicBezTo>
                  <a:lnTo>
                    <a:pt x="132" y="18104"/>
                  </a:lnTo>
                  <a:cubicBezTo>
                    <a:pt x="138" y="18711"/>
                    <a:pt x="636" y="19206"/>
                    <a:pt x="1243" y="19206"/>
                  </a:cubicBezTo>
                  <a:cubicBezTo>
                    <a:pt x="1246" y="19206"/>
                    <a:pt x="1248" y="19206"/>
                    <a:pt x="1251" y="19206"/>
                  </a:cubicBezTo>
                  <a:cubicBezTo>
                    <a:pt x="1860" y="19200"/>
                    <a:pt x="2355" y="18698"/>
                    <a:pt x="2353" y="18087"/>
                  </a:cubicBezTo>
                  <a:lnTo>
                    <a:pt x="2225" y="1103"/>
                  </a:lnTo>
                  <a:cubicBezTo>
                    <a:pt x="2220" y="495"/>
                    <a:pt x="1723"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78"/>
            <p:cNvSpPr/>
            <p:nvPr/>
          </p:nvSpPr>
          <p:spPr>
            <a:xfrm>
              <a:off x="6906838" y="3509750"/>
              <a:ext cx="223100" cy="595575"/>
            </a:xfrm>
            <a:custGeom>
              <a:rect b="b" l="l" r="r" t="t"/>
              <a:pathLst>
                <a:path extrusionOk="0" h="23823" w="8924">
                  <a:moveTo>
                    <a:pt x="8924" y="1"/>
                  </a:moveTo>
                  <a:lnTo>
                    <a:pt x="8924" y="1"/>
                  </a:lnTo>
                  <a:cubicBezTo>
                    <a:pt x="5941" y="1061"/>
                    <a:pt x="6087" y="4840"/>
                    <a:pt x="5299" y="7607"/>
                  </a:cubicBezTo>
                  <a:cubicBezTo>
                    <a:pt x="4845" y="9202"/>
                    <a:pt x="3410" y="13717"/>
                    <a:pt x="1715" y="13717"/>
                  </a:cubicBezTo>
                  <a:cubicBezTo>
                    <a:pt x="1221" y="13717"/>
                    <a:pt x="705" y="13334"/>
                    <a:pt x="185" y="12385"/>
                  </a:cubicBezTo>
                  <a:lnTo>
                    <a:pt x="0" y="23823"/>
                  </a:lnTo>
                  <a:cubicBezTo>
                    <a:pt x="3803" y="23505"/>
                    <a:pt x="5195" y="17626"/>
                    <a:pt x="5886" y="14373"/>
                  </a:cubicBezTo>
                  <a:cubicBezTo>
                    <a:pt x="6887" y="9654"/>
                    <a:pt x="8206" y="4819"/>
                    <a:pt x="892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78"/>
            <p:cNvSpPr/>
            <p:nvPr/>
          </p:nvSpPr>
          <p:spPr>
            <a:xfrm>
              <a:off x="6747688" y="3669775"/>
              <a:ext cx="185600" cy="234225"/>
            </a:xfrm>
            <a:custGeom>
              <a:rect b="b" l="l" r="r" t="t"/>
              <a:pathLst>
                <a:path extrusionOk="0" h="9369" w="7424">
                  <a:moveTo>
                    <a:pt x="3954" y="0"/>
                  </a:moveTo>
                  <a:cubicBezTo>
                    <a:pt x="2326" y="0"/>
                    <a:pt x="553" y="680"/>
                    <a:pt x="1" y="1987"/>
                  </a:cubicBezTo>
                  <a:lnTo>
                    <a:pt x="5" y="2486"/>
                  </a:lnTo>
                  <a:cubicBezTo>
                    <a:pt x="2248" y="4264"/>
                    <a:pt x="3089" y="6633"/>
                    <a:pt x="3547" y="9368"/>
                  </a:cubicBezTo>
                  <a:cubicBezTo>
                    <a:pt x="3369" y="6946"/>
                    <a:pt x="4597" y="3596"/>
                    <a:pt x="6951" y="2642"/>
                  </a:cubicBezTo>
                  <a:cubicBezTo>
                    <a:pt x="7423" y="856"/>
                    <a:pt x="5781" y="0"/>
                    <a:pt x="395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 name="Google Shape;1202;p78"/>
            <p:cNvSpPr/>
            <p:nvPr/>
          </p:nvSpPr>
          <p:spPr>
            <a:xfrm>
              <a:off x="6505688" y="4325575"/>
              <a:ext cx="268950" cy="748475"/>
            </a:xfrm>
            <a:custGeom>
              <a:rect b="b" l="l" r="r" t="t"/>
              <a:pathLst>
                <a:path extrusionOk="0" h="29939" w="10758">
                  <a:moveTo>
                    <a:pt x="9635" y="1"/>
                  </a:moveTo>
                  <a:cubicBezTo>
                    <a:pt x="8785" y="1045"/>
                    <a:pt x="7633" y="1937"/>
                    <a:pt x="6784" y="2853"/>
                  </a:cubicBezTo>
                  <a:cubicBezTo>
                    <a:pt x="303" y="9833"/>
                    <a:pt x="0" y="19384"/>
                    <a:pt x="1838" y="28238"/>
                  </a:cubicBezTo>
                  <a:cubicBezTo>
                    <a:pt x="2043" y="29228"/>
                    <a:pt x="2918" y="29938"/>
                    <a:pt x="3928" y="29938"/>
                  </a:cubicBezTo>
                  <a:lnTo>
                    <a:pt x="8483" y="29938"/>
                  </a:lnTo>
                  <a:cubicBezTo>
                    <a:pt x="9656" y="29938"/>
                    <a:pt x="10609" y="28991"/>
                    <a:pt x="10615" y="27818"/>
                  </a:cubicBezTo>
                  <a:cubicBezTo>
                    <a:pt x="10643" y="22553"/>
                    <a:pt x="10718" y="8790"/>
                    <a:pt x="10758" y="1597"/>
                  </a:cubicBezTo>
                  <a:cubicBezTo>
                    <a:pt x="10346" y="1096"/>
                    <a:pt x="9971" y="564"/>
                    <a:pt x="963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 name="Google Shape;1203;p78"/>
            <p:cNvSpPr/>
            <p:nvPr/>
          </p:nvSpPr>
          <p:spPr>
            <a:xfrm>
              <a:off x="6515438" y="4366125"/>
              <a:ext cx="219375" cy="610225"/>
            </a:xfrm>
            <a:custGeom>
              <a:rect b="b" l="l" r="r" t="t"/>
              <a:pathLst>
                <a:path extrusionOk="0" h="24409" w="8775">
                  <a:moveTo>
                    <a:pt x="7857" y="1"/>
                  </a:moveTo>
                  <a:cubicBezTo>
                    <a:pt x="7163" y="852"/>
                    <a:pt x="6226" y="1579"/>
                    <a:pt x="5533" y="2325"/>
                  </a:cubicBezTo>
                  <a:cubicBezTo>
                    <a:pt x="248" y="8016"/>
                    <a:pt x="1" y="15804"/>
                    <a:pt x="1500" y="23024"/>
                  </a:cubicBezTo>
                  <a:cubicBezTo>
                    <a:pt x="1667" y="23829"/>
                    <a:pt x="2380" y="24408"/>
                    <a:pt x="3204" y="24408"/>
                  </a:cubicBezTo>
                  <a:lnTo>
                    <a:pt x="6917" y="24408"/>
                  </a:lnTo>
                  <a:cubicBezTo>
                    <a:pt x="7874" y="24408"/>
                    <a:pt x="8651" y="23637"/>
                    <a:pt x="8655" y="22682"/>
                  </a:cubicBezTo>
                  <a:cubicBezTo>
                    <a:pt x="8680" y="18387"/>
                    <a:pt x="8741" y="7165"/>
                    <a:pt x="8774" y="1300"/>
                  </a:cubicBezTo>
                  <a:cubicBezTo>
                    <a:pt x="8438" y="892"/>
                    <a:pt x="8130" y="460"/>
                    <a:pt x="785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 name="Google Shape;1204;p78"/>
            <p:cNvSpPr/>
            <p:nvPr/>
          </p:nvSpPr>
          <p:spPr>
            <a:xfrm>
              <a:off x="6892288" y="4372700"/>
              <a:ext cx="219950" cy="580550"/>
            </a:xfrm>
            <a:custGeom>
              <a:rect b="b" l="l" r="r" t="t"/>
              <a:pathLst>
                <a:path extrusionOk="0" h="23222" w="8798">
                  <a:moveTo>
                    <a:pt x="1250" y="1"/>
                  </a:moveTo>
                  <a:cubicBezTo>
                    <a:pt x="1222" y="1"/>
                    <a:pt x="1195" y="2"/>
                    <a:pt x="1167" y="4"/>
                  </a:cubicBezTo>
                  <a:cubicBezTo>
                    <a:pt x="431" y="57"/>
                    <a:pt x="336" y="311"/>
                    <a:pt x="183" y="2360"/>
                  </a:cubicBezTo>
                  <a:cubicBezTo>
                    <a:pt x="0" y="4799"/>
                    <a:pt x="137" y="8723"/>
                    <a:pt x="183" y="11156"/>
                  </a:cubicBezTo>
                  <a:cubicBezTo>
                    <a:pt x="255" y="14911"/>
                    <a:pt x="315" y="17737"/>
                    <a:pt x="333" y="21493"/>
                  </a:cubicBezTo>
                  <a:cubicBezTo>
                    <a:pt x="339" y="22450"/>
                    <a:pt x="1116" y="23221"/>
                    <a:pt x="2072" y="23221"/>
                  </a:cubicBezTo>
                  <a:lnTo>
                    <a:pt x="5787" y="23221"/>
                  </a:lnTo>
                  <a:cubicBezTo>
                    <a:pt x="6611" y="23221"/>
                    <a:pt x="7322" y="22643"/>
                    <a:pt x="7490" y="21835"/>
                  </a:cubicBezTo>
                  <a:cubicBezTo>
                    <a:pt x="8558" y="16691"/>
                    <a:pt x="8798" y="11079"/>
                    <a:pt x="6699" y="6151"/>
                  </a:cubicBezTo>
                  <a:cubicBezTo>
                    <a:pt x="5948" y="4385"/>
                    <a:pt x="3078" y="1"/>
                    <a:pt x="125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 name="Google Shape;1205;p78"/>
            <p:cNvSpPr/>
            <p:nvPr/>
          </p:nvSpPr>
          <p:spPr>
            <a:xfrm>
              <a:off x="6988163" y="4495250"/>
              <a:ext cx="124200" cy="393575"/>
            </a:xfrm>
            <a:custGeom>
              <a:rect b="b" l="l" r="r" t="t"/>
              <a:pathLst>
                <a:path extrusionOk="0" h="15743" w="4968">
                  <a:moveTo>
                    <a:pt x="707" y="1"/>
                  </a:moveTo>
                  <a:cubicBezTo>
                    <a:pt x="691" y="1"/>
                    <a:pt x="675" y="1"/>
                    <a:pt x="660" y="3"/>
                  </a:cubicBezTo>
                  <a:cubicBezTo>
                    <a:pt x="244" y="41"/>
                    <a:pt x="192" y="213"/>
                    <a:pt x="103" y="1601"/>
                  </a:cubicBezTo>
                  <a:cubicBezTo>
                    <a:pt x="0" y="3254"/>
                    <a:pt x="78" y="5914"/>
                    <a:pt x="103" y="7563"/>
                  </a:cubicBezTo>
                  <a:cubicBezTo>
                    <a:pt x="145" y="10109"/>
                    <a:pt x="179" y="12025"/>
                    <a:pt x="189" y="14571"/>
                  </a:cubicBezTo>
                  <a:cubicBezTo>
                    <a:pt x="194" y="15221"/>
                    <a:pt x="631" y="15743"/>
                    <a:pt x="1172" y="15743"/>
                  </a:cubicBezTo>
                  <a:lnTo>
                    <a:pt x="3268" y="15743"/>
                  </a:lnTo>
                  <a:cubicBezTo>
                    <a:pt x="3733" y="15743"/>
                    <a:pt x="4135" y="15351"/>
                    <a:pt x="4229" y="14804"/>
                  </a:cubicBezTo>
                  <a:cubicBezTo>
                    <a:pt x="4834" y="11315"/>
                    <a:pt x="4967" y="7512"/>
                    <a:pt x="3784" y="4171"/>
                  </a:cubicBezTo>
                  <a:cubicBezTo>
                    <a:pt x="3360" y="2974"/>
                    <a:pt x="1739" y="1"/>
                    <a:pt x="70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78"/>
            <p:cNvSpPr/>
            <p:nvPr/>
          </p:nvSpPr>
          <p:spPr>
            <a:xfrm>
              <a:off x="6814788" y="4120300"/>
              <a:ext cx="20750" cy="883125"/>
            </a:xfrm>
            <a:custGeom>
              <a:rect b="b" l="l" r="r" t="t"/>
              <a:pathLst>
                <a:path extrusionOk="0" h="35325" w="830">
                  <a:moveTo>
                    <a:pt x="415" y="0"/>
                  </a:moveTo>
                  <a:cubicBezTo>
                    <a:pt x="186" y="0"/>
                    <a:pt x="0" y="186"/>
                    <a:pt x="0" y="415"/>
                  </a:cubicBezTo>
                  <a:lnTo>
                    <a:pt x="0" y="34908"/>
                  </a:lnTo>
                  <a:cubicBezTo>
                    <a:pt x="0" y="35138"/>
                    <a:pt x="186" y="35324"/>
                    <a:pt x="415" y="35324"/>
                  </a:cubicBezTo>
                  <a:cubicBezTo>
                    <a:pt x="644" y="35324"/>
                    <a:pt x="830" y="35138"/>
                    <a:pt x="830" y="34908"/>
                  </a:cubicBezTo>
                  <a:lnTo>
                    <a:pt x="830" y="415"/>
                  </a:lnTo>
                  <a:cubicBezTo>
                    <a:pt x="830" y="186"/>
                    <a:pt x="644" y="0"/>
                    <a:pt x="41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78"/>
            <p:cNvSpPr/>
            <p:nvPr/>
          </p:nvSpPr>
          <p:spPr>
            <a:xfrm>
              <a:off x="6740563" y="4975650"/>
              <a:ext cx="167875" cy="167850"/>
            </a:xfrm>
            <a:custGeom>
              <a:rect b="b" l="l" r="r" t="t"/>
              <a:pathLst>
                <a:path extrusionOk="0" h="6714" w="6715">
                  <a:moveTo>
                    <a:pt x="3358" y="0"/>
                  </a:moveTo>
                  <a:cubicBezTo>
                    <a:pt x="1513" y="0"/>
                    <a:pt x="1" y="1512"/>
                    <a:pt x="1" y="3358"/>
                  </a:cubicBezTo>
                  <a:cubicBezTo>
                    <a:pt x="1" y="5203"/>
                    <a:pt x="1513" y="6714"/>
                    <a:pt x="3358" y="6714"/>
                  </a:cubicBezTo>
                  <a:cubicBezTo>
                    <a:pt x="5204" y="6714"/>
                    <a:pt x="6714" y="5203"/>
                    <a:pt x="6714" y="3358"/>
                  </a:cubicBezTo>
                  <a:cubicBezTo>
                    <a:pt x="6714" y="1512"/>
                    <a:pt x="5204" y="0"/>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78"/>
            <p:cNvSpPr/>
            <p:nvPr/>
          </p:nvSpPr>
          <p:spPr>
            <a:xfrm>
              <a:off x="6520438" y="4328650"/>
              <a:ext cx="231925" cy="450350"/>
            </a:xfrm>
            <a:custGeom>
              <a:rect b="b" l="l" r="r" t="t"/>
              <a:pathLst>
                <a:path extrusionOk="0" h="18014" w="9277">
                  <a:moveTo>
                    <a:pt x="8807" y="1"/>
                  </a:moveTo>
                  <a:cubicBezTo>
                    <a:pt x="8683" y="1"/>
                    <a:pt x="8561" y="57"/>
                    <a:pt x="8480" y="164"/>
                  </a:cubicBezTo>
                  <a:cubicBezTo>
                    <a:pt x="7724" y="1151"/>
                    <a:pt x="7444" y="3660"/>
                    <a:pt x="7118" y="6567"/>
                  </a:cubicBezTo>
                  <a:cubicBezTo>
                    <a:pt x="6649" y="10770"/>
                    <a:pt x="6064" y="15998"/>
                    <a:pt x="3876" y="17009"/>
                  </a:cubicBezTo>
                  <a:cubicBezTo>
                    <a:pt x="3629" y="17124"/>
                    <a:pt x="3358" y="17181"/>
                    <a:pt x="3066" y="17181"/>
                  </a:cubicBezTo>
                  <a:cubicBezTo>
                    <a:pt x="2392" y="17181"/>
                    <a:pt x="1601" y="16878"/>
                    <a:pt x="705" y="16274"/>
                  </a:cubicBezTo>
                  <a:cubicBezTo>
                    <a:pt x="634" y="16226"/>
                    <a:pt x="553" y="16204"/>
                    <a:pt x="474" y="16204"/>
                  </a:cubicBezTo>
                  <a:cubicBezTo>
                    <a:pt x="340" y="16204"/>
                    <a:pt x="208" y="16269"/>
                    <a:pt x="128" y="16387"/>
                  </a:cubicBezTo>
                  <a:cubicBezTo>
                    <a:pt x="1" y="16579"/>
                    <a:pt x="51" y="16836"/>
                    <a:pt x="241" y="16964"/>
                  </a:cubicBezTo>
                  <a:cubicBezTo>
                    <a:pt x="1278" y="17662"/>
                    <a:pt x="2224" y="18014"/>
                    <a:pt x="3067" y="18014"/>
                  </a:cubicBezTo>
                  <a:cubicBezTo>
                    <a:pt x="3477" y="18014"/>
                    <a:pt x="3863" y="17929"/>
                    <a:pt x="4225" y="17762"/>
                  </a:cubicBezTo>
                  <a:cubicBezTo>
                    <a:pt x="6836" y="16553"/>
                    <a:pt x="7424" y="11299"/>
                    <a:pt x="7943" y="6660"/>
                  </a:cubicBezTo>
                  <a:cubicBezTo>
                    <a:pt x="8241" y="3992"/>
                    <a:pt x="8523" y="1473"/>
                    <a:pt x="9138" y="667"/>
                  </a:cubicBezTo>
                  <a:cubicBezTo>
                    <a:pt x="9277" y="486"/>
                    <a:pt x="9242" y="227"/>
                    <a:pt x="9060" y="86"/>
                  </a:cubicBezTo>
                  <a:cubicBezTo>
                    <a:pt x="8985" y="29"/>
                    <a:pt x="8895" y="1"/>
                    <a:pt x="880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78"/>
            <p:cNvSpPr/>
            <p:nvPr/>
          </p:nvSpPr>
          <p:spPr>
            <a:xfrm>
              <a:off x="6601713" y="4721000"/>
              <a:ext cx="57850" cy="57900"/>
            </a:xfrm>
            <a:custGeom>
              <a:rect b="b" l="l" r="r" t="t"/>
              <a:pathLst>
                <a:path extrusionOk="0" h="2316" w="2314">
                  <a:moveTo>
                    <a:pt x="1156" y="1"/>
                  </a:moveTo>
                  <a:cubicBezTo>
                    <a:pt x="519" y="1"/>
                    <a:pt x="0" y="522"/>
                    <a:pt x="0" y="1158"/>
                  </a:cubicBezTo>
                  <a:cubicBezTo>
                    <a:pt x="0" y="1795"/>
                    <a:pt x="519" y="2315"/>
                    <a:pt x="1156" y="2315"/>
                  </a:cubicBezTo>
                  <a:cubicBezTo>
                    <a:pt x="1793" y="2315"/>
                    <a:pt x="2313" y="1793"/>
                    <a:pt x="2313" y="1158"/>
                  </a:cubicBezTo>
                  <a:cubicBezTo>
                    <a:pt x="2313" y="522"/>
                    <a:pt x="1793" y="1"/>
                    <a:pt x="115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 name="Google Shape;1210;p78"/>
            <p:cNvSpPr/>
            <p:nvPr/>
          </p:nvSpPr>
          <p:spPr>
            <a:xfrm>
              <a:off x="6676913" y="4483725"/>
              <a:ext cx="57900" cy="57875"/>
            </a:xfrm>
            <a:custGeom>
              <a:rect b="b" l="l" r="r" t="t"/>
              <a:pathLst>
                <a:path extrusionOk="0" h="2315" w="2316">
                  <a:moveTo>
                    <a:pt x="1158" y="0"/>
                  </a:moveTo>
                  <a:cubicBezTo>
                    <a:pt x="521" y="0"/>
                    <a:pt x="1" y="521"/>
                    <a:pt x="1" y="1158"/>
                  </a:cubicBezTo>
                  <a:cubicBezTo>
                    <a:pt x="1" y="1794"/>
                    <a:pt x="521" y="2315"/>
                    <a:pt x="1158" y="2315"/>
                  </a:cubicBezTo>
                  <a:cubicBezTo>
                    <a:pt x="1794" y="2315"/>
                    <a:pt x="2315" y="1794"/>
                    <a:pt x="2315" y="1158"/>
                  </a:cubicBezTo>
                  <a:cubicBezTo>
                    <a:pt x="2315" y="521"/>
                    <a:pt x="1794" y="0"/>
                    <a:pt x="115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 name="Google Shape;1211;p78"/>
            <p:cNvSpPr/>
            <p:nvPr/>
          </p:nvSpPr>
          <p:spPr>
            <a:xfrm>
              <a:off x="6695088" y="4091975"/>
              <a:ext cx="316850" cy="737175"/>
            </a:xfrm>
            <a:custGeom>
              <a:rect b="b" l="l" r="r" t="t"/>
              <a:pathLst>
                <a:path extrusionOk="0" h="29487" w="12674">
                  <a:moveTo>
                    <a:pt x="5525" y="1"/>
                  </a:moveTo>
                  <a:cubicBezTo>
                    <a:pt x="5467" y="1"/>
                    <a:pt x="5408" y="9"/>
                    <a:pt x="5349" y="26"/>
                  </a:cubicBezTo>
                  <a:cubicBezTo>
                    <a:pt x="3126" y="684"/>
                    <a:pt x="1375" y="2479"/>
                    <a:pt x="667" y="4830"/>
                  </a:cubicBezTo>
                  <a:cubicBezTo>
                    <a:pt x="0" y="7034"/>
                    <a:pt x="418" y="9327"/>
                    <a:pt x="1784" y="10958"/>
                  </a:cubicBezTo>
                  <a:cubicBezTo>
                    <a:pt x="2833" y="12210"/>
                    <a:pt x="4179" y="13111"/>
                    <a:pt x="5481" y="13984"/>
                  </a:cubicBezTo>
                  <a:cubicBezTo>
                    <a:pt x="7237" y="15161"/>
                    <a:pt x="8897" y="16273"/>
                    <a:pt x="9831" y="18164"/>
                  </a:cubicBezTo>
                  <a:cubicBezTo>
                    <a:pt x="11154" y="20840"/>
                    <a:pt x="9781" y="22155"/>
                    <a:pt x="8043" y="23820"/>
                  </a:cubicBezTo>
                  <a:cubicBezTo>
                    <a:pt x="6689" y="25116"/>
                    <a:pt x="5157" y="26584"/>
                    <a:pt x="5134" y="28858"/>
                  </a:cubicBezTo>
                  <a:cubicBezTo>
                    <a:pt x="5130" y="29202"/>
                    <a:pt x="5406" y="29483"/>
                    <a:pt x="5750" y="29486"/>
                  </a:cubicBezTo>
                  <a:lnTo>
                    <a:pt x="5757" y="29486"/>
                  </a:lnTo>
                  <a:cubicBezTo>
                    <a:pt x="6096" y="29486"/>
                    <a:pt x="6373" y="29213"/>
                    <a:pt x="6379" y="28871"/>
                  </a:cubicBezTo>
                  <a:cubicBezTo>
                    <a:pt x="6395" y="27119"/>
                    <a:pt x="7613" y="25953"/>
                    <a:pt x="8904" y="24717"/>
                  </a:cubicBezTo>
                  <a:cubicBezTo>
                    <a:pt x="10671" y="23026"/>
                    <a:pt x="12673" y="21108"/>
                    <a:pt x="10945" y="17613"/>
                  </a:cubicBezTo>
                  <a:cubicBezTo>
                    <a:pt x="9864" y="15424"/>
                    <a:pt x="7985" y="14167"/>
                    <a:pt x="6172" y="12951"/>
                  </a:cubicBezTo>
                  <a:cubicBezTo>
                    <a:pt x="4885" y="12090"/>
                    <a:pt x="3671" y="11276"/>
                    <a:pt x="2738" y="10160"/>
                  </a:cubicBezTo>
                  <a:cubicBezTo>
                    <a:pt x="1641" y="8851"/>
                    <a:pt x="1312" y="6993"/>
                    <a:pt x="1856" y="5189"/>
                  </a:cubicBezTo>
                  <a:cubicBezTo>
                    <a:pt x="2442" y="3242"/>
                    <a:pt x="3880" y="1757"/>
                    <a:pt x="5701" y="1219"/>
                  </a:cubicBezTo>
                  <a:cubicBezTo>
                    <a:pt x="6030" y="1120"/>
                    <a:pt x="6217" y="776"/>
                    <a:pt x="6121" y="447"/>
                  </a:cubicBezTo>
                  <a:cubicBezTo>
                    <a:pt x="6040" y="176"/>
                    <a:pt x="5794" y="1"/>
                    <a:pt x="552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 name="Google Shape;1212;p78"/>
            <p:cNvSpPr/>
            <p:nvPr/>
          </p:nvSpPr>
          <p:spPr>
            <a:xfrm>
              <a:off x="6763713" y="4003350"/>
              <a:ext cx="133125" cy="133175"/>
            </a:xfrm>
            <a:custGeom>
              <a:rect b="b" l="l" r="r" t="t"/>
              <a:pathLst>
                <a:path extrusionOk="0" h="5327" w="5325">
                  <a:moveTo>
                    <a:pt x="2663" y="1"/>
                  </a:moveTo>
                  <a:cubicBezTo>
                    <a:pt x="1198" y="1"/>
                    <a:pt x="0" y="1199"/>
                    <a:pt x="0" y="2663"/>
                  </a:cubicBezTo>
                  <a:cubicBezTo>
                    <a:pt x="0" y="4128"/>
                    <a:pt x="1198" y="5326"/>
                    <a:pt x="2663" y="5326"/>
                  </a:cubicBezTo>
                  <a:cubicBezTo>
                    <a:pt x="4127" y="5326"/>
                    <a:pt x="5325" y="4128"/>
                    <a:pt x="5325" y="2663"/>
                  </a:cubicBezTo>
                  <a:cubicBezTo>
                    <a:pt x="5325" y="1199"/>
                    <a:pt x="4127" y="1"/>
                    <a:pt x="266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 name="Google Shape;1213;p78"/>
            <p:cNvSpPr/>
            <p:nvPr/>
          </p:nvSpPr>
          <p:spPr>
            <a:xfrm>
              <a:off x="6781088" y="4796225"/>
              <a:ext cx="92650" cy="92650"/>
            </a:xfrm>
            <a:custGeom>
              <a:rect b="b" l="l" r="r" t="t"/>
              <a:pathLst>
                <a:path extrusionOk="0" h="3706" w="3706">
                  <a:moveTo>
                    <a:pt x="1853" y="0"/>
                  </a:moveTo>
                  <a:cubicBezTo>
                    <a:pt x="833" y="0"/>
                    <a:pt x="1" y="834"/>
                    <a:pt x="1" y="1853"/>
                  </a:cubicBezTo>
                  <a:cubicBezTo>
                    <a:pt x="1" y="2873"/>
                    <a:pt x="833" y="3705"/>
                    <a:pt x="1853" y="3705"/>
                  </a:cubicBezTo>
                  <a:cubicBezTo>
                    <a:pt x="2870" y="3705"/>
                    <a:pt x="3704" y="2870"/>
                    <a:pt x="3706" y="1853"/>
                  </a:cubicBezTo>
                  <a:cubicBezTo>
                    <a:pt x="3706" y="834"/>
                    <a:pt x="2872" y="0"/>
                    <a:pt x="185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 name="Google Shape;1214;p78"/>
            <p:cNvSpPr/>
            <p:nvPr/>
          </p:nvSpPr>
          <p:spPr>
            <a:xfrm>
              <a:off x="6743388" y="3720400"/>
              <a:ext cx="178275" cy="201975"/>
            </a:xfrm>
            <a:custGeom>
              <a:rect b="b" l="l" r="r" t="t"/>
              <a:pathLst>
                <a:path extrusionOk="0" h="8079" w="7131">
                  <a:moveTo>
                    <a:pt x="630" y="0"/>
                  </a:moveTo>
                  <a:lnTo>
                    <a:pt x="630" y="0"/>
                  </a:lnTo>
                  <a:cubicBezTo>
                    <a:pt x="527" y="1538"/>
                    <a:pt x="1" y="6147"/>
                    <a:pt x="1047" y="6921"/>
                  </a:cubicBezTo>
                  <a:lnTo>
                    <a:pt x="815" y="8078"/>
                  </a:lnTo>
                  <a:cubicBezTo>
                    <a:pt x="1803" y="5609"/>
                    <a:pt x="4390" y="3216"/>
                    <a:pt x="7030" y="2714"/>
                  </a:cubicBezTo>
                  <a:cubicBezTo>
                    <a:pt x="7131" y="2361"/>
                    <a:pt x="7129" y="1753"/>
                    <a:pt x="7030" y="1399"/>
                  </a:cubicBezTo>
                  <a:cubicBezTo>
                    <a:pt x="6961" y="1401"/>
                    <a:pt x="6891" y="1402"/>
                    <a:pt x="6821" y="1402"/>
                  </a:cubicBezTo>
                  <a:cubicBezTo>
                    <a:pt x="4637" y="1402"/>
                    <a:pt x="2611" y="653"/>
                    <a:pt x="6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78"/>
            <p:cNvSpPr/>
            <p:nvPr/>
          </p:nvSpPr>
          <p:spPr>
            <a:xfrm>
              <a:off x="6909738" y="3936950"/>
              <a:ext cx="66825" cy="51800"/>
            </a:xfrm>
            <a:custGeom>
              <a:rect b="b" l="l" r="r" t="t"/>
              <a:pathLst>
                <a:path extrusionOk="0" h="2072" w="2673">
                  <a:moveTo>
                    <a:pt x="1336" y="0"/>
                  </a:moveTo>
                  <a:cubicBezTo>
                    <a:pt x="3" y="2"/>
                    <a:pt x="0" y="2071"/>
                    <a:pt x="1336" y="2071"/>
                  </a:cubicBezTo>
                  <a:cubicBezTo>
                    <a:pt x="2668" y="2071"/>
                    <a:pt x="2672" y="0"/>
                    <a:pt x="133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78"/>
            <p:cNvSpPr/>
            <p:nvPr/>
          </p:nvSpPr>
          <p:spPr>
            <a:xfrm>
              <a:off x="6955413" y="3868875"/>
              <a:ext cx="33350" cy="25925"/>
            </a:xfrm>
            <a:custGeom>
              <a:rect b="b" l="l" r="r" t="t"/>
              <a:pathLst>
                <a:path extrusionOk="0" h="1037" w="1334">
                  <a:moveTo>
                    <a:pt x="667" y="1"/>
                  </a:moveTo>
                  <a:cubicBezTo>
                    <a:pt x="0" y="1"/>
                    <a:pt x="0" y="1037"/>
                    <a:pt x="667" y="1037"/>
                  </a:cubicBezTo>
                  <a:cubicBezTo>
                    <a:pt x="1333" y="1037"/>
                    <a:pt x="1333"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78"/>
            <p:cNvSpPr/>
            <p:nvPr/>
          </p:nvSpPr>
          <p:spPr>
            <a:xfrm>
              <a:off x="6584963" y="4985875"/>
              <a:ext cx="33425" cy="25875"/>
            </a:xfrm>
            <a:custGeom>
              <a:rect b="b" l="l" r="r" t="t"/>
              <a:pathLst>
                <a:path extrusionOk="0" h="1035" w="1337">
                  <a:moveTo>
                    <a:pt x="670" y="0"/>
                  </a:moveTo>
                  <a:cubicBezTo>
                    <a:pt x="2" y="0"/>
                    <a:pt x="1" y="1035"/>
                    <a:pt x="670" y="1035"/>
                  </a:cubicBezTo>
                  <a:cubicBezTo>
                    <a:pt x="1337" y="1035"/>
                    <a:pt x="1337" y="0"/>
                    <a:pt x="67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78"/>
            <p:cNvSpPr/>
            <p:nvPr/>
          </p:nvSpPr>
          <p:spPr>
            <a:xfrm>
              <a:off x="6573388" y="4864300"/>
              <a:ext cx="33425" cy="25925"/>
            </a:xfrm>
            <a:custGeom>
              <a:rect b="b" l="l" r="r" t="t"/>
              <a:pathLst>
                <a:path extrusionOk="0" h="1037" w="1337">
                  <a:moveTo>
                    <a:pt x="670" y="1"/>
                  </a:moveTo>
                  <a:cubicBezTo>
                    <a:pt x="3" y="1"/>
                    <a:pt x="0" y="1037"/>
                    <a:pt x="670" y="1037"/>
                  </a:cubicBezTo>
                  <a:cubicBezTo>
                    <a:pt x="1336" y="1037"/>
                    <a:pt x="1336" y="1"/>
                    <a:pt x="67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78"/>
            <p:cNvSpPr/>
            <p:nvPr/>
          </p:nvSpPr>
          <p:spPr>
            <a:xfrm>
              <a:off x="6775988" y="5037950"/>
              <a:ext cx="39150" cy="25900"/>
            </a:xfrm>
            <a:custGeom>
              <a:rect b="b" l="l" r="r" t="t"/>
              <a:pathLst>
                <a:path extrusionOk="0" h="1036" w="1566">
                  <a:moveTo>
                    <a:pt x="668" y="0"/>
                  </a:moveTo>
                  <a:cubicBezTo>
                    <a:pt x="0" y="0"/>
                    <a:pt x="0" y="1036"/>
                    <a:pt x="668" y="1036"/>
                  </a:cubicBezTo>
                  <a:lnTo>
                    <a:pt x="898" y="1036"/>
                  </a:lnTo>
                  <a:cubicBezTo>
                    <a:pt x="1565" y="1036"/>
                    <a:pt x="1565" y="0"/>
                    <a:pt x="89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78"/>
            <p:cNvSpPr/>
            <p:nvPr/>
          </p:nvSpPr>
          <p:spPr>
            <a:xfrm>
              <a:off x="6804913" y="4013575"/>
              <a:ext cx="33400" cy="25925"/>
            </a:xfrm>
            <a:custGeom>
              <a:rect b="b" l="l" r="r" t="t"/>
              <a:pathLst>
                <a:path extrusionOk="0" h="1037" w="1336">
                  <a:moveTo>
                    <a:pt x="666" y="1"/>
                  </a:moveTo>
                  <a:cubicBezTo>
                    <a:pt x="0" y="1"/>
                    <a:pt x="1" y="1036"/>
                    <a:pt x="667" y="1036"/>
                  </a:cubicBezTo>
                  <a:cubicBezTo>
                    <a:pt x="1335" y="1036"/>
                    <a:pt x="1335" y="1"/>
                    <a:pt x="667" y="1"/>
                  </a:cubicBezTo>
                  <a:cubicBezTo>
                    <a:pt x="667" y="1"/>
                    <a:pt x="666" y="1"/>
                    <a:pt x="66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 name="Google Shape;1221;p78"/>
            <p:cNvSpPr/>
            <p:nvPr/>
          </p:nvSpPr>
          <p:spPr>
            <a:xfrm>
              <a:off x="6961838" y="4776125"/>
              <a:ext cx="66800" cy="51800"/>
            </a:xfrm>
            <a:custGeom>
              <a:rect b="b" l="l" r="r" t="t"/>
              <a:pathLst>
                <a:path extrusionOk="0" h="2072" w="2672">
                  <a:moveTo>
                    <a:pt x="1335" y="0"/>
                  </a:moveTo>
                  <a:cubicBezTo>
                    <a:pt x="3" y="0"/>
                    <a:pt x="1" y="2072"/>
                    <a:pt x="1335" y="2072"/>
                  </a:cubicBezTo>
                  <a:cubicBezTo>
                    <a:pt x="2668" y="2072"/>
                    <a:pt x="2671" y="0"/>
                    <a:pt x="133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78"/>
            <p:cNvSpPr/>
            <p:nvPr/>
          </p:nvSpPr>
          <p:spPr>
            <a:xfrm>
              <a:off x="7013238" y="4690675"/>
              <a:ext cx="33425" cy="25875"/>
            </a:xfrm>
            <a:custGeom>
              <a:rect b="b" l="l" r="r" t="t"/>
              <a:pathLst>
                <a:path extrusionOk="0" h="1035" w="1337">
                  <a:moveTo>
                    <a:pt x="670" y="1"/>
                  </a:moveTo>
                  <a:cubicBezTo>
                    <a:pt x="2" y="1"/>
                    <a:pt x="0" y="1035"/>
                    <a:pt x="670" y="1035"/>
                  </a:cubicBezTo>
                  <a:cubicBezTo>
                    <a:pt x="1336" y="1035"/>
                    <a:pt x="1336" y="1"/>
                    <a:pt x="67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 name="Google Shape;1223;p78"/>
          <p:cNvGrpSpPr/>
          <p:nvPr/>
        </p:nvGrpSpPr>
        <p:grpSpPr>
          <a:xfrm>
            <a:off x="821200" y="2952525"/>
            <a:ext cx="1283225" cy="1233550"/>
            <a:chOff x="1415300" y="3922225"/>
            <a:chExt cx="1283225" cy="1233550"/>
          </a:xfrm>
        </p:grpSpPr>
        <p:sp>
          <p:nvSpPr>
            <p:cNvPr id="1224" name="Google Shape;1224;p78"/>
            <p:cNvSpPr/>
            <p:nvPr/>
          </p:nvSpPr>
          <p:spPr>
            <a:xfrm>
              <a:off x="1507100" y="4306500"/>
              <a:ext cx="691275" cy="691275"/>
            </a:xfrm>
            <a:custGeom>
              <a:rect b="b" l="l" r="r" t="t"/>
              <a:pathLst>
                <a:path extrusionOk="0" h="27651" w="27651">
                  <a:moveTo>
                    <a:pt x="13824" y="10480"/>
                  </a:moveTo>
                  <a:cubicBezTo>
                    <a:pt x="15275" y="10480"/>
                    <a:pt x="16612" y="11432"/>
                    <a:pt x="17036" y="12896"/>
                  </a:cubicBezTo>
                  <a:cubicBezTo>
                    <a:pt x="17549" y="14670"/>
                    <a:pt x="16528" y="16525"/>
                    <a:pt x="14752" y="17039"/>
                  </a:cubicBezTo>
                  <a:cubicBezTo>
                    <a:pt x="14442" y="17129"/>
                    <a:pt x="14130" y="17172"/>
                    <a:pt x="13822" y="17172"/>
                  </a:cubicBezTo>
                  <a:cubicBezTo>
                    <a:pt x="12373" y="17172"/>
                    <a:pt x="11036" y="16219"/>
                    <a:pt x="10611" y="14755"/>
                  </a:cubicBezTo>
                  <a:cubicBezTo>
                    <a:pt x="10098" y="12981"/>
                    <a:pt x="11119" y="11126"/>
                    <a:pt x="12893" y="10612"/>
                  </a:cubicBezTo>
                  <a:cubicBezTo>
                    <a:pt x="13203" y="10522"/>
                    <a:pt x="13516" y="10480"/>
                    <a:pt x="13824" y="10480"/>
                  </a:cubicBezTo>
                  <a:close/>
                  <a:moveTo>
                    <a:pt x="11921" y="0"/>
                  </a:moveTo>
                  <a:lnTo>
                    <a:pt x="8052" y="1119"/>
                  </a:lnTo>
                  <a:lnTo>
                    <a:pt x="9063" y="4613"/>
                  </a:lnTo>
                  <a:cubicBezTo>
                    <a:pt x="7824" y="5252"/>
                    <a:pt x="6752" y="6120"/>
                    <a:pt x="5885" y="7150"/>
                  </a:cubicBezTo>
                  <a:lnTo>
                    <a:pt x="2702" y="5396"/>
                  </a:lnTo>
                  <a:lnTo>
                    <a:pt x="759" y="8924"/>
                  </a:lnTo>
                  <a:lnTo>
                    <a:pt x="3943" y="10678"/>
                  </a:lnTo>
                  <a:cubicBezTo>
                    <a:pt x="3532" y="11961"/>
                    <a:pt x="3371" y="13331"/>
                    <a:pt x="3493" y="14720"/>
                  </a:cubicBezTo>
                  <a:lnTo>
                    <a:pt x="0" y="15731"/>
                  </a:lnTo>
                  <a:lnTo>
                    <a:pt x="1120" y="19598"/>
                  </a:lnTo>
                  <a:lnTo>
                    <a:pt x="4613" y="18588"/>
                  </a:lnTo>
                  <a:cubicBezTo>
                    <a:pt x="5252" y="19828"/>
                    <a:pt x="6120" y="20900"/>
                    <a:pt x="7151" y="21766"/>
                  </a:cubicBezTo>
                  <a:lnTo>
                    <a:pt x="5396" y="24948"/>
                  </a:lnTo>
                  <a:lnTo>
                    <a:pt x="8924" y="26892"/>
                  </a:lnTo>
                  <a:lnTo>
                    <a:pt x="10678" y="23709"/>
                  </a:lnTo>
                  <a:cubicBezTo>
                    <a:pt x="11680" y="24030"/>
                    <a:pt x="12736" y="24198"/>
                    <a:pt x="13812" y="24198"/>
                  </a:cubicBezTo>
                  <a:cubicBezTo>
                    <a:pt x="14113" y="24198"/>
                    <a:pt x="14416" y="24185"/>
                    <a:pt x="14720" y="24158"/>
                  </a:cubicBezTo>
                  <a:lnTo>
                    <a:pt x="15731" y="27650"/>
                  </a:lnTo>
                  <a:lnTo>
                    <a:pt x="19598" y="26532"/>
                  </a:lnTo>
                  <a:lnTo>
                    <a:pt x="18588" y="23039"/>
                  </a:lnTo>
                  <a:cubicBezTo>
                    <a:pt x="19828" y="22400"/>
                    <a:pt x="20900" y="21531"/>
                    <a:pt x="21765" y="20499"/>
                  </a:cubicBezTo>
                  <a:lnTo>
                    <a:pt x="24948" y="22254"/>
                  </a:lnTo>
                  <a:lnTo>
                    <a:pt x="26892" y="18726"/>
                  </a:lnTo>
                  <a:lnTo>
                    <a:pt x="23709" y="16971"/>
                  </a:lnTo>
                  <a:cubicBezTo>
                    <a:pt x="24117" y="15692"/>
                    <a:pt x="24279" y="14321"/>
                    <a:pt x="24158" y="12931"/>
                  </a:cubicBezTo>
                  <a:lnTo>
                    <a:pt x="27650" y="11920"/>
                  </a:lnTo>
                  <a:lnTo>
                    <a:pt x="26531" y="8053"/>
                  </a:lnTo>
                  <a:lnTo>
                    <a:pt x="23039" y="9063"/>
                  </a:lnTo>
                  <a:cubicBezTo>
                    <a:pt x="22400" y="7824"/>
                    <a:pt x="21531" y="6751"/>
                    <a:pt x="20500" y="5885"/>
                  </a:cubicBezTo>
                  <a:lnTo>
                    <a:pt x="22255" y="2703"/>
                  </a:lnTo>
                  <a:lnTo>
                    <a:pt x="18728" y="759"/>
                  </a:lnTo>
                  <a:lnTo>
                    <a:pt x="16973" y="3942"/>
                  </a:lnTo>
                  <a:cubicBezTo>
                    <a:pt x="15971" y="3622"/>
                    <a:pt x="14915" y="3453"/>
                    <a:pt x="13838" y="3453"/>
                  </a:cubicBezTo>
                  <a:cubicBezTo>
                    <a:pt x="13537" y="3453"/>
                    <a:pt x="13234" y="3466"/>
                    <a:pt x="12931" y="3493"/>
                  </a:cubicBezTo>
                  <a:lnTo>
                    <a:pt x="1192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78"/>
            <p:cNvSpPr/>
            <p:nvPr/>
          </p:nvSpPr>
          <p:spPr>
            <a:xfrm>
              <a:off x="2070675" y="4007975"/>
              <a:ext cx="575750" cy="575750"/>
            </a:xfrm>
            <a:custGeom>
              <a:rect b="b" l="l" r="r" t="t"/>
              <a:pathLst>
                <a:path extrusionOk="0" h="23030" w="23030">
                  <a:moveTo>
                    <a:pt x="11512" y="8750"/>
                  </a:moveTo>
                  <a:cubicBezTo>
                    <a:pt x="12420" y="8750"/>
                    <a:pt x="13309" y="9196"/>
                    <a:pt x="13838" y="10015"/>
                  </a:cubicBezTo>
                  <a:cubicBezTo>
                    <a:pt x="14667" y="11299"/>
                    <a:pt x="14299" y="13011"/>
                    <a:pt x="13014" y="13840"/>
                  </a:cubicBezTo>
                  <a:cubicBezTo>
                    <a:pt x="12551" y="14139"/>
                    <a:pt x="12032" y="14282"/>
                    <a:pt x="11518" y="14282"/>
                  </a:cubicBezTo>
                  <a:cubicBezTo>
                    <a:pt x="10611" y="14282"/>
                    <a:pt x="9721" y="13835"/>
                    <a:pt x="9191" y="13016"/>
                  </a:cubicBezTo>
                  <a:cubicBezTo>
                    <a:pt x="8362" y="11734"/>
                    <a:pt x="8730" y="10021"/>
                    <a:pt x="10013" y="9193"/>
                  </a:cubicBezTo>
                  <a:cubicBezTo>
                    <a:pt x="10478" y="8893"/>
                    <a:pt x="10998" y="8750"/>
                    <a:pt x="11512" y="8750"/>
                  </a:cubicBezTo>
                  <a:close/>
                  <a:moveTo>
                    <a:pt x="12290" y="0"/>
                  </a:moveTo>
                  <a:lnTo>
                    <a:pt x="11657" y="2939"/>
                  </a:lnTo>
                  <a:cubicBezTo>
                    <a:pt x="11610" y="2938"/>
                    <a:pt x="11563" y="2938"/>
                    <a:pt x="11517" y="2938"/>
                  </a:cubicBezTo>
                  <a:cubicBezTo>
                    <a:pt x="10450" y="2938"/>
                    <a:pt x="9374" y="3137"/>
                    <a:pt x="8349" y="3545"/>
                  </a:cubicBezTo>
                  <a:lnTo>
                    <a:pt x="6718" y="1020"/>
                  </a:lnTo>
                  <a:lnTo>
                    <a:pt x="3921" y="2827"/>
                  </a:lnTo>
                  <a:lnTo>
                    <a:pt x="5552" y="5352"/>
                  </a:lnTo>
                  <a:cubicBezTo>
                    <a:pt x="4722" y="6154"/>
                    <a:pt x="4079" y="7095"/>
                    <a:pt x="3639" y="8118"/>
                  </a:cubicBezTo>
                  <a:lnTo>
                    <a:pt x="701" y="7485"/>
                  </a:lnTo>
                  <a:lnTo>
                    <a:pt x="1" y="10740"/>
                  </a:lnTo>
                  <a:lnTo>
                    <a:pt x="2940" y="11373"/>
                  </a:lnTo>
                  <a:cubicBezTo>
                    <a:pt x="2921" y="12486"/>
                    <a:pt x="3119" y="13610"/>
                    <a:pt x="3546" y="14680"/>
                  </a:cubicBezTo>
                  <a:lnTo>
                    <a:pt x="1021" y="16312"/>
                  </a:lnTo>
                  <a:lnTo>
                    <a:pt x="2828" y="19108"/>
                  </a:lnTo>
                  <a:lnTo>
                    <a:pt x="5353" y="17478"/>
                  </a:lnTo>
                  <a:cubicBezTo>
                    <a:pt x="6154" y="18308"/>
                    <a:pt x="7096" y="18951"/>
                    <a:pt x="8119" y="19390"/>
                  </a:cubicBezTo>
                  <a:lnTo>
                    <a:pt x="7486" y="22329"/>
                  </a:lnTo>
                  <a:lnTo>
                    <a:pt x="10741" y="23029"/>
                  </a:lnTo>
                  <a:lnTo>
                    <a:pt x="11374" y="20090"/>
                  </a:lnTo>
                  <a:cubicBezTo>
                    <a:pt x="11423" y="20090"/>
                    <a:pt x="11473" y="20091"/>
                    <a:pt x="11522" y="20091"/>
                  </a:cubicBezTo>
                  <a:cubicBezTo>
                    <a:pt x="12586" y="20091"/>
                    <a:pt x="13658" y="19892"/>
                    <a:pt x="14682" y="19484"/>
                  </a:cubicBezTo>
                  <a:lnTo>
                    <a:pt x="16312" y="22009"/>
                  </a:lnTo>
                  <a:lnTo>
                    <a:pt x="19110" y="20202"/>
                  </a:lnTo>
                  <a:lnTo>
                    <a:pt x="17479" y="17677"/>
                  </a:lnTo>
                  <a:cubicBezTo>
                    <a:pt x="18309" y="16876"/>
                    <a:pt x="18952" y="15934"/>
                    <a:pt x="19392" y="14912"/>
                  </a:cubicBezTo>
                  <a:lnTo>
                    <a:pt x="22330" y="15545"/>
                  </a:lnTo>
                  <a:lnTo>
                    <a:pt x="23029" y="12288"/>
                  </a:lnTo>
                  <a:lnTo>
                    <a:pt x="20091" y="11656"/>
                  </a:lnTo>
                  <a:cubicBezTo>
                    <a:pt x="20109" y="10544"/>
                    <a:pt x="19912" y="9419"/>
                    <a:pt x="19485" y="8348"/>
                  </a:cubicBezTo>
                  <a:lnTo>
                    <a:pt x="22010" y="6717"/>
                  </a:lnTo>
                  <a:lnTo>
                    <a:pt x="20203" y="3920"/>
                  </a:lnTo>
                  <a:lnTo>
                    <a:pt x="17678" y="5552"/>
                  </a:lnTo>
                  <a:cubicBezTo>
                    <a:pt x="16876" y="4722"/>
                    <a:pt x="15935" y="4079"/>
                    <a:pt x="14912" y="3639"/>
                  </a:cubicBezTo>
                  <a:lnTo>
                    <a:pt x="15545" y="701"/>
                  </a:lnTo>
                  <a:lnTo>
                    <a:pt x="12290"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78"/>
            <p:cNvSpPr/>
            <p:nvPr/>
          </p:nvSpPr>
          <p:spPr>
            <a:xfrm>
              <a:off x="2199950" y="4582550"/>
              <a:ext cx="447875" cy="447850"/>
            </a:xfrm>
            <a:custGeom>
              <a:rect b="b" l="l" r="r" t="t"/>
              <a:pathLst>
                <a:path extrusionOk="0" h="17914" w="17915">
                  <a:moveTo>
                    <a:pt x="8957" y="6809"/>
                  </a:moveTo>
                  <a:cubicBezTo>
                    <a:pt x="10033" y="6809"/>
                    <a:pt x="10962" y="7615"/>
                    <a:pt x="11088" y="8711"/>
                  </a:cubicBezTo>
                  <a:cubicBezTo>
                    <a:pt x="11224" y="9889"/>
                    <a:pt x="10379" y="10955"/>
                    <a:pt x="9201" y="11090"/>
                  </a:cubicBezTo>
                  <a:cubicBezTo>
                    <a:pt x="9117" y="11099"/>
                    <a:pt x="9034" y="11104"/>
                    <a:pt x="8952" y="11104"/>
                  </a:cubicBezTo>
                  <a:cubicBezTo>
                    <a:pt x="7877" y="11104"/>
                    <a:pt x="6948" y="10297"/>
                    <a:pt x="6823" y="9203"/>
                  </a:cubicBezTo>
                  <a:cubicBezTo>
                    <a:pt x="6687" y="8024"/>
                    <a:pt x="7531" y="6959"/>
                    <a:pt x="8710" y="6824"/>
                  </a:cubicBezTo>
                  <a:cubicBezTo>
                    <a:pt x="8793" y="6814"/>
                    <a:pt x="8876" y="6809"/>
                    <a:pt x="8957" y="6809"/>
                  </a:cubicBezTo>
                  <a:close/>
                  <a:moveTo>
                    <a:pt x="9227" y="0"/>
                  </a:moveTo>
                  <a:lnTo>
                    <a:pt x="6659" y="297"/>
                  </a:lnTo>
                  <a:lnTo>
                    <a:pt x="6926" y="2616"/>
                  </a:lnTo>
                  <a:cubicBezTo>
                    <a:pt x="6073" y="2889"/>
                    <a:pt x="5301" y="3324"/>
                    <a:pt x="4643" y="3885"/>
                  </a:cubicBezTo>
                  <a:lnTo>
                    <a:pt x="2815" y="2434"/>
                  </a:lnTo>
                  <a:lnTo>
                    <a:pt x="1208" y="4459"/>
                  </a:lnTo>
                  <a:lnTo>
                    <a:pt x="3036" y="5910"/>
                  </a:lnTo>
                  <a:cubicBezTo>
                    <a:pt x="2639" y="6678"/>
                    <a:pt x="2391" y="7529"/>
                    <a:pt x="2321" y="8421"/>
                  </a:cubicBezTo>
                  <a:lnTo>
                    <a:pt x="1" y="8688"/>
                  </a:lnTo>
                  <a:lnTo>
                    <a:pt x="296" y="11257"/>
                  </a:lnTo>
                  <a:lnTo>
                    <a:pt x="2617" y="10989"/>
                  </a:lnTo>
                  <a:cubicBezTo>
                    <a:pt x="2889" y="11841"/>
                    <a:pt x="3324" y="12613"/>
                    <a:pt x="3885" y="13272"/>
                  </a:cubicBezTo>
                  <a:lnTo>
                    <a:pt x="2434" y="15100"/>
                  </a:lnTo>
                  <a:lnTo>
                    <a:pt x="4460" y="16707"/>
                  </a:lnTo>
                  <a:lnTo>
                    <a:pt x="5909" y="14879"/>
                  </a:lnTo>
                  <a:cubicBezTo>
                    <a:pt x="6678" y="15275"/>
                    <a:pt x="7528" y="15523"/>
                    <a:pt x="8421" y="15594"/>
                  </a:cubicBezTo>
                  <a:lnTo>
                    <a:pt x="8688" y="17914"/>
                  </a:lnTo>
                  <a:lnTo>
                    <a:pt x="11256" y="17618"/>
                  </a:lnTo>
                  <a:lnTo>
                    <a:pt x="10989" y="15298"/>
                  </a:lnTo>
                  <a:cubicBezTo>
                    <a:pt x="11842" y="15026"/>
                    <a:pt x="12613" y="14590"/>
                    <a:pt x="13272" y="14030"/>
                  </a:cubicBezTo>
                  <a:lnTo>
                    <a:pt x="15099" y="15480"/>
                  </a:lnTo>
                  <a:lnTo>
                    <a:pt x="16706" y="13455"/>
                  </a:lnTo>
                  <a:lnTo>
                    <a:pt x="14878" y="12005"/>
                  </a:lnTo>
                  <a:cubicBezTo>
                    <a:pt x="15273" y="11235"/>
                    <a:pt x="15523" y="10386"/>
                    <a:pt x="15594" y="9493"/>
                  </a:cubicBezTo>
                  <a:lnTo>
                    <a:pt x="17914" y="9226"/>
                  </a:lnTo>
                  <a:lnTo>
                    <a:pt x="17617" y="6657"/>
                  </a:lnTo>
                  <a:lnTo>
                    <a:pt x="15298" y="6925"/>
                  </a:lnTo>
                  <a:cubicBezTo>
                    <a:pt x="15026" y="6073"/>
                    <a:pt x="14589" y="5301"/>
                    <a:pt x="14030" y="4643"/>
                  </a:cubicBezTo>
                  <a:lnTo>
                    <a:pt x="15480" y="2815"/>
                  </a:lnTo>
                  <a:lnTo>
                    <a:pt x="13455" y="1209"/>
                  </a:lnTo>
                  <a:lnTo>
                    <a:pt x="12004" y="3037"/>
                  </a:lnTo>
                  <a:cubicBezTo>
                    <a:pt x="11237" y="2640"/>
                    <a:pt x="10386" y="2391"/>
                    <a:pt x="9493" y="2320"/>
                  </a:cubicBezTo>
                  <a:lnTo>
                    <a:pt x="9227"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78"/>
            <p:cNvSpPr/>
            <p:nvPr/>
          </p:nvSpPr>
          <p:spPr>
            <a:xfrm>
              <a:off x="1507100" y="4313125"/>
              <a:ext cx="672325" cy="684625"/>
            </a:xfrm>
            <a:custGeom>
              <a:rect b="b" l="l" r="r" t="t"/>
              <a:pathLst>
                <a:path extrusionOk="0" h="27385" w="26893">
                  <a:moveTo>
                    <a:pt x="11000" y="1"/>
                  </a:moveTo>
                  <a:lnTo>
                    <a:pt x="8052" y="853"/>
                  </a:lnTo>
                  <a:lnTo>
                    <a:pt x="9063" y="4346"/>
                  </a:lnTo>
                  <a:cubicBezTo>
                    <a:pt x="7824" y="4985"/>
                    <a:pt x="6752" y="5854"/>
                    <a:pt x="5885" y="6884"/>
                  </a:cubicBezTo>
                  <a:lnTo>
                    <a:pt x="2702" y="5130"/>
                  </a:lnTo>
                  <a:lnTo>
                    <a:pt x="759" y="8658"/>
                  </a:lnTo>
                  <a:lnTo>
                    <a:pt x="3943" y="10412"/>
                  </a:lnTo>
                  <a:cubicBezTo>
                    <a:pt x="3532" y="11694"/>
                    <a:pt x="3371" y="13065"/>
                    <a:pt x="3493" y="14454"/>
                  </a:cubicBezTo>
                  <a:lnTo>
                    <a:pt x="0" y="15465"/>
                  </a:lnTo>
                  <a:lnTo>
                    <a:pt x="1120" y="19332"/>
                  </a:lnTo>
                  <a:lnTo>
                    <a:pt x="4613" y="18322"/>
                  </a:lnTo>
                  <a:cubicBezTo>
                    <a:pt x="5252" y="19562"/>
                    <a:pt x="6120" y="20634"/>
                    <a:pt x="7151" y="21499"/>
                  </a:cubicBezTo>
                  <a:lnTo>
                    <a:pt x="5396" y="24682"/>
                  </a:lnTo>
                  <a:lnTo>
                    <a:pt x="8924" y="26626"/>
                  </a:lnTo>
                  <a:lnTo>
                    <a:pt x="10678" y="23443"/>
                  </a:lnTo>
                  <a:cubicBezTo>
                    <a:pt x="11681" y="23763"/>
                    <a:pt x="12739" y="23931"/>
                    <a:pt x="13817" y="23931"/>
                  </a:cubicBezTo>
                  <a:cubicBezTo>
                    <a:pt x="14116" y="23931"/>
                    <a:pt x="14418" y="23918"/>
                    <a:pt x="14720" y="23892"/>
                  </a:cubicBezTo>
                  <a:lnTo>
                    <a:pt x="15731" y="27384"/>
                  </a:lnTo>
                  <a:lnTo>
                    <a:pt x="19598" y="26265"/>
                  </a:lnTo>
                  <a:lnTo>
                    <a:pt x="18588" y="22773"/>
                  </a:lnTo>
                  <a:cubicBezTo>
                    <a:pt x="19828" y="22134"/>
                    <a:pt x="20900" y="21265"/>
                    <a:pt x="21765" y="20234"/>
                  </a:cubicBezTo>
                  <a:lnTo>
                    <a:pt x="24948" y="21989"/>
                  </a:lnTo>
                  <a:lnTo>
                    <a:pt x="26892" y="18461"/>
                  </a:lnTo>
                  <a:lnTo>
                    <a:pt x="25866" y="17896"/>
                  </a:lnTo>
                  <a:cubicBezTo>
                    <a:pt x="24975" y="18290"/>
                    <a:pt x="23972" y="18462"/>
                    <a:pt x="22932" y="18462"/>
                  </a:cubicBezTo>
                  <a:cubicBezTo>
                    <a:pt x="20463" y="18462"/>
                    <a:pt x="17780" y="17493"/>
                    <a:pt x="15862" y="16211"/>
                  </a:cubicBezTo>
                  <a:cubicBezTo>
                    <a:pt x="15540" y="16459"/>
                    <a:pt x="15169" y="16655"/>
                    <a:pt x="14755" y="16774"/>
                  </a:cubicBezTo>
                  <a:cubicBezTo>
                    <a:pt x="14445" y="16864"/>
                    <a:pt x="14132" y="16907"/>
                    <a:pt x="13824" y="16907"/>
                  </a:cubicBezTo>
                  <a:cubicBezTo>
                    <a:pt x="12373" y="16907"/>
                    <a:pt x="11036" y="15955"/>
                    <a:pt x="10613" y="14490"/>
                  </a:cubicBezTo>
                  <a:cubicBezTo>
                    <a:pt x="10232" y="13176"/>
                    <a:pt x="10695" y="11817"/>
                    <a:pt x="11684" y="10994"/>
                  </a:cubicBezTo>
                  <a:cubicBezTo>
                    <a:pt x="10320" y="7627"/>
                    <a:pt x="10418" y="3703"/>
                    <a:pt x="11000" y="1"/>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78"/>
            <p:cNvSpPr/>
            <p:nvPr/>
          </p:nvSpPr>
          <p:spPr>
            <a:xfrm>
              <a:off x="2070650" y="4042050"/>
              <a:ext cx="477750" cy="541700"/>
            </a:xfrm>
            <a:custGeom>
              <a:rect b="b" l="l" r="r" t="t"/>
              <a:pathLst>
                <a:path extrusionOk="0" h="21668" w="19110">
                  <a:moveTo>
                    <a:pt x="6187" y="0"/>
                  </a:moveTo>
                  <a:lnTo>
                    <a:pt x="3921" y="1465"/>
                  </a:lnTo>
                  <a:lnTo>
                    <a:pt x="5552" y="3990"/>
                  </a:lnTo>
                  <a:cubicBezTo>
                    <a:pt x="4722" y="4792"/>
                    <a:pt x="4079" y="5734"/>
                    <a:pt x="3639" y="6756"/>
                  </a:cubicBezTo>
                  <a:lnTo>
                    <a:pt x="701" y="6123"/>
                  </a:lnTo>
                  <a:lnTo>
                    <a:pt x="0" y="9379"/>
                  </a:lnTo>
                  <a:lnTo>
                    <a:pt x="2940" y="10012"/>
                  </a:lnTo>
                  <a:cubicBezTo>
                    <a:pt x="2921" y="11124"/>
                    <a:pt x="3119" y="12249"/>
                    <a:pt x="3546" y="13320"/>
                  </a:cubicBezTo>
                  <a:lnTo>
                    <a:pt x="1021" y="14950"/>
                  </a:lnTo>
                  <a:lnTo>
                    <a:pt x="2828" y="17748"/>
                  </a:lnTo>
                  <a:lnTo>
                    <a:pt x="5353" y="16116"/>
                  </a:lnTo>
                  <a:cubicBezTo>
                    <a:pt x="6154" y="16946"/>
                    <a:pt x="7096" y="17589"/>
                    <a:pt x="8119" y="18029"/>
                  </a:cubicBezTo>
                  <a:lnTo>
                    <a:pt x="7486" y="20967"/>
                  </a:lnTo>
                  <a:lnTo>
                    <a:pt x="10741" y="21667"/>
                  </a:lnTo>
                  <a:lnTo>
                    <a:pt x="11374" y="18729"/>
                  </a:lnTo>
                  <a:cubicBezTo>
                    <a:pt x="11421" y="18729"/>
                    <a:pt x="11467" y="18730"/>
                    <a:pt x="11514" y="18730"/>
                  </a:cubicBezTo>
                  <a:cubicBezTo>
                    <a:pt x="12580" y="18730"/>
                    <a:pt x="13655" y="18531"/>
                    <a:pt x="14682" y="18123"/>
                  </a:cubicBezTo>
                  <a:lnTo>
                    <a:pt x="16312" y="20648"/>
                  </a:lnTo>
                  <a:lnTo>
                    <a:pt x="19110" y="18841"/>
                  </a:lnTo>
                  <a:lnTo>
                    <a:pt x="17479" y="16316"/>
                  </a:lnTo>
                  <a:cubicBezTo>
                    <a:pt x="17946" y="15866"/>
                    <a:pt x="18345" y="15367"/>
                    <a:pt x="18691" y="14838"/>
                  </a:cubicBezTo>
                  <a:lnTo>
                    <a:pt x="18691" y="14838"/>
                  </a:lnTo>
                  <a:cubicBezTo>
                    <a:pt x="18461" y="14851"/>
                    <a:pt x="18229" y="14858"/>
                    <a:pt x="17995" y="14858"/>
                  </a:cubicBezTo>
                  <a:cubicBezTo>
                    <a:pt x="16290" y="14858"/>
                    <a:pt x="14496" y="14490"/>
                    <a:pt x="12643" y="13679"/>
                  </a:cubicBezTo>
                  <a:cubicBezTo>
                    <a:pt x="12096" y="13439"/>
                    <a:pt x="11594" y="13169"/>
                    <a:pt x="11123" y="12880"/>
                  </a:cubicBezTo>
                  <a:cubicBezTo>
                    <a:pt x="10360" y="12770"/>
                    <a:pt x="9643" y="12355"/>
                    <a:pt x="9192" y="11655"/>
                  </a:cubicBezTo>
                  <a:cubicBezTo>
                    <a:pt x="9069" y="11465"/>
                    <a:pt x="8980" y="11262"/>
                    <a:pt x="8909" y="11056"/>
                  </a:cubicBezTo>
                  <a:cubicBezTo>
                    <a:pt x="6264" y="8161"/>
                    <a:pt x="5670" y="4072"/>
                    <a:pt x="6187" y="0"/>
                  </a:cubicBez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78"/>
            <p:cNvSpPr/>
            <p:nvPr/>
          </p:nvSpPr>
          <p:spPr>
            <a:xfrm>
              <a:off x="2199900" y="4643375"/>
              <a:ext cx="409100" cy="387000"/>
            </a:xfrm>
            <a:custGeom>
              <a:rect b="b" l="l" r="r" t="t"/>
              <a:pathLst>
                <a:path extrusionOk="0" h="15480" w="16364">
                  <a:moveTo>
                    <a:pt x="2815" y="0"/>
                  </a:moveTo>
                  <a:lnTo>
                    <a:pt x="1208" y="2025"/>
                  </a:lnTo>
                  <a:lnTo>
                    <a:pt x="3036" y="3475"/>
                  </a:lnTo>
                  <a:cubicBezTo>
                    <a:pt x="2639" y="4244"/>
                    <a:pt x="2391" y="5094"/>
                    <a:pt x="2320" y="5987"/>
                  </a:cubicBezTo>
                  <a:lnTo>
                    <a:pt x="0" y="6254"/>
                  </a:lnTo>
                  <a:lnTo>
                    <a:pt x="296" y="8822"/>
                  </a:lnTo>
                  <a:lnTo>
                    <a:pt x="2616" y="8555"/>
                  </a:lnTo>
                  <a:cubicBezTo>
                    <a:pt x="2888" y="9407"/>
                    <a:pt x="3324" y="10179"/>
                    <a:pt x="3884" y="10837"/>
                  </a:cubicBezTo>
                  <a:lnTo>
                    <a:pt x="2434" y="12665"/>
                  </a:lnTo>
                  <a:lnTo>
                    <a:pt x="4458" y="14272"/>
                  </a:lnTo>
                  <a:lnTo>
                    <a:pt x="5909" y="12444"/>
                  </a:lnTo>
                  <a:cubicBezTo>
                    <a:pt x="6677" y="12840"/>
                    <a:pt x="7528" y="13089"/>
                    <a:pt x="8420" y="13160"/>
                  </a:cubicBezTo>
                  <a:lnTo>
                    <a:pt x="8687" y="15480"/>
                  </a:lnTo>
                  <a:lnTo>
                    <a:pt x="11255" y="15183"/>
                  </a:lnTo>
                  <a:lnTo>
                    <a:pt x="10988" y="12864"/>
                  </a:lnTo>
                  <a:cubicBezTo>
                    <a:pt x="11840" y="12592"/>
                    <a:pt x="12612" y="12156"/>
                    <a:pt x="13271" y="11595"/>
                  </a:cubicBezTo>
                  <a:lnTo>
                    <a:pt x="15099" y="13046"/>
                  </a:lnTo>
                  <a:lnTo>
                    <a:pt x="16364" y="11452"/>
                  </a:lnTo>
                  <a:cubicBezTo>
                    <a:pt x="13951" y="11028"/>
                    <a:pt x="11528" y="10039"/>
                    <a:pt x="9544" y="8583"/>
                  </a:cubicBezTo>
                  <a:cubicBezTo>
                    <a:pt x="9432" y="8614"/>
                    <a:pt x="9321" y="8643"/>
                    <a:pt x="9203" y="8657"/>
                  </a:cubicBezTo>
                  <a:cubicBezTo>
                    <a:pt x="9120" y="8666"/>
                    <a:pt x="9037" y="8671"/>
                    <a:pt x="8955" y="8671"/>
                  </a:cubicBezTo>
                  <a:cubicBezTo>
                    <a:pt x="7879" y="8671"/>
                    <a:pt x="6950" y="7865"/>
                    <a:pt x="6825" y="6770"/>
                  </a:cubicBezTo>
                  <a:cubicBezTo>
                    <a:pt x="6791" y="6496"/>
                    <a:pt x="6818" y="6229"/>
                    <a:pt x="6885" y="5978"/>
                  </a:cubicBezTo>
                  <a:cubicBezTo>
                    <a:pt x="5842" y="4576"/>
                    <a:pt x="5166" y="2953"/>
                    <a:pt x="5032" y="1150"/>
                  </a:cubicBezTo>
                  <a:cubicBezTo>
                    <a:pt x="4900" y="1247"/>
                    <a:pt x="4767" y="1345"/>
                    <a:pt x="4643" y="1451"/>
                  </a:cubicBezTo>
                  <a:lnTo>
                    <a:pt x="2815" y="0"/>
                  </a:lnTo>
                  <a:close/>
                </a:path>
              </a:pathLst>
            </a:custGeom>
            <a:solidFill>
              <a:srgbClr val="FFFFFF">
                <a:alpha val="980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78"/>
            <p:cNvSpPr/>
            <p:nvPr/>
          </p:nvSpPr>
          <p:spPr>
            <a:xfrm>
              <a:off x="1918350" y="3947725"/>
              <a:ext cx="30875" cy="28700"/>
            </a:xfrm>
            <a:custGeom>
              <a:rect b="b" l="l" r="r" t="t"/>
              <a:pathLst>
                <a:path extrusionOk="0" h="1148" w="1235">
                  <a:moveTo>
                    <a:pt x="618" y="0"/>
                  </a:moveTo>
                  <a:cubicBezTo>
                    <a:pt x="341" y="0"/>
                    <a:pt x="97" y="200"/>
                    <a:pt x="51" y="482"/>
                  </a:cubicBezTo>
                  <a:cubicBezTo>
                    <a:pt x="0" y="795"/>
                    <a:pt x="212" y="1089"/>
                    <a:pt x="525" y="1140"/>
                  </a:cubicBezTo>
                  <a:cubicBezTo>
                    <a:pt x="556" y="1145"/>
                    <a:pt x="588" y="1148"/>
                    <a:pt x="619" y="1148"/>
                  </a:cubicBezTo>
                  <a:cubicBezTo>
                    <a:pt x="895" y="1148"/>
                    <a:pt x="1138" y="948"/>
                    <a:pt x="1183" y="667"/>
                  </a:cubicBezTo>
                  <a:cubicBezTo>
                    <a:pt x="1235" y="354"/>
                    <a:pt x="1022" y="59"/>
                    <a:pt x="710" y="8"/>
                  </a:cubicBezTo>
                  <a:cubicBezTo>
                    <a:pt x="679" y="3"/>
                    <a:pt x="648" y="0"/>
                    <a:pt x="61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78"/>
            <p:cNvSpPr/>
            <p:nvPr/>
          </p:nvSpPr>
          <p:spPr>
            <a:xfrm>
              <a:off x="1415300" y="4850025"/>
              <a:ext cx="50900" cy="50900"/>
            </a:xfrm>
            <a:custGeom>
              <a:rect b="b" l="l" r="r" t="t"/>
              <a:pathLst>
                <a:path extrusionOk="0" h="2036" w="2036">
                  <a:moveTo>
                    <a:pt x="1018" y="0"/>
                  </a:moveTo>
                  <a:cubicBezTo>
                    <a:pt x="456" y="0"/>
                    <a:pt x="0" y="456"/>
                    <a:pt x="0" y="1018"/>
                  </a:cubicBezTo>
                  <a:cubicBezTo>
                    <a:pt x="0" y="1580"/>
                    <a:pt x="456" y="2035"/>
                    <a:pt x="1018" y="2035"/>
                  </a:cubicBezTo>
                  <a:cubicBezTo>
                    <a:pt x="1579" y="2035"/>
                    <a:pt x="2035" y="1580"/>
                    <a:pt x="2035" y="1018"/>
                  </a:cubicBezTo>
                  <a:cubicBezTo>
                    <a:pt x="2035" y="456"/>
                    <a:pt x="1579" y="0"/>
                    <a:pt x="101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78"/>
            <p:cNvSpPr/>
            <p:nvPr/>
          </p:nvSpPr>
          <p:spPr>
            <a:xfrm>
              <a:off x="2556750" y="3922225"/>
              <a:ext cx="50900" cy="50900"/>
            </a:xfrm>
            <a:custGeom>
              <a:rect b="b" l="l" r="r" t="t"/>
              <a:pathLst>
                <a:path extrusionOk="0" h="2036" w="2036">
                  <a:moveTo>
                    <a:pt x="1018" y="1"/>
                  </a:moveTo>
                  <a:cubicBezTo>
                    <a:pt x="456" y="1"/>
                    <a:pt x="0" y="456"/>
                    <a:pt x="0" y="1018"/>
                  </a:cubicBezTo>
                  <a:cubicBezTo>
                    <a:pt x="0" y="1580"/>
                    <a:pt x="456" y="2036"/>
                    <a:pt x="1018" y="2036"/>
                  </a:cubicBezTo>
                  <a:cubicBezTo>
                    <a:pt x="1579" y="2036"/>
                    <a:pt x="2035" y="1580"/>
                    <a:pt x="2035" y="1018"/>
                  </a:cubicBezTo>
                  <a:cubicBezTo>
                    <a:pt x="2035" y="456"/>
                    <a:pt x="1579" y="1"/>
                    <a:pt x="101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78"/>
            <p:cNvSpPr/>
            <p:nvPr/>
          </p:nvSpPr>
          <p:spPr>
            <a:xfrm>
              <a:off x="1773100" y="5104850"/>
              <a:ext cx="57725" cy="50925"/>
            </a:xfrm>
            <a:custGeom>
              <a:rect b="b" l="l" r="r" t="t"/>
              <a:pathLst>
                <a:path extrusionOk="0" h="2037" w="2309">
                  <a:moveTo>
                    <a:pt x="1155" y="1"/>
                  </a:moveTo>
                  <a:cubicBezTo>
                    <a:pt x="754" y="1"/>
                    <a:pt x="374" y="240"/>
                    <a:pt x="213" y="634"/>
                  </a:cubicBezTo>
                  <a:cubicBezTo>
                    <a:pt x="0" y="1154"/>
                    <a:pt x="250" y="1748"/>
                    <a:pt x="770" y="1960"/>
                  </a:cubicBezTo>
                  <a:cubicBezTo>
                    <a:pt x="896" y="2012"/>
                    <a:pt x="1026" y="2036"/>
                    <a:pt x="1154" y="2036"/>
                  </a:cubicBezTo>
                  <a:cubicBezTo>
                    <a:pt x="1555" y="2036"/>
                    <a:pt x="1936" y="1797"/>
                    <a:pt x="2096" y="1403"/>
                  </a:cubicBezTo>
                  <a:cubicBezTo>
                    <a:pt x="2309" y="883"/>
                    <a:pt x="2059" y="289"/>
                    <a:pt x="1539" y="77"/>
                  </a:cubicBezTo>
                  <a:cubicBezTo>
                    <a:pt x="1413" y="25"/>
                    <a:pt x="1283" y="1"/>
                    <a:pt x="11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78"/>
            <p:cNvSpPr/>
            <p:nvPr/>
          </p:nvSpPr>
          <p:spPr>
            <a:xfrm>
              <a:off x="2123025" y="4983425"/>
              <a:ext cx="28700" cy="28700"/>
            </a:xfrm>
            <a:custGeom>
              <a:rect b="b" l="l" r="r" t="t"/>
              <a:pathLst>
                <a:path extrusionOk="0" h="1148" w="1148">
                  <a:moveTo>
                    <a:pt x="574" y="1"/>
                  </a:moveTo>
                  <a:cubicBezTo>
                    <a:pt x="258" y="1"/>
                    <a:pt x="0" y="258"/>
                    <a:pt x="0" y="574"/>
                  </a:cubicBezTo>
                  <a:cubicBezTo>
                    <a:pt x="0" y="892"/>
                    <a:pt x="258" y="1148"/>
                    <a:pt x="574" y="1148"/>
                  </a:cubicBezTo>
                  <a:cubicBezTo>
                    <a:pt x="890" y="1148"/>
                    <a:pt x="1148" y="892"/>
                    <a:pt x="1148" y="574"/>
                  </a:cubicBezTo>
                  <a:cubicBezTo>
                    <a:pt x="1148" y="258"/>
                    <a:pt x="890" y="1"/>
                    <a:pt x="57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78"/>
            <p:cNvSpPr/>
            <p:nvPr/>
          </p:nvSpPr>
          <p:spPr>
            <a:xfrm>
              <a:off x="1614775" y="4268800"/>
              <a:ext cx="28675" cy="28700"/>
            </a:xfrm>
            <a:custGeom>
              <a:rect b="b" l="l" r="r" t="t"/>
              <a:pathLst>
                <a:path extrusionOk="0" h="1148" w="1147">
                  <a:moveTo>
                    <a:pt x="574" y="1"/>
                  </a:moveTo>
                  <a:cubicBezTo>
                    <a:pt x="256" y="1"/>
                    <a:pt x="0" y="258"/>
                    <a:pt x="0" y="574"/>
                  </a:cubicBezTo>
                  <a:cubicBezTo>
                    <a:pt x="0" y="892"/>
                    <a:pt x="256" y="1148"/>
                    <a:pt x="574" y="1148"/>
                  </a:cubicBezTo>
                  <a:cubicBezTo>
                    <a:pt x="890" y="1148"/>
                    <a:pt x="1146" y="892"/>
                    <a:pt x="1146" y="574"/>
                  </a:cubicBezTo>
                  <a:cubicBezTo>
                    <a:pt x="1146" y="258"/>
                    <a:pt x="890" y="1"/>
                    <a:pt x="5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78"/>
            <p:cNvSpPr/>
            <p:nvPr/>
          </p:nvSpPr>
          <p:spPr>
            <a:xfrm>
              <a:off x="2669825" y="4497775"/>
              <a:ext cx="28700" cy="28700"/>
            </a:xfrm>
            <a:custGeom>
              <a:rect b="b" l="l" r="r" t="t"/>
              <a:pathLst>
                <a:path extrusionOk="0" h="1148" w="1148">
                  <a:moveTo>
                    <a:pt x="574" y="0"/>
                  </a:moveTo>
                  <a:cubicBezTo>
                    <a:pt x="258" y="0"/>
                    <a:pt x="1" y="256"/>
                    <a:pt x="1" y="574"/>
                  </a:cubicBezTo>
                  <a:cubicBezTo>
                    <a:pt x="1" y="890"/>
                    <a:pt x="258" y="1147"/>
                    <a:pt x="574" y="1147"/>
                  </a:cubicBezTo>
                  <a:cubicBezTo>
                    <a:pt x="890" y="1147"/>
                    <a:pt x="1148" y="890"/>
                    <a:pt x="1148" y="574"/>
                  </a:cubicBezTo>
                  <a:cubicBezTo>
                    <a:pt x="1148" y="256"/>
                    <a:pt x="890" y="0"/>
                    <a:pt x="5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78"/>
            <p:cNvSpPr/>
            <p:nvPr/>
          </p:nvSpPr>
          <p:spPr>
            <a:xfrm>
              <a:off x="2387725" y="4108525"/>
              <a:ext cx="105700" cy="70675"/>
            </a:xfrm>
            <a:custGeom>
              <a:rect b="b" l="l" r="r" t="t"/>
              <a:pathLst>
                <a:path extrusionOk="0" h="2827" w="4228">
                  <a:moveTo>
                    <a:pt x="763" y="1"/>
                  </a:moveTo>
                  <a:cubicBezTo>
                    <a:pt x="199" y="1"/>
                    <a:pt x="1" y="896"/>
                    <a:pt x="620" y="1049"/>
                  </a:cubicBezTo>
                  <a:cubicBezTo>
                    <a:pt x="1634" y="1300"/>
                    <a:pt x="2478" y="1842"/>
                    <a:pt x="3141" y="2646"/>
                  </a:cubicBezTo>
                  <a:cubicBezTo>
                    <a:pt x="3246" y="2773"/>
                    <a:pt x="3369" y="2826"/>
                    <a:pt x="3490" y="2826"/>
                  </a:cubicBezTo>
                  <a:cubicBezTo>
                    <a:pt x="3872" y="2826"/>
                    <a:pt x="4228" y="2291"/>
                    <a:pt x="3897" y="1890"/>
                  </a:cubicBezTo>
                  <a:cubicBezTo>
                    <a:pt x="3125" y="954"/>
                    <a:pt x="2080" y="309"/>
                    <a:pt x="904" y="18"/>
                  </a:cubicBezTo>
                  <a:cubicBezTo>
                    <a:pt x="855" y="6"/>
                    <a:pt x="808"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78"/>
            <p:cNvSpPr/>
            <p:nvPr/>
          </p:nvSpPr>
          <p:spPr>
            <a:xfrm>
              <a:off x="2481100" y="4185075"/>
              <a:ext cx="60975" cy="161075"/>
            </a:xfrm>
            <a:custGeom>
              <a:rect b="b" l="l" r="r" t="t"/>
              <a:pathLst>
                <a:path extrusionOk="0" h="6443" w="2439">
                  <a:moveTo>
                    <a:pt x="744" y="1"/>
                  </a:moveTo>
                  <a:cubicBezTo>
                    <a:pt x="370" y="1"/>
                    <a:pt x="1" y="383"/>
                    <a:pt x="262" y="787"/>
                  </a:cubicBezTo>
                  <a:cubicBezTo>
                    <a:pt x="1222" y="2271"/>
                    <a:pt x="1347" y="4052"/>
                    <a:pt x="546" y="5633"/>
                  </a:cubicBezTo>
                  <a:cubicBezTo>
                    <a:pt x="333" y="6054"/>
                    <a:pt x="704" y="6442"/>
                    <a:pt x="1057" y="6442"/>
                  </a:cubicBezTo>
                  <a:cubicBezTo>
                    <a:pt x="1216" y="6442"/>
                    <a:pt x="1372" y="6363"/>
                    <a:pt x="1468" y="6173"/>
                  </a:cubicBezTo>
                  <a:cubicBezTo>
                    <a:pt x="2439" y="4258"/>
                    <a:pt x="2355" y="2058"/>
                    <a:pt x="1184" y="248"/>
                  </a:cubicBezTo>
                  <a:cubicBezTo>
                    <a:pt x="1071" y="73"/>
                    <a:pt x="907" y="1"/>
                    <a:pt x="74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78"/>
            <p:cNvSpPr/>
            <p:nvPr/>
          </p:nvSpPr>
          <p:spPr>
            <a:xfrm>
              <a:off x="1864625" y="4426600"/>
              <a:ext cx="146675" cy="78600"/>
            </a:xfrm>
            <a:custGeom>
              <a:rect b="b" l="l" r="r" t="t"/>
              <a:pathLst>
                <a:path extrusionOk="0" h="3144" w="5867">
                  <a:moveTo>
                    <a:pt x="839" y="1"/>
                  </a:moveTo>
                  <a:cubicBezTo>
                    <a:pt x="233" y="1"/>
                    <a:pt x="1" y="940"/>
                    <a:pt x="646" y="1038"/>
                  </a:cubicBezTo>
                  <a:cubicBezTo>
                    <a:pt x="2196" y="1276"/>
                    <a:pt x="3575" y="1922"/>
                    <a:pt x="4719" y="2995"/>
                  </a:cubicBezTo>
                  <a:cubicBezTo>
                    <a:pt x="4831" y="3100"/>
                    <a:pt x="4955" y="3144"/>
                    <a:pt x="5076" y="3144"/>
                  </a:cubicBezTo>
                  <a:cubicBezTo>
                    <a:pt x="5496" y="3144"/>
                    <a:pt x="5866" y="2606"/>
                    <a:pt x="5475" y="2239"/>
                  </a:cubicBezTo>
                  <a:cubicBezTo>
                    <a:pt x="4205" y="1048"/>
                    <a:pt x="2656" y="272"/>
                    <a:pt x="931" y="8"/>
                  </a:cubicBezTo>
                  <a:cubicBezTo>
                    <a:pt x="900" y="3"/>
                    <a:pt x="869" y="1"/>
                    <a:pt x="83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78"/>
            <p:cNvSpPr/>
            <p:nvPr/>
          </p:nvSpPr>
          <p:spPr>
            <a:xfrm>
              <a:off x="2006500" y="4511075"/>
              <a:ext cx="65575" cy="200075"/>
            </a:xfrm>
            <a:custGeom>
              <a:rect b="b" l="l" r="r" t="t"/>
              <a:pathLst>
                <a:path extrusionOk="0" h="8003" w="2623">
                  <a:moveTo>
                    <a:pt x="755" y="0"/>
                  </a:moveTo>
                  <a:cubicBezTo>
                    <a:pt x="372" y="0"/>
                    <a:pt x="0" y="379"/>
                    <a:pt x="281" y="774"/>
                  </a:cubicBezTo>
                  <a:cubicBezTo>
                    <a:pt x="1559" y="2574"/>
                    <a:pt x="1114" y="5425"/>
                    <a:pt x="897" y="7491"/>
                  </a:cubicBezTo>
                  <a:cubicBezTo>
                    <a:pt x="861" y="7832"/>
                    <a:pt x="1109" y="8002"/>
                    <a:pt x="1376" y="8002"/>
                  </a:cubicBezTo>
                  <a:cubicBezTo>
                    <a:pt x="1643" y="8002"/>
                    <a:pt x="1930" y="7831"/>
                    <a:pt x="1965" y="7491"/>
                  </a:cubicBezTo>
                  <a:cubicBezTo>
                    <a:pt x="2205" y="5207"/>
                    <a:pt x="2622" y="2231"/>
                    <a:pt x="1203" y="236"/>
                  </a:cubicBezTo>
                  <a:cubicBezTo>
                    <a:pt x="1085" y="69"/>
                    <a:pt x="919" y="0"/>
                    <a:pt x="75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78"/>
            <p:cNvSpPr/>
            <p:nvPr/>
          </p:nvSpPr>
          <p:spPr>
            <a:xfrm>
              <a:off x="2391750" y="4665325"/>
              <a:ext cx="122625" cy="56025"/>
            </a:xfrm>
            <a:custGeom>
              <a:rect b="b" l="l" r="r" t="t"/>
              <a:pathLst>
                <a:path extrusionOk="0" h="2241" w="4905">
                  <a:moveTo>
                    <a:pt x="1523" y="0"/>
                  </a:moveTo>
                  <a:cubicBezTo>
                    <a:pt x="1228" y="0"/>
                    <a:pt x="929" y="31"/>
                    <a:pt x="631" y="92"/>
                  </a:cubicBezTo>
                  <a:cubicBezTo>
                    <a:pt x="1" y="223"/>
                    <a:pt x="210" y="1136"/>
                    <a:pt x="793" y="1136"/>
                  </a:cubicBezTo>
                  <a:cubicBezTo>
                    <a:pt x="832" y="1136"/>
                    <a:pt x="873" y="1131"/>
                    <a:pt x="916" y="1123"/>
                  </a:cubicBezTo>
                  <a:cubicBezTo>
                    <a:pt x="1124" y="1079"/>
                    <a:pt x="1332" y="1058"/>
                    <a:pt x="1537" y="1058"/>
                  </a:cubicBezTo>
                  <a:cubicBezTo>
                    <a:pt x="2392" y="1058"/>
                    <a:pt x="3192" y="1426"/>
                    <a:pt x="3791" y="2074"/>
                  </a:cubicBezTo>
                  <a:cubicBezTo>
                    <a:pt x="3900" y="2191"/>
                    <a:pt x="4025" y="2240"/>
                    <a:pt x="4146" y="2240"/>
                  </a:cubicBezTo>
                  <a:cubicBezTo>
                    <a:pt x="4544" y="2240"/>
                    <a:pt x="4905" y="1705"/>
                    <a:pt x="4547" y="1318"/>
                  </a:cubicBezTo>
                  <a:cubicBezTo>
                    <a:pt x="3747" y="452"/>
                    <a:pt x="2660" y="0"/>
                    <a:pt x="152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78"/>
            <p:cNvSpPr/>
            <p:nvPr/>
          </p:nvSpPr>
          <p:spPr>
            <a:xfrm>
              <a:off x="2510225" y="4740225"/>
              <a:ext cx="48350" cy="130825"/>
            </a:xfrm>
            <a:custGeom>
              <a:rect b="b" l="l" r="r" t="t"/>
              <a:pathLst>
                <a:path extrusionOk="0" h="5233" w="1934">
                  <a:moveTo>
                    <a:pt x="721" y="0"/>
                  </a:moveTo>
                  <a:cubicBezTo>
                    <a:pt x="372" y="0"/>
                    <a:pt x="0" y="388"/>
                    <a:pt x="204" y="812"/>
                  </a:cubicBezTo>
                  <a:cubicBezTo>
                    <a:pt x="784" y="2028"/>
                    <a:pt x="798" y="3340"/>
                    <a:pt x="321" y="4589"/>
                  </a:cubicBezTo>
                  <a:cubicBezTo>
                    <a:pt x="173" y="4978"/>
                    <a:pt x="492" y="5233"/>
                    <a:pt x="821" y="5233"/>
                  </a:cubicBezTo>
                  <a:cubicBezTo>
                    <a:pt x="1036" y="5233"/>
                    <a:pt x="1256" y="5124"/>
                    <a:pt x="1352" y="4873"/>
                  </a:cubicBezTo>
                  <a:cubicBezTo>
                    <a:pt x="1934" y="3347"/>
                    <a:pt x="1827" y="1739"/>
                    <a:pt x="1127" y="274"/>
                  </a:cubicBezTo>
                  <a:cubicBezTo>
                    <a:pt x="1034" y="80"/>
                    <a:pt x="880" y="0"/>
                    <a:pt x="72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1243" name="Google Shape;1243;p78"/>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5">
  <p:cSld name="CAPTION_ONLY_1">
    <p:bg>
      <p:bgPr>
        <a:solidFill>
          <a:schemeClr val="dk2"/>
        </a:solidFill>
      </p:bgPr>
    </p:bg>
    <p:spTree>
      <p:nvGrpSpPr>
        <p:cNvPr id="1244" name="Shape 1244"/>
        <p:cNvGrpSpPr/>
        <p:nvPr/>
      </p:nvGrpSpPr>
      <p:grpSpPr>
        <a:xfrm>
          <a:off x="0" y="0"/>
          <a:ext cx="0" cy="0"/>
          <a:chOff x="0" y="0"/>
          <a:chExt cx="0" cy="0"/>
        </a:xfrm>
      </p:grpSpPr>
      <p:pic>
        <p:nvPicPr>
          <p:cNvPr id="1245" name="Google Shape;1245;p79"/>
          <p:cNvPicPr preferRelativeResize="0"/>
          <p:nvPr/>
        </p:nvPicPr>
        <p:blipFill rotWithShape="1">
          <a:blip r:embed="rId2">
            <a:alphaModFix amt="14000"/>
          </a:blip>
          <a:srcRect b="0" l="0" r="0" t="0"/>
          <a:stretch/>
        </p:blipFill>
        <p:spPr>
          <a:xfrm>
            <a:off x="0" y="0"/>
            <a:ext cx="9144000" cy="5143500"/>
          </a:xfrm>
          <a:prstGeom prst="rect">
            <a:avLst/>
          </a:prstGeom>
          <a:noFill/>
          <a:ln>
            <a:noFill/>
          </a:ln>
        </p:spPr>
      </p:pic>
      <p:sp>
        <p:nvSpPr>
          <p:cNvPr id="1246" name="Google Shape;1246;p79"/>
          <p:cNvSpPr/>
          <p:nvPr/>
        </p:nvSpPr>
        <p:spPr>
          <a:xfrm>
            <a:off x="372375" y="324675"/>
            <a:ext cx="8394900" cy="4500600"/>
          </a:xfrm>
          <a:prstGeom prst="rect">
            <a:avLst/>
          </a:prstGeom>
          <a:solidFill>
            <a:srgbClr val="7C7C7C">
              <a:alpha val="2705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7" name="Google Shape;1247;p79"/>
          <p:cNvGrpSpPr/>
          <p:nvPr/>
        </p:nvGrpSpPr>
        <p:grpSpPr>
          <a:xfrm>
            <a:off x="372025" y="321975"/>
            <a:ext cx="8400000" cy="4499700"/>
            <a:chOff x="372025" y="321975"/>
            <a:chExt cx="8400000" cy="4499700"/>
          </a:xfrm>
        </p:grpSpPr>
        <p:sp>
          <p:nvSpPr>
            <p:cNvPr id="1248" name="Google Shape;1248;p79"/>
            <p:cNvSpPr/>
            <p:nvPr/>
          </p:nvSpPr>
          <p:spPr>
            <a:xfrm>
              <a:off x="372025" y="321975"/>
              <a:ext cx="8400000" cy="44997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 name="Google Shape;1249;p79"/>
            <p:cNvSpPr/>
            <p:nvPr/>
          </p:nvSpPr>
          <p:spPr>
            <a:xfrm>
              <a:off x="372025" y="321975"/>
              <a:ext cx="8400000" cy="2181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79"/>
            <p:cNvSpPr/>
            <p:nvPr/>
          </p:nvSpPr>
          <p:spPr>
            <a:xfrm>
              <a:off x="486450" y="38090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79"/>
            <p:cNvSpPr/>
            <p:nvPr/>
          </p:nvSpPr>
          <p:spPr>
            <a:xfrm>
              <a:off x="669900" y="38090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79"/>
            <p:cNvSpPr/>
            <p:nvPr/>
          </p:nvSpPr>
          <p:spPr>
            <a:xfrm>
              <a:off x="853350" y="38090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79"/>
            <p:cNvSpPr/>
            <p:nvPr/>
          </p:nvSpPr>
          <p:spPr>
            <a:xfrm>
              <a:off x="8537750" y="380900"/>
              <a:ext cx="100200" cy="100200"/>
            </a:xfrm>
            <a:prstGeom prst="ellipse">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54" name="Google Shape;1254;p79"/>
            <p:cNvCxnSpPr/>
            <p:nvPr/>
          </p:nvCxnSpPr>
          <p:spPr>
            <a:xfrm>
              <a:off x="7498375" y="431000"/>
              <a:ext cx="1039500" cy="0"/>
            </a:xfrm>
            <a:prstGeom prst="straightConnector1">
              <a:avLst/>
            </a:prstGeom>
            <a:noFill/>
            <a:ln cap="flat" cmpd="sng" w="9525">
              <a:solidFill>
                <a:schemeClr val="accent6"/>
              </a:solidFill>
              <a:prstDash val="solid"/>
              <a:round/>
              <a:headEnd len="sm" w="sm" type="none"/>
              <a:tailEnd len="sm" w="sm" type="none"/>
            </a:ln>
          </p:spPr>
        </p:cxn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58" name="Shape 1258"/>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2.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49"/>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marR="0" rtl="0" algn="l">
              <a:lnSpc>
                <a:spcPct val="100000"/>
              </a:lnSpc>
              <a:spcBef>
                <a:spcPts val="0"/>
              </a:spcBef>
              <a:spcAft>
                <a:spcPts val="0"/>
              </a:spcAft>
              <a:buClr>
                <a:schemeClr val="dk2"/>
              </a:buClr>
              <a:buSzPts val="2800"/>
              <a:buFont typeface="Zen Dots"/>
              <a:buNone/>
              <a:defRPr b="0" i="0" sz="2800" u="none" cap="none" strike="noStrike">
                <a:solidFill>
                  <a:schemeClr val="dk2"/>
                </a:solidFill>
                <a:latin typeface="Zen Dots"/>
                <a:ea typeface="Zen Dots"/>
                <a:cs typeface="Zen Dots"/>
                <a:sym typeface="Zen Dots"/>
              </a:defRPr>
            </a:lvl1pPr>
            <a:lvl2pPr lvl="1" marR="0" rtl="0" algn="l">
              <a:lnSpc>
                <a:spcPct val="100000"/>
              </a:lnSpc>
              <a:spcBef>
                <a:spcPts val="0"/>
              </a:spcBef>
              <a:spcAft>
                <a:spcPts val="0"/>
              </a:spcAft>
              <a:buClr>
                <a:schemeClr val="dk2"/>
              </a:buClr>
              <a:buSzPts val="2800"/>
              <a:buFont typeface="Zen Dots"/>
              <a:buNone/>
              <a:defRPr b="0" i="0" sz="2800" u="none" cap="none" strike="noStrike">
                <a:solidFill>
                  <a:schemeClr val="dk2"/>
                </a:solidFill>
                <a:latin typeface="Zen Dots"/>
                <a:ea typeface="Zen Dots"/>
                <a:cs typeface="Zen Dots"/>
                <a:sym typeface="Zen Dots"/>
              </a:defRPr>
            </a:lvl2pPr>
            <a:lvl3pPr lvl="2" marR="0" rtl="0" algn="l">
              <a:lnSpc>
                <a:spcPct val="100000"/>
              </a:lnSpc>
              <a:spcBef>
                <a:spcPts val="0"/>
              </a:spcBef>
              <a:spcAft>
                <a:spcPts val="0"/>
              </a:spcAft>
              <a:buClr>
                <a:schemeClr val="dk2"/>
              </a:buClr>
              <a:buSzPts val="2800"/>
              <a:buFont typeface="Zen Dots"/>
              <a:buNone/>
              <a:defRPr b="0" i="0" sz="2800" u="none" cap="none" strike="noStrike">
                <a:solidFill>
                  <a:schemeClr val="dk2"/>
                </a:solidFill>
                <a:latin typeface="Zen Dots"/>
                <a:ea typeface="Zen Dots"/>
                <a:cs typeface="Zen Dots"/>
                <a:sym typeface="Zen Dots"/>
              </a:defRPr>
            </a:lvl3pPr>
            <a:lvl4pPr lvl="3" marR="0" rtl="0" algn="l">
              <a:lnSpc>
                <a:spcPct val="100000"/>
              </a:lnSpc>
              <a:spcBef>
                <a:spcPts val="0"/>
              </a:spcBef>
              <a:spcAft>
                <a:spcPts val="0"/>
              </a:spcAft>
              <a:buClr>
                <a:schemeClr val="dk2"/>
              </a:buClr>
              <a:buSzPts val="2800"/>
              <a:buFont typeface="Zen Dots"/>
              <a:buNone/>
              <a:defRPr b="0" i="0" sz="2800" u="none" cap="none" strike="noStrike">
                <a:solidFill>
                  <a:schemeClr val="dk2"/>
                </a:solidFill>
                <a:latin typeface="Zen Dots"/>
                <a:ea typeface="Zen Dots"/>
                <a:cs typeface="Zen Dots"/>
                <a:sym typeface="Zen Dots"/>
              </a:defRPr>
            </a:lvl4pPr>
            <a:lvl5pPr lvl="4" marR="0" rtl="0" algn="l">
              <a:lnSpc>
                <a:spcPct val="100000"/>
              </a:lnSpc>
              <a:spcBef>
                <a:spcPts val="0"/>
              </a:spcBef>
              <a:spcAft>
                <a:spcPts val="0"/>
              </a:spcAft>
              <a:buClr>
                <a:schemeClr val="dk2"/>
              </a:buClr>
              <a:buSzPts val="2800"/>
              <a:buFont typeface="Zen Dots"/>
              <a:buNone/>
              <a:defRPr b="0" i="0" sz="2800" u="none" cap="none" strike="noStrike">
                <a:solidFill>
                  <a:schemeClr val="dk2"/>
                </a:solidFill>
                <a:latin typeface="Zen Dots"/>
                <a:ea typeface="Zen Dots"/>
                <a:cs typeface="Zen Dots"/>
                <a:sym typeface="Zen Dots"/>
              </a:defRPr>
            </a:lvl5pPr>
            <a:lvl6pPr lvl="5" marR="0" rtl="0" algn="l">
              <a:lnSpc>
                <a:spcPct val="100000"/>
              </a:lnSpc>
              <a:spcBef>
                <a:spcPts val="0"/>
              </a:spcBef>
              <a:spcAft>
                <a:spcPts val="0"/>
              </a:spcAft>
              <a:buClr>
                <a:schemeClr val="dk2"/>
              </a:buClr>
              <a:buSzPts val="2800"/>
              <a:buFont typeface="Zen Dots"/>
              <a:buNone/>
              <a:defRPr b="0" i="0" sz="2800" u="none" cap="none" strike="noStrike">
                <a:solidFill>
                  <a:schemeClr val="dk2"/>
                </a:solidFill>
                <a:latin typeface="Zen Dots"/>
                <a:ea typeface="Zen Dots"/>
                <a:cs typeface="Zen Dots"/>
                <a:sym typeface="Zen Dots"/>
              </a:defRPr>
            </a:lvl6pPr>
            <a:lvl7pPr lvl="6" marR="0" rtl="0" algn="l">
              <a:lnSpc>
                <a:spcPct val="100000"/>
              </a:lnSpc>
              <a:spcBef>
                <a:spcPts val="0"/>
              </a:spcBef>
              <a:spcAft>
                <a:spcPts val="0"/>
              </a:spcAft>
              <a:buClr>
                <a:schemeClr val="dk2"/>
              </a:buClr>
              <a:buSzPts val="2800"/>
              <a:buFont typeface="Zen Dots"/>
              <a:buNone/>
              <a:defRPr b="0" i="0" sz="2800" u="none" cap="none" strike="noStrike">
                <a:solidFill>
                  <a:schemeClr val="dk2"/>
                </a:solidFill>
                <a:latin typeface="Zen Dots"/>
                <a:ea typeface="Zen Dots"/>
                <a:cs typeface="Zen Dots"/>
                <a:sym typeface="Zen Dots"/>
              </a:defRPr>
            </a:lvl7pPr>
            <a:lvl8pPr lvl="7" marR="0" rtl="0" algn="l">
              <a:lnSpc>
                <a:spcPct val="100000"/>
              </a:lnSpc>
              <a:spcBef>
                <a:spcPts val="0"/>
              </a:spcBef>
              <a:spcAft>
                <a:spcPts val="0"/>
              </a:spcAft>
              <a:buClr>
                <a:schemeClr val="dk2"/>
              </a:buClr>
              <a:buSzPts val="2800"/>
              <a:buFont typeface="Zen Dots"/>
              <a:buNone/>
              <a:defRPr b="0" i="0" sz="2800" u="none" cap="none" strike="noStrike">
                <a:solidFill>
                  <a:schemeClr val="dk2"/>
                </a:solidFill>
                <a:latin typeface="Zen Dots"/>
                <a:ea typeface="Zen Dots"/>
                <a:cs typeface="Zen Dots"/>
                <a:sym typeface="Zen Dots"/>
              </a:defRPr>
            </a:lvl8pPr>
            <a:lvl9pPr lvl="8" marR="0" rtl="0" algn="l">
              <a:lnSpc>
                <a:spcPct val="100000"/>
              </a:lnSpc>
              <a:spcBef>
                <a:spcPts val="0"/>
              </a:spcBef>
              <a:spcAft>
                <a:spcPts val="0"/>
              </a:spcAft>
              <a:buClr>
                <a:schemeClr val="dk2"/>
              </a:buClr>
              <a:buSzPts val="2800"/>
              <a:buFont typeface="Zen Dots"/>
              <a:buNone/>
              <a:defRPr b="0" i="0" sz="2800" u="none" cap="none" strike="noStrike">
                <a:solidFill>
                  <a:schemeClr val="dk2"/>
                </a:solidFill>
                <a:latin typeface="Zen Dots"/>
                <a:ea typeface="Zen Dots"/>
                <a:cs typeface="Zen Dots"/>
                <a:sym typeface="Zen Dots"/>
              </a:defRPr>
            </a:lvl9pPr>
          </a:lstStyle>
          <a:p/>
        </p:txBody>
      </p:sp>
      <p:sp>
        <p:nvSpPr>
          <p:cNvPr id="7" name="Google Shape;7;p49"/>
          <p:cNvSpPr txBox="1"/>
          <p:nvPr>
            <p:ph idx="1" type="body"/>
          </p:nvPr>
        </p:nvSpPr>
        <p:spPr>
          <a:xfrm>
            <a:off x="720000" y="1237083"/>
            <a:ext cx="7704000" cy="33663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00000"/>
              </a:lnSpc>
              <a:spcBef>
                <a:spcPts val="0"/>
              </a:spcBef>
              <a:spcAft>
                <a:spcPts val="0"/>
              </a:spcAft>
              <a:buClr>
                <a:schemeClr val="lt1"/>
              </a:buClr>
              <a:buSzPts val="1400"/>
              <a:buFont typeface="Anaheim"/>
              <a:buChar char="●"/>
              <a:defRPr b="0" i="0" sz="1400" u="none" cap="none" strike="noStrike">
                <a:solidFill>
                  <a:schemeClr val="lt1"/>
                </a:solidFill>
                <a:latin typeface="Anaheim"/>
                <a:ea typeface="Anaheim"/>
                <a:cs typeface="Anaheim"/>
                <a:sym typeface="Anaheim"/>
              </a:defRPr>
            </a:lvl1pPr>
            <a:lvl2pPr indent="-317500" lvl="1" marL="914400" marR="0" rtl="0" algn="l">
              <a:lnSpc>
                <a:spcPct val="100000"/>
              </a:lnSpc>
              <a:spcBef>
                <a:spcPts val="1600"/>
              </a:spcBef>
              <a:spcAft>
                <a:spcPts val="0"/>
              </a:spcAft>
              <a:buClr>
                <a:schemeClr val="lt1"/>
              </a:buClr>
              <a:buSzPts val="1400"/>
              <a:buFont typeface="Anaheim"/>
              <a:buChar char="○"/>
              <a:defRPr b="0" i="0" sz="1400" u="none" cap="none" strike="noStrike">
                <a:solidFill>
                  <a:schemeClr val="lt1"/>
                </a:solidFill>
                <a:latin typeface="Anaheim"/>
                <a:ea typeface="Anaheim"/>
                <a:cs typeface="Anaheim"/>
                <a:sym typeface="Anaheim"/>
              </a:defRPr>
            </a:lvl2pPr>
            <a:lvl3pPr indent="-317500" lvl="2" marL="1371600" marR="0" rtl="0" algn="l">
              <a:lnSpc>
                <a:spcPct val="100000"/>
              </a:lnSpc>
              <a:spcBef>
                <a:spcPts val="1600"/>
              </a:spcBef>
              <a:spcAft>
                <a:spcPts val="0"/>
              </a:spcAft>
              <a:buClr>
                <a:schemeClr val="lt1"/>
              </a:buClr>
              <a:buSzPts val="1400"/>
              <a:buFont typeface="Anaheim"/>
              <a:buChar char="■"/>
              <a:defRPr b="0" i="0" sz="1400" u="none" cap="none" strike="noStrike">
                <a:solidFill>
                  <a:schemeClr val="lt1"/>
                </a:solidFill>
                <a:latin typeface="Anaheim"/>
                <a:ea typeface="Anaheim"/>
                <a:cs typeface="Anaheim"/>
                <a:sym typeface="Anaheim"/>
              </a:defRPr>
            </a:lvl3pPr>
            <a:lvl4pPr indent="-317500" lvl="3" marL="1828800" marR="0" rtl="0" algn="l">
              <a:lnSpc>
                <a:spcPct val="100000"/>
              </a:lnSpc>
              <a:spcBef>
                <a:spcPts val="1600"/>
              </a:spcBef>
              <a:spcAft>
                <a:spcPts val="0"/>
              </a:spcAft>
              <a:buClr>
                <a:schemeClr val="lt1"/>
              </a:buClr>
              <a:buSzPts val="1400"/>
              <a:buFont typeface="Anaheim"/>
              <a:buChar char="●"/>
              <a:defRPr b="0" i="0" sz="1400" u="none" cap="none" strike="noStrike">
                <a:solidFill>
                  <a:schemeClr val="lt1"/>
                </a:solidFill>
                <a:latin typeface="Anaheim"/>
                <a:ea typeface="Anaheim"/>
                <a:cs typeface="Anaheim"/>
                <a:sym typeface="Anaheim"/>
              </a:defRPr>
            </a:lvl4pPr>
            <a:lvl5pPr indent="-317500" lvl="4" marL="2286000" marR="0" rtl="0" algn="l">
              <a:lnSpc>
                <a:spcPct val="100000"/>
              </a:lnSpc>
              <a:spcBef>
                <a:spcPts val="1600"/>
              </a:spcBef>
              <a:spcAft>
                <a:spcPts val="0"/>
              </a:spcAft>
              <a:buClr>
                <a:schemeClr val="lt1"/>
              </a:buClr>
              <a:buSzPts val="1400"/>
              <a:buFont typeface="Anaheim"/>
              <a:buChar char="○"/>
              <a:defRPr b="0" i="0" sz="1400" u="none" cap="none" strike="noStrike">
                <a:solidFill>
                  <a:schemeClr val="lt1"/>
                </a:solidFill>
                <a:latin typeface="Anaheim"/>
                <a:ea typeface="Anaheim"/>
                <a:cs typeface="Anaheim"/>
                <a:sym typeface="Anaheim"/>
              </a:defRPr>
            </a:lvl5pPr>
            <a:lvl6pPr indent="-317500" lvl="5" marL="2743200" marR="0" rtl="0" algn="l">
              <a:lnSpc>
                <a:spcPct val="100000"/>
              </a:lnSpc>
              <a:spcBef>
                <a:spcPts val="1600"/>
              </a:spcBef>
              <a:spcAft>
                <a:spcPts val="0"/>
              </a:spcAft>
              <a:buClr>
                <a:schemeClr val="lt1"/>
              </a:buClr>
              <a:buSzPts val="1400"/>
              <a:buFont typeface="Anaheim"/>
              <a:buChar char="■"/>
              <a:defRPr b="0" i="0" sz="1400" u="none" cap="none" strike="noStrike">
                <a:solidFill>
                  <a:schemeClr val="lt1"/>
                </a:solidFill>
                <a:latin typeface="Anaheim"/>
                <a:ea typeface="Anaheim"/>
                <a:cs typeface="Anaheim"/>
                <a:sym typeface="Anaheim"/>
              </a:defRPr>
            </a:lvl6pPr>
            <a:lvl7pPr indent="-317500" lvl="6" marL="3200400" marR="0" rtl="0" algn="l">
              <a:lnSpc>
                <a:spcPct val="100000"/>
              </a:lnSpc>
              <a:spcBef>
                <a:spcPts val="1600"/>
              </a:spcBef>
              <a:spcAft>
                <a:spcPts val="0"/>
              </a:spcAft>
              <a:buClr>
                <a:schemeClr val="lt1"/>
              </a:buClr>
              <a:buSzPts val="1400"/>
              <a:buFont typeface="Anaheim"/>
              <a:buChar char="●"/>
              <a:defRPr b="0" i="0" sz="1400" u="none" cap="none" strike="noStrike">
                <a:solidFill>
                  <a:schemeClr val="lt1"/>
                </a:solidFill>
                <a:latin typeface="Anaheim"/>
                <a:ea typeface="Anaheim"/>
                <a:cs typeface="Anaheim"/>
                <a:sym typeface="Anaheim"/>
              </a:defRPr>
            </a:lvl7pPr>
            <a:lvl8pPr indent="-317500" lvl="7" marL="3657600" marR="0" rtl="0" algn="l">
              <a:lnSpc>
                <a:spcPct val="100000"/>
              </a:lnSpc>
              <a:spcBef>
                <a:spcPts val="1600"/>
              </a:spcBef>
              <a:spcAft>
                <a:spcPts val="0"/>
              </a:spcAft>
              <a:buClr>
                <a:schemeClr val="lt1"/>
              </a:buClr>
              <a:buSzPts val="1400"/>
              <a:buFont typeface="Anaheim"/>
              <a:buChar char="○"/>
              <a:defRPr b="0" i="0" sz="1400" u="none" cap="none" strike="noStrike">
                <a:solidFill>
                  <a:schemeClr val="lt1"/>
                </a:solidFill>
                <a:latin typeface="Anaheim"/>
                <a:ea typeface="Anaheim"/>
                <a:cs typeface="Anaheim"/>
                <a:sym typeface="Anaheim"/>
              </a:defRPr>
            </a:lvl8pPr>
            <a:lvl9pPr indent="-317500" lvl="8" marL="4114800" marR="0" rtl="0" algn="l">
              <a:lnSpc>
                <a:spcPct val="100000"/>
              </a:lnSpc>
              <a:spcBef>
                <a:spcPts val="1600"/>
              </a:spcBef>
              <a:spcAft>
                <a:spcPts val="1600"/>
              </a:spcAft>
              <a:buClr>
                <a:schemeClr val="lt1"/>
              </a:buClr>
              <a:buSzPts val="1400"/>
              <a:buFont typeface="Anaheim"/>
              <a:buChar char="■"/>
              <a:defRPr b="0" i="0" sz="1400" u="none" cap="none" strike="noStrike">
                <a:solidFill>
                  <a:schemeClr val="lt1"/>
                </a:solidFill>
                <a:latin typeface="Anaheim"/>
                <a:ea typeface="Anaheim"/>
                <a:cs typeface="Anaheim"/>
                <a:sym typeface="Anaheim"/>
              </a:defRPr>
            </a:lvl9pPr>
          </a:lstStyle>
          <a:p/>
        </p:txBody>
      </p:sp>
      <p:sp>
        <p:nvSpPr>
          <p:cNvPr id="8" name="Google Shape;8;p49"/>
          <p:cNvSpPr txBox="1"/>
          <p:nvPr/>
        </p:nvSpPr>
        <p:spPr>
          <a:xfrm>
            <a:off x="4572000" y="45025"/>
            <a:ext cx="4572000" cy="3573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5200"/>
              <a:buFont typeface="Arial"/>
              <a:buNone/>
            </a:pPr>
            <a:r>
              <a:rPr lang="en" sz="1600">
                <a:solidFill>
                  <a:schemeClr val="lt1"/>
                </a:solidFill>
                <a:latin typeface="Zen Dots"/>
                <a:ea typeface="Zen Dots"/>
                <a:cs typeface="Zen Dots"/>
                <a:sym typeface="Zen Dots"/>
              </a:rPr>
              <a:t>Università degli studi di Urbino</a:t>
            </a:r>
            <a:endParaRPr sz="1600">
              <a:solidFill>
                <a:schemeClr val="lt1"/>
              </a:solidFill>
              <a:latin typeface="Zen Dots"/>
              <a:ea typeface="Zen Dots"/>
              <a:cs typeface="Zen Dots"/>
              <a:sym typeface="Zen Dots"/>
            </a:endParaRPr>
          </a:p>
        </p:txBody>
      </p:sp>
      <p:sp>
        <p:nvSpPr>
          <p:cNvPr id="9" name="Google Shape;9;p49"/>
          <p:cNvSpPr txBox="1"/>
          <p:nvPr/>
        </p:nvSpPr>
        <p:spPr>
          <a:xfrm>
            <a:off x="288400" y="4786200"/>
            <a:ext cx="4572000" cy="3573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5200"/>
              <a:buFont typeface="Arial"/>
              <a:buNone/>
            </a:pPr>
            <a:r>
              <a:rPr lang="en" sz="1600">
                <a:solidFill>
                  <a:schemeClr val="lt1"/>
                </a:solidFill>
                <a:latin typeface="Zen Dots"/>
                <a:ea typeface="Zen Dots"/>
                <a:cs typeface="Zen Dots"/>
                <a:sym typeface="Zen Dots"/>
              </a:rPr>
              <a:t>Matteo Leopizzi</a:t>
            </a:r>
            <a:endParaRPr sz="1600">
              <a:solidFill>
                <a:schemeClr val="lt1"/>
              </a:solidFill>
              <a:latin typeface="Zen Dots"/>
              <a:ea typeface="Zen Dots"/>
              <a:cs typeface="Zen Dots"/>
              <a:sym typeface="Zen Dots"/>
            </a:endParaRPr>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55" name="Shape 1255"/>
        <p:cNvGrpSpPr/>
        <p:nvPr/>
      </p:nvGrpSpPr>
      <p:grpSpPr>
        <a:xfrm>
          <a:off x="0" y="0"/>
          <a:ext cx="0" cy="0"/>
          <a:chOff x="0" y="0"/>
          <a:chExt cx="0" cy="0"/>
        </a:xfrm>
      </p:grpSpPr>
      <p:sp>
        <p:nvSpPr>
          <p:cNvPr id="1256" name="Google Shape;1256;p7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1pPr>
            <a:lvl2pPr lvl="1"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2pPr>
            <a:lvl3pPr lvl="2"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3pPr>
            <a:lvl4pPr lvl="3"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4pPr>
            <a:lvl5pPr lvl="4"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5pPr>
            <a:lvl6pPr lvl="5"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6pPr>
            <a:lvl7pPr lvl="6"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7pPr>
            <a:lvl8pPr lvl="7"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8pPr>
            <a:lvl9pPr lvl="8"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9pPr>
          </a:lstStyle>
          <a:p/>
        </p:txBody>
      </p:sp>
      <p:sp>
        <p:nvSpPr>
          <p:cNvPr id="1257" name="Google Shape;1257;p7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 Id="rId3" Type="http://schemas.openxmlformats.org/officeDocument/2006/relationships/image" Target="../media/image16.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 Id="rId3" Type="http://schemas.openxmlformats.org/officeDocument/2006/relationships/hyperlink" Target="http://drive.google.com/file/d/1PlCrOg5XPt1Dd_SyxaF_eBJapDKmtCoO/view" TargetMode="External"/><Relationship Id="rId4" Type="http://schemas.openxmlformats.org/officeDocument/2006/relationships/image" Target="../media/image4.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13.jpg"/><Relationship Id="rId4" Type="http://schemas.openxmlformats.org/officeDocument/2006/relationships/hyperlink" Target="http://drive.google.com/file/d/1RMEMPoKgayv2zpNKClkO-267pNwlKhpO/view" TargetMode="External"/><Relationship Id="rId5" Type="http://schemas.openxmlformats.org/officeDocument/2006/relationships/image" Target="../media/image5.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5.xml"/><Relationship Id="rId3" Type="http://schemas.openxmlformats.org/officeDocument/2006/relationships/hyperlink" Target="https://docs.google.com/spreadsheets/d/1bivRO_sKRlV3N9EkhBQIllIpmVV8hmeNV6trc-YSngg/copy" TargetMode="External"/><Relationship Id="rId4" Type="http://schemas.openxmlformats.org/officeDocument/2006/relationships/image" Target="../media/image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8.xml"/><Relationship Id="rId3" Type="http://schemas.openxmlformats.org/officeDocument/2006/relationships/image" Target="../media/image7.jpg"/><Relationship Id="rId4" Type="http://schemas.openxmlformats.org/officeDocument/2006/relationships/image" Target="../media/image1.png"/><Relationship Id="rId5" Type="http://schemas.openxmlformats.org/officeDocument/2006/relationships/image" Target="../media/image6.jpg"/><Relationship Id="rId6" Type="http://schemas.openxmlformats.org/officeDocument/2006/relationships/image" Target="../media/image8.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 Id="rId3" Type="http://schemas.openxmlformats.org/officeDocument/2006/relationships/image" Target="../media/image9.png"/><Relationship Id="rId4" Type="http://schemas.openxmlformats.org/officeDocument/2006/relationships/image" Target="../media/image11.png"/><Relationship Id="rId5" Type="http://schemas.openxmlformats.org/officeDocument/2006/relationships/image" Target="../media/image10.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 Id="rId3" Type="http://schemas.openxmlformats.org/officeDocument/2006/relationships/hyperlink" Target="https://www.freepik.com/free-vector/metallic-texture-background-with-noise-violet-shades_5377731.htm/?utm_source=slidesgo_template&amp;utm_medium=referral-link&amp;utm_campaign=sg_resources&amp;utm_content=freepik" TargetMode="External"/><Relationship Id="rId4" Type="http://schemas.openxmlformats.org/officeDocument/2006/relationships/hyperlink" Target="https://www.freepik.com/free-photo/aesthetic-retro-vaporwave-landscape_13820073.htm/?utm_source=slidesgo_template&amp;utm_medium=referral-link&amp;utm_campaign=sg_resources&amp;utm_content=freepik" TargetMode="External"/><Relationship Id="rId9" Type="http://schemas.openxmlformats.org/officeDocument/2006/relationships/hyperlink" Target="https://www.freepik.com/free-vector/realistic-vintage-vaporwave-background_13118055.htm/?utm_source=slidesgo_template&amp;utm_medium=referral-link&amp;utm_campaign=sg_resources&amp;utm_content=freepik" TargetMode="External"/><Relationship Id="rId5" Type="http://schemas.openxmlformats.org/officeDocument/2006/relationships/hyperlink" Target="https://www.freepik.com/free-photo/3d-aesthetics-with-shapes-vaporwave-style_14568072.htm/?utm_source=slidesgo_template&amp;utm_medium=referral-link&amp;utm_campaign=sg_resources&amp;utm_content=freepik" TargetMode="External"/><Relationship Id="rId6" Type="http://schemas.openxmlformats.org/officeDocument/2006/relationships/hyperlink" Target="https://www.freepik.com/free-photo/3d-aesthetics-with-shapes-vaporwave-style_14568073.htm/?utm_source=slidesgo_template&amp;utm_medium=referral-link&amp;utm_campaign=sg_resources&amp;utm_content=freepik" TargetMode="External"/><Relationship Id="rId7" Type="http://schemas.openxmlformats.org/officeDocument/2006/relationships/hyperlink" Target="https://www.freepik.com/free-photo/retro-3d-shapes-vaporwave-style_14568078.htm/?utm_source=slidesgo_template&amp;utm_medium=referral-link&amp;utm_campaign=sg_resources&amp;utm_content=freepik" TargetMode="External"/><Relationship Id="rId8" Type="http://schemas.openxmlformats.org/officeDocument/2006/relationships/hyperlink" Target="https://www.freepik.com/free-vector/retro-futurstic-music-poster-template_5325937.htm/?utm_source=slidesgo_template&amp;utm_medium=referral-link&amp;utm_campaign=sg_resources&amp;utm_content=freepik" TargetMode="External"/><Relationship Id="rId10" Type="http://schemas.openxmlformats.org/officeDocument/2006/relationships/hyperlink" Target="https://www.flaticon.com/packs/retro-wave-4?word=retro/?utm_source=slidesgo_template&amp;utm_medium=referral-link&amp;utm_campaign=sg_resources&amp;utm_content=flaticon"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 Id="rId3" Type="http://schemas.openxmlformats.org/officeDocument/2006/relationships/hyperlink" Target="https://www.freepik.com/free-photo/colorful-retro-vaporwave-landscape_13820081.htm/?utm_source=slidesgo_template&amp;utm_medium=referral-link&amp;utm_campaign=sg_resources&amp;utm_content=freepik" TargetMode="External"/><Relationship Id="rId4" Type="http://schemas.openxmlformats.org/officeDocument/2006/relationships/hyperlink" Target="https://www.freepik.com/free-photo/3d-aesthetics-with-shapes-vaporwave-style_14568074.htm/?utm_source=slidesgo_template&amp;utm_medium=referral-link&amp;utm_campaign=sg_resources&amp;utm_content=freepik" TargetMode="External"/><Relationship Id="rId9" Type="http://schemas.openxmlformats.org/officeDocument/2006/relationships/hyperlink" Target="https://www.freepik.com/free-vector/artificial-intelligence-elements-collection_2587505.htm/?utm_source=slidesgo_template&amp;utm_medium=referral-link&amp;utm_campaign=sg_resources&amp;utm_content=freepik" TargetMode="External"/><Relationship Id="rId5" Type="http://schemas.openxmlformats.org/officeDocument/2006/relationships/hyperlink" Target="https://www.freepik.com/free-photo/colorful-3d-shapes-vaporwave-style_14568081.htm/?utm_source=slidesgo_template&amp;utm_medium=referral-link&amp;utm_campaign=sg_resources&amp;utm_content=freepik" TargetMode="External"/><Relationship Id="rId6" Type="http://schemas.openxmlformats.org/officeDocument/2006/relationships/hyperlink" Target="https://www.freepik.com/free-photo/retro-3d-shapes-vaporwave-style_14568077.htm/?utm_source=slidesgo_template&amp;utm_medium=referral-link&amp;utm_campaign=sg_resources&amp;utm_content=freepik" TargetMode="External"/><Relationship Id="rId7" Type="http://schemas.openxmlformats.org/officeDocument/2006/relationships/hyperlink" Target="https://www.freepik.com/free-photo/colorful-3d-shapes-vaporwave-style_14568071.htm/?utm_source=slidesgo_template&amp;utm_medium=referral-link&amp;utm_campaign=sg_resources&amp;utm_content=freepik" TargetMode="External"/><Relationship Id="rId8" Type="http://schemas.openxmlformats.org/officeDocument/2006/relationships/hyperlink" Target="https://www.freepik.com/free-vector/flat-artificial-intelligence-background_1601339.htm/?utm_source=slidesgo_template&amp;utm_medium=referral-link&amp;utm_campaign=sg_resources&amp;utm_content=freepik" TargetMode="External"/><Relationship Id="rId10" Type="http://schemas.openxmlformats.org/officeDocument/2006/relationships/hyperlink" Target="https://www.flaticon.com/packs/digital-nomad-43?word=computer/?utm_source=slidesgo_template&amp;utm_medium=referral-link&amp;utm_campaign=sg_resources&amp;utm_content=flaticon"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slide" Target="/ppt/slides/slide30.xml"/><Relationship Id="rId6" Type="http://schemas.openxmlformats.org/officeDocument/2006/relationships/hyperlink" Target="http://bit.ly/33VAFh3" TargetMode="External"/><Relationship Id="rId7"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 Id="rId3" Type="http://schemas.openxmlformats.org/officeDocument/2006/relationships/hyperlink" Target="https://fonts.google.com/specimen/Zen+Dots?query=zen+dot" TargetMode="External"/><Relationship Id="rId4" Type="http://schemas.openxmlformats.org/officeDocument/2006/relationships/hyperlink" Target="https://fonts.google.com/specimen/Anaheim?query=anahei"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5.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12.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8.gif"/><Relationship Id="rId14" Type="http://schemas.openxmlformats.org/officeDocument/2006/relationships/image" Target="../media/image17.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4.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 Id="rId3" Type="http://schemas.openxmlformats.org/officeDocument/2006/relationships/hyperlink" Target="https://bit.ly/2ZjL1pd"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 Id="rId3" Type="http://schemas.openxmlformats.org/officeDocument/2006/relationships/hyperlink" Target="https://chrome.google.com/webstore/detail/flaticon-for-gsuit-gslide/haekgjfnhhdkgfgmldhfokhmfkgmciba"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2.xml"/><Relationship Id="rId3" Type="http://schemas.openxmlformats.org/officeDocument/2006/relationships/hyperlink" Target="http://bit.ly/2PfT4lq" TargetMode="External"/><Relationship Id="rId4" Type="http://schemas.openxmlformats.org/officeDocument/2006/relationships/image" Target="../media/image1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2" name="Shape 1262"/>
        <p:cNvGrpSpPr/>
        <p:nvPr/>
      </p:nvGrpSpPr>
      <p:grpSpPr>
        <a:xfrm>
          <a:off x="0" y="0"/>
          <a:ext cx="0" cy="0"/>
          <a:chOff x="0" y="0"/>
          <a:chExt cx="0" cy="0"/>
        </a:xfrm>
      </p:grpSpPr>
      <p:sp>
        <p:nvSpPr>
          <p:cNvPr id="1263" name="Google Shape;1263;p1"/>
          <p:cNvSpPr txBox="1"/>
          <p:nvPr>
            <p:ph type="ctrTitle"/>
          </p:nvPr>
        </p:nvSpPr>
        <p:spPr>
          <a:xfrm>
            <a:off x="1319275" y="590075"/>
            <a:ext cx="6505500" cy="2407800"/>
          </a:xfrm>
          <a:prstGeom prst="rect">
            <a:avLst/>
          </a:prstGeom>
          <a:noFill/>
          <a:ln>
            <a:noFill/>
          </a:ln>
        </p:spPr>
        <p:txBody>
          <a:bodyPr anchorCtr="0" anchor="b" bIns="91425" lIns="91425" spcFirstLastPara="1" rIns="91425" wrap="square" tIns="91425">
            <a:noAutofit/>
          </a:bodyPr>
          <a:lstStyle/>
          <a:p>
            <a:pPr indent="0" lvl="0" marL="0" rtl="0" algn="ctr">
              <a:lnSpc>
                <a:spcPct val="80000"/>
              </a:lnSpc>
              <a:spcBef>
                <a:spcPts val="0"/>
              </a:spcBef>
              <a:spcAft>
                <a:spcPts val="0"/>
              </a:spcAft>
              <a:buSzPts val="5200"/>
              <a:buNone/>
            </a:pPr>
            <a:r>
              <a:rPr lang="en">
                <a:latin typeface="Zen Dots"/>
                <a:ea typeface="Zen Dots"/>
                <a:cs typeface="Zen Dots"/>
                <a:sym typeface="Zen Dots"/>
              </a:rPr>
              <a:t> </a:t>
            </a:r>
            <a:r>
              <a:rPr b="1" lang="en" sz="6200"/>
              <a:t>SLEEP</a:t>
            </a:r>
            <a:endParaRPr b="1" sz="6200"/>
          </a:p>
          <a:p>
            <a:pPr indent="0" lvl="0" marL="0" rtl="0" algn="ctr">
              <a:lnSpc>
                <a:spcPct val="80000"/>
              </a:lnSpc>
              <a:spcBef>
                <a:spcPts val="0"/>
              </a:spcBef>
              <a:spcAft>
                <a:spcPts val="0"/>
              </a:spcAft>
              <a:buSzPts val="5200"/>
              <a:buNone/>
            </a:pPr>
            <a:r>
              <a:rPr b="1" lang="en" sz="6200"/>
              <a:t>SENSE</a:t>
            </a:r>
            <a:br>
              <a:rPr lang="en"/>
            </a:br>
            <a:r>
              <a:rPr lang="en" sz="2800">
                <a:solidFill>
                  <a:schemeClr val="dk2"/>
                </a:solidFill>
              </a:rPr>
              <a:t>Programmazione per Internet of Things</a:t>
            </a:r>
            <a:endParaRPr sz="2800">
              <a:solidFill>
                <a:schemeClr val="dk2"/>
              </a:solidFill>
              <a:latin typeface="Zen Dots"/>
              <a:ea typeface="Zen Dots"/>
              <a:cs typeface="Zen Dots"/>
              <a:sym typeface="Zen Dot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7" name="Shape 1267"/>
        <p:cNvGrpSpPr/>
        <p:nvPr/>
      </p:nvGrpSpPr>
      <p:grpSpPr>
        <a:xfrm>
          <a:off x="0" y="0"/>
          <a:ext cx="0" cy="0"/>
          <a:chOff x="0" y="0"/>
          <a:chExt cx="0" cy="0"/>
        </a:xfrm>
      </p:grpSpPr>
      <p:grpSp>
        <p:nvGrpSpPr>
          <p:cNvPr id="1268" name="Google Shape;1268;p3"/>
          <p:cNvGrpSpPr/>
          <p:nvPr/>
        </p:nvGrpSpPr>
        <p:grpSpPr>
          <a:xfrm>
            <a:off x="3403800" y="2937200"/>
            <a:ext cx="2336400" cy="1392300"/>
            <a:chOff x="3403800" y="2937200"/>
            <a:chExt cx="2336400" cy="1392300"/>
          </a:xfrm>
        </p:grpSpPr>
        <p:sp>
          <p:nvSpPr>
            <p:cNvPr id="1269" name="Google Shape;1269;p3"/>
            <p:cNvSpPr/>
            <p:nvPr/>
          </p:nvSpPr>
          <p:spPr>
            <a:xfrm>
              <a:off x="3403800" y="2937200"/>
              <a:ext cx="2336400" cy="13923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3"/>
            <p:cNvSpPr/>
            <p:nvPr/>
          </p:nvSpPr>
          <p:spPr>
            <a:xfrm>
              <a:off x="3403800" y="2937200"/>
              <a:ext cx="23364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3"/>
            <p:cNvSpPr/>
            <p:nvPr/>
          </p:nvSpPr>
          <p:spPr>
            <a:xfrm>
              <a:off x="3518225" y="29961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 name="Google Shape;1272;p3"/>
            <p:cNvSpPr/>
            <p:nvPr/>
          </p:nvSpPr>
          <p:spPr>
            <a:xfrm>
              <a:off x="3701675" y="29961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3"/>
            <p:cNvSpPr/>
            <p:nvPr/>
          </p:nvSpPr>
          <p:spPr>
            <a:xfrm>
              <a:off x="3885125" y="29961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4" name="Google Shape;1274;p3"/>
          <p:cNvGrpSpPr/>
          <p:nvPr/>
        </p:nvGrpSpPr>
        <p:grpSpPr>
          <a:xfrm>
            <a:off x="6087600" y="2937200"/>
            <a:ext cx="2336400" cy="1392300"/>
            <a:chOff x="6087600" y="3013400"/>
            <a:chExt cx="2336400" cy="1392300"/>
          </a:xfrm>
        </p:grpSpPr>
        <p:sp>
          <p:nvSpPr>
            <p:cNvPr id="1275" name="Google Shape;1275;p3"/>
            <p:cNvSpPr/>
            <p:nvPr/>
          </p:nvSpPr>
          <p:spPr>
            <a:xfrm>
              <a:off x="6087600" y="3013400"/>
              <a:ext cx="2336400" cy="13923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3"/>
            <p:cNvSpPr/>
            <p:nvPr/>
          </p:nvSpPr>
          <p:spPr>
            <a:xfrm>
              <a:off x="6087600" y="3013400"/>
              <a:ext cx="23364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3"/>
            <p:cNvSpPr/>
            <p:nvPr/>
          </p:nvSpPr>
          <p:spPr>
            <a:xfrm>
              <a:off x="6202025" y="30723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3"/>
            <p:cNvSpPr/>
            <p:nvPr/>
          </p:nvSpPr>
          <p:spPr>
            <a:xfrm>
              <a:off x="6385475" y="30723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3"/>
            <p:cNvSpPr/>
            <p:nvPr/>
          </p:nvSpPr>
          <p:spPr>
            <a:xfrm>
              <a:off x="6568925" y="30723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0" name="Google Shape;1280;p3"/>
          <p:cNvGrpSpPr/>
          <p:nvPr/>
        </p:nvGrpSpPr>
        <p:grpSpPr>
          <a:xfrm>
            <a:off x="6087600" y="1046825"/>
            <a:ext cx="2336400" cy="1392300"/>
            <a:chOff x="6087600" y="1123025"/>
            <a:chExt cx="2336400" cy="1392300"/>
          </a:xfrm>
        </p:grpSpPr>
        <p:sp>
          <p:nvSpPr>
            <p:cNvPr id="1281" name="Google Shape;1281;p3"/>
            <p:cNvSpPr/>
            <p:nvPr/>
          </p:nvSpPr>
          <p:spPr>
            <a:xfrm>
              <a:off x="6087600" y="1123025"/>
              <a:ext cx="2336400" cy="13923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 name="Google Shape;1282;p3"/>
            <p:cNvSpPr/>
            <p:nvPr/>
          </p:nvSpPr>
          <p:spPr>
            <a:xfrm>
              <a:off x="6087600" y="1123025"/>
              <a:ext cx="23364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3"/>
            <p:cNvSpPr/>
            <p:nvPr/>
          </p:nvSpPr>
          <p:spPr>
            <a:xfrm>
              <a:off x="6202025" y="11819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3"/>
            <p:cNvSpPr/>
            <p:nvPr/>
          </p:nvSpPr>
          <p:spPr>
            <a:xfrm>
              <a:off x="6385475" y="11819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3"/>
            <p:cNvSpPr/>
            <p:nvPr/>
          </p:nvSpPr>
          <p:spPr>
            <a:xfrm>
              <a:off x="6568925" y="11819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6" name="Google Shape;1286;p3"/>
          <p:cNvGrpSpPr/>
          <p:nvPr/>
        </p:nvGrpSpPr>
        <p:grpSpPr>
          <a:xfrm>
            <a:off x="720000" y="2937200"/>
            <a:ext cx="2336400" cy="1392300"/>
            <a:chOff x="720000" y="3013400"/>
            <a:chExt cx="2336400" cy="1392300"/>
          </a:xfrm>
        </p:grpSpPr>
        <p:sp>
          <p:nvSpPr>
            <p:cNvPr id="1287" name="Google Shape;1287;p3"/>
            <p:cNvSpPr/>
            <p:nvPr/>
          </p:nvSpPr>
          <p:spPr>
            <a:xfrm>
              <a:off x="720000" y="3013400"/>
              <a:ext cx="2336400" cy="13923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3"/>
            <p:cNvSpPr/>
            <p:nvPr/>
          </p:nvSpPr>
          <p:spPr>
            <a:xfrm>
              <a:off x="720000" y="3013400"/>
              <a:ext cx="23364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 name="Google Shape;1289;p3"/>
            <p:cNvSpPr/>
            <p:nvPr/>
          </p:nvSpPr>
          <p:spPr>
            <a:xfrm>
              <a:off x="834425" y="30723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 name="Google Shape;1290;p3"/>
            <p:cNvSpPr/>
            <p:nvPr/>
          </p:nvSpPr>
          <p:spPr>
            <a:xfrm>
              <a:off x="1017875" y="30723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 name="Google Shape;1291;p3"/>
            <p:cNvSpPr/>
            <p:nvPr/>
          </p:nvSpPr>
          <p:spPr>
            <a:xfrm>
              <a:off x="1201325" y="30723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2" name="Google Shape;1292;p3"/>
          <p:cNvGrpSpPr/>
          <p:nvPr/>
        </p:nvGrpSpPr>
        <p:grpSpPr>
          <a:xfrm>
            <a:off x="720000" y="1046825"/>
            <a:ext cx="2336400" cy="1392300"/>
            <a:chOff x="720000" y="1123025"/>
            <a:chExt cx="2336400" cy="1392300"/>
          </a:xfrm>
        </p:grpSpPr>
        <p:sp>
          <p:nvSpPr>
            <p:cNvPr id="1293" name="Google Shape;1293;p3"/>
            <p:cNvSpPr/>
            <p:nvPr/>
          </p:nvSpPr>
          <p:spPr>
            <a:xfrm>
              <a:off x="720000" y="1123025"/>
              <a:ext cx="2336400" cy="13923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3"/>
            <p:cNvSpPr/>
            <p:nvPr/>
          </p:nvSpPr>
          <p:spPr>
            <a:xfrm>
              <a:off x="720000" y="1123025"/>
              <a:ext cx="23364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 name="Google Shape;1295;p3"/>
            <p:cNvSpPr/>
            <p:nvPr/>
          </p:nvSpPr>
          <p:spPr>
            <a:xfrm>
              <a:off x="834425" y="11819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 name="Google Shape;1296;p3"/>
            <p:cNvSpPr/>
            <p:nvPr/>
          </p:nvSpPr>
          <p:spPr>
            <a:xfrm>
              <a:off x="1017875" y="11819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 name="Google Shape;1297;p3"/>
            <p:cNvSpPr/>
            <p:nvPr/>
          </p:nvSpPr>
          <p:spPr>
            <a:xfrm>
              <a:off x="1201325" y="11819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8" name="Google Shape;1298;p3"/>
          <p:cNvGrpSpPr/>
          <p:nvPr/>
        </p:nvGrpSpPr>
        <p:grpSpPr>
          <a:xfrm>
            <a:off x="3403800" y="1046825"/>
            <a:ext cx="2336400" cy="1392300"/>
            <a:chOff x="3403800" y="1123025"/>
            <a:chExt cx="2336400" cy="1392300"/>
          </a:xfrm>
        </p:grpSpPr>
        <p:sp>
          <p:nvSpPr>
            <p:cNvPr id="1299" name="Google Shape;1299;p3"/>
            <p:cNvSpPr/>
            <p:nvPr/>
          </p:nvSpPr>
          <p:spPr>
            <a:xfrm>
              <a:off x="3403800" y="1123025"/>
              <a:ext cx="2336400" cy="13923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 name="Google Shape;1300;p3"/>
            <p:cNvSpPr/>
            <p:nvPr/>
          </p:nvSpPr>
          <p:spPr>
            <a:xfrm>
              <a:off x="3403800" y="1123025"/>
              <a:ext cx="23364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 name="Google Shape;1301;p3"/>
            <p:cNvSpPr/>
            <p:nvPr/>
          </p:nvSpPr>
          <p:spPr>
            <a:xfrm>
              <a:off x="3518225" y="11819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 name="Google Shape;1302;p3"/>
            <p:cNvSpPr/>
            <p:nvPr/>
          </p:nvSpPr>
          <p:spPr>
            <a:xfrm>
              <a:off x="3701675" y="11819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3"/>
            <p:cNvSpPr/>
            <p:nvPr/>
          </p:nvSpPr>
          <p:spPr>
            <a:xfrm>
              <a:off x="3885125" y="11819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04" name="Google Shape;1304;p3"/>
          <p:cNvSpPr txBox="1"/>
          <p:nvPr>
            <p:ph type="title"/>
          </p:nvPr>
        </p:nvSpPr>
        <p:spPr>
          <a:xfrm>
            <a:off x="720000" y="12647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Introduzione</a:t>
            </a:r>
            <a:endParaRPr/>
          </a:p>
        </p:txBody>
      </p:sp>
      <p:sp>
        <p:nvSpPr>
          <p:cNvPr id="1305" name="Google Shape;1305;p3"/>
          <p:cNvSpPr txBox="1"/>
          <p:nvPr>
            <p:ph idx="1" type="subTitle"/>
          </p:nvPr>
        </p:nvSpPr>
        <p:spPr>
          <a:xfrm>
            <a:off x="720000" y="17924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Contesto e obiettivi del progetto</a:t>
            </a:r>
            <a:endParaRPr/>
          </a:p>
        </p:txBody>
      </p:sp>
      <p:sp>
        <p:nvSpPr>
          <p:cNvPr id="1306" name="Google Shape;1306;p3"/>
          <p:cNvSpPr txBox="1"/>
          <p:nvPr>
            <p:ph idx="3" type="title"/>
          </p:nvPr>
        </p:nvSpPr>
        <p:spPr>
          <a:xfrm>
            <a:off x="3403800" y="12647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Hardware</a:t>
            </a:r>
            <a:endParaRPr/>
          </a:p>
        </p:txBody>
      </p:sp>
      <p:sp>
        <p:nvSpPr>
          <p:cNvPr id="1307" name="Google Shape;1307;p3"/>
          <p:cNvSpPr txBox="1"/>
          <p:nvPr>
            <p:ph idx="5" type="subTitle"/>
          </p:nvPr>
        </p:nvSpPr>
        <p:spPr>
          <a:xfrm>
            <a:off x="3403800" y="17924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Componenti e architettura fisica</a:t>
            </a:r>
            <a:endParaRPr/>
          </a:p>
        </p:txBody>
      </p:sp>
      <p:sp>
        <p:nvSpPr>
          <p:cNvPr id="1308" name="Google Shape;1308;p3"/>
          <p:cNvSpPr txBox="1"/>
          <p:nvPr>
            <p:ph idx="6" type="title"/>
          </p:nvPr>
        </p:nvSpPr>
        <p:spPr>
          <a:xfrm>
            <a:off x="6087600" y="12647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Programmazione</a:t>
            </a:r>
            <a:endParaRPr/>
          </a:p>
        </p:txBody>
      </p:sp>
      <p:sp>
        <p:nvSpPr>
          <p:cNvPr id="1309" name="Google Shape;1309;p3"/>
          <p:cNvSpPr txBox="1"/>
          <p:nvPr>
            <p:ph idx="8" type="subTitle"/>
          </p:nvPr>
        </p:nvSpPr>
        <p:spPr>
          <a:xfrm>
            <a:off x="6087600" y="17924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Algoritmi e gestione dei sensori</a:t>
            </a:r>
            <a:endParaRPr/>
          </a:p>
        </p:txBody>
      </p:sp>
      <p:sp>
        <p:nvSpPr>
          <p:cNvPr id="1310" name="Google Shape;1310;p3"/>
          <p:cNvSpPr txBox="1"/>
          <p:nvPr>
            <p:ph idx="9" type="title"/>
          </p:nvPr>
        </p:nvSpPr>
        <p:spPr>
          <a:xfrm>
            <a:off x="720000" y="3155075"/>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Analisi dei dati</a:t>
            </a:r>
            <a:endParaRPr/>
          </a:p>
        </p:txBody>
      </p:sp>
      <p:sp>
        <p:nvSpPr>
          <p:cNvPr id="1311" name="Google Shape;1311;p3"/>
          <p:cNvSpPr txBox="1"/>
          <p:nvPr>
            <p:ph idx="14" type="subTitle"/>
          </p:nvPr>
        </p:nvSpPr>
        <p:spPr>
          <a:xfrm>
            <a:off x="720000" y="36828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Elaborazione e calcolo delle correlazioni </a:t>
            </a:r>
            <a:endParaRPr/>
          </a:p>
        </p:txBody>
      </p:sp>
      <p:sp>
        <p:nvSpPr>
          <p:cNvPr id="1312" name="Google Shape;1312;p3"/>
          <p:cNvSpPr txBox="1"/>
          <p:nvPr>
            <p:ph idx="15" type="title"/>
          </p:nvPr>
        </p:nvSpPr>
        <p:spPr>
          <a:xfrm>
            <a:off x="3403800" y="3155075"/>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Risultati</a:t>
            </a:r>
            <a:endParaRPr/>
          </a:p>
        </p:txBody>
      </p:sp>
      <p:sp>
        <p:nvSpPr>
          <p:cNvPr id="1313" name="Google Shape;1313;p3"/>
          <p:cNvSpPr txBox="1"/>
          <p:nvPr>
            <p:ph idx="17" type="subTitle"/>
          </p:nvPr>
        </p:nvSpPr>
        <p:spPr>
          <a:xfrm>
            <a:off x="3403800" y="36828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Correlazione e visualizzazione</a:t>
            </a:r>
            <a:endParaRPr/>
          </a:p>
        </p:txBody>
      </p:sp>
      <p:sp>
        <p:nvSpPr>
          <p:cNvPr id="1314" name="Google Shape;1314;p3"/>
          <p:cNvSpPr txBox="1"/>
          <p:nvPr>
            <p:ph idx="18" type="title"/>
          </p:nvPr>
        </p:nvSpPr>
        <p:spPr>
          <a:xfrm>
            <a:off x="6087600" y="3155075"/>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Conclusioni</a:t>
            </a:r>
            <a:endParaRPr/>
          </a:p>
        </p:txBody>
      </p:sp>
      <p:sp>
        <p:nvSpPr>
          <p:cNvPr id="1315" name="Google Shape;1315;p3"/>
          <p:cNvSpPr txBox="1"/>
          <p:nvPr>
            <p:ph idx="20" type="subTitle"/>
          </p:nvPr>
        </p:nvSpPr>
        <p:spPr>
          <a:xfrm>
            <a:off x="6087600" y="3682800"/>
            <a:ext cx="2336400" cy="646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Limitazioni e </a:t>
            </a:r>
            <a:endParaRPr/>
          </a:p>
          <a:p>
            <a:pPr indent="0" lvl="0" marL="0" rtl="0" algn="ctr">
              <a:lnSpc>
                <a:spcPct val="100000"/>
              </a:lnSpc>
              <a:spcBef>
                <a:spcPts val="0"/>
              </a:spcBef>
              <a:spcAft>
                <a:spcPts val="0"/>
              </a:spcAft>
              <a:buSzPts val="1400"/>
              <a:buNone/>
            </a:pPr>
            <a:r>
              <a:rPr lang="en"/>
              <a:t>sviluppi futuri</a:t>
            </a:r>
            <a:endParaRPr/>
          </a:p>
        </p:txBody>
      </p:sp>
      <p:sp>
        <p:nvSpPr>
          <p:cNvPr id="1316" name="Google Shape;1316;p3"/>
          <p:cNvSpPr txBox="1"/>
          <p:nvPr>
            <p:ph idx="2" type="title"/>
          </p:nvPr>
        </p:nvSpPr>
        <p:spPr>
          <a:xfrm>
            <a:off x="1781100" y="1046825"/>
            <a:ext cx="1275300" cy="2181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000"/>
              <a:buNone/>
            </a:pPr>
            <a:r>
              <a:rPr lang="en"/>
              <a:t>01</a:t>
            </a:r>
            <a:endParaRPr/>
          </a:p>
        </p:txBody>
      </p:sp>
      <p:sp>
        <p:nvSpPr>
          <p:cNvPr id="1317" name="Google Shape;1317;p3"/>
          <p:cNvSpPr txBox="1"/>
          <p:nvPr>
            <p:ph idx="4" type="title"/>
          </p:nvPr>
        </p:nvSpPr>
        <p:spPr>
          <a:xfrm>
            <a:off x="4464900" y="1046825"/>
            <a:ext cx="1275300" cy="2181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000"/>
              <a:buNone/>
            </a:pPr>
            <a:r>
              <a:rPr lang="en"/>
              <a:t>02</a:t>
            </a:r>
            <a:endParaRPr/>
          </a:p>
        </p:txBody>
      </p:sp>
      <p:sp>
        <p:nvSpPr>
          <p:cNvPr id="1318" name="Google Shape;1318;p3"/>
          <p:cNvSpPr txBox="1"/>
          <p:nvPr>
            <p:ph idx="7" type="title"/>
          </p:nvPr>
        </p:nvSpPr>
        <p:spPr>
          <a:xfrm>
            <a:off x="7148700" y="1046825"/>
            <a:ext cx="1275300" cy="2181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000"/>
              <a:buNone/>
            </a:pPr>
            <a:r>
              <a:rPr lang="en"/>
              <a:t>03</a:t>
            </a:r>
            <a:endParaRPr/>
          </a:p>
        </p:txBody>
      </p:sp>
      <p:sp>
        <p:nvSpPr>
          <p:cNvPr id="1319" name="Google Shape;1319;p3"/>
          <p:cNvSpPr txBox="1"/>
          <p:nvPr>
            <p:ph idx="13" type="title"/>
          </p:nvPr>
        </p:nvSpPr>
        <p:spPr>
          <a:xfrm>
            <a:off x="1781100" y="2937200"/>
            <a:ext cx="1275300" cy="2181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000"/>
              <a:buNone/>
            </a:pPr>
            <a:r>
              <a:rPr lang="en"/>
              <a:t>04</a:t>
            </a:r>
            <a:endParaRPr/>
          </a:p>
        </p:txBody>
      </p:sp>
      <p:sp>
        <p:nvSpPr>
          <p:cNvPr id="1320" name="Google Shape;1320;p3"/>
          <p:cNvSpPr txBox="1"/>
          <p:nvPr>
            <p:ph idx="16" type="title"/>
          </p:nvPr>
        </p:nvSpPr>
        <p:spPr>
          <a:xfrm>
            <a:off x="4464900" y="2937200"/>
            <a:ext cx="1275300" cy="2181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000"/>
              <a:buNone/>
            </a:pPr>
            <a:r>
              <a:rPr lang="en"/>
              <a:t>05</a:t>
            </a:r>
            <a:endParaRPr/>
          </a:p>
        </p:txBody>
      </p:sp>
      <p:sp>
        <p:nvSpPr>
          <p:cNvPr id="1321" name="Google Shape;1321;p3"/>
          <p:cNvSpPr txBox="1"/>
          <p:nvPr>
            <p:ph idx="19" type="title"/>
          </p:nvPr>
        </p:nvSpPr>
        <p:spPr>
          <a:xfrm>
            <a:off x="7148700" y="2937200"/>
            <a:ext cx="1275300" cy="2181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000"/>
              <a:buNone/>
            </a:pPr>
            <a:r>
              <a:rPr lang="en"/>
              <a:t>06</a:t>
            </a:r>
            <a:endParaRPr/>
          </a:p>
        </p:txBody>
      </p:sp>
      <p:sp>
        <p:nvSpPr>
          <p:cNvPr id="1322" name="Google Shape;1322;p3">
            <a:hlinkClick action="ppaction://hlinksldjump" r:id="rId3"/>
          </p:cNvPr>
          <p:cNvSpPr/>
          <p:nvPr/>
        </p:nvSpPr>
        <p:spPr>
          <a:xfrm>
            <a:off x="720725" y="1046825"/>
            <a:ext cx="2336400" cy="1392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6" name="Shape 1326"/>
        <p:cNvGrpSpPr/>
        <p:nvPr/>
      </p:nvGrpSpPr>
      <p:grpSpPr>
        <a:xfrm>
          <a:off x="0" y="0"/>
          <a:ext cx="0" cy="0"/>
          <a:chOff x="0" y="0"/>
          <a:chExt cx="0" cy="0"/>
        </a:xfrm>
      </p:grpSpPr>
      <p:sp>
        <p:nvSpPr>
          <p:cNvPr id="1327" name="Google Shape;1327;p2"/>
          <p:cNvSpPr txBox="1"/>
          <p:nvPr>
            <p:ph type="title"/>
          </p:nvPr>
        </p:nvSpPr>
        <p:spPr>
          <a:xfrm>
            <a:off x="1327550" y="1907623"/>
            <a:ext cx="1867200" cy="1662600"/>
          </a:xfrm>
          <a:prstGeom prst="rect">
            <a:avLst/>
          </a:prstGeom>
        </p:spPr>
        <p:txBody>
          <a:bodyPr anchorCtr="0" anchor="ctr" bIns="84150" lIns="84150" spcFirstLastPara="1" rIns="84150" wrap="square" tIns="84150">
            <a:noAutofit/>
          </a:bodyPr>
          <a:lstStyle/>
          <a:p>
            <a:pPr indent="0" lvl="0" marL="0" rtl="0" algn="ctr">
              <a:spcBef>
                <a:spcPts val="0"/>
              </a:spcBef>
              <a:spcAft>
                <a:spcPts val="0"/>
              </a:spcAft>
              <a:buNone/>
            </a:pPr>
            <a:r>
              <a:rPr lang="en" sz="8835"/>
              <a:t>6</a:t>
            </a:r>
            <a:endParaRPr sz="8835"/>
          </a:p>
        </p:txBody>
      </p:sp>
      <p:sp>
        <p:nvSpPr>
          <p:cNvPr id="1328" name="Google Shape;1328;p2"/>
          <p:cNvSpPr txBox="1"/>
          <p:nvPr>
            <p:ph idx="1" type="subTitle"/>
          </p:nvPr>
        </p:nvSpPr>
        <p:spPr>
          <a:xfrm>
            <a:off x="1327550" y="3300600"/>
            <a:ext cx="1867200" cy="596400"/>
          </a:xfrm>
          <a:prstGeom prst="rect">
            <a:avLst/>
          </a:prstGeom>
        </p:spPr>
        <p:txBody>
          <a:bodyPr anchorCtr="0" anchor="t" bIns="84150" lIns="84150" spcFirstLastPara="1" rIns="84150" wrap="square" tIns="84150">
            <a:noAutofit/>
          </a:bodyPr>
          <a:lstStyle/>
          <a:p>
            <a:pPr indent="0" lvl="0" marL="0" rtl="0" algn="ctr">
              <a:spcBef>
                <a:spcPts val="0"/>
              </a:spcBef>
              <a:spcAft>
                <a:spcPts val="0"/>
              </a:spcAft>
              <a:buNone/>
            </a:pPr>
            <a:r>
              <a:rPr lang="en" sz="1840"/>
              <a:t>Sensori integrati</a:t>
            </a:r>
            <a:endParaRPr sz="1840"/>
          </a:p>
        </p:txBody>
      </p:sp>
      <p:sp>
        <p:nvSpPr>
          <p:cNvPr id="1329" name="Google Shape;1329;p2"/>
          <p:cNvSpPr txBox="1"/>
          <p:nvPr>
            <p:ph type="title"/>
          </p:nvPr>
        </p:nvSpPr>
        <p:spPr>
          <a:xfrm>
            <a:off x="5949255" y="1907624"/>
            <a:ext cx="1867200" cy="1662600"/>
          </a:xfrm>
          <a:prstGeom prst="rect">
            <a:avLst/>
          </a:prstGeom>
        </p:spPr>
        <p:txBody>
          <a:bodyPr anchorCtr="0" anchor="ctr" bIns="84150" lIns="84150" spcFirstLastPara="1" rIns="84150" wrap="square" tIns="84150">
            <a:noAutofit/>
          </a:bodyPr>
          <a:lstStyle/>
          <a:p>
            <a:pPr indent="0" lvl="0" marL="0" rtl="0" algn="ctr">
              <a:spcBef>
                <a:spcPts val="0"/>
              </a:spcBef>
              <a:spcAft>
                <a:spcPts val="0"/>
              </a:spcAft>
              <a:buNone/>
            </a:pPr>
            <a:r>
              <a:rPr lang="en" sz="8835"/>
              <a:t>5</a:t>
            </a:r>
            <a:endParaRPr sz="8835"/>
          </a:p>
        </p:txBody>
      </p:sp>
      <p:sp>
        <p:nvSpPr>
          <p:cNvPr id="1330" name="Google Shape;1330;p2"/>
          <p:cNvSpPr txBox="1"/>
          <p:nvPr>
            <p:ph idx="1" type="subTitle"/>
          </p:nvPr>
        </p:nvSpPr>
        <p:spPr>
          <a:xfrm>
            <a:off x="5949250" y="3300599"/>
            <a:ext cx="1867200" cy="596400"/>
          </a:xfrm>
          <a:prstGeom prst="rect">
            <a:avLst/>
          </a:prstGeom>
        </p:spPr>
        <p:txBody>
          <a:bodyPr anchorCtr="0" anchor="t" bIns="84150" lIns="84150" spcFirstLastPara="1" rIns="84150" wrap="square" tIns="84150">
            <a:noAutofit/>
          </a:bodyPr>
          <a:lstStyle/>
          <a:p>
            <a:pPr indent="0" lvl="0" marL="0" rtl="0" algn="ctr">
              <a:spcBef>
                <a:spcPts val="0"/>
              </a:spcBef>
              <a:spcAft>
                <a:spcPts val="0"/>
              </a:spcAft>
              <a:buNone/>
            </a:pPr>
            <a:r>
              <a:rPr lang="en" sz="1472"/>
              <a:t>Parametri ambientali misurati</a:t>
            </a:r>
            <a:endParaRPr sz="1472"/>
          </a:p>
        </p:txBody>
      </p:sp>
      <p:sp>
        <p:nvSpPr>
          <p:cNvPr id="1331" name="Google Shape;1331;p2"/>
          <p:cNvSpPr txBox="1"/>
          <p:nvPr>
            <p:ph type="title"/>
          </p:nvPr>
        </p:nvSpPr>
        <p:spPr>
          <a:xfrm>
            <a:off x="3638402" y="1907637"/>
            <a:ext cx="1867200" cy="1662600"/>
          </a:xfrm>
          <a:prstGeom prst="rect">
            <a:avLst/>
          </a:prstGeom>
        </p:spPr>
        <p:txBody>
          <a:bodyPr anchorCtr="0" anchor="ctr" bIns="84150" lIns="84150" spcFirstLastPara="1" rIns="84150" wrap="square" tIns="84150">
            <a:noAutofit/>
          </a:bodyPr>
          <a:lstStyle/>
          <a:p>
            <a:pPr indent="0" lvl="0" marL="0" rtl="0" algn="ctr">
              <a:spcBef>
                <a:spcPts val="0"/>
              </a:spcBef>
              <a:spcAft>
                <a:spcPts val="0"/>
              </a:spcAft>
              <a:buNone/>
            </a:pPr>
            <a:r>
              <a:rPr lang="en" sz="3773"/>
              <a:t>ESP32</a:t>
            </a:r>
            <a:endParaRPr sz="3773"/>
          </a:p>
        </p:txBody>
      </p:sp>
      <p:sp>
        <p:nvSpPr>
          <p:cNvPr id="1332" name="Google Shape;1332;p2"/>
          <p:cNvSpPr txBox="1"/>
          <p:nvPr>
            <p:ph idx="1" type="subTitle"/>
          </p:nvPr>
        </p:nvSpPr>
        <p:spPr>
          <a:xfrm>
            <a:off x="3638400" y="3300600"/>
            <a:ext cx="1867200" cy="596400"/>
          </a:xfrm>
          <a:prstGeom prst="rect">
            <a:avLst/>
          </a:prstGeom>
        </p:spPr>
        <p:txBody>
          <a:bodyPr anchorCtr="0" anchor="t" bIns="84150" lIns="84150" spcFirstLastPara="1" rIns="84150" wrap="square" tIns="84150">
            <a:noAutofit/>
          </a:bodyPr>
          <a:lstStyle/>
          <a:p>
            <a:pPr indent="0" lvl="0" marL="0" rtl="0" algn="ctr">
              <a:spcBef>
                <a:spcPts val="0"/>
              </a:spcBef>
              <a:spcAft>
                <a:spcPts val="0"/>
              </a:spcAft>
              <a:buNone/>
            </a:pPr>
            <a:r>
              <a:rPr lang="en" sz="1540"/>
              <a:t>Microcontrollore utilizzato</a:t>
            </a:r>
            <a:endParaRPr sz="1540"/>
          </a:p>
        </p:txBody>
      </p:sp>
      <p:sp>
        <p:nvSpPr>
          <p:cNvPr id="1333" name="Google Shape;1333;p2"/>
          <p:cNvSpPr txBox="1"/>
          <p:nvPr/>
        </p:nvSpPr>
        <p:spPr>
          <a:xfrm>
            <a:off x="720000" y="439325"/>
            <a:ext cx="7704000" cy="564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rgbClr val="F673A9"/>
                </a:solidFill>
                <a:latin typeface="Zen Dots"/>
                <a:ea typeface="Zen Dots"/>
                <a:cs typeface="Zen Dots"/>
                <a:sym typeface="Zen Dots"/>
              </a:rPr>
              <a:t>Introduzione</a:t>
            </a:r>
            <a:endParaRPr sz="2800">
              <a:solidFill>
                <a:srgbClr val="ECE5B4"/>
              </a:solidFill>
              <a:latin typeface="Zen Dots"/>
              <a:ea typeface="Zen Dots"/>
              <a:cs typeface="Zen Dots"/>
              <a:sym typeface="Zen Dots"/>
            </a:endParaRPr>
          </a:p>
        </p:txBody>
      </p:sp>
      <p:sp>
        <p:nvSpPr>
          <p:cNvPr id="1334" name="Google Shape;1334;p2"/>
          <p:cNvSpPr txBox="1"/>
          <p:nvPr/>
        </p:nvSpPr>
        <p:spPr>
          <a:xfrm>
            <a:off x="1327550" y="1065825"/>
            <a:ext cx="6489000" cy="841800"/>
          </a:xfrm>
          <a:prstGeom prst="rect">
            <a:avLst/>
          </a:prstGeom>
          <a:noFill/>
          <a:ln cap="flat" cmpd="sng" w="9525">
            <a:solidFill>
              <a:schemeClr val="accent6"/>
            </a:solidFill>
            <a:prstDash val="solid"/>
            <a:round/>
            <a:headEnd len="sm" w="sm" type="none"/>
            <a:tailEnd len="sm" w="sm" type="none"/>
          </a:ln>
          <a:effectLst>
            <a:outerShdw blurRad="57150" rotWithShape="0" algn="bl" dir="5400000" dist="19050">
              <a:srgbClr val="000000">
                <a:alpha val="4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naheim"/>
                <a:ea typeface="Anaheim"/>
                <a:cs typeface="Anaheim"/>
                <a:sym typeface="Anaheim"/>
              </a:rPr>
              <a:t>Sviluppare un sistema </a:t>
            </a:r>
            <a:r>
              <a:rPr b="1" lang="en">
                <a:solidFill>
                  <a:srgbClr val="2F2B19"/>
                </a:solidFill>
                <a:highlight>
                  <a:srgbClr val="D899B3"/>
                </a:highlight>
                <a:latin typeface="Anaheim"/>
                <a:ea typeface="Anaheim"/>
                <a:cs typeface="Anaheim"/>
                <a:sym typeface="Anaheim"/>
              </a:rPr>
              <a:t>IoT</a:t>
            </a:r>
            <a:r>
              <a:rPr b="1" lang="en">
                <a:solidFill>
                  <a:srgbClr val="FFFFFF"/>
                </a:solidFill>
                <a:latin typeface="Anaheim"/>
                <a:ea typeface="Anaheim"/>
                <a:cs typeface="Anaheim"/>
                <a:sym typeface="Anaheim"/>
              </a:rPr>
              <a:t> per il monitoraggio del sonno in grado di individuare correlazioni tra disturbi del riposo e variazioni di parametri ambientali e fisiologici indiretti</a:t>
            </a:r>
            <a:endParaRPr b="1">
              <a:solidFill>
                <a:srgbClr val="FFFFFF"/>
              </a:solidFill>
              <a:latin typeface="Anaheim"/>
              <a:ea typeface="Anaheim"/>
              <a:cs typeface="Anaheim"/>
              <a:sym typeface="Anaheim"/>
            </a:endParaRPr>
          </a:p>
        </p:txBody>
      </p:sp>
      <p:sp>
        <p:nvSpPr>
          <p:cNvPr id="1335" name="Google Shape;1335;p2"/>
          <p:cNvSpPr txBox="1"/>
          <p:nvPr/>
        </p:nvSpPr>
        <p:spPr>
          <a:xfrm>
            <a:off x="2269800" y="3959400"/>
            <a:ext cx="5546700" cy="644400"/>
          </a:xfrm>
          <a:prstGeom prst="rect">
            <a:avLst/>
          </a:prstGeom>
          <a:noFill/>
          <a:ln cap="flat" cmpd="sng" w="9525">
            <a:solidFill>
              <a:schemeClr val="accent6"/>
            </a:solidFill>
            <a:prstDash val="solid"/>
            <a:round/>
            <a:headEnd len="sm" w="sm" type="none"/>
            <a:tailEnd len="sm" w="sm" type="none"/>
          </a:ln>
          <a:effectLst>
            <a:outerShdw blurRad="57150" rotWithShape="0" algn="bl" dir="5400000" dist="19050">
              <a:srgbClr val="000000">
                <a:alpha val="40000"/>
              </a:srgbClr>
            </a:outerShdw>
          </a:effectLst>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2F2B19"/>
                </a:solidFill>
                <a:highlight>
                  <a:srgbClr val="D899B3"/>
                </a:highlight>
                <a:latin typeface="Anaheim"/>
                <a:ea typeface="Anaheim"/>
                <a:cs typeface="Anaheim"/>
                <a:sym typeface="Anaheim"/>
              </a:rPr>
              <a:t>Parametri:</a:t>
            </a:r>
            <a:r>
              <a:rPr b="1" lang="en">
                <a:solidFill>
                  <a:srgbClr val="FFFFFF"/>
                </a:solidFill>
                <a:latin typeface="Anaheim"/>
                <a:ea typeface="Anaheim"/>
                <a:cs typeface="Anaheim"/>
                <a:sym typeface="Anaheim"/>
              </a:rPr>
              <a:t> Temperatura, umidità, luminosità, rumore, movimento</a:t>
            </a:r>
            <a:endParaRPr b="1">
              <a:solidFill>
                <a:srgbClr val="FFFFFF"/>
              </a:solidFill>
              <a:latin typeface="Anaheim"/>
              <a:ea typeface="Anaheim"/>
              <a:cs typeface="Anaheim"/>
              <a:sym typeface="Anaheim"/>
            </a:endParaRPr>
          </a:p>
          <a:p>
            <a:pPr indent="0" lvl="0" marL="0" rtl="0" algn="l">
              <a:spcBef>
                <a:spcPts val="0"/>
              </a:spcBef>
              <a:spcAft>
                <a:spcPts val="0"/>
              </a:spcAft>
              <a:buNone/>
            </a:pPr>
            <a:r>
              <a:rPr b="1" lang="en">
                <a:solidFill>
                  <a:srgbClr val="2F2B19"/>
                </a:solidFill>
                <a:highlight>
                  <a:srgbClr val="D899B3"/>
                </a:highlight>
                <a:latin typeface="Anaheim"/>
                <a:ea typeface="Anaheim"/>
                <a:cs typeface="Anaheim"/>
                <a:sym typeface="Anaheim"/>
              </a:rPr>
              <a:t>Tag:</a:t>
            </a:r>
            <a:r>
              <a:rPr b="1" lang="en">
                <a:solidFill>
                  <a:srgbClr val="FFFFFF"/>
                </a:solidFill>
                <a:latin typeface="Anaheim"/>
                <a:ea typeface="Anaheim"/>
                <a:cs typeface="Anaheim"/>
                <a:sym typeface="Anaheim"/>
              </a:rPr>
              <a:t> ESP32, InfluxDB, Python, Arduino C</a:t>
            </a:r>
            <a:r>
              <a:rPr b="1" lang="en">
                <a:solidFill>
                  <a:srgbClr val="FFFFFF"/>
                </a:solidFill>
                <a:latin typeface="Anaheim"/>
                <a:ea typeface="Anaheim"/>
                <a:cs typeface="Anaheim"/>
                <a:sym typeface="Anaheim"/>
              </a:rPr>
              <a:t> </a:t>
            </a:r>
            <a:endParaRPr b="1">
              <a:solidFill>
                <a:srgbClr val="FFFFFF"/>
              </a:solidFill>
              <a:latin typeface="Anaheim"/>
              <a:ea typeface="Anaheim"/>
              <a:cs typeface="Anaheim"/>
              <a:sym typeface="Anaheim"/>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9" name="Shape 1339"/>
        <p:cNvGrpSpPr/>
        <p:nvPr/>
      </p:nvGrpSpPr>
      <p:grpSpPr>
        <a:xfrm>
          <a:off x="0" y="0"/>
          <a:ext cx="0" cy="0"/>
          <a:chOff x="0" y="0"/>
          <a:chExt cx="0" cy="0"/>
        </a:xfrm>
      </p:grpSpPr>
      <p:sp>
        <p:nvSpPr>
          <p:cNvPr id="1340" name="Google Shape;1340;p4"/>
          <p:cNvSpPr txBox="1"/>
          <p:nvPr>
            <p:ph idx="2" type="title"/>
          </p:nvPr>
        </p:nvSpPr>
        <p:spPr>
          <a:xfrm>
            <a:off x="1070575" y="2043725"/>
            <a:ext cx="7002900" cy="841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HARDWARE</a:t>
            </a:r>
            <a:endParaRPr/>
          </a:p>
        </p:txBody>
      </p:sp>
      <p:sp>
        <p:nvSpPr>
          <p:cNvPr id="1341" name="Google Shape;1341;p4"/>
          <p:cNvSpPr txBox="1"/>
          <p:nvPr>
            <p:ph idx="1" type="subTitle"/>
          </p:nvPr>
        </p:nvSpPr>
        <p:spPr>
          <a:xfrm>
            <a:off x="2079000" y="2827950"/>
            <a:ext cx="4986000" cy="456600"/>
          </a:xfrm>
          <a:prstGeom prst="rect">
            <a:avLst/>
          </a:prstGeom>
          <a:solidFill>
            <a:schemeClr val="accent2"/>
          </a:solid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lang="en"/>
              <a:t>Componenti principali utilizzati per la realizzazione del progetto</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5" name="Shape 1345"/>
        <p:cNvGrpSpPr/>
        <p:nvPr/>
      </p:nvGrpSpPr>
      <p:grpSpPr>
        <a:xfrm>
          <a:off x="0" y="0"/>
          <a:ext cx="0" cy="0"/>
          <a:chOff x="0" y="0"/>
          <a:chExt cx="0" cy="0"/>
        </a:xfrm>
      </p:grpSpPr>
      <p:sp>
        <p:nvSpPr>
          <p:cNvPr id="1346" name="Google Shape;1346;p14"/>
          <p:cNvSpPr/>
          <p:nvPr/>
        </p:nvSpPr>
        <p:spPr>
          <a:xfrm>
            <a:off x="894625" y="1435124"/>
            <a:ext cx="3570600" cy="2776800"/>
          </a:xfrm>
          <a:prstGeom prst="rect">
            <a:avLst/>
          </a:prstGeom>
          <a:solidFill>
            <a:srgbClr val="7C7C7C">
              <a:alpha val="14117"/>
            </a:srgbClr>
          </a:solidFill>
          <a:ln>
            <a:noFill/>
          </a:ln>
        </p:spPr>
        <p:txBody>
          <a:bodyPr anchorCtr="0" anchor="ctr" bIns="112275" lIns="112275" spcFirstLastPara="1" rIns="112275" wrap="square" tIns="112275">
            <a:noAutofit/>
          </a:bodyPr>
          <a:lstStyle/>
          <a:p>
            <a:pPr indent="0" lvl="0" marL="0" marR="0" rtl="0" algn="l">
              <a:lnSpc>
                <a:spcPct val="100000"/>
              </a:lnSpc>
              <a:spcBef>
                <a:spcPts val="0"/>
              </a:spcBef>
              <a:spcAft>
                <a:spcPts val="0"/>
              </a:spcAft>
              <a:buClr>
                <a:srgbClr val="000000"/>
              </a:buClr>
              <a:buSzPts val="1719"/>
              <a:buFont typeface="Arial"/>
              <a:buNone/>
            </a:pPr>
            <a:r>
              <a:t/>
            </a:r>
            <a:endParaRPr b="0" i="0" sz="1719" u="none" cap="none" strike="noStrike">
              <a:solidFill>
                <a:srgbClr val="000000"/>
              </a:solidFill>
              <a:latin typeface="Arial"/>
              <a:ea typeface="Arial"/>
              <a:cs typeface="Arial"/>
              <a:sym typeface="Arial"/>
            </a:endParaRPr>
          </a:p>
        </p:txBody>
      </p:sp>
      <p:grpSp>
        <p:nvGrpSpPr>
          <p:cNvPr id="1347" name="Google Shape;1347;p14"/>
          <p:cNvGrpSpPr/>
          <p:nvPr/>
        </p:nvGrpSpPr>
        <p:grpSpPr>
          <a:xfrm>
            <a:off x="5017105" y="1986779"/>
            <a:ext cx="3214591" cy="2545484"/>
            <a:chOff x="5072850" y="1998050"/>
            <a:chExt cx="2813400" cy="2227800"/>
          </a:xfrm>
        </p:grpSpPr>
        <p:sp>
          <p:nvSpPr>
            <p:cNvPr id="1348" name="Google Shape;1348;p14"/>
            <p:cNvSpPr/>
            <p:nvPr/>
          </p:nvSpPr>
          <p:spPr>
            <a:xfrm>
              <a:off x="5072850" y="2216150"/>
              <a:ext cx="2813400" cy="2009700"/>
            </a:xfrm>
            <a:prstGeom prst="rect">
              <a:avLst/>
            </a:prstGeom>
            <a:noFill/>
            <a:ln cap="flat" cmpd="sng" w="10875">
              <a:solidFill>
                <a:schemeClr val="dk2"/>
              </a:solidFill>
              <a:prstDash val="solid"/>
              <a:round/>
              <a:headEnd len="sm" w="sm" type="none"/>
              <a:tailEnd len="sm" w="sm" type="none"/>
            </a:ln>
          </p:spPr>
          <p:txBody>
            <a:bodyPr anchorCtr="0" anchor="ctr" bIns="104475" lIns="104475" spcFirstLastPara="1" rIns="104475" wrap="square" tIns="104475">
              <a:noAutofit/>
            </a:bodyPr>
            <a:lstStyle/>
            <a:p>
              <a:pPr indent="0" lvl="0" marL="0" marR="0" rtl="0" algn="l">
                <a:lnSpc>
                  <a:spcPct val="100000"/>
                </a:lnSpc>
                <a:spcBef>
                  <a:spcPts val="0"/>
                </a:spcBef>
                <a:spcAft>
                  <a:spcPts val="0"/>
                </a:spcAft>
                <a:buClr>
                  <a:srgbClr val="000000"/>
                </a:buClr>
                <a:buSzPts val="1600"/>
                <a:buFont typeface="Arial"/>
                <a:buNone/>
              </a:pPr>
              <a:r>
                <a:t/>
              </a:r>
              <a:endParaRPr b="0" i="0" sz="1599" u="none" cap="none" strike="noStrike">
                <a:solidFill>
                  <a:srgbClr val="000000"/>
                </a:solidFill>
                <a:latin typeface="Arial"/>
                <a:ea typeface="Arial"/>
                <a:cs typeface="Arial"/>
                <a:sym typeface="Arial"/>
              </a:endParaRPr>
            </a:p>
          </p:txBody>
        </p:sp>
        <p:sp>
          <p:nvSpPr>
            <p:cNvPr id="1349" name="Google Shape;1349;p14"/>
            <p:cNvSpPr/>
            <p:nvPr/>
          </p:nvSpPr>
          <p:spPr>
            <a:xfrm>
              <a:off x="5072850" y="1998050"/>
              <a:ext cx="2813400" cy="218100"/>
            </a:xfrm>
            <a:prstGeom prst="rect">
              <a:avLst/>
            </a:prstGeom>
            <a:noFill/>
            <a:ln cap="flat" cmpd="sng" w="10875">
              <a:solidFill>
                <a:schemeClr val="dk2"/>
              </a:solidFill>
              <a:prstDash val="solid"/>
              <a:round/>
              <a:headEnd len="sm" w="sm" type="none"/>
              <a:tailEnd len="sm" w="sm" type="none"/>
            </a:ln>
          </p:spPr>
          <p:txBody>
            <a:bodyPr anchorCtr="0" anchor="ctr" bIns="104475" lIns="104475" spcFirstLastPara="1" rIns="104475" wrap="square" tIns="104475">
              <a:noAutofit/>
            </a:bodyPr>
            <a:lstStyle/>
            <a:p>
              <a:pPr indent="0" lvl="0" marL="0" marR="0" rtl="0" algn="l">
                <a:lnSpc>
                  <a:spcPct val="100000"/>
                </a:lnSpc>
                <a:spcBef>
                  <a:spcPts val="0"/>
                </a:spcBef>
                <a:spcAft>
                  <a:spcPts val="0"/>
                </a:spcAft>
                <a:buClr>
                  <a:srgbClr val="000000"/>
                </a:buClr>
                <a:buSzPts val="1600"/>
                <a:buFont typeface="Arial"/>
                <a:buNone/>
              </a:pPr>
              <a:r>
                <a:t/>
              </a:r>
              <a:endParaRPr b="0" i="0" sz="1599" u="none" cap="none" strike="noStrike">
                <a:solidFill>
                  <a:srgbClr val="000000"/>
                </a:solidFill>
                <a:latin typeface="Arial"/>
                <a:ea typeface="Arial"/>
                <a:cs typeface="Arial"/>
                <a:sym typeface="Arial"/>
              </a:endParaRPr>
            </a:p>
          </p:txBody>
        </p:sp>
      </p:grpSp>
      <p:sp>
        <p:nvSpPr>
          <p:cNvPr id="1350" name="Google Shape;1350;p14"/>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ESP32 DevKitC-32</a:t>
            </a:r>
            <a:endParaRPr/>
          </a:p>
        </p:txBody>
      </p:sp>
      <p:sp>
        <p:nvSpPr>
          <p:cNvPr id="1351" name="Google Shape;1351;p14"/>
          <p:cNvSpPr txBox="1"/>
          <p:nvPr>
            <p:ph idx="1" type="subTitle"/>
          </p:nvPr>
        </p:nvSpPr>
        <p:spPr>
          <a:xfrm>
            <a:off x="894625" y="1627324"/>
            <a:ext cx="3570600" cy="2584500"/>
          </a:xfrm>
          <a:prstGeom prst="rect">
            <a:avLst/>
          </a:prstGeom>
          <a:noFill/>
          <a:ln cap="flat" cmpd="sng" w="9525">
            <a:solidFill>
              <a:schemeClr val="dk2"/>
            </a:solidFill>
            <a:prstDash val="solid"/>
            <a:round/>
            <a:headEnd len="sm" w="sm" type="none"/>
            <a:tailEnd len="sm" w="sm" type="none"/>
          </a:ln>
        </p:spPr>
        <p:txBody>
          <a:bodyPr anchorCtr="0" anchor="ctr" bIns="112275" lIns="112275" spcFirstLastPara="1" rIns="112275" wrap="square" tIns="112275">
            <a:noAutofit/>
          </a:bodyPr>
          <a:lstStyle/>
          <a:p>
            <a:pPr indent="0" lvl="0" marL="0" marR="0" rtl="0" algn="l">
              <a:lnSpc>
                <a:spcPct val="100000"/>
              </a:lnSpc>
              <a:spcBef>
                <a:spcPts val="0"/>
              </a:spcBef>
              <a:spcAft>
                <a:spcPts val="0"/>
              </a:spcAft>
              <a:buClr>
                <a:srgbClr val="000000"/>
              </a:buClr>
              <a:buSzPts val="1400"/>
              <a:buFont typeface="Arial"/>
              <a:buNone/>
            </a:pPr>
            <a:r>
              <a:rPr lang="en" sz="1800"/>
              <a:t>• Processore dual-core Tensilica LX6</a:t>
            </a:r>
            <a:endParaRPr sz="1800"/>
          </a:p>
          <a:p>
            <a:pPr indent="0" lvl="0" marL="0" marR="0" rtl="0" algn="l">
              <a:lnSpc>
                <a:spcPct val="100000"/>
              </a:lnSpc>
              <a:spcBef>
                <a:spcPts val="0"/>
              </a:spcBef>
              <a:spcAft>
                <a:spcPts val="0"/>
              </a:spcAft>
              <a:buClr>
                <a:srgbClr val="000000"/>
              </a:buClr>
              <a:buSzPts val="1400"/>
              <a:buFont typeface="Arial"/>
              <a:buNone/>
            </a:pPr>
            <a:r>
              <a:rPr lang="en" sz="1800"/>
              <a:t>• Frequenza fino a 240 MHz</a:t>
            </a:r>
            <a:endParaRPr sz="1800"/>
          </a:p>
          <a:p>
            <a:pPr indent="0" lvl="0" marL="0" marR="0" rtl="0" algn="l">
              <a:lnSpc>
                <a:spcPct val="100000"/>
              </a:lnSpc>
              <a:spcBef>
                <a:spcPts val="0"/>
              </a:spcBef>
              <a:spcAft>
                <a:spcPts val="0"/>
              </a:spcAft>
              <a:buNone/>
            </a:pPr>
            <a:r>
              <a:rPr lang="en" sz="1800"/>
              <a:t>• Wi-Fi 802.11 b/g/n integrato</a:t>
            </a:r>
            <a:endParaRPr sz="1800"/>
          </a:p>
          <a:p>
            <a:pPr indent="0" lvl="0" marL="0" rtl="0" algn="l">
              <a:spcBef>
                <a:spcPts val="0"/>
              </a:spcBef>
              <a:spcAft>
                <a:spcPts val="0"/>
              </a:spcAft>
              <a:buClr>
                <a:schemeClr val="dk1"/>
              </a:buClr>
              <a:buSzPts val="1100"/>
              <a:buFont typeface="Arial"/>
              <a:buNone/>
            </a:pPr>
            <a:r>
              <a:rPr lang="en" sz="1800"/>
              <a:t>• Bluetooth BLE</a:t>
            </a:r>
            <a:endParaRPr sz="1800"/>
          </a:p>
          <a:p>
            <a:pPr indent="0" lvl="0" marL="0" marR="0" rtl="0" algn="l">
              <a:lnSpc>
                <a:spcPct val="100000"/>
              </a:lnSpc>
              <a:spcBef>
                <a:spcPts val="0"/>
              </a:spcBef>
              <a:spcAft>
                <a:spcPts val="0"/>
              </a:spcAft>
              <a:buClr>
                <a:srgbClr val="000000"/>
              </a:buClr>
              <a:buSzPts val="1400"/>
              <a:buFont typeface="Arial"/>
              <a:buNone/>
            </a:pPr>
            <a:r>
              <a:rPr lang="en" sz="1800"/>
              <a:t>• 30 pin GPIO programmabili</a:t>
            </a:r>
            <a:endParaRPr sz="1800"/>
          </a:p>
          <a:p>
            <a:pPr indent="0" lvl="0" marL="0" marR="0" rtl="0" algn="l">
              <a:lnSpc>
                <a:spcPct val="100000"/>
              </a:lnSpc>
              <a:spcBef>
                <a:spcPts val="0"/>
              </a:spcBef>
              <a:spcAft>
                <a:spcPts val="0"/>
              </a:spcAft>
              <a:buNone/>
            </a:pPr>
            <a:r>
              <a:rPr lang="en" sz="1800"/>
              <a:t>• Tensione operativa: 3.3V - 5V</a:t>
            </a:r>
            <a:endParaRPr sz="1800"/>
          </a:p>
          <a:p>
            <a:pPr indent="0" lvl="0" marL="0" rtl="0" algn="l">
              <a:spcBef>
                <a:spcPts val="0"/>
              </a:spcBef>
              <a:spcAft>
                <a:spcPts val="0"/>
              </a:spcAft>
              <a:buClr>
                <a:schemeClr val="dk1"/>
              </a:buClr>
              <a:buSzPts val="1100"/>
              <a:buFont typeface="Arial"/>
              <a:buNone/>
            </a:pPr>
            <a:r>
              <a:rPr lang="en" sz="1800"/>
              <a:t>• Board di espansione (30 pin IO, 30 pin 5V, 30 pin GND)</a:t>
            </a:r>
            <a:endParaRPr sz="1800"/>
          </a:p>
        </p:txBody>
      </p:sp>
      <p:grpSp>
        <p:nvGrpSpPr>
          <p:cNvPr id="1352" name="Google Shape;1352;p14"/>
          <p:cNvGrpSpPr/>
          <p:nvPr/>
        </p:nvGrpSpPr>
        <p:grpSpPr>
          <a:xfrm>
            <a:off x="5209417" y="1799030"/>
            <a:ext cx="3214591" cy="249201"/>
            <a:chOff x="1290775" y="1427525"/>
            <a:chExt cx="2813400" cy="218100"/>
          </a:xfrm>
        </p:grpSpPr>
        <p:sp>
          <p:nvSpPr>
            <p:cNvPr id="1353" name="Google Shape;1353;p14"/>
            <p:cNvSpPr/>
            <p:nvPr/>
          </p:nvSpPr>
          <p:spPr>
            <a:xfrm>
              <a:off x="1290775" y="1427525"/>
              <a:ext cx="2813400" cy="218100"/>
            </a:xfrm>
            <a:prstGeom prst="rect">
              <a:avLst/>
            </a:prstGeom>
            <a:solidFill>
              <a:schemeClr val="dk2"/>
            </a:solidFill>
            <a:ln>
              <a:noFill/>
            </a:ln>
          </p:spPr>
          <p:txBody>
            <a:bodyPr anchorCtr="0" anchor="ctr" bIns="104475" lIns="104475" spcFirstLastPara="1" rIns="104475" wrap="square" tIns="104475">
              <a:noAutofit/>
            </a:bodyPr>
            <a:lstStyle/>
            <a:p>
              <a:pPr indent="0" lvl="0" marL="0" marR="0" rtl="0" algn="l">
                <a:lnSpc>
                  <a:spcPct val="100000"/>
                </a:lnSpc>
                <a:spcBef>
                  <a:spcPts val="0"/>
                </a:spcBef>
                <a:spcAft>
                  <a:spcPts val="0"/>
                </a:spcAft>
                <a:buClr>
                  <a:srgbClr val="000000"/>
                </a:buClr>
                <a:buSzPts val="1600"/>
                <a:buFont typeface="Arial"/>
                <a:buNone/>
              </a:pPr>
              <a:r>
                <a:t/>
              </a:r>
              <a:endParaRPr b="0" i="0" sz="1599" u="none" cap="none" strike="noStrike">
                <a:solidFill>
                  <a:srgbClr val="000000"/>
                </a:solidFill>
                <a:latin typeface="Arial"/>
                <a:ea typeface="Arial"/>
                <a:cs typeface="Arial"/>
                <a:sym typeface="Arial"/>
              </a:endParaRPr>
            </a:p>
          </p:txBody>
        </p:sp>
        <p:sp>
          <p:nvSpPr>
            <p:cNvPr id="1354" name="Google Shape;1354;p14"/>
            <p:cNvSpPr/>
            <p:nvPr/>
          </p:nvSpPr>
          <p:spPr>
            <a:xfrm>
              <a:off x="1405200" y="1486450"/>
              <a:ext cx="100200" cy="100200"/>
            </a:xfrm>
            <a:prstGeom prst="ellipse">
              <a:avLst/>
            </a:prstGeom>
            <a:solidFill>
              <a:schemeClr val="accent6"/>
            </a:solidFill>
            <a:ln>
              <a:noFill/>
            </a:ln>
          </p:spPr>
          <p:txBody>
            <a:bodyPr anchorCtr="0" anchor="ctr" bIns="104475" lIns="104475" spcFirstLastPara="1" rIns="104475" wrap="square" tIns="104475">
              <a:noAutofit/>
            </a:bodyPr>
            <a:lstStyle/>
            <a:p>
              <a:pPr indent="0" lvl="0" marL="0" marR="0" rtl="0" algn="l">
                <a:lnSpc>
                  <a:spcPct val="100000"/>
                </a:lnSpc>
                <a:spcBef>
                  <a:spcPts val="0"/>
                </a:spcBef>
                <a:spcAft>
                  <a:spcPts val="0"/>
                </a:spcAft>
                <a:buClr>
                  <a:srgbClr val="000000"/>
                </a:buClr>
                <a:buSzPts val="1600"/>
                <a:buFont typeface="Arial"/>
                <a:buNone/>
              </a:pPr>
              <a:r>
                <a:t/>
              </a:r>
              <a:endParaRPr b="0" i="0" sz="1599" u="none" cap="none" strike="noStrike">
                <a:solidFill>
                  <a:srgbClr val="000000"/>
                </a:solidFill>
                <a:latin typeface="Arial"/>
                <a:ea typeface="Arial"/>
                <a:cs typeface="Arial"/>
                <a:sym typeface="Arial"/>
              </a:endParaRPr>
            </a:p>
          </p:txBody>
        </p:sp>
        <p:sp>
          <p:nvSpPr>
            <p:cNvPr id="1355" name="Google Shape;1355;p14"/>
            <p:cNvSpPr/>
            <p:nvPr/>
          </p:nvSpPr>
          <p:spPr>
            <a:xfrm>
              <a:off x="1588650" y="1486450"/>
              <a:ext cx="100200" cy="100200"/>
            </a:xfrm>
            <a:prstGeom prst="ellipse">
              <a:avLst/>
            </a:prstGeom>
            <a:solidFill>
              <a:schemeClr val="accent6"/>
            </a:solidFill>
            <a:ln>
              <a:noFill/>
            </a:ln>
          </p:spPr>
          <p:txBody>
            <a:bodyPr anchorCtr="0" anchor="ctr" bIns="104475" lIns="104475" spcFirstLastPara="1" rIns="104475" wrap="square" tIns="104475">
              <a:noAutofit/>
            </a:bodyPr>
            <a:lstStyle/>
            <a:p>
              <a:pPr indent="0" lvl="0" marL="0" marR="0" rtl="0" algn="l">
                <a:lnSpc>
                  <a:spcPct val="100000"/>
                </a:lnSpc>
                <a:spcBef>
                  <a:spcPts val="0"/>
                </a:spcBef>
                <a:spcAft>
                  <a:spcPts val="0"/>
                </a:spcAft>
                <a:buClr>
                  <a:srgbClr val="000000"/>
                </a:buClr>
                <a:buSzPts val="1600"/>
                <a:buFont typeface="Arial"/>
                <a:buNone/>
              </a:pPr>
              <a:r>
                <a:t/>
              </a:r>
              <a:endParaRPr b="0" i="0" sz="1599" u="none" cap="none" strike="noStrike">
                <a:solidFill>
                  <a:srgbClr val="000000"/>
                </a:solidFill>
                <a:latin typeface="Arial"/>
                <a:ea typeface="Arial"/>
                <a:cs typeface="Arial"/>
                <a:sym typeface="Arial"/>
              </a:endParaRPr>
            </a:p>
          </p:txBody>
        </p:sp>
        <p:sp>
          <p:nvSpPr>
            <p:cNvPr id="1356" name="Google Shape;1356;p14"/>
            <p:cNvSpPr/>
            <p:nvPr/>
          </p:nvSpPr>
          <p:spPr>
            <a:xfrm>
              <a:off x="1772100" y="1486450"/>
              <a:ext cx="100200" cy="100200"/>
            </a:xfrm>
            <a:prstGeom prst="ellipse">
              <a:avLst/>
            </a:prstGeom>
            <a:solidFill>
              <a:schemeClr val="accent6"/>
            </a:solidFill>
            <a:ln>
              <a:noFill/>
            </a:ln>
          </p:spPr>
          <p:txBody>
            <a:bodyPr anchorCtr="0" anchor="ctr" bIns="104475" lIns="104475" spcFirstLastPara="1" rIns="104475" wrap="square" tIns="104475">
              <a:noAutofit/>
            </a:bodyPr>
            <a:lstStyle/>
            <a:p>
              <a:pPr indent="0" lvl="0" marL="0" marR="0" rtl="0" algn="l">
                <a:lnSpc>
                  <a:spcPct val="100000"/>
                </a:lnSpc>
                <a:spcBef>
                  <a:spcPts val="0"/>
                </a:spcBef>
                <a:spcAft>
                  <a:spcPts val="0"/>
                </a:spcAft>
                <a:buClr>
                  <a:srgbClr val="000000"/>
                </a:buClr>
                <a:buSzPts val="1600"/>
                <a:buFont typeface="Arial"/>
                <a:buNone/>
              </a:pPr>
              <a:r>
                <a:t/>
              </a:r>
              <a:endParaRPr b="0" i="0" sz="1599" u="none" cap="none" strike="noStrike">
                <a:solidFill>
                  <a:srgbClr val="000000"/>
                </a:solidFill>
                <a:latin typeface="Arial"/>
                <a:ea typeface="Arial"/>
                <a:cs typeface="Arial"/>
                <a:sym typeface="Arial"/>
              </a:endParaRPr>
            </a:p>
          </p:txBody>
        </p:sp>
      </p:grpSp>
      <p:pic>
        <p:nvPicPr>
          <p:cNvPr id="1357" name="Google Shape;1357;p14" title="EPS32_interno.jpg"/>
          <p:cNvPicPr preferRelativeResize="0"/>
          <p:nvPr/>
        </p:nvPicPr>
        <p:blipFill>
          <a:blip r:embed="rId3">
            <a:alphaModFix/>
          </a:blip>
          <a:stretch>
            <a:fillRect/>
          </a:stretch>
        </p:blipFill>
        <p:spPr>
          <a:xfrm rot="-5400000">
            <a:off x="5614515" y="1656591"/>
            <a:ext cx="2404508" cy="3206006"/>
          </a:xfrm>
          <a:prstGeom prst="rect">
            <a:avLst/>
          </a:prstGeom>
          <a:noFill/>
          <a:ln>
            <a:noFill/>
          </a:ln>
        </p:spPr>
      </p:pic>
      <p:sp>
        <p:nvSpPr>
          <p:cNvPr id="1358" name="Google Shape;1358;p14"/>
          <p:cNvSpPr/>
          <p:nvPr/>
        </p:nvSpPr>
        <p:spPr>
          <a:xfrm>
            <a:off x="894624" y="1378025"/>
            <a:ext cx="3570600" cy="249300"/>
          </a:xfrm>
          <a:prstGeom prst="rect">
            <a:avLst/>
          </a:prstGeom>
          <a:noFill/>
          <a:ln cap="flat" cmpd="sng" w="10875">
            <a:solidFill>
              <a:schemeClr val="dk2"/>
            </a:solidFill>
            <a:prstDash val="solid"/>
            <a:round/>
            <a:headEnd len="sm" w="sm" type="none"/>
            <a:tailEnd len="sm" w="sm" type="none"/>
          </a:ln>
        </p:spPr>
        <p:txBody>
          <a:bodyPr anchorCtr="0" anchor="ctr" bIns="104475" lIns="104475" spcFirstLastPara="1" rIns="104475" wrap="square" tIns="104475">
            <a:noAutofit/>
          </a:bodyPr>
          <a:lstStyle/>
          <a:p>
            <a:pPr indent="0" lvl="0" marL="0" marR="0" rtl="0" algn="l">
              <a:lnSpc>
                <a:spcPct val="100000"/>
              </a:lnSpc>
              <a:spcBef>
                <a:spcPts val="0"/>
              </a:spcBef>
              <a:spcAft>
                <a:spcPts val="0"/>
              </a:spcAft>
              <a:buClr>
                <a:srgbClr val="000000"/>
              </a:buClr>
              <a:buSzPts val="1600"/>
              <a:buFont typeface="Arial"/>
              <a:buNone/>
            </a:pPr>
            <a:r>
              <a:t/>
            </a:r>
            <a:endParaRPr b="0" i="0" sz="1599" u="none" cap="none" strike="noStrike">
              <a:solidFill>
                <a:srgbClr val="000000"/>
              </a:solidFill>
              <a:latin typeface="Arial"/>
              <a:ea typeface="Arial"/>
              <a:cs typeface="Arial"/>
              <a:sym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2" name="Shape 1362"/>
        <p:cNvGrpSpPr/>
        <p:nvPr/>
      </p:nvGrpSpPr>
      <p:grpSpPr>
        <a:xfrm>
          <a:off x="0" y="0"/>
          <a:ext cx="0" cy="0"/>
          <a:chOff x="0" y="0"/>
          <a:chExt cx="0" cy="0"/>
        </a:xfrm>
      </p:grpSpPr>
      <p:sp>
        <p:nvSpPr>
          <p:cNvPr id="1363" name="Google Shape;1363;p16"/>
          <p:cNvSpPr/>
          <p:nvPr/>
        </p:nvSpPr>
        <p:spPr>
          <a:xfrm>
            <a:off x="1212811" y="1458458"/>
            <a:ext cx="2867100" cy="1127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64" name="Google Shape;1364;p16"/>
          <p:cNvGrpSpPr/>
          <p:nvPr/>
        </p:nvGrpSpPr>
        <p:grpSpPr>
          <a:xfrm>
            <a:off x="1212835" y="1240358"/>
            <a:ext cx="2867100" cy="218100"/>
            <a:chOff x="1290775" y="1427529"/>
            <a:chExt cx="2867100" cy="218100"/>
          </a:xfrm>
        </p:grpSpPr>
        <p:sp>
          <p:nvSpPr>
            <p:cNvPr id="1365" name="Google Shape;1365;p16"/>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 name="Google Shape;1366;p16"/>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 name="Google Shape;1367;p16"/>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 name="Google Shape;1368;p16"/>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69" name="Google Shape;1369;p16"/>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t>Sensori</a:t>
            </a:r>
            <a:endParaRPr/>
          </a:p>
        </p:txBody>
      </p:sp>
      <p:sp>
        <p:nvSpPr>
          <p:cNvPr id="1370" name="Google Shape;1370;p16"/>
          <p:cNvSpPr txBox="1"/>
          <p:nvPr>
            <p:ph idx="2" type="title"/>
          </p:nvPr>
        </p:nvSpPr>
        <p:spPr>
          <a:xfrm>
            <a:off x="1212813" y="1458450"/>
            <a:ext cx="20283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
              <a:t>DHT11</a:t>
            </a:r>
            <a:endParaRPr/>
          </a:p>
        </p:txBody>
      </p:sp>
      <p:sp>
        <p:nvSpPr>
          <p:cNvPr id="1371" name="Google Shape;1371;p16"/>
          <p:cNvSpPr txBox="1"/>
          <p:nvPr>
            <p:ph idx="1" type="subTitle"/>
          </p:nvPr>
        </p:nvSpPr>
        <p:spPr>
          <a:xfrm>
            <a:off x="1212836" y="1986158"/>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Sensore di </a:t>
            </a:r>
            <a:r>
              <a:rPr b="1" lang="en">
                <a:highlight>
                  <a:schemeClr val="accent2"/>
                </a:highlight>
              </a:rPr>
              <a:t>umidità</a:t>
            </a:r>
            <a:r>
              <a:rPr b="1" lang="en"/>
              <a:t> e </a:t>
            </a:r>
            <a:r>
              <a:rPr b="1" lang="en">
                <a:highlight>
                  <a:schemeClr val="accent2"/>
                </a:highlight>
              </a:rPr>
              <a:t>temperatura</a:t>
            </a:r>
            <a:r>
              <a:rPr b="1" lang="en">
                <a:highlight>
                  <a:schemeClr val="accent2"/>
                </a:highlight>
              </a:rPr>
              <a:t> </a:t>
            </a:r>
            <a:endParaRPr b="1">
              <a:highlight>
                <a:schemeClr val="accent2"/>
              </a:highlight>
            </a:endParaRPr>
          </a:p>
          <a:p>
            <a:pPr indent="0" lvl="0" marL="0" rtl="0" algn="l">
              <a:spcBef>
                <a:spcPts val="0"/>
              </a:spcBef>
              <a:spcAft>
                <a:spcPts val="0"/>
              </a:spcAft>
              <a:buClr>
                <a:schemeClr val="dk1"/>
              </a:buClr>
              <a:buSzPts val="1100"/>
              <a:buFont typeface="Arial"/>
              <a:buNone/>
            </a:pPr>
            <a:r>
              <a:rPr lang="en"/>
              <a:t>Connessione digitale</a:t>
            </a:r>
            <a:r>
              <a:rPr lang="en" sz="1800"/>
              <a:t> </a:t>
            </a:r>
            <a:r>
              <a:rPr b="1" lang="en">
                <a:solidFill>
                  <a:schemeClr val="accent6"/>
                </a:solidFill>
                <a:highlight>
                  <a:schemeClr val="dk2"/>
                </a:highlight>
              </a:rPr>
              <a:t>GPIO 14</a:t>
            </a:r>
            <a:endParaRPr b="1">
              <a:solidFill>
                <a:schemeClr val="accent6"/>
              </a:solidFill>
              <a:highlight>
                <a:schemeClr val="dk2"/>
              </a:highlight>
            </a:endParaRPr>
          </a:p>
        </p:txBody>
      </p:sp>
      <p:sp>
        <p:nvSpPr>
          <p:cNvPr id="1372" name="Google Shape;1372;p16"/>
          <p:cNvSpPr txBox="1"/>
          <p:nvPr>
            <p:ph idx="2" type="title"/>
          </p:nvPr>
        </p:nvSpPr>
        <p:spPr>
          <a:xfrm>
            <a:off x="3240987" y="1458450"/>
            <a:ext cx="8388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2400"/>
              <a:buNone/>
            </a:pPr>
            <a:r>
              <a:rPr lang="en">
                <a:solidFill>
                  <a:schemeClr val="dk2"/>
                </a:solidFill>
              </a:rPr>
              <a:t>5</a:t>
            </a:r>
            <a:r>
              <a:rPr lang="en">
                <a:solidFill>
                  <a:schemeClr val="dk2"/>
                </a:solidFill>
              </a:rPr>
              <a:t>V</a:t>
            </a:r>
            <a:endParaRPr>
              <a:solidFill>
                <a:schemeClr val="dk2"/>
              </a:solidFill>
            </a:endParaRPr>
          </a:p>
        </p:txBody>
      </p:sp>
      <p:sp>
        <p:nvSpPr>
          <p:cNvPr id="1373" name="Google Shape;1373;p16"/>
          <p:cNvSpPr/>
          <p:nvPr/>
        </p:nvSpPr>
        <p:spPr>
          <a:xfrm>
            <a:off x="5064061" y="1458458"/>
            <a:ext cx="2867100" cy="1127100"/>
          </a:xfrm>
          <a:prstGeom prst="rect">
            <a:avLst/>
          </a:prstGeom>
          <a:solidFill>
            <a:srgbClr val="7C7C7C">
              <a:alpha val="141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74" name="Google Shape;1374;p16"/>
          <p:cNvGrpSpPr/>
          <p:nvPr/>
        </p:nvGrpSpPr>
        <p:grpSpPr>
          <a:xfrm>
            <a:off x="5064086" y="1240358"/>
            <a:ext cx="2867100" cy="218100"/>
            <a:chOff x="1290775" y="1427529"/>
            <a:chExt cx="2867100" cy="218100"/>
          </a:xfrm>
        </p:grpSpPr>
        <p:sp>
          <p:nvSpPr>
            <p:cNvPr id="1375" name="Google Shape;1375;p16"/>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 name="Google Shape;1376;p16"/>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16"/>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16"/>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9" name="Google Shape;1379;p16"/>
          <p:cNvSpPr txBox="1"/>
          <p:nvPr>
            <p:ph idx="2" type="title"/>
          </p:nvPr>
        </p:nvSpPr>
        <p:spPr>
          <a:xfrm>
            <a:off x="5064063" y="1458450"/>
            <a:ext cx="20283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
              <a:t>BH1750</a:t>
            </a:r>
            <a:endParaRPr/>
          </a:p>
        </p:txBody>
      </p:sp>
      <p:sp>
        <p:nvSpPr>
          <p:cNvPr id="1380" name="Google Shape;1380;p16"/>
          <p:cNvSpPr txBox="1"/>
          <p:nvPr>
            <p:ph idx="1" type="subTitle"/>
          </p:nvPr>
        </p:nvSpPr>
        <p:spPr>
          <a:xfrm>
            <a:off x="5064086" y="1986158"/>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Sensore di </a:t>
            </a:r>
            <a:r>
              <a:rPr b="1" lang="en">
                <a:highlight>
                  <a:schemeClr val="accent2"/>
                </a:highlight>
              </a:rPr>
              <a:t>luminosità</a:t>
            </a:r>
            <a:endParaRPr b="1">
              <a:highlight>
                <a:schemeClr val="accent2"/>
              </a:highlight>
            </a:endParaRPr>
          </a:p>
          <a:p>
            <a:pPr indent="0" lvl="0" marL="0" rtl="0" algn="l">
              <a:spcBef>
                <a:spcPts val="0"/>
              </a:spcBef>
              <a:spcAft>
                <a:spcPts val="0"/>
              </a:spcAft>
              <a:buSzPts val="1100"/>
              <a:buNone/>
            </a:pPr>
            <a:r>
              <a:rPr lang="en"/>
              <a:t>Connessione</a:t>
            </a:r>
            <a:r>
              <a:rPr lang="en" sz="1800"/>
              <a:t> </a:t>
            </a:r>
            <a:r>
              <a:rPr b="1" lang="en">
                <a:solidFill>
                  <a:schemeClr val="accent6"/>
                </a:solidFill>
                <a:highlight>
                  <a:schemeClr val="dk2"/>
                </a:highlight>
              </a:rPr>
              <a:t>I</a:t>
            </a:r>
            <a:r>
              <a:rPr b="1" lang="en">
                <a:solidFill>
                  <a:schemeClr val="accent6"/>
                </a:solidFill>
                <a:highlight>
                  <a:schemeClr val="dk2"/>
                </a:highlight>
              </a:rPr>
              <a:t>²C</a:t>
            </a:r>
            <a:endParaRPr b="1">
              <a:solidFill>
                <a:schemeClr val="accent6"/>
              </a:solidFill>
              <a:highlight>
                <a:schemeClr val="dk2"/>
              </a:highlight>
            </a:endParaRPr>
          </a:p>
        </p:txBody>
      </p:sp>
      <p:sp>
        <p:nvSpPr>
          <p:cNvPr id="1381" name="Google Shape;1381;p16"/>
          <p:cNvSpPr txBox="1"/>
          <p:nvPr>
            <p:ph idx="2" type="title"/>
          </p:nvPr>
        </p:nvSpPr>
        <p:spPr>
          <a:xfrm>
            <a:off x="7092237" y="1458450"/>
            <a:ext cx="8388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2400"/>
              <a:buNone/>
            </a:pPr>
            <a:r>
              <a:rPr lang="en">
                <a:solidFill>
                  <a:schemeClr val="dk2"/>
                </a:solidFill>
              </a:rPr>
              <a:t>5V</a:t>
            </a:r>
            <a:endParaRPr>
              <a:solidFill>
                <a:schemeClr val="dk2"/>
              </a:solidFill>
            </a:endParaRPr>
          </a:p>
        </p:txBody>
      </p:sp>
      <p:sp>
        <p:nvSpPr>
          <p:cNvPr id="1382" name="Google Shape;1382;p16"/>
          <p:cNvSpPr/>
          <p:nvPr/>
        </p:nvSpPr>
        <p:spPr>
          <a:xfrm>
            <a:off x="1212823" y="3311158"/>
            <a:ext cx="2867100" cy="1127100"/>
          </a:xfrm>
          <a:prstGeom prst="rect">
            <a:avLst/>
          </a:prstGeom>
          <a:solidFill>
            <a:srgbClr val="7C7C7C">
              <a:alpha val="141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3" name="Google Shape;1383;p16"/>
          <p:cNvGrpSpPr/>
          <p:nvPr/>
        </p:nvGrpSpPr>
        <p:grpSpPr>
          <a:xfrm>
            <a:off x="1212848" y="3093058"/>
            <a:ext cx="2867100" cy="218100"/>
            <a:chOff x="1290775" y="1427529"/>
            <a:chExt cx="2867100" cy="218100"/>
          </a:xfrm>
        </p:grpSpPr>
        <p:sp>
          <p:nvSpPr>
            <p:cNvPr id="1384" name="Google Shape;1384;p16"/>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16"/>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16"/>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16"/>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8" name="Google Shape;1388;p16"/>
          <p:cNvSpPr txBox="1"/>
          <p:nvPr>
            <p:ph idx="2" type="title"/>
          </p:nvPr>
        </p:nvSpPr>
        <p:spPr>
          <a:xfrm>
            <a:off x="1212825" y="3311150"/>
            <a:ext cx="20283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
              <a:t>MAX4466</a:t>
            </a:r>
            <a:endParaRPr/>
          </a:p>
        </p:txBody>
      </p:sp>
      <p:sp>
        <p:nvSpPr>
          <p:cNvPr id="1389" name="Google Shape;1389;p16"/>
          <p:cNvSpPr txBox="1"/>
          <p:nvPr>
            <p:ph idx="1" type="subTitle"/>
          </p:nvPr>
        </p:nvSpPr>
        <p:spPr>
          <a:xfrm>
            <a:off x="1212848" y="3838858"/>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b="1" lang="en">
                <a:highlight>
                  <a:schemeClr val="accent2"/>
                </a:highlight>
              </a:rPr>
              <a:t>Microfono analogico</a:t>
            </a:r>
            <a:endParaRPr b="1">
              <a:highlight>
                <a:schemeClr val="accent2"/>
              </a:highlight>
            </a:endParaRPr>
          </a:p>
          <a:p>
            <a:pPr indent="0" lvl="0" marL="0" rtl="0" algn="l">
              <a:spcBef>
                <a:spcPts val="0"/>
              </a:spcBef>
              <a:spcAft>
                <a:spcPts val="0"/>
              </a:spcAft>
              <a:buSzPts val="1100"/>
              <a:buNone/>
            </a:pPr>
            <a:r>
              <a:rPr lang="en"/>
              <a:t>Connessione analogica</a:t>
            </a:r>
            <a:r>
              <a:rPr lang="en" sz="1800"/>
              <a:t> </a:t>
            </a:r>
            <a:r>
              <a:rPr b="1" lang="en">
                <a:solidFill>
                  <a:schemeClr val="accent6"/>
                </a:solidFill>
                <a:highlight>
                  <a:schemeClr val="dk2"/>
                </a:highlight>
              </a:rPr>
              <a:t>GRIO 34</a:t>
            </a:r>
            <a:endParaRPr b="1">
              <a:solidFill>
                <a:schemeClr val="accent6"/>
              </a:solidFill>
              <a:highlight>
                <a:schemeClr val="dk2"/>
              </a:highlight>
            </a:endParaRPr>
          </a:p>
        </p:txBody>
      </p:sp>
      <p:sp>
        <p:nvSpPr>
          <p:cNvPr id="1390" name="Google Shape;1390;p16"/>
          <p:cNvSpPr txBox="1"/>
          <p:nvPr>
            <p:ph idx="2" type="title"/>
          </p:nvPr>
        </p:nvSpPr>
        <p:spPr>
          <a:xfrm>
            <a:off x="3241000" y="3311150"/>
            <a:ext cx="8388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2400"/>
              <a:buNone/>
            </a:pPr>
            <a:r>
              <a:rPr lang="en">
                <a:solidFill>
                  <a:schemeClr val="dk2"/>
                </a:solidFill>
              </a:rPr>
              <a:t>3.3</a:t>
            </a:r>
            <a:r>
              <a:rPr lang="en">
                <a:solidFill>
                  <a:schemeClr val="dk2"/>
                </a:solidFill>
              </a:rPr>
              <a:t>V</a:t>
            </a:r>
            <a:endParaRPr>
              <a:solidFill>
                <a:schemeClr val="dk2"/>
              </a:solidFill>
            </a:endParaRPr>
          </a:p>
        </p:txBody>
      </p:sp>
      <p:sp>
        <p:nvSpPr>
          <p:cNvPr id="1391" name="Google Shape;1391;p16"/>
          <p:cNvSpPr/>
          <p:nvPr/>
        </p:nvSpPr>
        <p:spPr>
          <a:xfrm>
            <a:off x="5064073" y="3311158"/>
            <a:ext cx="2867100" cy="1127100"/>
          </a:xfrm>
          <a:prstGeom prst="rect">
            <a:avLst/>
          </a:prstGeom>
          <a:solidFill>
            <a:srgbClr val="7C7C7C">
              <a:alpha val="141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92" name="Google Shape;1392;p16"/>
          <p:cNvGrpSpPr/>
          <p:nvPr/>
        </p:nvGrpSpPr>
        <p:grpSpPr>
          <a:xfrm>
            <a:off x="5064098" y="3093058"/>
            <a:ext cx="2867100" cy="218100"/>
            <a:chOff x="1290775" y="1427529"/>
            <a:chExt cx="2867100" cy="218100"/>
          </a:xfrm>
        </p:grpSpPr>
        <p:sp>
          <p:nvSpPr>
            <p:cNvPr id="1393" name="Google Shape;1393;p16"/>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16"/>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16"/>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16"/>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97" name="Google Shape;1397;p16"/>
          <p:cNvSpPr txBox="1"/>
          <p:nvPr>
            <p:ph idx="2" type="title"/>
          </p:nvPr>
        </p:nvSpPr>
        <p:spPr>
          <a:xfrm>
            <a:off x="5064075" y="3311150"/>
            <a:ext cx="20283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
              <a:t>MPU6050</a:t>
            </a:r>
            <a:endParaRPr/>
          </a:p>
        </p:txBody>
      </p:sp>
      <p:sp>
        <p:nvSpPr>
          <p:cNvPr id="1398" name="Google Shape;1398;p16"/>
          <p:cNvSpPr txBox="1"/>
          <p:nvPr>
            <p:ph idx="1" type="subTitle"/>
          </p:nvPr>
        </p:nvSpPr>
        <p:spPr>
          <a:xfrm>
            <a:off x="5064088" y="3838849"/>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b="1" lang="en">
                <a:highlight>
                  <a:schemeClr val="accent2"/>
                </a:highlight>
              </a:rPr>
              <a:t>Giroscopio + Accelerometro </a:t>
            </a:r>
            <a:endParaRPr b="1">
              <a:highlight>
                <a:schemeClr val="accent2"/>
              </a:highlight>
            </a:endParaRPr>
          </a:p>
          <a:p>
            <a:pPr indent="0" lvl="0" marL="0" rtl="0" algn="l">
              <a:spcBef>
                <a:spcPts val="0"/>
              </a:spcBef>
              <a:spcAft>
                <a:spcPts val="0"/>
              </a:spcAft>
              <a:buSzPts val="1100"/>
              <a:buNone/>
            </a:pPr>
            <a:r>
              <a:rPr lang="en"/>
              <a:t>Connessione</a:t>
            </a:r>
            <a:r>
              <a:rPr lang="en" sz="1800"/>
              <a:t> </a:t>
            </a:r>
            <a:r>
              <a:rPr b="1" lang="en">
                <a:solidFill>
                  <a:schemeClr val="accent6"/>
                </a:solidFill>
                <a:highlight>
                  <a:schemeClr val="dk2"/>
                </a:highlight>
              </a:rPr>
              <a:t>I²C (0x68)</a:t>
            </a:r>
            <a:endParaRPr b="1">
              <a:solidFill>
                <a:schemeClr val="accent6"/>
              </a:solidFill>
              <a:highlight>
                <a:schemeClr val="dk2"/>
              </a:highlight>
            </a:endParaRPr>
          </a:p>
        </p:txBody>
      </p:sp>
      <p:sp>
        <p:nvSpPr>
          <p:cNvPr id="1399" name="Google Shape;1399;p16"/>
          <p:cNvSpPr txBox="1"/>
          <p:nvPr>
            <p:ph idx="2" type="title"/>
          </p:nvPr>
        </p:nvSpPr>
        <p:spPr>
          <a:xfrm>
            <a:off x="7092250" y="3311150"/>
            <a:ext cx="8388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2400"/>
              <a:buNone/>
            </a:pPr>
            <a:r>
              <a:rPr lang="en">
                <a:solidFill>
                  <a:schemeClr val="dk2"/>
                </a:solidFill>
              </a:rPr>
              <a:t>3.3V</a:t>
            </a:r>
            <a:endParaRPr>
              <a:solidFill>
                <a:schemeClr val="dk2"/>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3" name="Shape 1403"/>
        <p:cNvGrpSpPr/>
        <p:nvPr/>
      </p:nvGrpSpPr>
      <p:grpSpPr>
        <a:xfrm>
          <a:off x="0" y="0"/>
          <a:ext cx="0" cy="0"/>
          <a:chOff x="0" y="0"/>
          <a:chExt cx="0" cy="0"/>
        </a:xfrm>
      </p:grpSpPr>
      <p:sp>
        <p:nvSpPr>
          <p:cNvPr id="1404" name="Google Shape;1404;p21"/>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Periferica </a:t>
            </a:r>
            <a:endParaRPr/>
          </a:p>
        </p:txBody>
      </p:sp>
      <p:sp>
        <p:nvSpPr>
          <p:cNvPr id="1405" name="Google Shape;1405;p21"/>
          <p:cNvSpPr/>
          <p:nvPr/>
        </p:nvSpPr>
        <p:spPr>
          <a:xfrm>
            <a:off x="720000" y="1780436"/>
            <a:ext cx="4551900" cy="2604900"/>
          </a:xfrm>
          <a:prstGeom prst="rect">
            <a:avLst/>
          </a:prstGeom>
          <a:solidFill>
            <a:srgbClr val="7C7C7C">
              <a:alpha val="14117"/>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 name="Google Shape;1406;p21"/>
          <p:cNvSpPr/>
          <p:nvPr/>
        </p:nvSpPr>
        <p:spPr>
          <a:xfrm>
            <a:off x="720000" y="1540562"/>
            <a:ext cx="4551900" cy="240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21"/>
          <p:cNvSpPr/>
          <p:nvPr/>
        </p:nvSpPr>
        <p:spPr>
          <a:xfrm>
            <a:off x="5556863" y="1758670"/>
            <a:ext cx="2867100" cy="11271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800"/>
              <a:buFont typeface="Arial"/>
              <a:buNone/>
            </a:pPr>
            <a:r>
              <a:t/>
            </a:r>
            <a:endParaRPr sz="2800">
              <a:solidFill>
                <a:schemeClr val="lt2"/>
              </a:solidFill>
              <a:latin typeface="Zen Dots"/>
              <a:ea typeface="Zen Dots"/>
              <a:cs typeface="Zen Dots"/>
              <a:sym typeface="Zen Dots"/>
            </a:endParaRPr>
          </a:p>
        </p:txBody>
      </p:sp>
      <p:grpSp>
        <p:nvGrpSpPr>
          <p:cNvPr id="1408" name="Google Shape;1408;p21"/>
          <p:cNvGrpSpPr/>
          <p:nvPr/>
        </p:nvGrpSpPr>
        <p:grpSpPr>
          <a:xfrm>
            <a:off x="5556888" y="1540570"/>
            <a:ext cx="2867100" cy="218100"/>
            <a:chOff x="1290775" y="1427529"/>
            <a:chExt cx="2867100" cy="218100"/>
          </a:xfrm>
        </p:grpSpPr>
        <p:sp>
          <p:nvSpPr>
            <p:cNvPr id="1409" name="Google Shape;1409;p21"/>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21"/>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21"/>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21"/>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3" name="Google Shape;1413;p21"/>
          <p:cNvSpPr txBox="1"/>
          <p:nvPr/>
        </p:nvSpPr>
        <p:spPr>
          <a:xfrm>
            <a:off x="5556855" y="1758670"/>
            <a:ext cx="28671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800"/>
              <a:buFont typeface="Arial"/>
              <a:buNone/>
            </a:pPr>
            <a:r>
              <a:rPr lang="en" sz="2000">
                <a:solidFill>
                  <a:schemeClr val="lt2"/>
                </a:solidFill>
                <a:latin typeface="Zen Dots"/>
                <a:ea typeface="Zen Dots"/>
                <a:cs typeface="Zen Dots"/>
                <a:sym typeface="Zen Dots"/>
              </a:rPr>
              <a:t>SSD1306 OLED</a:t>
            </a:r>
            <a:endParaRPr sz="2000">
              <a:solidFill>
                <a:schemeClr val="lt2"/>
              </a:solidFill>
              <a:latin typeface="Zen Dots"/>
              <a:ea typeface="Zen Dots"/>
              <a:cs typeface="Zen Dots"/>
              <a:sym typeface="Zen Dots"/>
            </a:endParaRPr>
          </a:p>
        </p:txBody>
      </p:sp>
      <p:sp>
        <p:nvSpPr>
          <p:cNvPr id="1414" name="Google Shape;1414;p21"/>
          <p:cNvSpPr txBox="1"/>
          <p:nvPr/>
        </p:nvSpPr>
        <p:spPr>
          <a:xfrm>
            <a:off x="5556875" y="2286388"/>
            <a:ext cx="2867100" cy="2098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lang="en" sz="2000">
                <a:solidFill>
                  <a:schemeClr val="lt1"/>
                </a:solidFill>
                <a:highlight>
                  <a:schemeClr val="accent2"/>
                </a:highlight>
                <a:latin typeface="Anaheim"/>
                <a:ea typeface="Anaheim"/>
                <a:cs typeface="Anaheim"/>
                <a:sym typeface="Anaheim"/>
              </a:rPr>
              <a:t>Display</a:t>
            </a:r>
            <a:r>
              <a:rPr b="1" lang="en" sz="2000">
                <a:solidFill>
                  <a:schemeClr val="accent6"/>
                </a:solidFill>
                <a:latin typeface="Anaheim"/>
                <a:ea typeface="Anaheim"/>
                <a:cs typeface="Anaheim"/>
                <a:sym typeface="Anaheim"/>
              </a:rPr>
              <a:t> </a:t>
            </a:r>
            <a:r>
              <a:rPr lang="en" sz="2000">
                <a:solidFill>
                  <a:schemeClr val="lt1"/>
                </a:solidFill>
                <a:latin typeface="Anaheim"/>
                <a:ea typeface="Anaheim"/>
                <a:cs typeface="Anaheim"/>
                <a:sym typeface="Anaheim"/>
              </a:rPr>
              <a:t>0.96" per feedback real-time</a:t>
            </a:r>
            <a:endParaRPr sz="2000">
              <a:solidFill>
                <a:schemeClr val="lt1"/>
              </a:solidFill>
              <a:latin typeface="Anaheim"/>
              <a:ea typeface="Anaheim"/>
              <a:cs typeface="Anaheim"/>
              <a:sym typeface="Anaheim"/>
            </a:endParaRPr>
          </a:p>
          <a:p>
            <a:pPr indent="0" lvl="0" marL="0" marR="0" rtl="0" algn="l">
              <a:lnSpc>
                <a:spcPct val="100000"/>
              </a:lnSpc>
              <a:spcBef>
                <a:spcPts val="0"/>
              </a:spcBef>
              <a:spcAft>
                <a:spcPts val="0"/>
              </a:spcAft>
              <a:buClr>
                <a:srgbClr val="000000"/>
              </a:buClr>
              <a:buSzPts val="1400"/>
              <a:buFont typeface="Arial"/>
              <a:buNone/>
            </a:pPr>
            <a:r>
              <a:rPr lang="en" sz="2000">
                <a:solidFill>
                  <a:schemeClr val="lt1"/>
                </a:solidFill>
                <a:latin typeface="Anaheim"/>
                <a:ea typeface="Anaheim"/>
                <a:cs typeface="Anaheim"/>
                <a:sym typeface="Anaheim"/>
              </a:rPr>
              <a:t>Connessione </a:t>
            </a:r>
            <a:r>
              <a:rPr b="1" lang="en" sz="2000">
                <a:solidFill>
                  <a:schemeClr val="accent6"/>
                </a:solidFill>
                <a:highlight>
                  <a:schemeClr val="dk2"/>
                </a:highlight>
                <a:latin typeface="Anaheim"/>
                <a:ea typeface="Anaheim"/>
                <a:cs typeface="Anaheim"/>
                <a:sym typeface="Anaheim"/>
              </a:rPr>
              <a:t>I²C</a:t>
            </a:r>
            <a:endParaRPr b="1" sz="2000">
              <a:solidFill>
                <a:schemeClr val="accent6"/>
              </a:solidFill>
              <a:highlight>
                <a:schemeClr val="dk2"/>
              </a:highlight>
              <a:latin typeface="Anaheim"/>
              <a:ea typeface="Anaheim"/>
              <a:cs typeface="Anaheim"/>
              <a:sym typeface="Anaheim"/>
            </a:endParaRPr>
          </a:p>
          <a:p>
            <a:pPr indent="0" lvl="0" marL="0" marR="0" rtl="0" algn="l">
              <a:lnSpc>
                <a:spcPct val="100000"/>
              </a:lnSpc>
              <a:spcBef>
                <a:spcPts val="0"/>
              </a:spcBef>
              <a:spcAft>
                <a:spcPts val="0"/>
              </a:spcAft>
              <a:buClr>
                <a:srgbClr val="000000"/>
              </a:buClr>
              <a:buSzPts val="1400"/>
              <a:buFont typeface="Arial"/>
              <a:buNone/>
            </a:pPr>
            <a:r>
              <a:rPr b="1" lang="en" sz="2000">
                <a:solidFill>
                  <a:schemeClr val="lt1"/>
                </a:solidFill>
                <a:latin typeface="Anaheim"/>
                <a:ea typeface="Anaheim"/>
                <a:cs typeface="Anaheim"/>
                <a:sym typeface="Anaheim"/>
              </a:rPr>
              <a:t>Alimentazione 5V</a:t>
            </a:r>
            <a:endParaRPr b="1" sz="2000">
              <a:solidFill>
                <a:schemeClr val="lt1"/>
              </a:solidFill>
              <a:latin typeface="Anaheim"/>
              <a:ea typeface="Anaheim"/>
              <a:cs typeface="Anaheim"/>
              <a:sym typeface="Anaheim"/>
            </a:endParaRPr>
          </a:p>
          <a:p>
            <a:pPr indent="0" lvl="0" marL="0" marR="0" rtl="0" algn="l">
              <a:lnSpc>
                <a:spcPct val="100000"/>
              </a:lnSpc>
              <a:spcBef>
                <a:spcPts val="0"/>
              </a:spcBef>
              <a:spcAft>
                <a:spcPts val="0"/>
              </a:spcAft>
              <a:buClr>
                <a:srgbClr val="000000"/>
              </a:buClr>
              <a:buSzPts val="1400"/>
              <a:buFont typeface="Arial"/>
              <a:buNone/>
            </a:pPr>
            <a:r>
              <a:rPr lang="en" sz="2000">
                <a:solidFill>
                  <a:schemeClr val="lt1"/>
                </a:solidFill>
                <a:latin typeface="Anaheim"/>
                <a:ea typeface="Anaheim"/>
                <a:cs typeface="Anaheim"/>
                <a:sym typeface="Anaheim"/>
              </a:rPr>
              <a:t>Visualizzazione parametri istantanei</a:t>
            </a:r>
            <a:endParaRPr sz="1800">
              <a:solidFill>
                <a:srgbClr val="FFFFFF"/>
              </a:solidFill>
              <a:latin typeface="Verdana"/>
              <a:ea typeface="Verdana"/>
              <a:cs typeface="Verdana"/>
              <a:sym typeface="Verdana"/>
            </a:endParaRPr>
          </a:p>
        </p:txBody>
      </p:sp>
      <p:pic>
        <p:nvPicPr>
          <p:cNvPr id="1415" name="Google Shape;1415;p21" title="OLED.mp4">
            <a:hlinkClick r:id="rId3"/>
          </p:cNvPr>
          <p:cNvPicPr preferRelativeResize="0"/>
          <p:nvPr/>
        </p:nvPicPr>
        <p:blipFill>
          <a:blip r:embed="rId4">
            <a:alphaModFix/>
          </a:blip>
          <a:stretch>
            <a:fillRect/>
          </a:stretch>
        </p:blipFill>
        <p:spPr>
          <a:xfrm>
            <a:off x="720725" y="1780425"/>
            <a:ext cx="4551902" cy="2604901"/>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415"/>
                                        </p:tgtEl>
                                        <p:attrNameLst>
                                          <p:attrName>style.visibility</p:attrName>
                                        </p:attrNameLst>
                                      </p:cBhvr>
                                      <p:to>
                                        <p:strVal val="visible"/>
                                      </p:to>
                                    </p:set>
                                    <p:animEffect filter="fade" transition="in">
                                      <p:cBhvr>
                                        <p:cTn dur="1000"/>
                                        <p:tgtEl>
                                          <p:spTgt spid="14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9" name="Shape 1419"/>
        <p:cNvGrpSpPr/>
        <p:nvPr/>
      </p:nvGrpSpPr>
      <p:grpSpPr>
        <a:xfrm>
          <a:off x="0" y="0"/>
          <a:ext cx="0" cy="0"/>
          <a:chOff x="0" y="0"/>
          <a:chExt cx="0" cy="0"/>
        </a:xfrm>
      </p:grpSpPr>
      <p:sp>
        <p:nvSpPr>
          <p:cNvPr id="1420" name="Google Shape;1420;p17"/>
          <p:cNvSpPr/>
          <p:nvPr/>
        </p:nvSpPr>
        <p:spPr>
          <a:xfrm>
            <a:off x="720000" y="1619235"/>
            <a:ext cx="7704000" cy="5970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17"/>
          <p:cNvSpPr/>
          <p:nvPr/>
        </p:nvSpPr>
        <p:spPr>
          <a:xfrm>
            <a:off x="720000" y="2216100"/>
            <a:ext cx="1284000" cy="23874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 name="Google Shape;1422;p17"/>
          <p:cNvSpPr/>
          <p:nvPr/>
        </p:nvSpPr>
        <p:spPr>
          <a:xfrm>
            <a:off x="720004" y="1619237"/>
            <a:ext cx="7704000" cy="29844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 name="Google Shape;1423;p17"/>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Assemblaggio</a:t>
            </a:r>
            <a:r>
              <a:rPr lang="en">
                <a:solidFill>
                  <a:schemeClr val="lt1"/>
                </a:solidFill>
              </a:rPr>
              <a:t> e Cablaggio</a:t>
            </a:r>
            <a:endParaRPr>
              <a:solidFill>
                <a:schemeClr val="lt1"/>
              </a:solidFill>
            </a:endParaRPr>
          </a:p>
        </p:txBody>
      </p:sp>
      <p:graphicFrame>
        <p:nvGraphicFramePr>
          <p:cNvPr id="1424" name="Google Shape;1424;p17"/>
          <p:cNvGraphicFramePr/>
          <p:nvPr/>
        </p:nvGraphicFramePr>
        <p:xfrm>
          <a:off x="720000" y="1619250"/>
          <a:ext cx="3000000" cy="3000000"/>
        </p:xfrm>
        <a:graphic>
          <a:graphicData uri="http://schemas.openxmlformats.org/drawingml/2006/table">
            <a:tbl>
              <a:tblPr>
                <a:noFill/>
                <a:tableStyleId>{23228013-3981-42A5-B69A-88F3EA214485}</a:tableStyleId>
              </a:tblPr>
              <a:tblGrid>
                <a:gridCol w="3509100"/>
                <a:gridCol w="4194900"/>
              </a:tblGrid>
              <a:tr h="596850">
                <a:tc>
                  <a:txBody>
                    <a:bodyPr/>
                    <a:lstStyle/>
                    <a:p>
                      <a:pPr indent="0" lvl="0" marL="0" marR="0" rtl="0" algn="ctr">
                        <a:lnSpc>
                          <a:spcPct val="100000"/>
                        </a:lnSpc>
                        <a:spcBef>
                          <a:spcPts val="0"/>
                        </a:spcBef>
                        <a:spcAft>
                          <a:spcPts val="0"/>
                        </a:spcAft>
                        <a:buClr>
                          <a:srgbClr val="000000"/>
                        </a:buClr>
                        <a:buSzPts val="1600"/>
                        <a:buFont typeface="Arial"/>
                        <a:buNone/>
                      </a:pPr>
                      <a:r>
                        <a:rPr lang="en" sz="1600">
                          <a:solidFill>
                            <a:schemeClr val="dk2"/>
                          </a:solidFill>
                          <a:latin typeface="Zen Dots"/>
                          <a:ea typeface="Zen Dots"/>
                          <a:cs typeface="Zen Dots"/>
                          <a:sym typeface="Zen Dots"/>
                        </a:rPr>
                        <a:t>Bus </a:t>
                      </a:r>
                      <a:r>
                        <a:rPr b="1" lang="en" sz="2000">
                          <a:solidFill>
                            <a:schemeClr val="dk2"/>
                          </a:solidFill>
                          <a:latin typeface="Anaheim"/>
                          <a:ea typeface="Anaheim"/>
                          <a:cs typeface="Anaheim"/>
                          <a:sym typeface="Anaheim"/>
                        </a:rPr>
                        <a:t>I²C </a:t>
                      </a:r>
                      <a:r>
                        <a:rPr lang="en" sz="1600">
                          <a:solidFill>
                            <a:schemeClr val="dk2"/>
                          </a:solidFill>
                          <a:latin typeface="Zen Dots"/>
                          <a:ea typeface="Zen Dots"/>
                          <a:cs typeface="Zen Dots"/>
                          <a:sym typeface="Zen Dots"/>
                        </a:rPr>
                        <a:t>condiviso</a:t>
                      </a:r>
                      <a:endParaRPr sz="1600" u="none" cap="none" strike="noStrike">
                        <a:solidFill>
                          <a:schemeClr val="dk2"/>
                        </a:solidFill>
                        <a:latin typeface="Zen Dots"/>
                        <a:ea typeface="Zen Dots"/>
                        <a:cs typeface="Zen Dots"/>
                        <a:sym typeface="Zen Dot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a:solidFill>
                            <a:schemeClr val="lt1"/>
                          </a:solidFill>
                          <a:latin typeface="Zen Dots"/>
                          <a:ea typeface="Zen Dots"/>
                          <a:cs typeface="Zen Dots"/>
                          <a:sym typeface="Zen Dots"/>
                        </a:rPr>
                        <a:t>BH1750, MPU6050 e OLED condividono i pin 21 e 22</a:t>
                      </a:r>
                      <a:endParaRPr u="none" cap="none" strike="noStrike">
                        <a:solidFill>
                          <a:schemeClr val="lt1"/>
                        </a:solidFill>
                        <a:latin typeface="Zen Dots"/>
                        <a:ea typeface="Zen Dots"/>
                        <a:cs typeface="Zen Dots"/>
                        <a:sym typeface="Zen Dot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596850">
                <a:tc>
                  <a:txBody>
                    <a:bodyPr/>
                    <a:lstStyle/>
                    <a:p>
                      <a:pPr indent="0" lvl="0" marL="0" marR="0" rtl="0" algn="ctr">
                        <a:lnSpc>
                          <a:spcPct val="100000"/>
                        </a:lnSpc>
                        <a:spcBef>
                          <a:spcPts val="0"/>
                        </a:spcBef>
                        <a:spcAft>
                          <a:spcPts val="0"/>
                        </a:spcAft>
                        <a:buClr>
                          <a:srgbClr val="000000"/>
                        </a:buClr>
                        <a:buSzPts val="1600"/>
                        <a:buFont typeface="Arial"/>
                        <a:buNone/>
                      </a:pPr>
                      <a:r>
                        <a:rPr lang="en" sz="1600">
                          <a:solidFill>
                            <a:schemeClr val="dk2"/>
                          </a:solidFill>
                          <a:latin typeface="Zen Dots"/>
                          <a:ea typeface="Zen Dots"/>
                          <a:cs typeface="Zen Dots"/>
                          <a:sym typeface="Zen Dots"/>
                        </a:rPr>
                        <a:t>Pin Splitter 2x5</a:t>
                      </a:r>
                      <a:endParaRPr sz="1600">
                        <a:solidFill>
                          <a:schemeClr val="dk2"/>
                        </a:solidFill>
                        <a:latin typeface="Zen Dots"/>
                        <a:ea typeface="Zen Dots"/>
                        <a:cs typeface="Zen Dots"/>
                        <a:sym typeface="Zen Dot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a:solidFill>
                            <a:schemeClr val="lt1"/>
                          </a:solidFill>
                          <a:latin typeface="Zen Dots"/>
                          <a:ea typeface="Zen Dots"/>
                          <a:cs typeface="Zen Dots"/>
                          <a:sym typeface="Zen Dots"/>
                        </a:rPr>
                        <a:t>Per la condivisione dei pin 21 e 22, cablaggio modulare</a:t>
                      </a:r>
                      <a:endParaRPr>
                        <a:solidFill>
                          <a:schemeClr val="lt1"/>
                        </a:solidFill>
                        <a:latin typeface="Zen Dots"/>
                        <a:ea typeface="Zen Dots"/>
                        <a:cs typeface="Zen Dots"/>
                        <a:sym typeface="Zen Dot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596850">
                <a:tc>
                  <a:txBody>
                    <a:bodyPr/>
                    <a:lstStyle/>
                    <a:p>
                      <a:pPr indent="0" lvl="0" marL="0" rtl="0" algn="ctr">
                        <a:spcBef>
                          <a:spcPts val="0"/>
                        </a:spcBef>
                        <a:spcAft>
                          <a:spcPts val="0"/>
                        </a:spcAft>
                        <a:buClr>
                          <a:schemeClr val="dk1"/>
                        </a:buClr>
                        <a:buSzPts val="1600"/>
                        <a:buFont typeface="Arial"/>
                        <a:buNone/>
                      </a:pPr>
                      <a:r>
                        <a:rPr lang="en" sz="1600">
                          <a:solidFill>
                            <a:schemeClr val="dk2"/>
                          </a:solidFill>
                          <a:latin typeface="Zen Dots"/>
                          <a:ea typeface="Zen Dots"/>
                          <a:cs typeface="Zen Dots"/>
                          <a:sym typeface="Zen Dots"/>
                        </a:rPr>
                        <a:t>Star-ground</a:t>
                      </a:r>
                      <a:endParaRPr sz="1600">
                        <a:solidFill>
                          <a:schemeClr val="dk2"/>
                        </a:solidFill>
                        <a:latin typeface="Zen Dots"/>
                        <a:ea typeface="Zen Dots"/>
                        <a:cs typeface="Zen Dots"/>
                        <a:sym typeface="Zen Dot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a:solidFill>
                            <a:schemeClr val="lt1"/>
                          </a:solidFill>
                          <a:latin typeface="Zen Dots"/>
                          <a:ea typeface="Zen Dots"/>
                          <a:cs typeface="Zen Dots"/>
                          <a:sym typeface="Zen Dots"/>
                        </a:rPr>
                        <a:t>Massa dedicata per ogni sensore </a:t>
                      </a:r>
                      <a:endParaRPr>
                        <a:solidFill>
                          <a:schemeClr val="lt1"/>
                        </a:solidFill>
                        <a:latin typeface="Zen Dots"/>
                        <a:ea typeface="Zen Dots"/>
                        <a:cs typeface="Zen Dots"/>
                        <a:sym typeface="Zen Dot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596850">
                <a:tc>
                  <a:txBody>
                    <a:bodyPr/>
                    <a:lstStyle/>
                    <a:p>
                      <a:pPr indent="0" lvl="0" marL="0" rtl="0" algn="ctr">
                        <a:spcBef>
                          <a:spcPts val="0"/>
                        </a:spcBef>
                        <a:spcAft>
                          <a:spcPts val="0"/>
                        </a:spcAft>
                        <a:buClr>
                          <a:schemeClr val="dk1"/>
                        </a:buClr>
                        <a:buSzPts val="1600"/>
                        <a:buFont typeface="Arial"/>
                        <a:buNone/>
                      </a:pPr>
                      <a:r>
                        <a:rPr lang="en" sz="1800">
                          <a:solidFill>
                            <a:schemeClr val="dk2"/>
                          </a:solidFill>
                          <a:latin typeface="Zen Dots"/>
                          <a:ea typeface="Zen Dots"/>
                          <a:cs typeface="Zen Dots"/>
                          <a:sym typeface="Zen Dots"/>
                        </a:rPr>
                        <a:t>Jumper</a:t>
                      </a:r>
                      <a:endParaRPr sz="1800">
                        <a:solidFill>
                          <a:schemeClr val="dk2"/>
                        </a:solidFill>
                        <a:latin typeface="Zen Dots"/>
                        <a:ea typeface="Zen Dots"/>
                        <a:cs typeface="Zen Dots"/>
                        <a:sym typeface="Zen Dot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200">
                          <a:solidFill>
                            <a:schemeClr val="lt1"/>
                          </a:solidFill>
                          <a:latin typeface="Zen Dots"/>
                          <a:ea typeface="Zen Dots"/>
                          <a:cs typeface="Zen Dots"/>
                          <a:sym typeface="Zen Dots"/>
                        </a:rPr>
                        <a:t>Sulla board di espansione per selezionare l’alimentazione di cui il sensore ha bisogno </a:t>
                      </a:r>
                      <a:endParaRPr sz="1200">
                        <a:solidFill>
                          <a:schemeClr val="lt1"/>
                        </a:solidFill>
                        <a:latin typeface="Zen Dots"/>
                        <a:ea typeface="Zen Dots"/>
                        <a:cs typeface="Zen Dots"/>
                        <a:sym typeface="Zen Dot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596850">
                <a:tc>
                  <a:txBody>
                    <a:bodyPr/>
                    <a:lstStyle/>
                    <a:p>
                      <a:pPr indent="0" lvl="0" marL="0" marR="0" rtl="0" algn="ctr">
                        <a:lnSpc>
                          <a:spcPct val="100000"/>
                        </a:lnSpc>
                        <a:spcBef>
                          <a:spcPts val="0"/>
                        </a:spcBef>
                        <a:spcAft>
                          <a:spcPts val="0"/>
                        </a:spcAft>
                        <a:buClr>
                          <a:srgbClr val="000000"/>
                        </a:buClr>
                        <a:buSzPts val="1600"/>
                        <a:buFont typeface="Arial"/>
                        <a:buNone/>
                      </a:pPr>
                      <a:r>
                        <a:rPr lang="en" sz="1600">
                          <a:solidFill>
                            <a:schemeClr val="dk2"/>
                          </a:solidFill>
                          <a:latin typeface="Zen Dots"/>
                          <a:ea typeface="Zen Dots"/>
                          <a:cs typeface="Zen Dots"/>
                          <a:sym typeface="Zen Dots"/>
                        </a:rPr>
                        <a:t>Protezione meccanica</a:t>
                      </a:r>
                      <a:endParaRPr sz="1600">
                        <a:solidFill>
                          <a:schemeClr val="dk2"/>
                        </a:solidFill>
                        <a:latin typeface="Zen Dots"/>
                        <a:ea typeface="Zen Dots"/>
                        <a:cs typeface="Zen Dots"/>
                        <a:sym typeface="Zen Dot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a:solidFill>
                            <a:schemeClr val="lt1"/>
                          </a:solidFill>
                          <a:latin typeface="Zen Dots"/>
                          <a:ea typeface="Zen Dots"/>
                          <a:cs typeface="Zen Dots"/>
                          <a:sym typeface="Zen Dots"/>
                        </a:rPr>
                        <a:t>Cassetta in plastica da elettricista, con sensori fissati a caldo </a:t>
                      </a:r>
                      <a:endParaRPr>
                        <a:solidFill>
                          <a:schemeClr val="lt1"/>
                        </a:solidFill>
                        <a:latin typeface="Zen Dots"/>
                        <a:ea typeface="Zen Dots"/>
                        <a:cs typeface="Zen Dots"/>
                        <a:sym typeface="Zen Dot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grpSp>
        <p:nvGrpSpPr>
          <p:cNvPr id="1425" name="Google Shape;1425;p17"/>
          <p:cNvGrpSpPr/>
          <p:nvPr/>
        </p:nvGrpSpPr>
        <p:grpSpPr>
          <a:xfrm>
            <a:off x="720000" y="1401125"/>
            <a:ext cx="7704000" cy="218100"/>
            <a:chOff x="1290777" y="1427521"/>
            <a:chExt cx="7704000" cy="218100"/>
          </a:xfrm>
        </p:grpSpPr>
        <p:sp>
          <p:nvSpPr>
            <p:cNvPr id="1426" name="Google Shape;1426;p17"/>
            <p:cNvSpPr/>
            <p:nvPr/>
          </p:nvSpPr>
          <p:spPr>
            <a:xfrm>
              <a:off x="1290777" y="1427521"/>
              <a:ext cx="7704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17"/>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 name="Google Shape;1428;p17"/>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 name="Google Shape;1429;p17"/>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1433" name="Shape 1433"/>
        <p:cNvGrpSpPr/>
        <p:nvPr/>
      </p:nvGrpSpPr>
      <p:grpSpPr>
        <a:xfrm>
          <a:off x="0" y="0"/>
          <a:ext cx="0" cy="0"/>
          <a:chOff x="0" y="0"/>
          <a:chExt cx="0" cy="0"/>
        </a:xfrm>
      </p:grpSpPr>
      <p:pic>
        <p:nvPicPr>
          <p:cNvPr id="1434" name="Google Shape;1434;p7" title="assemblaggio.jpg"/>
          <p:cNvPicPr preferRelativeResize="0"/>
          <p:nvPr/>
        </p:nvPicPr>
        <p:blipFill>
          <a:blip r:embed="rId3">
            <a:alphaModFix/>
          </a:blip>
          <a:stretch>
            <a:fillRect/>
          </a:stretch>
        </p:blipFill>
        <p:spPr>
          <a:xfrm>
            <a:off x="872450" y="1145425"/>
            <a:ext cx="4401526" cy="3361325"/>
          </a:xfrm>
          <a:prstGeom prst="rect">
            <a:avLst/>
          </a:prstGeom>
          <a:noFill/>
          <a:ln cap="flat" cmpd="sng" w="9525">
            <a:solidFill>
              <a:schemeClr val="dk2"/>
            </a:solidFill>
            <a:prstDash val="solid"/>
            <a:round/>
            <a:headEnd len="sm" w="sm" type="none"/>
            <a:tailEnd len="sm" w="sm" type="none"/>
          </a:ln>
        </p:spPr>
      </p:pic>
      <p:pic>
        <p:nvPicPr>
          <p:cNvPr id="1435" name="Google Shape;1435;p7" title="grok-video-8f675a08-1ebe-40a0-82d1-f5e833395b56-4.mp4">
            <a:hlinkClick r:id="rId4"/>
          </p:cNvPr>
          <p:cNvPicPr preferRelativeResize="0"/>
          <p:nvPr/>
        </p:nvPicPr>
        <p:blipFill>
          <a:blip r:embed="rId5">
            <a:alphaModFix/>
          </a:blip>
          <a:stretch>
            <a:fillRect/>
          </a:stretch>
        </p:blipFill>
        <p:spPr>
          <a:xfrm>
            <a:off x="5838250" y="1656850"/>
            <a:ext cx="2338475" cy="2338475"/>
          </a:xfrm>
          <a:prstGeom prst="rect">
            <a:avLst/>
          </a:prstGeom>
          <a:noFill/>
          <a:ln>
            <a:noFill/>
          </a:ln>
        </p:spPr>
      </p:pic>
      <p:sp>
        <p:nvSpPr>
          <p:cNvPr id="1436" name="Google Shape;1436;p7"/>
          <p:cNvSpPr txBox="1"/>
          <p:nvPr/>
        </p:nvSpPr>
        <p:spPr>
          <a:xfrm>
            <a:off x="872400" y="636738"/>
            <a:ext cx="4401300" cy="508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800"/>
              <a:buFont typeface="Arial"/>
              <a:buNone/>
            </a:pPr>
            <a:r>
              <a:rPr lang="en" sz="1800">
                <a:solidFill>
                  <a:schemeClr val="lt1"/>
                </a:solidFill>
                <a:latin typeface="Zen Dots"/>
                <a:ea typeface="Zen Dots"/>
                <a:cs typeface="Zen Dots"/>
                <a:sym typeface="Zen Dots"/>
              </a:rPr>
              <a:t>Cassetta di contenimento</a:t>
            </a:r>
            <a:endParaRPr sz="1800">
              <a:solidFill>
                <a:schemeClr val="lt1"/>
              </a:solidFill>
              <a:latin typeface="Zen Dots"/>
              <a:ea typeface="Zen Dots"/>
              <a:cs typeface="Zen Dots"/>
              <a:sym typeface="Zen Dots"/>
            </a:endParaRPr>
          </a:p>
        </p:txBody>
      </p:sp>
      <p:sp>
        <p:nvSpPr>
          <p:cNvPr id="1437" name="Google Shape;1437;p7"/>
          <p:cNvSpPr txBox="1"/>
          <p:nvPr/>
        </p:nvSpPr>
        <p:spPr>
          <a:xfrm>
            <a:off x="5838250" y="1019650"/>
            <a:ext cx="2338500" cy="634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800"/>
              <a:buFont typeface="Arial"/>
              <a:buNone/>
            </a:pPr>
            <a:r>
              <a:rPr lang="en" sz="1600">
                <a:solidFill>
                  <a:schemeClr val="lt1"/>
                </a:solidFill>
                <a:latin typeface="Zen Dots"/>
                <a:ea typeface="Zen Dots"/>
                <a:cs typeface="Zen Dots"/>
                <a:sym typeface="Zen Dots"/>
              </a:rPr>
              <a:t>Posizionamento sensore</a:t>
            </a:r>
            <a:r>
              <a:rPr lang="en" sz="1800">
                <a:solidFill>
                  <a:schemeClr val="lt1"/>
                </a:solidFill>
                <a:latin typeface="Zen Dots"/>
                <a:ea typeface="Zen Dots"/>
                <a:cs typeface="Zen Dots"/>
                <a:sym typeface="Zen Dots"/>
              </a:rPr>
              <a:t> </a:t>
            </a:r>
            <a:endParaRPr sz="1800">
              <a:solidFill>
                <a:schemeClr val="lt1"/>
              </a:solidFill>
              <a:latin typeface="Zen Dots"/>
              <a:ea typeface="Zen Dots"/>
              <a:cs typeface="Zen Dots"/>
              <a:sym typeface="Zen Dots"/>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435"/>
                                        </p:tgtEl>
                                        <p:attrNameLst>
                                          <p:attrName>style.visibility</p:attrName>
                                        </p:attrNameLst>
                                      </p:cBhvr>
                                      <p:to>
                                        <p:strVal val="visible"/>
                                      </p:to>
                                    </p:set>
                                    <p:animEffect filter="fade" transition="in">
                                      <p:cBhvr>
                                        <p:cTn dur="1000"/>
                                        <p:tgtEl>
                                          <p:spTgt spid="143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1" name="Shape 1441"/>
        <p:cNvGrpSpPr/>
        <p:nvPr/>
      </p:nvGrpSpPr>
      <p:grpSpPr>
        <a:xfrm>
          <a:off x="0" y="0"/>
          <a:ext cx="0" cy="0"/>
          <a:chOff x="0" y="0"/>
          <a:chExt cx="0" cy="0"/>
        </a:xfrm>
      </p:grpSpPr>
      <p:sp>
        <p:nvSpPr>
          <p:cNvPr id="1442" name="Google Shape;1442;p11"/>
          <p:cNvSpPr txBox="1"/>
          <p:nvPr>
            <p:ph idx="1" type="subTitle"/>
          </p:nvPr>
        </p:nvSpPr>
        <p:spPr>
          <a:xfrm>
            <a:off x="2369750" y="2904500"/>
            <a:ext cx="4404600" cy="615900"/>
          </a:xfrm>
          <a:prstGeom prst="rect">
            <a:avLst/>
          </a:prstGeom>
          <a:solidFill>
            <a:schemeClr val="accent6"/>
          </a:solid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lang="en"/>
              <a:t>Creazione degli algoritmi e traduzione delle misurazioni provenienti dai sensori in valori leggibili</a:t>
            </a:r>
            <a:endParaRPr/>
          </a:p>
        </p:txBody>
      </p:sp>
      <p:sp>
        <p:nvSpPr>
          <p:cNvPr id="1443" name="Google Shape;1443;p11"/>
          <p:cNvSpPr txBox="1"/>
          <p:nvPr>
            <p:ph type="title"/>
          </p:nvPr>
        </p:nvSpPr>
        <p:spPr>
          <a:xfrm>
            <a:off x="720050" y="1624400"/>
            <a:ext cx="7704000" cy="1280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sz="4600"/>
              <a:t>PROGRAMMAZIONE ESP32</a:t>
            </a:r>
            <a:endParaRPr sz="4600"/>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7" name="Shape 1447"/>
        <p:cNvGrpSpPr/>
        <p:nvPr/>
      </p:nvGrpSpPr>
      <p:grpSpPr>
        <a:xfrm>
          <a:off x="0" y="0"/>
          <a:ext cx="0" cy="0"/>
          <a:chOff x="0" y="0"/>
          <a:chExt cx="0" cy="0"/>
        </a:xfrm>
      </p:grpSpPr>
      <p:sp>
        <p:nvSpPr>
          <p:cNvPr id="1448" name="Google Shape;1448;g3b3d817690b_0_393"/>
          <p:cNvSpPr/>
          <p:nvPr/>
        </p:nvSpPr>
        <p:spPr>
          <a:xfrm>
            <a:off x="5662050" y="5070900"/>
            <a:ext cx="34750" cy="30525"/>
          </a:xfrm>
          <a:custGeom>
            <a:rect b="b" l="l" r="r" t="t"/>
            <a:pathLst>
              <a:path extrusionOk="0" h="1221" w="1390">
                <a:moveTo>
                  <a:pt x="695" y="1"/>
                </a:moveTo>
                <a:cubicBezTo>
                  <a:pt x="584" y="1"/>
                  <a:pt x="471" y="31"/>
                  <a:pt x="370" y="95"/>
                </a:cubicBezTo>
                <a:cubicBezTo>
                  <a:pt x="84" y="274"/>
                  <a:pt x="0" y="651"/>
                  <a:pt x="179" y="936"/>
                </a:cubicBezTo>
                <a:cubicBezTo>
                  <a:pt x="295" y="1119"/>
                  <a:pt x="493" y="1220"/>
                  <a:pt x="695" y="1220"/>
                </a:cubicBezTo>
                <a:cubicBezTo>
                  <a:pt x="807" y="1220"/>
                  <a:pt x="919" y="1190"/>
                  <a:pt x="1020" y="1126"/>
                </a:cubicBezTo>
                <a:cubicBezTo>
                  <a:pt x="1305" y="947"/>
                  <a:pt x="1390" y="569"/>
                  <a:pt x="1209" y="285"/>
                </a:cubicBezTo>
                <a:cubicBezTo>
                  <a:pt x="1094" y="101"/>
                  <a:pt x="897" y="1"/>
                  <a:pt x="69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 name="Google Shape;1449;g3b3d817690b_0_393"/>
          <p:cNvSpPr/>
          <p:nvPr/>
        </p:nvSpPr>
        <p:spPr>
          <a:xfrm>
            <a:off x="5542700" y="5071450"/>
            <a:ext cx="48725" cy="42700"/>
          </a:xfrm>
          <a:custGeom>
            <a:rect b="b" l="l" r="r" t="t"/>
            <a:pathLst>
              <a:path extrusionOk="0" h="1708" w="1949">
                <a:moveTo>
                  <a:pt x="974" y="0"/>
                </a:moveTo>
                <a:cubicBezTo>
                  <a:pt x="819" y="0"/>
                  <a:pt x="661" y="43"/>
                  <a:pt x="520" y="132"/>
                </a:cubicBezTo>
                <a:cubicBezTo>
                  <a:pt x="121" y="383"/>
                  <a:pt x="1" y="911"/>
                  <a:pt x="253" y="1309"/>
                </a:cubicBezTo>
                <a:cubicBezTo>
                  <a:pt x="415" y="1567"/>
                  <a:pt x="692" y="1708"/>
                  <a:pt x="975" y="1708"/>
                </a:cubicBezTo>
                <a:cubicBezTo>
                  <a:pt x="1131" y="1708"/>
                  <a:pt x="1288" y="1665"/>
                  <a:pt x="1430" y="1576"/>
                </a:cubicBezTo>
                <a:cubicBezTo>
                  <a:pt x="1829" y="1324"/>
                  <a:pt x="1949" y="797"/>
                  <a:pt x="1697" y="399"/>
                </a:cubicBezTo>
                <a:cubicBezTo>
                  <a:pt x="1535" y="141"/>
                  <a:pt x="1258"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 name="Google Shape;1450;g3b3d817690b_0_393"/>
          <p:cNvSpPr txBox="1"/>
          <p:nvPr>
            <p:ph type="title"/>
          </p:nvPr>
        </p:nvSpPr>
        <p:spPr>
          <a:xfrm>
            <a:off x="720725" y="1973900"/>
            <a:ext cx="6111600" cy="930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sz="4600"/>
              <a:t>ANALISI DEI DATI</a:t>
            </a:r>
            <a:endParaRPr sz="46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4" name="Shape 1454"/>
        <p:cNvGrpSpPr/>
        <p:nvPr/>
      </p:nvGrpSpPr>
      <p:grpSpPr>
        <a:xfrm>
          <a:off x="0" y="0"/>
          <a:ext cx="0" cy="0"/>
          <a:chOff x="0" y="0"/>
          <a:chExt cx="0" cy="0"/>
        </a:xfrm>
      </p:grpSpPr>
      <p:grpSp>
        <p:nvGrpSpPr>
          <p:cNvPr id="1455" name="Google Shape;1455;p5"/>
          <p:cNvGrpSpPr/>
          <p:nvPr/>
        </p:nvGrpSpPr>
        <p:grpSpPr>
          <a:xfrm>
            <a:off x="1708175" y="1620900"/>
            <a:ext cx="5727600" cy="1901700"/>
            <a:chOff x="1708175" y="1932750"/>
            <a:chExt cx="5727600" cy="1901700"/>
          </a:xfrm>
        </p:grpSpPr>
        <p:sp>
          <p:nvSpPr>
            <p:cNvPr id="1456" name="Google Shape;1456;p5"/>
            <p:cNvSpPr/>
            <p:nvPr/>
          </p:nvSpPr>
          <p:spPr>
            <a:xfrm>
              <a:off x="1708175" y="1932750"/>
              <a:ext cx="5727600" cy="19017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5"/>
            <p:cNvSpPr/>
            <p:nvPr/>
          </p:nvSpPr>
          <p:spPr>
            <a:xfrm>
              <a:off x="1708175" y="1932750"/>
              <a:ext cx="57276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5"/>
            <p:cNvSpPr/>
            <p:nvPr/>
          </p:nvSpPr>
          <p:spPr>
            <a:xfrm>
              <a:off x="1822600" y="199167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 name="Google Shape;1459;p5"/>
            <p:cNvSpPr/>
            <p:nvPr/>
          </p:nvSpPr>
          <p:spPr>
            <a:xfrm>
              <a:off x="2006050" y="199167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 name="Google Shape;1460;p5"/>
            <p:cNvSpPr/>
            <p:nvPr/>
          </p:nvSpPr>
          <p:spPr>
            <a:xfrm>
              <a:off x="2189500" y="199167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61" name="Google Shape;1461;p5"/>
          <p:cNvSpPr txBox="1"/>
          <p:nvPr>
            <p:ph type="title"/>
          </p:nvPr>
        </p:nvSpPr>
        <p:spPr>
          <a:xfrm>
            <a:off x="1708150" y="1839000"/>
            <a:ext cx="5727600" cy="841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Introduction</a:t>
            </a:r>
            <a:endParaRPr/>
          </a:p>
        </p:txBody>
      </p:sp>
      <p:sp>
        <p:nvSpPr>
          <p:cNvPr id="1462" name="Google Shape;1462;p5"/>
          <p:cNvSpPr txBox="1"/>
          <p:nvPr>
            <p:ph idx="1" type="subTitle"/>
          </p:nvPr>
        </p:nvSpPr>
        <p:spPr>
          <a:xfrm>
            <a:off x="1708175" y="2680800"/>
            <a:ext cx="5727600" cy="841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Here you can give a brief description of the topic you want to talk about. For example, </a:t>
            </a:r>
            <a:r>
              <a:rPr b="1" lang="en">
                <a:solidFill>
                  <a:schemeClr val="accent6"/>
                </a:solidFill>
                <a:highlight>
                  <a:schemeClr val="accent1"/>
                </a:highlight>
              </a:rPr>
              <a:t>if you want to talk about Mercury,</a:t>
            </a:r>
            <a:r>
              <a:rPr lang="en"/>
              <a:t> you can say that it’s the smallest planet in the entire Solar System</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6" name="Shape 1466"/>
        <p:cNvGrpSpPr/>
        <p:nvPr/>
      </p:nvGrpSpPr>
      <p:grpSpPr>
        <a:xfrm>
          <a:off x="0" y="0"/>
          <a:ext cx="0" cy="0"/>
          <a:chOff x="0" y="0"/>
          <a:chExt cx="0" cy="0"/>
        </a:xfrm>
      </p:grpSpPr>
      <p:sp>
        <p:nvSpPr>
          <p:cNvPr id="1467" name="Google Shape;1467;p6"/>
          <p:cNvSpPr/>
          <p:nvPr/>
        </p:nvSpPr>
        <p:spPr>
          <a:xfrm>
            <a:off x="4876875" y="3287925"/>
            <a:ext cx="2907600" cy="1319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6"/>
          <p:cNvSpPr/>
          <p:nvPr/>
        </p:nvSpPr>
        <p:spPr>
          <a:xfrm>
            <a:off x="1359525" y="1427525"/>
            <a:ext cx="2907600" cy="1319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6"/>
          <p:cNvSpPr txBox="1"/>
          <p:nvPr>
            <p:ph idx="1" type="subTitle"/>
          </p:nvPr>
        </p:nvSpPr>
        <p:spPr>
          <a:xfrm>
            <a:off x="1359525" y="1645625"/>
            <a:ext cx="2907600" cy="46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600"/>
              <a:buNone/>
            </a:pPr>
            <a:r>
              <a:rPr lang="en"/>
              <a:t>Theory &amp; design</a:t>
            </a:r>
            <a:endParaRPr/>
          </a:p>
        </p:txBody>
      </p:sp>
      <p:sp>
        <p:nvSpPr>
          <p:cNvPr id="1470" name="Google Shape;1470;p6"/>
          <p:cNvSpPr txBox="1"/>
          <p:nvPr>
            <p:ph idx="2" type="subTitle"/>
          </p:nvPr>
        </p:nvSpPr>
        <p:spPr>
          <a:xfrm>
            <a:off x="4876875" y="3506050"/>
            <a:ext cx="2907600" cy="46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600"/>
              <a:buNone/>
            </a:pPr>
            <a:r>
              <a:rPr lang="en"/>
              <a:t>System application</a:t>
            </a:r>
            <a:endParaRPr/>
          </a:p>
        </p:txBody>
      </p:sp>
      <p:sp>
        <p:nvSpPr>
          <p:cNvPr id="1471" name="Google Shape;1471;p6"/>
          <p:cNvSpPr txBox="1"/>
          <p:nvPr>
            <p:ph idx="3" type="subTitle"/>
          </p:nvPr>
        </p:nvSpPr>
        <p:spPr>
          <a:xfrm>
            <a:off x="1359525" y="2108625"/>
            <a:ext cx="2907600" cy="638100"/>
          </a:xfrm>
          <a:prstGeom prst="rect">
            <a:avLst/>
          </a:prstGeom>
          <a:noFill/>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b="1" lang="en">
                <a:solidFill>
                  <a:schemeClr val="dk1"/>
                </a:solidFill>
                <a:highlight>
                  <a:schemeClr val="accent3"/>
                </a:highlight>
              </a:rPr>
              <a:t>Neptune</a:t>
            </a:r>
            <a:r>
              <a:rPr b="1" lang="en"/>
              <a:t> </a:t>
            </a:r>
            <a:r>
              <a:rPr lang="en"/>
              <a:t>is the farthest planet from the Sun. It's also the fourth-largest</a:t>
            </a:r>
            <a:endParaRPr/>
          </a:p>
        </p:txBody>
      </p:sp>
      <p:sp>
        <p:nvSpPr>
          <p:cNvPr id="1472" name="Google Shape;1472;p6"/>
          <p:cNvSpPr txBox="1"/>
          <p:nvPr>
            <p:ph idx="4" type="subTitle"/>
          </p:nvPr>
        </p:nvSpPr>
        <p:spPr>
          <a:xfrm>
            <a:off x="4876875" y="3969050"/>
            <a:ext cx="2907600" cy="6381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lang="en"/>
              <a:t>The </a:t>
            </a:r>
            <a:r>
              <a:rPr b="1" lang="en">
                <a:solidFill>
                  <a:schemeClr val="dk1"/>
                </a:solidFill>
                <a:highlight>
                  <a:schemeClr val="accent3"/>
                </a:highlight>
              </a:rPr>
              <a:t>Sun</a:t>
            </a:r>
            <a:r>
              <a:rPr b="1" lang="en"/>
              <a:t> </a:t>
            </a:r>
            <a:r>
              <a:rPr lang="en"/>
              <a:t>is the star at the center of the Solar System</a:t>
            </a:r>
            <a:endParaRPr/>
          </a:p>
        </p:txBody>
      </p:sp>
      <p:sp>
        <p:nvSpPr>
          <p:cNvPr id="1473" name="Google Shape;1473;p6"/>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Explore</a:t>
            </a:r>
            <a:r>
              <a:rPr lang="en"/>
              <a:t> computer science</a:t>
            </a:r>
            <a:endParaRPr/>
          </a:p>
        </p:txBody>
      </p:sp>
      <p:grpSp>
        <p:nvGrpSpPr>
          <p:cNvPr id="1474" name="Google Shape;1474;p6"/>
          <p:cNvGrpSpPr/>
          <p:nvPr/>
        </p:nvGrpSpPr>
        <p:grpSpPr>
          <a:xfrm>
            <a:off x="1359525" y="1427525"/>
            <a:ext cx="2907600" cy="218100"/>
            <a:chOff x="1290775" y="1427525"/>
            <a:chExt cx="2907600" cy="218100"/>
          </a:xfrm>
        </p:grpSpPr>
        <p:sp>
          <p:nvSpPr>
            <p:cNvPr id="1475" name="Google Shape;1475;p6"/>
            <p:cNvSpPr/>
            <p:nvPr/>
          </p:nvSpPr>
          <p:spPr>
            <a:xfrm>
              <a:off x="1290775" y="1427525"/>
              <a:ext cx="29076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6"/>
            <p:cNvSpPr/>
            <p:nvPr/>
          </p:nvSpPr>
          <p:spPr>
            <a:xfrm>
              <a:off x="1405200" y="14864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6"/>
            <p:cNvSpPr/>
            <p:nvPr/>
          </p:nvSpPr>
          <p:spPr>
            <a:xfrm>
              <a:off x="1588650" y="14864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6"/>
            <p:cNvSpPr/>
            <p:nvPr/>
          </p:nvSpPr>
          <p:spPr>
            <a:xfrm>
              <a:off x="1772100" y="14864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9" name="Google Shape;1479;p6"/>
          <p:cNvGrpSpPr/>
          <p:nvPr/>
        </p:nvGrpSpPr>
        <p:grpSpPr>
          <a:xfrm>
            <a:off x="4876875" y="3287950"/>
            <a:ext cx="2907600" cy="218100"/>
            <a:chOff x="1290775" y="3209000"/>
            <a:chExt cx="2907600" cy="218100"/>
          </a:xfrm>
        </p:grpSpPr>
        <p:sp>
          <p:nvSpPr>
            <p:cNvPr id="1480" name="Google Shape;1480;p6"/>
            <p:cNvSpPr/>
            <p:nvPr/>
          </p:nvSpPr>
          <p:spPr>
            <a:xfrm>
              <a:off x="1290775" y="3209000"/>
              <a:ext cx="29076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 name="Google Shape;1481;p6"/>
            <p:cNvSpPr/>
            <p:nvPr/>
          </p:nvSpPr>
          <p:spPr>
            <a:xfrm>
              <a:off x="1405200" y="32679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 name="Google Shape;1482;p6"/>
            <p:cNvSpPr/>
            <p:nvPr/>
          </p:nvSpPr>
          <p:spPr>
            <a:xfrm>
              <a:off x="1588650" y="32679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6"/>
            <p:cNvSpPr/>
            <p:nvPr/>
          </p:nvSpPr>
          <p:spPr>
            <a:xfrm>
              <a:off x="1772100" y="32679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4" name="Google Shape;1484;p6"/>
          <p:cNvGrpSpPr/>
          <p:nvPr/>
        </p:nvGrpSpPr>
        <p:grpSpPr>
          <a:xfrm>
            <a:off x="4876875" y="1427500"/>
            <a:ext cx="1130400" cy="1319125"/>
            <a:chOff x="4876875" y="1427500"/>
            <a:chExt cx="1130400" cy="1319125"/>
          </a:xfrm>
        </p:grpSpPr>
        <p:sp>
          <p:nvSpPr>
            <p:cNvPr id="1485" name="Google Shape;1485;p6"/>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6"/>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7" name="Google Shape;1487;p6"/>
          <p:cNvGrpSpPr/>
          <p:nvPr/>
        </p:nvGrpSpPr>
        <p:grpSpPr>
          <a:xfrm>
            <a:off x="3136725" y="3287950"/>
            <a:ext cx="1130400" cy="1319125"/>
            <a:chOff x="3136725" y="3287950"/>
            <a:chExt cx="1130400" cy="1319125"/>
          </a:xfrm>
        </p:grpSpPr>
        <p:sp>
          <p:nvSpPr>
            <p:cNvPr id="1488" name="Google Shape;1488;p6"/>
            <p:cNvSpPr/>
            <p:nvPr/>
          </p:nvSpPr>
          <p:spPr>
            <a:xfrm>
              <a:off x="3136725" y="350607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6"/>
            <p:cNvSpPr/>
            <p:nvPr/>
          </p:nvSpPr>
          <p:spPr>
            <a:xfrm>
              <a:off x="3136725" y="328795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0" name="Google Shape;1490;p6"/>
          <p:cNvGrpSpPr/>
          <p:nvPr/>
        </p:nvGrpSpPr>
        <p:grpSpPr>
          <a:xfrm>
            <a:off x="3509286" y="3829991"/>
            <a:ext cx="385298" cy="421911"/>
            <a:chOff x="3451663" y="3618198"/>
            <a:chExt cx="298657" cy="327037"/>
          </a:xfrm>
        </p:grpSpPr>
        <p:sp>
          <p:nvSpPr>
            <p:cNvPr id="1491" name="Google Shape;1491;p6"/>
            <p:cNvSpPr/>
            <p:nvPr/>
          </p:nvSpPr>
          <p:spPr>
            <a:xfrm>
              <a:off x="3451699" y="3624873"/>
              <a:ext cx="234707" cy="320362"/>
            </a:xfrm>
            <a:custGeom>
              <a:rect b="b" l="l" r="r" t="t"/>
              <a:pathLst>
                <a:path extrusionOk="0" h="9023" w="6611">
                  <a:moveTo>
                    <a:pt x="100" y="1"/>
                  </a:moveTo>
                  <a:cubicBezTo>
                    <a:pt x="45" y="1"/>
                    <a:pt x="1" y="45"/>
                    <a:pt x="1" y="100"/>
                  </a:cubicBezTo>
                  <a:lnTo>
                    <a:pt x="1" y="8923"/>
                  </a:lnTo>
                  <a:cubicBezTo>
                    <a:pt x="1" y="8977"/>
                    <a:pt x="45" y="9022"/>
                    <a:pt x="100" y="9022"/>
                  </a:cubicBezTo>
                  <a:lnTo>
                    <a:pt x="6511" y="9022"/>
                  </a:lnTo>
                  <a:cubicBezTo>
                    <a:pt x="6564" y="9022"/>
                    <a:pt x="6607" y="8977"/>
                    <a:pt x="6610" y="8923"/>
                  </a:cubicBezTo>
                  <a:lnTo>
                    <a:pt x="6610" y="100"/>
                  </a:lnTo>
                  <a:cubicBezTo>
                    <a:pt x="6610" y="45"/>
                    <a:pt x="6564" y="1"/>
                    <a:pt x="65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6"/>
            <p:cNvSpPr/>
            <p:nvPr/>
          </p:nvSpPr>
          <p:spPr>
            <a:xfrm>
              <a:off x="3669621" y="3656507"/>
              <a:ext cx="16686" cy="288727"/>
            </a:xfrm>
            <a:custGeom>
              <a:rect b="b" l="l" r="r" t="t"/>
              <a:pathLst>
                <a:path extrusionOk="0" h="8132" w="470">
                  <a:moveTo>
                    <a:pt x="0" y="1"/>
                  </a:moveTo>
                  <a:cubicBezTo>
                    <a:pt x="55" y="1"/>
                    <a:pt x="100" y="45"/>
                    <a:pt x="100" y="100"/>
                  </a:cubicBezTo>
                  <a:lnTo>
                    <a:pt x="100" y="8032"/>
                  </a:lnTo>
                  <a:cubicBezTo>
                    <a:pt x="100" y="8086"/>
                    <a:pt x="55" y="8131"/>
                    <a:pt x="0" y="8131"/>
                  </a:cubicBezTo>
                  <a:lnTo>
                    <a:pt x="372" y="8131"/>
                  </a:lnTo>
                  <a:cubicBezTo>
                    <a:pt x="425" y="8131"/>
                    <a:pt x="469" y="8086"/>
                    <a:pt x="469" y="8032"/>
                  </a:cubicBezTo>
                  <a:lnTo>
                    <a:pt x="469" y="100"/>
                  </a:lnTo>
                  <a:cubicBezTo>
                    <a:pt x="469" y="44"/>
                    <a:pt x="426" y="1"/>
                    <a:pt x="37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6"/>
            <p:cNvSpPr/>
            <p:nvPr/>
          </p:nvSpPr>
          <p:spPr>
            <a:xfrm>
              <a:off x="3451663" y="3618198"/>
              <a:ext cx="234636" cy="42748"/>
            </a:xfrm>
            <a:custGeom>
              <a:rect b="b" l="l" r="r" t="t"/>
              <a:pathLst>
                <a:path extrusionOk="0" h="1204" w="6609">
                  <a:moveTo>
                    <a:pt x="100" y="0"/>
                  </a:moveTo>
                  <a:cubicBezTo>
                    <a:pt x="45" y="0"/>
                    <a:pt x="0" y="45"/>
                    <a:pt x="0" y="100"/>
                  </a:cubicBezTo>
                  <a:lnTo>
                    <a:pt x="0" y="1203"/>
                  </a:lnTo>
                  <a:lnTo>
                    <a:pt x="6608" y="1203"/>
                  </a:lnTo>
                  <a:lnTo>
                    <a:pt x="6608" y="100"/>
                  </a:lnTo>
                  <a:cubicBezTo>
                    <a:pt x="6608" y="43"/>
                    <a:pt x="6565" y="0"/>
                    <a:pt x="6511"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6"/>
            <p:cNvSpPr/>
            <p:nvPr/>
          </p:nvSpPr>
          <p:spPr>
            <a:xfrm>
              <a:off x="3669656" y="3618198"/>
              <a:ext cx="16651" cy="42748"/>
            </a:xfrm>
            <a:custGeom>
              <a:rect b="b" l="l" r="r" t="t"/>
              <a:pathLst>
                <a:path extrusionOk="0" h="1204" w="469">
                  <a:moveTo>
                    <a:pt x="1" y="0"/>
                  </a:moveTo>
                  <a:cubicBezTo>
                    <a:pt x="55" y="0"/>
                    <a:pt x="100" y="45"/>
                    <a:pt x="100" y="100"/>
                  </a:cubicBezTo>
                  <a:lnTo>
                    <a:pt x="100" y="1203"/>
                  </a:lnTo>
                  <a:lnTo>
                    <a:pt x="468" y="1203"/>
                  </a:lnTo>
                  <a:lnTo>
                    <a:pt x="468" y="100"/>
                  </a:lnTo>
                  <a:cubicBezTo>
                    <a:pt x="468" y="43"/>
                    <a:pt x="425" y="0"/>
                    <a:pt x="37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6"/>
            <p:cNvSpPr/>
            <p:nvPr/>
          </p:nvSpPr>
          <p:spPr>
            <a:xfrm>
              <a:off x="3532683" y="3688176"/>
              <a:ext cx="72603" cy="72608"/>
            </a:xfrm>
            <a:custGeom>
              <a:rect b="b" l="l" r="r" t="t"/>
              <a:pathLst>
                <a:path extrusionOk="0" h="2045" w="2045">
                  <a:moveTo>
                    <a:pt x="1022" y="1"/>
                  </a:moveTo>
                  <a:cubicBezTo>
                    <a:pt x="458" y="1"/>
                    <a:pt x="1" y="458"/>
                    <a:pt x="1" y="1023"/>
                  </a:cubicBezTo>
                  <a:cubicBezTo>
                    <a:pt x="1" y="1587"/>
                    <a:pt x="458" y="2044"/>
                    <a:pt x="1022" y="2044"/>
                  </a:cubicBezTo>
                  <a:cubicBezTo>
                    <a:pt x="1587" y="2044"/>
                    <a:pt x="2044" y="1587"/>
                    <a:pt x="2044" y="1023"/>
                  </a:cubicBezTo>
                  <a:cubicBezTo>
                    <a:pt x="2044" y="458"/>
                    <a:pt x="1587" y="1"/>
                    <a:pt x="102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6"/>
            <p:cNvSpPr/>
            <p:nvPr/>
          </p:nvSpPr>
          <p:spPr>
            <a:xfrm>
              <a:off x="3541665" y="3690945"/>
              <a:ext cx="63656" cy="69838"/>
            </a:xfrm>
            <a:custGeom>
              <a:rect b="b" l="l" r="r" t="t"/>
              <a:pathLst>
                <a:path extrusionOk="0" h="1967" w="1793">
                  <a:moveTo>
                    <a:pt x="1165" y="0"/>
                  </a:moveTo>
                  <a:lnTo>
                    <a:pt x="1165" y="0"/>
                  </a:lnTo>
                  <a:cubicBezTo>
                    <a:pt x="1322" y="180"/>
                    <a:pt x="1417" y="415"/>
                    <a:pt x="1417" y="673"/>
                  </a:cubicBezTo>
                  <a:cubicBezTo>
                    <a:pt x="1417" y="1235"/>
                    <a:pt x="959" y="1694"/>
                    <a:pt x="395" y="1694"/>
                  </a:cubicBezTo>
                  <a:cubicBezTo>
                    <a:pt x="257" y="1694"/>
                    <a:pt x="122" y="1665"/>
                    <a:pt x="1" y="1615"/>
                  </a:cubicBezTo>
                  <a:lnTo>
                    <a:pt x="1" y="1615"/>
                  </a:lnTo>
                  <a:cubicBezTo>
                    <a:pt x="188" y="1831"/>
                    <a:pt x="463" y="1966"/>
                    <a:pt x="771" y="1966"/>
                  </a:cubicBezTo>
                  <a:cubicBezTo>
                    <a:pt x="1335" y="1966"/>
                    <a:pt x="1793" y="1509"/>
                    <a:pt x="1793" y="945"/>
                  </a:cubicBezTo>
                  <a:cubicBezTo>
                    <a:pt x="1793" y="520"/>
                    <a:pt x="1534" y="156"/>
                    <a:pt x="116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6"/>
            <p:cNvSpPr/>
            <p:nvPr/>
          </p:nvSpPr>
          <p:spPr>
            <a:xfrm>
              <a:off x="3482871" y="3782652"/>
              <a:ext cx="177122" cy="40405"/>
            </a:xfrm>
            <a:custGeom>
              <a:rect b="b" l="l" r="r" t="t"/>
              <a:pathLst>
                <a:path extrusionOk="0" h="1138" w="4989">
                  <a:moveTo>
                    <a:pt x="159" y="1"/>
                  </a:moveTo>
                  <a:cubicBezTo>
                    <a:pt x="71" y="1"/>
                    <a:pt x="1" y="70"/>
                    <a:pt x="1" y="159"/>
                  </a:cubicBezTo>
                  <a:lnTo>
                    <a:pt x="1" y="979"/>
                  </a:lnTo>
                  <a:cubicBezTo>
                    <a:pt x="1" y="1067"/>
                    <a:pt x="71" y="1137"/>
                    <a:pt x="159" y="1137"/>
                  </a:cubicBezTo>
                  <a:lnTo>
                    <a:pt x="4830" y="1137"/>
                  </a:lnTo>
                  <a:cubicBezTo>
                    <a:pt x="4919" y="1137"/>
                    <a:pt x="4988" y="1067"/>
                    <a:pt x="4988" y="979"/>
                  </a:cubicBezTo>
                  <a:lnTo>
                    <a:pt x="4988" y="159"/>
                  </a:lnTo>
                  <a:cubicBezTo>
                    <a:pt x="4988" y="70"/>
                    <a:pt x="4919" y="1"/>
                    <a:pt x="483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6"/>
            <p:cNvSpPr/>
            <p:nvPr/>
          </p:nvSpPr>
          <p:spPr>
            <a:xfrm>
              <a:off x="3641218" y="3782652"/>
              <a:ext cx="18781" cy="40405"/>
            </a:xfrm>
            <a:custGeom>
              <a:rect b="b" l="l" r="r" t="t"/>
              <a:pathLst>
                <a:path extrusionOk="0" h="1138" w="529">
                  <a:moveTo>
                    <a:pt x="0" y="1"/>
                  </a:moveTo>
                  <a:cubicBezTo>
                    <a:pt x="88" y="1"/>
                    <a:pt x="159" y="70"/>
                    <a:pt x="159" y="159"/>
                  </a:cubicBezTo>
                  <a:lnTo>
                    <a:pt x="159" y="979"/>
                  </a:lnTo>
                  <a:cubicBezTo>
                    <a:pt x="159" y="1067"/>
                    <a:pt x="88" y="1137"/>
                    <a:pt x="0" y="1137"/>
                  </a:cubicBezTo>
                  <a:lnTo>
                    <a:pt x="370" y="1137"/>
                  </a:lnTo>
                  <a:cubicBezTo>
                    <a:pt x="459" y="1137"/>
                    <a:pt x="528" y="1067"/>
                    <a:pt x="528" y="979"/>
                  </a:cubicBezTo>
                  <a:lnTo>
                    <a:pt x="528" y="159"/>
                  </a:lnTo>
                  <a:cubicBezTo>
                    <a:pt x="528" y="70"/>
                    <a:pt x="459" y="1"/>
                    <a:pt x="370" y="1"/>
                  </a:cubicBezTo>
                  <a:close/>
                </a:path>
              </a:pathLst>
            </a:custGeom>
            <a:solidFill>
              <a:srgbClr val="9F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6"/>
            <p:cNvSpPr/>
            <p:nvPr/>
          </p:nvSpPr>
          <p:spPr>
            <a:xfrm>
              <a:off x="3522280" y="3839919"/>
              <a:ext cx="90602" cy="9835"/>
            </a:xfrm>
            <a:custGeom>
              <a:rect b="b" l="l" r="r" t="t"/>
              <a:pathLst>
                <a:path extrusionOk="0" h="277" w="2552">
                  <a:moveTo>
                    <a:pt x="140" y="1"/>
                  </a:moveTo>
                  <a:cubicBezTo>
                    <a:pt x="63" y="1"/>
                    <a:pt x="0" y="64"/>
                    <a:pt x="0" y="139"/>
                  </a:cubicBezTo>
                  <a:cubicBezTo>
                    <a:pt x="0" y="215"/>
                    <a:pt x="62" y="277"/>
                    <a:pt x="140" y="277"/>
                  </a:cubicBezTo>
                  <a:lnTo>
                    <a:pt x="2413" y="277"/>
                  </a:lnTo>
                  <a:cubicBezTo>
                    <a:pt x="2488" y="277"/>
                    <a:pt x="2552" y="215"/>
                    <a:pt x="2552" y="139"/>
                  </a:cubicBezTo>
                  <a:cubicBezTo>
                    <a:pt x="2552" y="64"/>
                    <a:pt x="2490" y="1"/>
                    <a:pt x="241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6"/>
            <p:cNvSpPr/>
            <p:nvPr/>
          </p:nvSpPr>
          <p:spPr>
            <a:xfrm>
              <a:off x="3478007" y="3839919"/>
              <a:ext cx="31278" cy="9835"/>
            </a:xfrm>
            <a:custGeom>
              <a:rect b="b" l="l" r="r" t="t"/>
              <a:pathLst>
                <a:path extrusionOk="0" h="277" w="881">
                  <a:moveTo>
                    <a:pt x="139" y="1"/>
                  </a:moveTo>
                  <a:cubicBezTo>
                    <a:pt x="64" y="1"/>
                    <a:pt x="1" y="64"/>
                    <a:pt x="1" y="139"/>
                  </a:cubicBezTo>
                  <a:cubicBezTo>
                    <a:pt x="1" y="215"/>
                    <a:pt x="63" y="277"/>
                    <a:pt x="139" y="277"/>
                  </a:cubicBezTo>
                  <a:lnTo>
                    <a:pt x="742" y="277"/>
                  </a:lnTo>
                  <a:cubicBezTo>
                    <a:pt x="818" y="277"/>
                    <a:pt x="880" y="215"/>
                    <a:pt x="880" y="139"/>
                  </a:cubicBezTo>
                  <a:cubicBezTo>
                    <a:pt x="880" y="64"/>
                    <a:pt x="820" y="1"/>
                    <a:pt x="74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6"/>
            <p:cNvSpPr/>
            <p:nvPr/>
          </p:nvSpPr>
          <p:spPr>
            <a:xfrm>
              <a:off x="3478007" y="3864240"/>
              <a:ext cx="134874" cy="9906"/>
            </a:xfrm>
            <a:custGeom>
              <a:rect b="b" l="l" r="r" t="t"/>
              <a:pathLst>
                <a:path extrusionOk="0" h="279" w="3799">
                  <a:moveTo>
                    <a:pt x="139" y="1"/>
                  </a:moveTo>
                  <a:cubicBezTo>
                    <a:pt x="64" y="1"/>
                    <a:pt x="1" y="64"/>
                    <a:pt x="1" y="139"/>
                  </a:cubicBezTo>
                  <a:cubicBezTo>
                    <a:pt x="1" y="215"/>
                    <a:pt x="63" y="278"/>
                    <a:pt x="139" y="278"/>
                  </a:cubicBezTo>
                  <a:lnTo>
                    <a:pt x="3660" y="278"/>
                  </a:lnTo>
                  <a:cubicBezTo>
                    <a:pt x="3735" y="278"/>
                    <a:pt x="3799" y="215"/>
                    <a:pt x="3799" y="139"/>
                  </a:cubicBezTo>
                  <a:cubicBezTo>
                    <a:pt x="3799" y="64"/>
                    <a:pt x="3737" y="1"/>
                    <a:pt x="366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6"/>
            <p:cNvSpPr/>
            <p:nvPr/>
          </p:nvSpPr>
          <p:spPr>
            <a:xfrm>
              <a:off x="3566553" y="3888560"/>
              <a:ext cx="46331" cy="9906"/>
            </a:xfrm>
            <a:custGeom>
              <a:rect b="b" l="l" r="r" t="t"/>
              <a:pathLst>
                <a:path extrusionOk="0" h="279" w="1305">
                  <a:moveTo>
                    <a:pt x="139" y="1"/>
                  </a:moveTo>
                  <a:cubicBezTo>
                    <a:pt x="63" y="1"/>
                    <a:pt x="1" y="63"/>
                    <a:pt x="1" y="140"/>
                  </a:cubicBezTo>
                  <a:cubicBezTo>
                    <a:pt x="1" y="215"/>
                    <a:pt x="61" y="278"/>
                    <a:pt x="139" y="278"/>
                  </a:cubicBezTo>
                  <a:lnTo>
                    <a:pt x="1166" y="278"/>
                  </a:lnTo>
                  <a:cubicBezTo>
                    <a:pt x="1241" y="278"/>
                    <a:pt x="1305" y="215"/>
                    <a:pt x="1305" y="140"/>
                  </a:cubicBezTo>
                  <a:cubicBezTo>
                    <a:pt x="1305" y="64"/>
                    <a:pt x="1243" y="1"/>
                    <a:pt x="116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6"/>
            <p:cNvSpPr/>
            <p:nvPr/>
          </p:nvSpPr>
          <p:spPr>
            <a:xfrm>
              <a:off x="3478007" y="3888560"/>
              <a:ext cx="75301" cy="9906"/>
            </a:xfrm>
            <a:custGeom>
              <a:rect b="b" l="l" r="r" t="t"/>
              <a:pathLst>
                <a:path extrusionOk="0" h="279" w="2121">
                  <a:moveTo>
                    <a:pt x="139" y="1"/>
                  </a:moveTo>
                  <a:cubicBezTo>
                    <a:pt x="64" y="1"/>
                    <a:pt x="1" y="63"/>
                    <a:pt x="1" y="140"/>
                  </a:cubicBezTo>
                  <a:cubicBezTo>
                    <a:pt x="1" y="215"/>
                    <a:pt x="63" y="278"/>
                    <a:pt x="139" y="278"/>
                  </a:cubicBezTo>
                  <a:lnTo>
                    <a:pt x="1981" y="278"/>
                  </a:lnTo>
                  <a:cubicBezTo>
                    <a:pt x="2057" y="278"/>
                    <a:pt x="2121" y="215"/>
                    <a:pt x="2121" y="140"/>
                  </a:cubicBezTo>
                  <a:cubicBezTo>
                    <a:pt x="2121" y="64"/>
                    <a:pt x="2059" y="1"/>
                    <a:pt x="198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6"/>
            <p:cNvSpPr/>
            <p:nvPr/>
          </p:nvSpPr>
          <p:spPr>
            <a:xfrm>
              <a:off x="3478007" y="3912951"/>
              <a:ext cx="134874" cy="9835"/>
            </a:xfrm>
            <a:custGeom>
              <a:rect b="b" l="l" r="r" t="t"/>
              <a:pathLst>
                <a:path extrusionOk="0" h="277" w="3799">
                  <a:moveTo>
                    <a:pt x="139" y="0"/>
                  </a:moveTo>
                  <a:cubicBezTo>
                    <a:pt x="64" y="0"/>
                    <a:pt x="1" y="62"/>
                    <a:pt x="1" y="138"/>
                  </a:cubicBezTo>
                  <a:cubicBezTo>
                    <a:pt x="1" y="213"/>
                    <a:pt x="63" y="276"/>
                    <a:pt x="139" y="276"/>
                  </a:cubicBezTo>
                  <a:lnTo>
                    <a:pt x="3660" y="276"/>
                  </a:lnTo>
                  <a:cubicBezTo>
                    <a:pt x="3735" y="276"/>
                    <a:pt x="3799" y="213"/>
                    <a:pt x="3799" y="138"/>
                  </a:cubicBezTo>
                  <a:cubicBezTo>
                    <a:pt x="3799" y="62"/>
                    <a:pt x="3737" y="0"/>
                    <a:pt x="366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6"/>
            <p:cNvSpPr/>
            <p:nvPr/>
          </p:nvSpPr>
          <p:spPr>
            <a:xfrm>
              <a:off x="3639158" y="3759042"/>
              <a:ext cx="111158" cy="186188"/>
            </a:xfrm>
            <a:custGeom>
              <a:rect b="b" l="l" r="r" t="t"/>
              <a:pathLst>
                <a:path extrusionOk="0" h="5244" w="3131">
                  <a:moveTo>
                    <a:pt x="159" y="1"/>
                  </a:moveTo>
                  <a:cubicBezTo>
                    <a:pt x="71" y="1"/>
                    <a:pt x="1" y="73"/>
                    <a:pt x="1" y="159"/>
                  </a:cubicBezTo>
                  <a:lnTo>
                    <a:pt x="1" y="5085"/>
                  </a:lnTo>
                  <a:cubicBezTo>
                    <a:pt x="1" y="5173"/>
                    <a:pt x="73" y="5243"/>
                    <a:pt x="159" y="5243"/>
                  </a:cubicBezTo>
                  <a:lnTo>
                    <a:pt x="2972" y="5243"/>
                  </a:lnTo>
                  <a:cubicBezTo>
                    <a:pt x="3059" y="5243"/>
                    <a:pt x="3131" y="5171"/>
                    <a:pt x="3131" y="5085"/>
                  </a:cubicBezTo>
                  <a:lnTo>
                    <a:pt x="3131" y="159"/>
                  </a:lnTo>
                  <a:cubicBezTo>
                    <a:pt x="3131" y="71"/>
                    <a:pt x="3059"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6"/>
            <p:cNvSpPr/>
            <p:nvPr/>
          </p:nvSpPr>
          <p:spPr>
            <a:xfrm>
              <a:off x="3731468" y="3759042"/>
              <a:ext cx="18852" cy="186188"/>
            </a:xfrm>
            <a:custGeom>
              <a:rect b="b" l="l" r="r" t="t"/>
              <a:pathLst>
                <a:path extrusionOk="0" h="5244" w="531">
                  <a:moveTo>
                    <a:pt x="1" y="1"/>
                  </a:moveTo>
                  <a:cubicBezTo>
                    <a:pt x="90" y="1"/>
                    <a:pt x="159" y="71"/>
                    <a:pt x="159" y="159"/>
                  </a:cubicBezTo>
                  <a:lnTo>
                    <a:pt x="159" y="5085"/>
                  </a:lnTo>
                  <a:cubicBezTo>
                    <a:pt x="159" y="5173"/>
                    <a:pt x="89" y="5243"/>
                    <a:pt x="1" y="5243"/>
                  </a:cubicBezTo>
                  <a:lnTo>
                    <a:pt x="372" y="5243"/>
                  </a:lnTo>
                  <a:cubicBezTo>
                    <a:pt x="460" y="5243"/>
                    <a:pt x="531" y="5171"/>
                    <a:pt x="531" y="5085"/>
                  </a:cubicBezTo>
                  <a:lnTo>
                    <a:pt x="531" y="159"/>
                  </a:lnTo>
                  <a:cubicBezTo>
                    <a:pt x="531" y="73"/>
                    <a:pt x="459" y="1"/>
                    <a:pt x="37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6"/>
            <p:cNvSpPr/>
            <p:nvPr/>
          </p:nvSpPr>
          <p:spPr>
            <a:xfrm>
              <a:off x="3658543" y="3864240"/>
              <a:ext cx="72354" cy="9906"/>
            </a:xfrm>
            <a:custGeom>
              <a:rect b="b" l="l" r="r" t="t"/>
              <a:pathLst>
                <a:path extrusionOk="0" h="279" w="2038">
                  <a:moveTo>
                    <a:pt x="138" y="1"/>
                  </a:moveTo>
                  <a:cubicBezTo>
                    <a:pt x="62" y="1"/>
                    <a:pt x="0" y="64"/>
                    <a:pt x="0" y="139"/>
                  </a:cubicBezTo>
                  <a:cubicBezTo>
                    <a:pt x="0" y="215"/>
                    <a:pt x="60" y="278"/>
                    <a:pt x="138" y="278"/>
                  </a:cubicBezTo>
                  <a:lnTo>
                    <a:pt x="1900" y="278"/>
                  </a:lnTo>
                  <a:cubicBezTo>
                    <a:pt x="1976" y="278"/>
                    <a:pt x="2038" y="215"/>
                    <a:pt x="2038" y="139"/>
                  </a:cubicBezTo>
                  <a:cubicBezTo>
                    <a:pt x="2038" y="64"/>
                    <a:pt x="1976" y="1"/>
                    <a:pt x="190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6"/>
            <p:cNvSpPr/>
            <p:nvPr/>
          </p:nvSpPr>
          <p:spPr>
            <a:xfrm>
              <a:off x="3658579" y="3888560"/>
              <a:ext cx="55526" cy="9906"/>
            </a:xfrm>
            <a:custGeom>
              <a:rect b="b" l="l" r="r" t="t"/>
              <a:pathLst>
                <a:path extrusionOk="0" h="279" w="1564">
                  <a:moveTo>
                    <a:pt x="139" y="1"/>
                  </a:moveTo>
                  <a:cubicBezTo>
                    <a:pt x="64" y="1"/>
                    <a:pt x="0" y="63"/>
                    <a:pt x="0" y="140"/>
                  </a:cubicBezTo>
                  <a:cubicBezTo>
                    <a:pt x="0" y="215"/>
                    <a:pt x="61" y="278"/>
                    <a:pt x="139" y="278"/>
                  </a:cubicBezTo>
                  <a:lnTo>
                    <a:pt x="1425" y="278"/>
                  </a:lnTo>
                  <a:cubicBezTo>
                    <a:pt x="1503" y="278"/>
                    <a:pt x="1563" y="215"/>
                    <a:pt x="1563" y="140"/>
                  </a:cubicBezTo>
                  <a:cubicBezTo>
                    <a:pt x="1563" y="64"/>
                    <a:pt x="1503" y="1"/>
                    <a:pt x="142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6"/>
            <p:cNvSpPr/>
            <p:nvPr/>
          </p:nvSpPr>
          <p:spPr>
            <a:xfrm>
              <a:off x="3658579" y="3912951"/>
              <a:ext cx="55526" cy="9835"/>
            </a:xfrm>
            <a:custGeom>
              <a:rect b="b" l="l" r="r" t="t"/>
              <a:pathLst>
                <a:path extrusionOk="0" h="277" w="1564">
                  <a:moveTo>
                    <a:pt x="139" y="0"/>
                  </a:moveTo>
                  <a:cubicBezTo>
                    <a:pt x="64" y="0"/>
                    <a:pt x="0" y="62"/>
                    <a:pt x="0" y="138"/>
                  </a:cubicBezTo>
                  <a:cubicBezTo>
                    <a:pt x="0" y="213"/>
                    <a:pt x="61" y="276"/>
                    <a:pt x="139" y="276"/>
                  </a:cubicBezTo>
                  <a:lnTo>
                    <a:pt x="1425" y="276"/>
                  </a:lnTo>
                  <a:cubicBezTo>
                    <a:pt x="1503" y="276"/>
                    <a:pt x="1563" y="213"/>
                    <a:pt x="1563" y="138"/>
                  </a:cubicBezTo>
                  <a:cubicBezTo>
                    <a:pt x="1563" y="62"/>
                    <a:pt x="1503" y="0"/>
                    <a:pt x="142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0" name="Google Shape;1510;p6"/>
          <p:cNvGrpSpPr/>
          <p:nvPr/>
        </p:nvGrpSpPr>
        <p:grpSpPr>
          <a:xfrm>
            <a:off x="5137113" y="1985159"/>
            <a:ext cx="609914" cy="421922"/>
            <a:chOff x="4732210" y="3668507"/>
            <a:chExt cx="327049" cy="226231"/>
          </a:xfrm>
        </p:grpSpPr>
        <p:sp>
          <p:nvSpPr>
            <p:cNvPr id="1511" name="Google Shape;1511;p6"/>
            <p:cNvSpPr/>
            <p:nvPr/>
          </p:nvSpPr>
          <p:spPr>
            <a:xfrm>
              <a:off x="4755465" y="3668507"/>
              <a:ext cx="280505" cy="192721"/>
            </a:xfrm>
            <a:custGeom>
              <a:rect b="b" l="l" r="r" t="t"/>
              <a:pathLst>
                <a:path extrusionOk="0" h="5428" w="7901">
                  <a:moveTo>
                    <a:pt x="307" y="1"/>
                  </a:moveTo>
                  <a:cubicBezTo>
                    <a:pt x="137" y="1"/>
                    <a:pt x="0" y="139"/>
                    <a:pt x="0" y="309"/>
                  </a:cubicBezTo>
                  <a:lnTo>
                    <a:pt x="0" y="5119"/>
                  </a:lnTo>
                  <a:cubicBezTo>
                    <a:pt x="0" y="5291"/>
                    <a:pt x="138" y="5427"/>
                    <a:pt x="307" y="5427"/>
                  </a:cubicBezTo>
                  <a:lnTo>
                    <a:pt x="7592" y="5427"/>
                  </a:lnTo>
                  <a:cubicBezTo>
                    <a:pt x="7761" y="5427"/>
                    <a:pt x="7899" y="5289"/>
                    <a:pt x="7900" y="5119"/>
                  </a:cubicBezTo>
                  <a:lnTo>
                    <a:pt x="7900" y="309"/>
                  </a:lnTo>
                  <a:cubicBezTo>
                    <a:pt x="7900" y="137"/>
                    <a:pt x="7761" y="1"/>
                    <a:pt x="759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6"/>
            <p:cNvSpPr/>
            <p:nvPr/>
          </p:nvSpPr>
          <p:spPr>
            <a:xfrm>
              <a:off x="5011837" y="3668507"/>
              <a:ext cx="24071" cy="192721"/>
            </a:xfrm>
            <a:custGeom>
              <a:rect b="b" l="l" r="r" t="t"/>
              <a:pathLst>
                <a:path extrusionOk="0" h="5428" w="678">
                  <a:moveTo>
                    <a:pt x="0" y="1"/>
                  </a:moveTo>
                  <a:cubicBezTo>
                    <a:pt x="170" y="1"/>
                    <a:pt x="308" y="139"/>
                    <a:pt x="308" y="309"/>
                  </a:cubicBezTo>
                  <a:lnTo>
                    <a:pt x="308" y="5119"/>
                  </a:lnTo>
                  <a:cubicBezTo>
                    <a:pt x="308" y="5291"/>
                    <a:pt x="170" y="5427"/>
                    <a:pt x="0" y="5427"/>
                  </a:cubicBezTo>
                  <a:lnTo>
                    <a:pt x="371" y="5427"/>
                  </a:lnTo>
                  <a:cubicBezTo>
                    <a:pt x="540" y="5427"/>
                    <a:pt x="678" y="5289"/>
                    <a:pt x="678" y="5119"/>
                  </a:cubicBezTo>
                  <a:lnTo>
                    <a:pt x="678" y="309"/>
                  </a:lnTo>
                  <a:cubicBezTo>
                    <a:pt x="678" y="139"/>
                    <a:pt x="540" y="2"/>
                    <a:pt x="371"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6"/>
            <p:cNvSpPr/>
            <p:nvPr/>
          </p:nvSpPr>
          <p:spPr>
            <a:xfrm>
              <a:off x="4776803" y="3690235"/>
              <a:ext cx="237796" cy="153098"/>
            </a:xfrm>
            <a:custGeom>
              <a:rect b="b" l="l" r="r" t="t"/>
              <a:pathLst>
                <a:path extrusionOk="0" h="4312" w="6698">
                  <a:moveTo>
                    <a:pt x="288" y="0"/>
                  </a:moveTo>
                  <a:cubicBezTo>
                    <a:pt x="173" y="0"/>
                    <a:pt x="83" y="94"/>
                    <a:pt x="83" y="208"/>
                  </a:cubicBezTo>
                  <a:lnTo>
                    <a:pt x="83" y="3232"/>
                  </a:lnTo>
                  <a:lnTo>
                    <a:pt x="1" y="3360"/>
                  </a:lnTo>
                  <a:lnTo>
                    <a:pt x="1" y="4104"/>
                  </a:lnTo>
                  <a:cubicBezTo>
                    <a:pt x="1" y="4220"/>
                    <a:pt x="94" y="4312"/>
                    <a:pt x="208" y="4312"/>
                  </a:cubicBezTo>
                  <a:lnTo>
                    <a:pt x="6491" y="4312"/>
                  </a:lnTo>
                  <a:cubicBezTo>
                    <a:pt x="6604" y="4312"/>
                    <a:pt x="6696" y="4218"/>
                    <a:pt x="6698" y="4104"/>
                  </a:cubicBezTo>
                  <a:lnTo>
                    <a:pt x="6698" y="3360"/>
                  </a:lnTo>
                  <a:lnTo>
                    <a:pt x="6645" y="3189"/>
                  </a:lnTo>
                  <a:lnTo>
                    <a:pt x="6655" y="208"/>
                  </a:lnTo>
                  <a:cubicBezTo>
                    <a:pt x="6655" y="92"/>
                    <a:pt x="6561" y="0"/>
                    <a:pt x="64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6"/>
            <p:cNvSpPr/>
            <p:nvPr/>
          </p:nvSpPr>
          <p:spPr>
            <a:xfrm>
              <a:off x="4993908" y="3686436"/>
              <a:ext cx="20662" cy="156897"/>
            </a:xfrm>
            <a:custGeom>
              <a:rect b="b" l="l" r="r" t="t"/>
              <a:pathLst>
                <a:path extrusionOk="0" h="4419" w="582">
                  <a:moveTo>
                    <a:pt x="0" y="1"/>
                  </a:moveTo>
                  <a:cubicBezTo>
                    <a:pt x="115" y="1"/>
                    <a:pt x="207" y="94"/>
                    <a:pt x="207" y="208"/>
                  </a:cubicBezTo>
                  <a:lnTo>
                    <a:pt x="207" y="4211"/>
                  </a:lnTo>
                  <a:cubicBezTo>
                    <a:pt x="207" y="4327"/>
                    <a:pt x="114" y="4419"/>
                    <a:pt x="0" y="4419"/>
                  </a:cubicBezTo>
                  <a:lnTo>
                    <a:pt x="374" y="4419"/>
                  </a:lnTo>
                  <a:cubicBezTo>
                    <a:pt x="489" y="4419"/>
                    <a:pt x="581" y="4325"/>
                    <a:pt x="581" y="4211"/>
                  </a:cubicBezTo>
                  <a:lnTo>
                    <a:pt x="581" y="208"/>
                  </a:lnTo>
                  <a:cubicBezTo>
                    <a:pt x="581" y="93"/>
                    <a:pt x="489" y="1"/>
                    <a:pt x="37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6"/>
            <p:cNvSpPr/>
            <p:nvPr/>
          </p:nvSpPr>
          <p:spPr>
            <a:xfrm>
              <a:off x="4875326" y="3686436"/>
              <a:ext cx="139241" cy="89402"/>
            </a:xfrm>
            <a:custGeom>
              <a:rect b="b" l="l" r="r" t="t"/>
              <a:pathLst>
                <a:path extrusionOk="0" h="2518" w="3922">
                  <a:moveTo>
                    <a:pt x="115" y="1"/>
                  </a:moveTo>
                  <a:cubicBezTo>
                    <a:pt x="0" y="1"/>
                    <a:pt x="33" y="94"/>
                    <a:pt x="33" y="208"/>
                  </a:cubicBezTo>
                  <a:lnTo>
                    <a:pt x="33" y="2518"/>
                  </a:lnTo>
                  <a:lnTo>
                    <a:pt x="3921" y="2518"/>
                  </a:lnTo>
                  <a:lnTo>
                    <a:pt x="3921" y="208"/>
                  </a:lnTo>
                  <a:cubicBezTo>
                    <a:pt x="3921" y="93"/>
                    <a:pt x="3829" y="1"/>
                    <a:pt x="371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6"/>
            <p:cNvSpPr/>
            <p:nvPr/>
          </p:nvSpPr>
          <p:spPr>
            <a:xfrm>
              <a:off x="4993837" y="3686436"/>
              <a:ext cx="20733" cy="89402"/>
            </a:xfrm>
            <a:custGeom>
              <a:rect b="b" l="l" r="r" t="t"/>
              <a:pathLst>
                <a:path extrusionOk="0" h="2518" w="584">
                  <a:moveTo>
                    <a:pt x="1" y="1"/>
                  </a:moveTo>
                  <a:cubicBezTo>
                    <a:pt x="116" y="1"/>
                    <a:pt x="208" y="94"/>
                    <a:pt x="208" y="208"/>
                  </a:cubicBezTo>
                  <a:lnTo>
                    <a:pt x="208" y="2518"/>
                  </a:lnTo>
                  <a:lnTo>
                    <a:pt x="583" y="2518"/>
                  </a:lnTo>
                  <a:lnTo>
                    <a:pt x="583" y="208"/>
                  </a:lnTo>
                  <a:cubicBezTo>
                    <a:pt x="583" y="93"/>
                    <a:pt x="491" y="1"/>
                    <a:pt x="37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6"/>
            <p:cNvSpPr/>
            <p:nvPr/>
          </p:nvSpPr>
          <p:spPr>
            <a:xfrm>
              <a:off x="4898261" y="3704082"/>
              <a:ext cx="98200" cy="54145"/>
            </a:xfrm>
            <a:custGeom>
              <a:rect b="b" l="l" r="r" t="t"/>
              <a:pathLst>
                <a:path extrusionOk="0" h="1525" w="2766">
                  <a:moveTo>
                    <a:pt x="167" y="0"/>
                  </a:moveTo>
                  <a:cubicBezTo>
                    <a:pt x="75" y="0"/>
                    <a:pt x="0" y="75"/>
                    <a:pt x="0" y="167"/>
                  </a:cubicBezTo>
                  <a:lnTo>
                    <a:pt x="0" y="1357"/>
                  </a:lnTo>
                  <a:cubicBezTo>
                    <a:pt x="0" y="1448"/>
                    <a:pt x="75" y="1524"/>
                    <a:pt x="167" y="1524"/>
                  </a:cubicBezTo>
                  <a:lnTo>
                    <a:pt x="2599" y="1524"/>
                  </a:lnTo>
                  <a:cubicBezTo>
                    <a:pt x="2693" y="1524"/>
                    <a:pt x="2766" y="1448"/>
                    <a:pt x="2766" y="1357"/>
                  </a:cubicBezTo>
                  <a:lnTo>
                    <a:pt x="2766" y="167"/>
                  </a:lnTo>
                  <a:cubicBezTo>
                    <a:pt x="2766" y="75"/>
                    <a:pt x="2691" y="0"/>
                    <a:pt x="259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6"/>
            <p:cNvSpPr/>
            <p:nvPr/>
          </p:nvSpPr>
          <p:spPr>
            <a:xfrm>
              <a:off x="4977328" y="3704082"/>
              <a:ext cx="19136" cy="54145"/>
            </a:xfrm>
            <a:custGeom>
              <a:rect b="b" l="l" r="r" t="t"/>
              <a:pathLst>
                <a:path extrusionOk="0" h="1525" w="539">
                  <a:moveTo>
                    <a:pt x="1" y="0"/>
                  </a:moveTo>
                  <a:cubicBezTo>
                    <a:pt x="93" y="0"/>
                    <a:pt x="169" y="75"/>
                    <a:pt x="169" y="167"/>
                  </a:cubicBezTo>
                  <a:lnTo>
                    <a:pt x="169" y="1357"/>
                  </a:lnTo>
                  <a:cubicBezTo>
                    <a:pt x="169" y="1448"/>
                    <a:pt x="93" y="1524"/>
                    <a:pt x="1" y="1524"/>
                  </a:cubicBezTo>
                  <a:lnTo>
                    <a:pt x="372" y="1524"/>
                  </a:lnTo>
                  <a:cubicBezTo>
                    <a:pt x="463" y="1524"/>
                    <a:pt x="539" y="1448"/>
                    <a:pt x="539" y="1357"/>
                  </a:cubicBezTo>
                  <a:lnTo>
                    <a:pt x="539" y="167"/>
                  </a:lnTo>
                  <a:cubicBezTo>
                    <a:pt x="539" y="74"/>
                    <a:pt x="466" y="0"/>
                    <a:pt x="37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6"/>
            <p:cNvSpPr/>
            <p:nvPr/>
          </p:nvSpPr>
          <p:spPr>
            <a:xfrm>
              <a:off x="4776803" y="3775764"/>
              <a:ext cx="237796" cy="33801"/>
            </a:xfrm>
            <a:custGeom>
              <a:rect b="b" l="l" r="r" t="t"/>
              <a:pathLst>
                <a:path extrusionOk="0" h="952" w="6698">
                  <a:moveTo>
                    <a:pt x="1" y="0"/>
                  </a:moveTo>
                  <a:lnTo>
                    <a:pt x="1" y="951"/>
                  </a:lnTo>
                  <a:lnTo>
                    <a:pt x="6698" y="951"/>
                  </a:lnTo>
                  <a:lnTo>
                    <a:pt x="669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 name="Google Shape;1520;p6"/>
            <p:cNvSpPr/>
            <p:nvPr/>
          </p:nvSpPr>
          <p:spPr>
            <a:xfrm>
              <a:off x="5001186" y="3775764"/>
              <a:ext cx="13384" cy="33801"/>
            </a:xfrm>
            <a:custGeom>
              <a:rect b="b" l="l" r="r" t="t"/>
              <a:pathLst>
                <a:path extrusionOk="0" h="952" w="377">
                  <a:moveTo>
                    <a:pt x="1" y="0"/>
                  </a:moveTo>
                  <a:lnTo>
                    <a:pt x="1" y="951"/>
                  </a:lnTo>
                  <a:lnTo>
                    <a:pt x="376" y="951"/>
                  </a:lnTo>
                  <a:lnTo>
                    <a:pt x="376"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6"/>
            <p:cNvSpPr/>
            <p:nvPr/>
          </p:nvSpPr>
          <p:spPr>
            <a:xfrm>
              <a:off x="4836272" y="3792664"/>
              <a:ext cx="81017" cy="16900"/>
            </a:xfrm>
            <a:custGeom>
              <a:rect b="b" l="l" r="r" t="t"/>
              <a:pathLst>
                <a:path extrusionOk="0" h="476" w="2282">
                  <a:moveTo>
                    <a:pt x="242" y="1"/>
                  </a:moveTo>
                  <a:cubicBezTo>
                    <a:pt x="109" y="1"/>
                    <a:pt x="1" y="109"/>
                    <a:pt x="1" y="241"/>
                  </a:cubicBezTo>
                  <a:lnTo>
                    <a:pt x="1" y="475"/>
                  </a:lnTo>
                  <a:lnTo>
                    <a:pt x="2281" y="475"/>
                  </a:lnTo>
                  <a:lnTo>
                    <a:pt x="2281" y="241"/>
                  </a:lnTo>
                  <a:cubicBezTo>
                    <a:pt x="2281" y="109"/>
                    <a:pt x="2174" y="1"/>
                    <a:pt x="204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 name="Google Shape;1522;p6"/>
            <p:cNvSpPr/>
            <p:nvPr/>
          </p:nvSpPr>
          <p:spPr>
            <a:xfrm>
              <a:off x="4917256" y="3792664"/>
              <a:ext cx="81017" cy="16900"/>
            </a:xfrm>
            <a:custGeom>
              <a:rect b="b" l="l" r="r" t="t"/>
              <a:pathLst>
                <a:path extrusionOk="0" h="476" w="2282">
                  <a:moveTo>
                    <a:pt x="242" y="1"/>
                  </a:moveTo>
                  <a:cubicBezTo>
                    <a:pt x="108" y="1"/>
                    <a:pt x="0" y="109"/>
                    <a:pt x="0" y="241"/>
                  </a:cubicBezTo>
                  <a:lnTo>
                    <a:pt x="0" y="475"/>
                  </a:lnTo>
                  <a:lnTo>
                    <a:pt x="2281" y="475"/>
                  </a:lnTo>
                  <a:lnTo>
                    <a:pt x="2281" y="241"/>
                  </a:lnTo>
                  <a:cubicBezTo>
                    <a:pt x="2281" y="109"/>
                    <a:pt x="2173" y="1"/>
                    <a:pt x="204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6"/>
            <p:cNvSpPr/>
            <p:nvPr/>
          </p:nvSpPr>
          <p:spPr>
            <a:xfrm>
              <a:off x="4894995" y="3792664"/>
              <a:ext cx="22296" cy="16900"/>
            </a:xfrm>
            <a:custGeom>
              <a:rect b="b" l="l" r="r" t="t"/>
              <a:pathLst>
                <a:path extrusionOk="0" h="476" w="628">
                  <a:moveTo>
                    <a:pt x="0" y="1"/>
                  </a:moveTo>
                  <a:cubicBezTo>
                    <a:pt x="132" y="1"/>
                    <a:pt x="240" y="109"/>
                    <a:pt x="240" y="241"/>
                  </a:cubicBezTo>
                  <a:lnTo>
                    <a:pt x="240" y="475"/>
                  </a:lnTo>
                  <a:lnTo>
                    <a:pt x="627" y="475"/>
                  </a:lnTo>
                  <a:lnTo>
                    <a:pt x="627" y="241"/>
                  </a:lnTo>
                  <a:cubicBezTo>
                    <a:pt x="627" y="109"/>
                    <a:pt x="520" y="1"/>
                    <a:pt x="38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6"/>
            <p:cNvSpPr/>
            <p:nvPr/>
          </p:nvSpPr>
          <p:spPr>
            <a:xfrm>
              <a:off x="4975908" y="3792664"/>
              <a:ext cx="22296" cy="16900"/>
            </a:xfrm>
            <a:custGeom>
              <a:rect b="b" l="l" r="r" t="t"/>
              <a:pathLst>
                <a:path extrusionOk="0" h="476" w="628">
                  <a:moveTo>
                    <a:pt x="0" y="1"/>
                  </a:moveTo>
                  <a:cubicBezTo>
                    <a:pt x="133" y="1"/>
                    <a:pt x="241" y="109"/>
                    <a:pt x="241" y="241"/>
                  </a:cubicBezTo>
                  <a:lnTo>
                    <a:pt x="241" y="475"/>
                  </a:lnTo>
                  <a:lnTo>
                    <a:pt x="628" y="475"/>
                  </a:lnTo>
                  <a:lnTo>
                    <a:pt x="628" y="241"/>
                  </a:lnTo>
                  <a:cubicBezTo>
                    <a:pt x="628" y="109"/>
                    <a:pt x="520"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6"/>
            <p:cNvSpPr/>
            <p:nvPr/>
          </p:nvSpPr>
          <p:spPr>
            <a:xfrm>
              <a:off x="4776803" y="3686401"/>
              <a:ext cx="103454" cy="89402"/>
            </a:xfrm>
            <a:custGeom>
              <a:rect b="b" l="l" r="r" t="t"/>
              <a:pathLst>
                <a:path extrusionOk="0" h="2518" w="2914">
                  <a:moveTo>
                    <a:pt x="208" y="0"/>
                  </a:moveTo>
                  <a:cubicBezTo>
                    <a:pt x="93" y="0"/>
                    <a:pt x="1" y="94"/>
                    <a:pt x="1" y="208"/>
                  </a:cubicBezTo>
                  <a:lnTo>
                    <a:pt x="1" y="2517"/>
                  </a:lnTo>
                  <a:lnTo>
                    <a:pt x="2913" y="2517"/>
                  </a:lnTo>
                  <a:lnTo>
                    <a:pt x="2913" y="2"/>
                  </a:lnTo>
                  <a:lnTo>
                    <a:pt x="2913"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6"/>
            <p:cNvSpPr/>
            <p:nvPr/>
          </p:nvSpPr>
          <p:spPr>
            <a:xfrm>
              <a:off x="4789052" y="3705360"/>
              <a:ext cx="49597" cy="9622"/>
            </a:xfrm>
            <a:custGeom>
              <a:rect b="b" l="l" r="r" t="t"/>
              <a:pathLst>
                <a:path extrusionOk="0" h="271" w="1397">
                  <a:moveTo>
                    <a:pt x="136" y="0"/>
                  </a:moveTo>
                  <a:cubicBezTo>
                    <a:pt x="63" y="0"/>
                    <a:pt x="1" y="62"/>
                    <a:pt x="1" y="136"/>
                  </a:cubicBezTo>
                  <a:cubicBezTo>
                    <a:pt x="1" y="209"/>
                    <a:pt x="63" y="271"/>
                    <a:pt x="136" y="271"/>
                  </a:cubicBezTo>
                  <a:lnTo>
                    <a:pt x="1263" y="271"/>
                  </a:lnTo>
                  <a:cubicBezTo>
                    <a:pt x="1336" y="271"/>
                    <a:pt x="1397" y="209"/>
                    <a:pt x="1397" y="136"/>
                  </a:cubicBezTo>
                  <a:cubicBezTo>
                    <a:pt x="1397" y="62"/>
                    <a:pt x="1336" y="0"/>
                    <a:pt x="126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6"/>
            <p:cNvSpPr/>
            <p:nvPr/>
          </p:nvSpPr>
          <p:spPr>
            <a:xfrm>
              <a:off x="4848733" y="3705360"/>
              <a:ext cx="19207" cy="9622"/>
            </a:xfrm>
            <a:custGeom>
              <a:rect b="b" l="l" r="r" t="t"/>
              <a:pathLst>
                <a:path extrusionOk="0" h="271" w="541">
                  <a:moveTo>
                    <a:pt x="136" y="0"/>
                  </a:moveTo>
                  <a:cubicBezTo>
                    <a:pt x="61" y="0"/>
                    <a:pt x="1" y="62"/>
                    <a:pt x="1" y="136"/>
                  </a:cubicBezTo>
                  <a:cubicBezTo>
                    <a:pt x="1" y="209"/>
                    <a:pt x="61" y="271"/>
                    <a:pt x="136" y="271"/>
                  </a:cubicBezTo>
                  <a:lnTo>
                    <a:pt x="405" y="271"/>
                  </a:lnTo>
                  <a:cubicBezTo>
                    <a:pt x="481" y="271"/>
                    <a:pt x="540" y="209"/>
                    <a:pt x="540" y="136"/>
                  </a:cubicBezTo>
                  <a:cubicBezTo>
                    <a:pt x="540" y="62"/>
                    <a:pt x="479" y="0"/>
                    <a:pt x="40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6"/>
            <p:cNvSpPr/>
            <p:nvPr/>
          </p:nvSpPr>
          <p:spPr>
            <a:xfrm>
              <a:off x="4789052" y="3726307"/>
              <a:ext cx="49597" cy="9622"/>
            </a:xfrm>
            <a:custGeom>
              <a:rect b="b" l="l" r="r" t="t"/>
              <a:pathLst>
                <a:path extrusionOk="0" h="271" w="1397">
                  <a:moveTo>
                    <a:pt x="136" y="0"/>
                  </a:moveTo>
                  <a:cubicBezTo>
                    <a:pt x="63" y="0"/>
                    <a:pt x="1" y="61"/>
                    <a:pt x="1" y="136"/>
                  </a:cubicBezTo>
                  <a:cubicBezTo>
                    <a:pt x="1" y="209"/>
                    <a:pt x="63" y="271"/>
                    <a:pt x="136" y="271"/>
                  </a:cubicBezTo>
                  <a:lnTo>
                    <a:pt x="1263" y="271"/>
                  </a:lnTo>
                  <a:cubicBezTo>
                    <a:pt x="1336" y="271"/>
                    <a:pt x="1397" y="210"/>
                    <a:pt x="1397" y="136"/>
                  </a:cubicBezTo>
                  <a:cubicBezTo>
                    <a:pt x="1397" y="61"/>
                    <a:pt x="1336" y="0"/>
                    <a:pt x="126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6"/>
            <p:cNvSpPr/>
            <p:nvPr/>
          </p:nvSpPr>
          <p:spPr>
            <a:xfrm>
              <a:off x="4848733" y="3726307"/>
              <a:ext cx="19207" cy="9622"/>
            </a:xfrm>
            <a:custGeom>
              <a:rect b="b" l="l" r="r" t="t"/>
              <a:pathLst>
                <a:path extrusionOk="0" h="271" w="541">
                  <a:moveTo>
                    <a:pt x="136" y="0"/>
                  </a:moveTo>
                  <a:cubicBezTo>
                    <a:pt x="61" y="0"/>
                    <a:pt x="1" y="61"/>
                    <a:pt x="1" y="136"/>
                  </a:cubicBezTo>
                  <a:cubicBezTo>
                    <a:pt x="1" y="209"/>
                    <a:pt x="61" y="271"/>
                    <a:pt x="136" y="271"/>
                  </a:cubicBezTo>
                  <a:lnTo>
                    <a:pt x="405" y="271"/>
                  </a:lnTo>
                  <a:cubicBezTo>
                    <a:pt x="481" y="271"/>
                    <a:pt x="540" y="210"/>
                    <a:pt x="540" y="136"/>
                  </a:cubicBezTo>
                  <a:cubicBezTo>
                    <a:pt x="540" y="61"/>
                    <a:pt x="479" y="0"/>
                    <a:pt x="40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6"/>
            <p:cNvSpPr/>
            <p:nvPr/>
          </p:nvSpPr>
          <p:spPr>
            <a:xfrm>
              <a:off x="4789052" y="3747255"/>
              <a:ext cx="49597" cy="9622"/>
            </a:xfrm>
            <a:custGeom>
              <a:rect b="b" l="l" r="r" t="t"/>
              <a:pathLst>
                <a:path extrusionOk="0" h="271" w="1397">
                  <a:moveTo>
                    <a:pt x="136" y="0"/>
                  </a:moveTo>
                  <a:cubicBezTo>
                    <a:pt x="63" y="0"/>
                    <a:pt x="1" y="62"/>
                    <a:pt x="1" y="136"/>
                  </a:cubicBezTo>
                  <a:cubicBezTo>
                    <a:pt x="1" y="209"/>
                    <a:pt x="63" y="271"/>
                    <a:pt x="136" y="271"/>
                  </a:cubicBezTo>
                  <a:lnTo>
                    <a:pt x="1263" y="271"/>
                  </a:lnTo>
                  <a:cubicBezTo>
                    <a:pt x="1336" y="271"/>
                    <a:pt x="1397" y="209"/>
                    <a:pt x="1397" y="136"/>
                  </a:cubicBezTo>
                  <a:cubicBezTo>
                    <a:pt x="1397" y="62"/>
                    <a:pt x="1336" y="0"/>
                    <a:pt x="126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6"/>
            <p:cNvSpPr/>
            <p:nvPr/>
          </p:nvSpPr>
          <p:spPr>
            <a:xfrm>
              <a:off x="4848733" y="3747255"/>
              <a:ext cx="19207" cy="9622"/>
            </a:xfrm>
            <a:custGeom>
              <a:rect b="b" l="l" r="r" t="t"/>
              <a:pathLst>
                <a:path extrusionOk="0" h="271" w="541">
                  <a:moveTo>
                    <a:pt x="136" y="0"/>
                  </a:moveTo>
                  <a:cubicBezTo>
                    <a:pt x="61" y="0"/>
                    <a:pt x="1" y="62"/>
                    <a:pt x="1" y="136"/>
                  </a:cubicBezTo>
                  <a:cubicBezTo>
                    <a:pt x="1" y="209"/>
                    <a:pt x="61" y="271"/>
                    <a:pt x="136" y="271"/>
                  </a:cubicBezTo>
                  <a:lnTo>
                    <a:pt x="405" y="271"/>
                  </a:lnTo>
                  <a:cubicBezTo>
                    <a:pt x="481" y="271"/>
                    <a:pt x="540" y="209"/>
                    <a:pt x="540" y="136"/>
                  </a:cubicBezTo>
                  <a:cubicBezTo>
                    <a:pt x="540" y="62"/>
                    <a:pt x="479" y="0"/>
                    <a:pt x="40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6"/>
            <p:cNvSpPr/>
            <p:nvPr/>
          </p:nvSpPr>
          <p:spPr>
            <a:xfrm>
              <a:off x="4732210" y="3859837"/>
              <a:ext cx="327049" cy="34901"/>
            </a:xfrm>
            <a:custGeom>
              <a:rect b="b" l="l" r="r" t="t"/>
              <a:pathLst>
                <a:path extrusionOk="0" h="983" w="9212">
                  <a:moveTo>
                    <a:pt x="249" y="1"/>
                  </a:moveTo>
                  <a:cubicBezTo>
                    <a:pt x="111" y="1"/>
                    <a:pt x="0" y="112"/>
                    <a:pt x="0" y="251"/>
                  </a:cubicBezTo>
                  <a:lnTo>
                    <a:pt x="0" y="585"/>
                  </a:lnTo>
                  <a:cubicBezTo>
                    <a:pt x="0" y="805"/>
                    <a:pt x="177" y="982"/>
                    <a:pt x="397" y="982"/>
                  </a:cubicBezTo>
                  <a:lnTo>
                    <a:pt x="8812" y="982"/>
                  </a:lnTo>
                  <a:cubicBezTo>
                    <a:pt x="9032" y="982"/>
                    <a:pt x="9210" y="805"/>
                    <a:pt x="9212" y="585"/>
                  </a:cubicBezTo>
                  <a:lnTo>
                    <a:pt x="9212" y="251"/>
                  </a:lnTo>
                  <a:cubicBezTo>
                    <a:pt x="9212" y="112"/>
                    <a:pt x="9099" y="1"/>
                    <a:pt x="8961" y="1"/>
                  </a:cubicBezTo>
                  <a:lnTo>
                    <a:pt x="5532" y="1"/>
                  </a:lnTo>
                  <a:lnTo>
                    <a:pt x="4669" y="80"/>
                  </a:lnTo>
                  <a:lnTo>
                    <a:pt x="367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6"/>
            <p:cNvSpPr/>
            <p:nvPr/>
          </p:nvSpPr>
          <p:spPr>
            <a:xfrm>
              <a:off x="5031897" y="3859837"/>
              <a:ext cx="27337" cy="34901"/>
            </a:xfrm>
            <a:custGeom>
              <a:rect b="b" l="l" r="r" t="t"/>
              <a:pathLst>
                <a:path extrusionOk="0" h="983" w="770">
                  <a:moveTo>
                    <a:pt x="150" y="1"/>
                  </a:moveTo>
                  <a:cubicBezTo>
                    <a:pt x="287" y="1"/>
                    <a:pt x="398" y="113"/>
                    <a:pt x="398" y="251"/>
                  </a:cubicBezTo>
                  <a:lnTo>
                    <a:pt x="398" y="585"/>
                  </a:lnTo>
                  <a:cubicBezTo>
                    <a:pt x="398" y="805"/>
                    <a:pt x="219" y="982"/>
                    <a:pt x="1" y="982"/>
                  </a:cubicBezTo>
                  <a:lnTo>
                    <a:pt x="371" y="982"/>
                  </a:lnTo>
                  <a:cubicBezTo>
                    <a:pt x="591" y="982"/>
                    <a:pt x="769" y="805"/>
                    <a:pt x="769" y="585"/>
                  </a:cubicBezTo>
                  <a:lnTo>
                    <a:pt x="769" y="251"/>
                  </a:lnTo>
                  <a:cubicBezTo>
                    <a:pt x="769" y="112"/>
                    <a:pt x="657" y="1"/>
                    <a:pt x="52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6"/>
            <p:cNvSpPr/>
            <p:nvPr/>
          </p:nvSpPr>
          <p:spPr>
            <a:xfrm>
              <a:off x="4862793" y="3859908"/>
              <a:ext cx="65893" cy="16936"/>
            </a:xfrm>
            <a:custGeom>
              <a:rect b="b" l="l" r="r" t="t"/>
              <a:pathLst>
                <a:path extrusionOk="0" h="477" w="1856">
                  <a:moveTo>
                    <a:pt x="0" y="0"/>
                  </a:moveTo>
                  <a:lnTo>
                    <a:pt x="0" y="141"/>
                  </a:lnTo>
                  <a:cubicBezTo>
                    <a:pt x="0" y="326"/>
                    <a:pt x="152" y="477"/>
                    <a:pt x="337" y="477"/>
                  </a:cubicBezTo>
                  <a:lnTo>
                    <a:pt x="1519" y="477"/>
                  </a:lnTo>
                  <a:cubicBezTo>
                    <a:pt x="1704" y="477"/>
                    <a:pt x="1854" y="326"/>
                    <a:pt x="1855" y="141"/>
                  </a:cubicBezTo>
                  <a:lnTo>
                    <a:pt x="1855"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6"/>
            <p:cNvSpPr/>
            <p:nvPr/>
          </p:nvSpPr>
          <p:spPr>
            <a:xfrm>
              <a:off x="4903516" y="3859837"/>
              <a:ext cx="25100" cy="16971"/>
            </a:xfrm>
            <a:custGeom>
              <a:rect b="b" l="l" r="r" t="t"/>
              <a:pathLst>
                <a:path extrusionOk="0" h="478" w="707">
                  <a:moveTo>
                    <a:pt x="337" y="1"/>
                  </a:moveTo>
                  <a:lnTo>
                    <a:pt x="337" y="141"/>
                  </a:lnTo>
                  <a:cubicBezTo>
                    <a:pt x="337" y="326"/>
                    <a:pt x="186" y="477"/>
                    <a:pt x="0" y="477"/>
                  </a:cubicBezTo>
                  <a:lnTo>
                    <a:pt x="372" y="477"/>
                  </a:lnTo>
                  <a:cubicBezTo>
                    <a:pt x="557" y="477"/>
                    <a:pt x="707" y="326"/>
                    <a:pt x="707" y="141"/>
                  </a:cubicBezTo>
                  <a:lnTo>
                    <a:pt x="707"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1536" name="Google Shape;1536;p6"/>
          <p:cNvCxnSpPr>
            <a:stCxn id="1469" idx="3"/>
            <a:endCxn id="1485" idx="1"/>
          </p:cNvCxnSpPr>
          <p:nvPr/>
        </p:nvCxnSpPr>
        <p:spPr>
          <a:xfrm>
            <a:off x="4267125" y="1877225"/>
            <a:ext cx="609900" cy="318900"/>
          </a:xfrm>
          <a:prstGeom prst="bentConnector3">
            <a:avLst>
              <a:gd fmla="val 49988" name="adj1"/>
            </a:avLst>
          </a:prstGeom>
          <a:noFill/>
          <a:ln cap="flat" cmpd="sng" w="9525">
            <a:solidFill>
              <a:schemeClr val="dk2"/>
            </a:solidFill>
            <a:prstDash val="solid"/>
            <a:round/>
            <a:headEnd len="sm" w="sm" type="none"/>
            <a:tailEnd len="sm" w="sm" type="none"/>
          </a:ln>
        </p:spPr>
      </p:cxnSp>
      <p:cxnSp>
        <p:nvCxnSpPr>
          <p:cNvPr id="1537" name="Google Shape;1537;p6"/>
          <p:cNvCxnSpPr>
            <a:stCxn id="1488" idx="3"/>
            <a:endCxn id="1470" idx="1"/>
          </p:cNvCxnSpPr>
          <p:nvPr/>
        </p:nvCxnSpPr>
        <p:spPr>
          <a:xfrm flipH="1" rot="10800000">
            <a:off x="4267125" y="3737675"/>
            <a:ext cx="609900" cy="318900"/>
          </a:xfrm>
          <a:prstGeom prst="bentConnector3">
            <a:avLst>
              <a:gd fmla="val 49988" name="adj1"/>
            </a:avLst>
          </a:prstGeom>
          <a:noFill/>
          <a:ln cap="flat" cmpd="sng" w="9525">
            <a:solidFill>
              <a:schemeClr val="dk2"/>
            </a:solidFill>
            <a:prstDash val="solid"/>
            <a:round/>
            <a:headEnd len="sm" w="sm" type="none"/>
            <a:tailEnd len="sm" w="sm"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1" name="Shape 1541"/>
        <p:cNvGrpSpPr/>
        <p:nvPr/>
      </p:nvGrpSpPr>
      <p:grpSpPr>
        <a:xfrm>
          <a:off x="0" y="0"/>
          <a:ext cx="0" cy="0"/>
          <a:chOff x="0" y="0"/>
          <a:chExt cx="0" cy="0"/>
        </a:xfrm>
      </p:grpSpPr>
      <p:grpSp>
        <p:nvGrpSpPr>
          <p:cNvPr id="1542" name="Google Shape;1542;p19"/>
          <p:cNvGrpSpPr/>
          <p:nvPr/>
        </p:nvGrpSpPr>
        <p:grpSpPr>
          <a:xfrm>
            <a:off x="1123325" y="1089000"/>
            <a:ext cx="6897300" cy="2747400"/>
            <a:chOff x="1123325" y="1089000"/>
            <a:chExt cx="6897300" cy="2747400"/>
          </a:xfrm>
        </p:grpSpPr>
        <p:sp>
          <p:nvSpPr>
            <p:cNvPr id="1543" name="Google Shape;1543;p19"/>
            <p:cNvSpPr/>
            <p:nvPr/>
          </p:nvSpPr>
          <p:spPr>
            <a:xfrm>
              <a:off x="1123325" y="1089000"/>
              <a:ext cx="6897300" cy="2747400"/>
            </a:xfrm>
            <a:prstGeom prst="rect">
              <a:avLst/>
            </a:prstGeom>
            <a:solidFill>
              <a:srgbClr val="7C7C7C">
                <a:alpha val="2627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19"/>
            <p:cNvSpPr/>
            <p:nvPr/>
          </p:nvSpPr>
          <p:spPr>
            <a:xfrm>
              <a:off x="1123325" y="1089000"/>
              <a:ext cx="68973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19"/>
            <p:cNvSpPr/>
            <p:nvPr/>
          </p:nvSpPr>
          <p:spPr>
            <a:xfrm>
              <a:off x="1237750" y="11479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19"/>
            <p:cNvSpPr/>
            <p:nvPr/>
          </p:nvSpPr>
          <p:spPr>
            <a:xfrm>
              <a:off x="1421200" y="11479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19"/>
            <p:cNvSpPr/>
            <p:nvPr/>
          </p:nvSpPr>
          <p:spPr>
            <a:xfrm>
              <a:off x="1604650" y="1147925"/>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48" name="Google Shape;1548;p19"/>
          <p:cNvSpPr txBox="1"/>
          <p:nvPr>
            <p:ph type="title"/>
          </p:nvPr>
        </p:nvSpPr>
        <p:spPr>
          <a:xfrm>
            <a:off x="1123325" y="1307100"/>
            <a:ext cx="6897300" cy="2529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4800"/>
              <a:buNone/>
            </a:pPr>
            <a:r>
              <a:rPr lang="en" sz="5400"/>
              <a:t>GRAZIE PER L’ATTENZIONE</a:t>
            </a:r>
            <a:endParaRPr sz="5400"/>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2" name="Shape 1552"/>
        <p:cNvGrpSpPr/>
        <p:nvPr/>
      </p:nvGrpSpPr>
      <p:grpSpPr>
        <a:xfrm>
          <a:off x="0" y="0"/>
          <a:ext cx="0" cy="0"/>
          <a:chOff x="0" y="0"/>
          <a:chExt cx="0" cy="0"/>
        </a:xfrm>
      </p:grpSpPr>
      <p:cxnSp>
        <p:nvCxnSpPr>
          <p:cNvPr id="1553" name="Google Shape;1553;p8"/>
          <p:cNvCxnSpPr>
            <a:stCxn id="1554" idx="3"/>
          </p:cNvCxnSpPr>
          <p:nvPr/>
        </p:nvCxnSpPr>
        <p:spPr>
          <a:xfrm>
            <a:off x="3072900" y="1838100"/>
            <a:ext cx="751200" cy="101400"/>
          </a:xfrm>
          <a:prstGeom prst="bentConnector3">
            <a:avLst>
              <a:gd fmla="val 50000" name="adj1"/>
            </a:avLst>
          </a:prstGeom>
          <a:noFill/>
          <a:ln cap="flat" cmpd="sng" w="9525">
            <a:solidFill>
              <a:srgbClr val="ECE5B4"/>
            </a:solidFill>
            <a:prstDash val="solid"/>
            <a:round/>
            <a:headEnd len="sm" w="sm" type="none"/>
            <a:tailEnd len="sm" w="sm" type="none"/>
          </a:ln>
        </p:spPr>
      </p:cxnSp>
      <p:cxnSp>
        <p:nvCxnSpPr>
          <p:cNvPr id="1555" name="Google Shape;1555;p8"/>
          <p:cNvCxnSpPr>
            <a:stCxn id="1556" idx="3"/>
          </p:cNvCxnSpPr>
          <p:nvPr/>
        </p:nvCxnSpPr>
        <p:spPr>
          <a:xfrm>
            <a:off x="3072900" y="3286800"/>
            <a:ext cx="1066800" cy="311400"/>
          </a:xfrm>
          <a:prstGeom prst="bentConnector3">
            <a:avLst>
              <a:gd fmla="val 50000" name="adj1"/>
            </a:avLst>
          </a:prstGeom>
          <a:noFill/>
          <a:ln cap="flat" cmpd="sng" w="9525">
            <a:solidFill>
              <a:srgbClr val="ECE5B4"/>
            </a:solidFill>
            <a:prstDash val="solid"/>
            <a:round/>
            <a:headEnd len="sm" w="sm" type="none"/>
            <a:tailEnd len="sm" w="sm" type="none"/>
          </a:ln>
        </p:spPr>
      </p:cxnSp>
      <p:cxnSp>
        <p:nvCxnSpPr>
          <p:cNvPr id="1557" name="Google Shape;1557;p8"/>
          <p:cNvCxnSpPr>
            <a:stCxn id="1558" idx="1"/>
            <a:endCxn id="1559" idx="6"/>
          </p:cNvCxnSpPr>
          <p:nvPr/>
        </p:nvCxnSpPr>
        <p:spPr>
          <a:xfrm rot="10800000">
            <a:off x="5114700" y="2665800"/>
            <a:ext cx="956400" cy="621000"/>
          </a:xfrm>
          <a:prstGeom prst="bentConnector3">
            <a:avLst>
              <a:gd fmla="val 29290" name="adj1"/>
            </a:avLst>
          </a:prstGeom>
          <a:noFill/>
          <a:ln cap="flat" cmpd="sng" w="9525">
            <a:solidFill>
              <a:srgbClr val="ECE5B4"/>
            </a:solidFill>
            <a:prstDash val="solid"/>
            <a:round/>
            <a:headEnd len="sm" w="sm" type="none"/>
            <a:tailEnd len="sm" w="sm" type="none"/>
          </a:ln>
        </p:spPr>
      </p:cxnSp>
      <p:sp>
        <p:nvSpPr>
          <p:cNvPr id="1560" name="Google Shape;1560;p8"/>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Most</a:t>
            </a:r>
            <a:r>
              <a:rPr lang="en"/>
              <a:t> popular programs</a:t>
            </a:r>
            <a:endParaRPr/>
          </a:p>
        </p:txBody>
      </p:sp>
      <p:pic>
        <p:nvPicPr>
          <p:cNvPr id="1561" name="Google Shape;1561;p8" title="Gráfico">
            <a:hlinkClick r:id="rId3"/>
          </p:cNvPr>
          <p:cNvPicPr preferRelativeResize="0"/>
          <p:nvPr/>
        </p:nvPicPr>
        <p:blipFill rotWithShape="1">
          <a:blip r:embed="rId4">
            <a:alphaModFix/>
          </a:blip>
          <a:srcRect b="0" l="18963" r="18962" t="0"/>
          <a:stretch/>
        </p:blipFill>
        <p:spPr>
          <a:xfrm>
            <a:off x="3366751" y="1465213"/>
            <a:ext cx="2410500" cy="2401101"/>
          </a:xfrm>
          <a:prstGeom prst="rect">
            <a:avLst/>
          </a:prstGeom>
          <a:noFill/>
          <a:ln>
            <a:noFill/>
          </a:ln>
        </p:spPr>
      </p:pic>
      <p:sp>
        <p:nvSpPr>
          <p:cNvPr id="1562" name="Google Shape;1562;p8"/>
          <p:cNvSpPr/>
          <p:nvPr/>
        </p:nvSpPr>
        <p:spPr>
          <a:xfrm>
            <a:off x="720075" y="4227225"/>
            <a:ext cx="7704000" cy="3798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8"/>
          <p:cNvSpPr txBox="1"/>
          <p:nvPr>
            <p:ph idx="4294967295" type="subTitle"/>
          </p:nvPr>
        </p:nvSpPr>
        <p:spPr>
          <a:xfrm>
            <a:off x="720075" y="4227125"/>
            <a:ext cx="7704000" cy="379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lt1"/>
              </a:buClr>
              <a:buSzPts val="1400"/>
              <a:buFont typeface="Anaheim"/>
              <a:buNone/>
            </a:pPr>
            <a:r>
              <a:rPr b="0" i="0" lang="en" sz="1200" u="none" cap="none" strike="noStrike">
                <a:solidFill>
                  <a:schemeClr val="lt1"/>
                </a:solidFill>
                <a:latin typeface="Anaheim"/>
                <a:ea typeface="Anaheim"/>
                <a:cs typeface="Anaheim"/>
                <a:sym typeface="Anaheim"/>
              </a:rPr>
              <a:t>Follow the link in the graph to modify its data and then paste the new one here. </a:t>
            </a:r>
            <a:r>
              <a:rPr b="1" i="0" lang="en" sz="1200" u="none" cap="none" strike="noStrike">
                <a:solidFill>
                  <a:schemeClr val="lt1"/>
                </a:solidFill>
                <a:highlight>
                  <a:schemeClr val="accent5"/>
                </a:highlight>
                <a:uFill>
                  <a:noFill/>
                </a:uFill>
                <a:latin typeface="Anaheim"/>
                <a:ea typeface="Anaheim"/>
                <a:cs typeface="Anaheim"/>
                <a:sym typeface="Anaheim"/>
                <a:hlinkClick r:id="rId5">
                  <a:extLst>
                    <a:ext uri="{A12FA001-AC4F-418D-AE19-62706E023703}">
                      <ahyp:hlinkClr val="tx"/>
                    </a:ext>
                  </a:extLst>
                </a:hlinkClick>
              </a:rPr>
              <a:t>For more info, click here</a:t>
            </a:r>
            <a:endParaRPr b="0" i="0" sz="1400" u="none" cap="none" strike="noStrike">
              <a:solidFill>
                <a:schemeClr val="lt1"/>
              </a:solidFill>
              <a:highlight>
                <a:schemeClr val="accent5"/>
              </a:highlight>
              <a:latin typeface="Anaheim"/>
              <a:ea typeface="Anaheim"/>
              <a:cs typeface="Anaheim"/>
              <a:sym typeface="Anaheim"/>
            </a:endParaRPr>
          </a:p>
        </p:txBody>
      </p:sp>
      <p:sp>
        <p:nvSpPr>
          <p:cNvPr id="1564" name="Google Shape;1564;p8"/>
          <p:cNvSpPr/>
          <p:nvPr/>
        </p:nvSpPr>
        <p:spPr>
          <a:xfrm>
            <a:off x="720000" y="1388400"/>
            <a:ext cx="2352900" cy="11058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8"/>
          <p:cNvSpPr txBox="1"/>
          <p:nvPr/>
        </p:nvSpPr>
        <p:spPr>
          <a:xfrm>
            <a:off x="720000" y="1606500"/>
            <a:ext cx="2352900" cy="4632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0" i="0" lang="en" sz="1600" u="none" cap="none" strike="noStrike">
                <a:solidFill>
                  <a:schemeClr val="accent3"/>
                </a:solidFill>
                <a:latin typeface="Zen Dots"/>
                <a:ea typeface="Zen Dots"/>
                <a:cs typeface="Zen Dots"/>
                <a:sym typeface="Zen Dots"/>
              </a:rPr>
              <a:t>Harper - 22%</a:t>
            </a:r>
            <a:endParaRPr b="0" i="0" sz="1600" u="none" cap="none" strike="noStrike">
              <a:solidFill>
                <a:schemeClr val="accent3"/>
              </a:solidFill>
              <a:latin typeface="Zen Dots"/>
              <a:ea typeface="Zen Dots"/>
              <a:cs typeface="Zen Dots"/>
              <a:sym typeface="Zen Dots"/>
            </a:endParaRPr>
          </a:p>
        </p:txBody>
      </p:sp>
      <p:sp>
        <p:nvSpPr>
          <p:cNvPr id="1565" name="Google Shape;1565;p8"/>
          <p:cNvSpPr txBox="1"/>
          <p:nvPr/>
        </p:nvSpPr>
        <p:spPr>
          <a:xfrm>
            <a:off x="720000" y="2069500"/>
            <a:ext cx="2352900" cy="4248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rgbClr val="000000"/>
                </a:solidFill>
                <a:highlight>
                  <a:srgbClr val="7EC8D4"/>
                </a:highlight>
                <a:latin typeface="Anaheim"/>
                <a:ea typeface="Anaheim"/>
                <a:cs typeface="Anaheim"/>
                <a:sym typeface="Anaheim"/>
              </a:rPr>
              <a:t>Mars</a:t>
            </a:r>
            <a:r>
              <a:rPr b="1" i="0" lang="en" sz="1400" u="none" cap="none" strike="noStrike">
                <a:solidFill>
                  <a:srgbClr val="FFFFFF"/>
                </a:solidFill>
                <a:latin typeface="Anaheim"/>
                <a:ea typeface="Anaheim"/>
                <a:cs typeface="Anaheim"/>
                <a:sym typeface="Anaheim"/>
              </a:rPr>
              <a:t> </a:t>
            </a:r>
            <a:r>
              <a:rPr b="0" i="0" lang="en" sz="1400" u="none" cap="none" strike="noStrike">
                <a:solidFill>
                  <a:srgbClr val="FFFFFF"/>
                </a:solidFill>
                <a:latin typeface="Anaheim"/>
                <a:ea typeface="Anaheim"/>
                <a:cs typeface="Anaheim"/>
                <a:sym typeface="Anaheim"/>
              </a:rPr>
              <a:t>is red and cold</a:t>
            </a:r>
            <a:endParaRPr b="0" i="0" sz="1400" u="none" cap="none" strike="noStrike">
              <a:solidFill>
                <a:srgbClr val="FFFFFF"/>
              </a:solidFill>
              <a:latin typeface="Anaheim"/>
              <a:ea typeface="Anaheim"/>
              <a:cs typeface="Anaheim"/>
              <a:sym typeface="Anaheim"/>
            </a:endParaRPr>
          </a:p>
        </p:txBody>
      </p:sp>
      <p:grpSp>
        <p:nvGrpSpPr>
          <p:cNvPr id="1566" name="Google Shape;1566;p8"/>
          <p:cNvGrpSpPr/>
          <p:nvPr/>
        </p:nvGrpSpPr>
        <p:grpSpPr>
          <a:xfrm>
            <a:off x="720000" y="1388400"/>
            <a:ext cx="2352900" cy="218100"/>
            <a:chOff x="1290775" y="1427525"/>
            <a:chExt cx="2352900" cy="218100"/>
          </a:xfrm>
        </p:grpSpPr>
        <p:sp>
          <p:nvSpPr>
            <p:cNvPr id="1567" name="Google Shape;1567;p8"/>
            <p:cNvSpPr/>
            <p:nvPr/>
          </p:nvSpPr>
          <p:spPr>
            <a:xfrm>
              <a:off x="1290775" y="1427525"/>
              <a:ext cx="23529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8"/>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8"/>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8"/>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1" name="Google Shape;1571;p8"/>
          <p:cNvGrpSpPr/>
          <p:nvPr/>
        </p:nvGrpSpPr>
        <p:grpSpPr>
          <a:xfrm>
            <a:off x="4029100" y="2122863"/>
            <a:ext cx="1085700" cy="1085700"/>
            <a:chOff x="4029100" y="2232725"/>
            <a:chExt cx="1085700" cy="1085700"/>
          </a:xfrm>
        </p:grpSpPr>
        <p:sp>
          <p:nvSpPr>
            <p:cNvPr id="1559" name="Google Shape;1559;p8"/>
            <p:cNvSpPr/>
            <p:nvPr/>
          </p:nvSpPr>
          <p:spPr>
            <a:xfrm>
              <a:off x="4029100" y="2232725"/>
              <a:ext cx="1085700" cy="1085700"/>
            </a:xfrm>
            <a:prstGeom prst="ellipse">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72" name="Google Shape;1572;p8"/>
            <p:cNvGrpSpPr/>
            <p:nvPr/>
          </p:nvGrpSpPr>
          <p:grpSpPr>
            <a:xfrm>
              <a:off x="4369121" y="2571745"/>
              <a:ext cx="405697" cy="407749"/>
              <a:chOff x="1496192" y="2172668"/>
              <a:chExt cx="325390" cy="327037"/>
            </a:xfrm>
          </p:grpSpPr>
          <p:sp>
            <p:nvSpPr>
              <p:cNvPr id="1573" name="Google Shape;1573;p8"/>
              <p:cNvSpPr/>
              <p:nvPr/>
            </p:nvSpPr>
            <p:spPr>
              <a:xfrm>
                <a:off x="1565495" y="2172775"/>
                <a:ext cx="256080" cy="326930"/>
              </a:xfrm>
              <a:custGeom>
                <a:rect b="b" l="l" r="r" t="t"/>
                <a:pathLst>
                  <a:path extrusionOk="0" h="9208" w="7213">
                    <a:moveTo>
                      <a:pt x="438" y="1"/>
                    </a:moveTo>
                    <a:cubicBezTo>
                      <a:pt x="197" y="1"/>
                      <a:pt x="0" y="196"/>
                      <a:pt x="0" y="437"/>
                    </a:cubicBezTo>
                    <a:lnTo>
                      <a:pt x="0" y="8771"/>
                    </a:lnTo>
                    <a:cubicBezTo>
                      <a:pt x="0" y="9012"/>
                      <a:pt x="197" y="9207"/>
                      <a:pt x="438" y="9207"/>
                    </a:cubicBezTo>
                    <a:lnTo>
                      <a:pt x="6775" y="9207"/>
                    </a:lnTo>
                    <a:cubicBezTo>
                      <a:pt x="7016" y="9207"/>
                      <a:pt x="7213" y="9012"/>
                      <a:pt x="7213" y="8770"/>
                    </a:cubicBezTo>
                    <a:lnTo>
                      <a:pt x="7213" y="437"/>
                    </a:lnTo>
                    <a:cubicBezTo>
                      <a:pt x="7213" y="196"/>
                      <a:pt x="7016" y="1"/>
                      <a:pt x="6775" y="1"/>
                    </a:cubicBezTo>
                    <a:close/>
                  </a:path>
                </a:pathLst>
              </a:custGeom>
              <a:solidFill>
                <a:srgbClr val="B6C4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8"/>
              <p:cNvSpPr/>
              <p:nvPr/>
            </p:nvSpPr>
            <p:spPr>
              <a:xfrm>
                <a:off x="1792825" y="2172668"/>
                <a:ext cx="28757" cy="327001"/>
              </a:xfrm>
              <a:custGeom>
                <a:rect b="b" l="l" r="r" t="t"/>
                <a:pathLst>
                  <a:path extrusionOk="0" h="9210" w="810">
                    <a:moveTo>
                      <a:pt x="1" y="1"/>
                    </a:moveTo>
                    <a:cubicBezTo>
                      <a:pt x="243" y="1"/>
                      <a:pt x="438" y="196"/>
                      <a:pt x="438" y="438"/>
                    </a:cubicBezTo>
                    <a:lnTo>
                      <a:pt x="438" y="8773"/>
                    </a:lnTo>
                    <a:cubicBezTo>
                      <a:pt x="438" y="9013"/>
                      <a:pt x="243" y="9209"/>
                      <a:pt x="1" y="9209"/>
                    </a:cubicBezTo>
                    <a:lnTo>
                      <a:pt x="372" y="9209"/>
                    </a:lnTo>
                    <a:cubicBezTo>
                      <a:pt x="613" y="9209"/>
                      <a:pt x="810" y="9015"/>
                      <a:pt x="810" y="8773"/>
                    </a:cubicBezTo>
                    <a:lnTo>
                      <a:pt x="810" y="438"/>
                    </a:lnTo>
                    <a:cubicBezTo>
                      <a:pt x="810" y="198"/>
                      <a:pt x="613"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8"/>
              <p:cNvSpPr/>
              <p:nvPr/>
            </p:nvSpPr>
            <p:spPr>
              <a:xfrm>
                <a:off x="1588111" y="2195355"/>
                <a:ext cx="210849" cy="266181"/>
              </a:xfrm>
              <a:custGeom>
                <a:rect b="b" l="l" r="r" t="t"/>
                <a:pathLst>
                  <a:path extrusionOk="0" h="7497" w="5939">
                    <a:moveTo>
                      <a:pt x="222" y="1"/>
                    </a:moveTo>
                    <a:cubicBezTo>
                      <a:pt x="100" y="1"/>
                      <a:pt x="1" y="100"/>
                      <a:pt x="1" y="222"/>
                    </a:cubicBezTo>
                    <a:lnTo>
                      <a:pt x="1" y="7275"/>
                    </a:lnTo>
                    <a:cubicBezTo>
                      <a:pt x="1" y="7397"/>
                      <a:pt x="100" y="7497"/>
                      <a:pt x="222" y="7497"/>
                    </a:cubicBezTo>
                    <a:lnTo>
                      <a:pt x="5717" y="7497"/>
                    </a:lnTo>
                    <a:cubicBezTo>
                      <a:pt x="5839" y="7497"/>
                      <a:pt x="5938" y="7397"/>
                      <a:pt x="5938" y="7275"/>
                    </a:cubicBezTo>
                    <a:lnTo>
                      <a:pt x="5938" y="222"/>
                    </a:lnTo>
                    <a:cubicBezTo>
                      <a:pt x="5938" y="100"/>
                      <a:pt x="5839" y="1"/>
                      <a:pt x="571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8"/>
              <p:cNvSpPr/>
              <p:nvPr/>
            </p:nvSpPr>
            <p:spPr>
              <a:xfrm>
                <a:off x="1778446" y="2195355"/>
                <a:ext cx="20520" cy="266181"/>
              </a:xfrm>
              <a:custGeom>
                <a:rect b="b" l="l" r="r" t="t"/>
                <a:pathLst>
                  <a:path extrusionOk="0" h="7497" w="578">
                    <a:moveTo>
                      <a:pt x="0" y="1"/>
                    </a:moveTo>
                    <a:cubicBezTo>
                      <a:pt x="122" y="1"/>
                      <a:pt x="220" y="100"/>
                      <a:pt x="220" y="222"/>
                    </a:cubicBezTo>
                    <a:lnTo>
                      <a:pt x="220" y="7275"/>
                    </a:lnTo>
                    <a:cubicBezTo>
                      <a:pt x="220" y="7397"/>
                      <a:pt x="122" y="7497"/>
                      <a:pt x="0" y="7497"/>
                    </a:cubicBezTo>
                    <a:lnTo>
                      <a:pt x="356" y="7497"/>
                    </a:lnTo>
                    <a:cubicBezTo>
                      <a:pt x="478" y="7497"/>
                      <a:pt x="577" y="7397"/>
                      <a:pt x="577" y="7275"/>
                    </a:cubicBezTo>
                    <a:lnTo>
                      <a:pt x="577" y="222"/>
                    </a:lnTo>
                    <a:cubicBezTo>
                      <a:pt x="577" y="100"/>
                      <a:pt x="478" y="1"/>
                      <a:pt x="35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8"/>
              <p:cNvSpPr/>
              <p:nvPr/>
            </p:nvSpPr>
            <p:spPr>
              <a:xfrm>
                <a:off x="1679320" y="2475693"/>
                <a:ext cx="28402" cy="9835"/>
              </a:xfrm>
              <a:custGeom>
                <a:rect b="b" l="l" r="r" t="t"/>
                <a:pathLst>
                  <a:path extrusionOk="0" h="277" w="800">
                    <a:moveTo>
                      <a:pt x="139" y="1"/>
                    </a:moveTo>
                    <a:cubicBezTo>
                      <a:pt x="64" y="1"/>
                      <a:pt x="0" y="62"/>
                      <a:pt x="0" y="139"/>
                    </a:cubicBezTo>
                    <a:cubicBezTo>
                      <a:pt x="0" y="214"/>
                      <a:pt x="61" y="277"/>
                      <a:pt x="139" y="277"/>
                    </a:cubicBezTo>
                    <a:lnTo>
                      <a:pt x="661" y="277"/>
                    </a:lnTo>
                    <a:cubicBezTo>
                      <a:pt x="737" y="277"/>
                      <a:pt x="799" y="214"/>
                      <a:pt x="799" y="139"/>
                    </a:cubicBezTo>
                    <a:cubicBezTo>
                      <a:pt x="799" y="62"/>
                      <a:pt x="737" y="1"/>
                      <a:pt x="6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8"/>
              <p:cNvSpPr/>
              <p:nvPr/>
            </p:nvSpPr>
            <p:spPr>
              <a:xfrm>
                <a:off x="1611579" y="2218149"/>
                <a:ext cx="163880" cy="67886"/>
              </a:xfrm>
              <a:custGeom>
                <a:rect b="b" l="l" r="r" t="t"/>
                <a:pathLst>
                  <a:path extrusionOk="0" h="1912" w="4616">
                    <a:moveTo>
                      <a:pt x="184" y="0"/>
                    </a:moveTo>
                    <a:cubicBezTo>
                      <a:pt x="82" y="0"/>
                      <a:pt x="0" y="84"/>
                      <a:pt x="0" y="186"/>
                    </a:cubicBezTo>
                    <a:lnTo>
                      <a:pt x="0" y="1726"/>
                    </a:lnTo>
                    <a:cubicBezTo>
                      <a:pt x="0" y="1829"/>
                      <a:pt x="82" y="1911"/>
                      <a:pt x="184" y="1911"/>
                    </a:cubicBezTo>
                    <a:lnTo>
                      <a:pt x="4430" y="1911"/>
                    </a:lnTo>
                    <a:cubicBezTo>
                      <a:pt x="4533" y="1911"/>
                      <a:pt x="4615" y="1829"/>
                      <a:pt x="4615" y="1726"/>
                    </a:cubicBezTo>
                    <a:lnTo>
                      <a:pt x="4615" y="186"/>
                    </a:lnTo>
                    <a:cubicBezTo>
                      <a:pt x="4615" y="84"/>
                      <a:pt x="4533" y="0"/>
                      <a:pt x="443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8"/>
              <p:cNvSpPr/>
              <p:nvPr/>
            </p:nvSpPr>
            <p:spPr>
              <a:xfrm>
                <a:off x="1755688" y="2218149"/>
                <a:ext cx="19775" cy="67886"/>
              </a:xfrm>
              <a:custGeom>
                <a:rect b="b" l="l" r="r" t="t"/>
                <a:pathLst>
                  <a:path extrusionOk="0" h="1912" w="557">
                    <a:moveTo>
                      <a:pt x="1" y="0"/>
                    </a:moveTo>
                    <a:cubicBezTo>
                      <a:pt x="103" y="0"/>
                      <a:pt x="186" y="84"/>
                      <a:pt x="186" y="186"/>
                    </a:cubicBezTo>
                    <a:lnTo>
                      <a:pt x="186" y="1726"/>
                    </a:lnTo>
                    <a:cubicBezTo>
                      <a:pt x="186" y="1829"/>
                      <a:pt x="103" y="1911"/>
                      <a:pt x="1" y="1911"/>
                    </a:cubicBezTo>
                    <a:lnTo>
                      <a:pt x="371" y="1911"/>
                    </a:lnTo>
                    <a:cubicBezTo>
                      <a:pt x="474" y="1911"/>
                      <a:pt x="556" y="1829"/>
                      <a:pt x="556" y="1726"/>
                    </a:cubicBezTo>
                    <a:lnTo>
                      <a:pt x="556" y="186"/>
                    </a:lnTo>
                    <a:cubicBezTo>
                      <a:pt x="556" y="84"/>
                      <a:pt x="474" y="2"/>
                      <a:pt x="37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8"/>
              <p:cNvSpPr/>
              <p:nvPr/>
            </p:nvSpPr>
            <p:spPr>
              <a:xfrm>
                <a:off x="1697817" y="2306589"/>
                <a:ext cx="82543" cy="9835"/>
              </a:xfrm>
              <a:custGeom>
                <a:rect b="b" l="l" r="r" t="t"/>
                <a:pathLst>
                  <a:path extrusionOk="0" h="277" w="2325">
                    <a:moveTo>
                      <a:pt x="140" y="0"/>
                    </a:moveTo>
                    <a:cubicBezTo>
                      <a:pt x="64" y="0"/>
                      <a:pt x="0" y="61"/>
                      <a:pt x="0" y="139"/>
                    </a:cubicBezTo>
                    <a:cubicBezTo>
                      <a:pt x="0" y="213"/>
                      <a:pt x="62" y="277"/>
                      <a:pt x="140" y="277"/>
                    </a:cubicBezTo>
                    <a:lnTo>
                      <a:pt x="2186" y="277"/>
                    </a:lnTo>
                    <a:cubicBezTo>
                      <a:pt x="2262" y="277"/>
                      <a:pt x="2324" y="213"/>
                      <a:pt x="2324" y="139"/>
                    </a:cubicBezTo>
                    <a:cubicBezTo>
                      <a:pt x="2324" y="62"/>
                      <a:pt x="2264" y="0"/>
                      <a:pt x="21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8"/>
              <p:cNvSpPr/>
              <p:nvPr/>
            </p:nvSpPr>
            <p:spPr>
              <a:xfrm>
                <a:off x="1697817" y="2331654"/>
                <a:ext cx="82543" cy="9870"/>
              </a:xfrm>
              <a:custGeom>
                <a:rect b="b" l="l" r="r" t="t"/>
                <a:pathLst>
                  <a:path extrusionOk="0" h="278" w="2325">
                    <a:moveTo>
                      <a:pt x="140" y="1"/>
                    </a:moveTo>
                    <a:cubicBezTo>
                      <a:pt x="64" y="1"/>
                      <a:pt x="0" y="64"/>
                      <a:pt x="0" y="139"/>
                    </a:cubicBezTo>
                    <a:cubicBezTo>
                      <a:pt x="0" y="215"/>
                      <a:pt x="62" y="277"/>
                      <a:pt x="140" y="277"/>
                    </a:cubicBezTo>
                    <a:lnTo>
                      <a:pt x="2186" y="277"/>
                    </a:lnTo>
                    <a:cubicBezTo>
                      <a:pt x="2262" y="277"/>
                      <a:pt x="2324" y="215"/>
                      <a:pt x="2324" y="139"/>
                    </a:cubicBezTo>
                    <a:cubicBezTo>
                      <a:pt x="2324" y="64"/>
                      <a:pt x="2264" y="1"/>
                      <a:pt x="218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8"/>
              <p:cNvSpPr/>
              <p:nvPr/>
            </p:nvSpPr>
            <p:spPr>
              <a:xfrm>
                <a:off x="1750433" y="2356755"/>
                <a:ext cx="29929" cy="9906"/>
              </a:xfrm>
              <a:custGeom>
                <a:rect b="b" l="l" r="r" t="t"/>
                <a:pathLst>
                  <a:path extrusionOk="0" h="279" w="843">
                    <a:moveTo>
                      <a:pt x="140" y="1"/>
                    </a:moveTo>
                    <a:cubicBezTo>
                      <a:pt x="64" y="1"/>
                      <a:pt x="1" y="64"/>
                      <a:pt x="1" y="139"/>
                    </a:cubicBezTo>
                    <a:cubicBezTo>
                      <a:pt x="1" y="215"/>
                      <a:pt x="62" y="278"/>
                      <a:pt x="140" y="278"/>
                    </a:cubicBezTo>
                    <a:lnTo>
                      <a:pt x="704" y="278"/>
                    </a:lnTo>
                    <a:cubicBezTo>
                      <a:pt x="780" y="278"/>
                      <a:pt x="842" y="215"/>
                      <a:pt x="841" y="139"/>
                    </a:cubicBezTo>
                    <a:cubicBezTo>
                      <a:pt x="841" y="64"/>
                      <a:pt x="780" y="1"/>
                      <a:pt x="70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8"/>
              <p:cNvSpPr/>
              <p:nvPr/>
            </p:nvSpPr>
            <p:spPr>
              <a:xfrm>
                <a:off x="1695474" y="2356755"/>
                <a:ext cx="41928" cy="9906"/>
              </a:xfrm>
              <a:custGeom>
                <a:rect b="b" l="l" r="r" t="t"/>
                <a:pathLst>
                  <a:path extrusionOk="0" h="279" w="1181">
                    <a:moveTo>
                      <a:pt x="138" y="1"/>
                    </a:moveTo>
                    <a:cubicBezTo>
                      <a:pt x="63" y="1"/>
                      <a:pt x="0" y="64"/>
                      <a:pt x="0" y="139"/>
                    </a:cubicBezTo>
                    <a:cubicBezTo>
                      <a:pt x="0" y="215"/>
                      <a:pt x="62" y="278"/>
                      <a:pt x="138" y="278"/>
                    </a:cubicBezTo>
                    <a:lnTo>
                      <a:pt x="1042" y="278"/>
                    </a:lnTo>
                    <a:cubicBezTo>
                      <a:pt x="1120" y="278"/>
                      <a:pt x="1180" y="215"/>
                      <a:pt x="1180" y="139"/>
                    </a:cubicBezTo>
                    <a:cubicBezTo>
                      <a:pt x="1180" y="64"/>
                      <a:pt x="1120" y="1"/>
                      <a:pt x="10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8"/>
              <p:cNvSpPr/>
              <p:nvPr/>
            </p:nvSpPr>
            <p:spPr>
              <a:xfrm>
                <a:off x="1691320" y="2381750"/>
                <a:ext cx="89040" cy="9835"/>
              </a:xfrm>
              <a:custGeom>
                <a:rect b="b" l="l" r="r" t="t"/>
                <a:pathLst>
                  <a:path extrusionOk="0" h="277" w="2508">
                    <a:moveTo>
                      <a:pt x="139" y="0"/>
                    </a:moveTo>
                    <a:cubicBezTo>
                      <a:pt x="64" y="0"/>
                      <a:pt x="1" y="64"/>
                      <a:pt x="1" y="138"/>
                    </a:cubicBezTo>
                    <a:cubicBezTo>
                      <a:pt x="1" y="215"/>
                      <a:pt x="61" y="276"/>
                      <a:pt x="139" y="276"/>
                    </a:cubicBezTo>
                    <a:lnTo>
                      <a:pt x="2369" y="276"/>
                    </a:lnTo>
                    <a:cubicBezTo>
                      <a:pt x="2445" y="276"/>
                      <a:pt x="2507" y="215"/>
                      <a:pt x="2507" y="138"/>
                    </a:cubicBezTo>
                    <a:cubicBezTo>
                      <a:pt x="2507" y="64"/>
                      <a:pt x="2447" y="0"/>
                      <a:pt x="236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8"/>
              <p:cNvSpPr/>
              <p:nvPr/>
            </p:nvSpPr>
            <p:spPr>
              <a:xfrm>
                <a:off x="1719794" y="2406816"/>
                <a:ext cx="60567" cy="9870"/>
              </a:xfrm>
              <a:custGeom>
                <a:rect b="b" l="l" r="r" t="t"/>
                <a:pathLst>
                  <a:path extrusionOk="0" h="278" w="1706">
                    <a:moveTo>
                      <a:pt x="140" y="1"/>
                    </a:moveTo>
                    <a:cubicBezTo>
                      <a:pt x="63" y="1"/>
                      <a:pt x="0" y="64"/>
                      <a:pt x="0" y="139"/>
                    </a:cubicBezTo>
                    <a:cubicBezTo>
                      <a:pt x="0" y="215"/>
                      <a:pt x="62" y="277"/>
                      <a:pt x="140" y="277"/>
                    </a:cubicBezTo>
                    <a:lnTo>
                      <a:pt x="1567" y="277"/>
                    </a:lnTo>
                    <a:cubicBezTo>
                      <a:pt x="1643" y="277"/>
                      <a:pt x="1705" y="215"/>
                      <a:pt x="1705" y="139"/>
                    </a:cubicBezTo>
                    <a:cubicBezTo>
                      <a:pt x="1705" y="64"/>
                      <a:pt x="1645" y="1"/>
                      <a:pt x="156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8"/>
              <p:cNvSpPr/>
              <p:nvPr/>
            </p:nvSpPr>
            <p:spPr>
              <a:xfrm>
                <a:off x="1684645" y="2406816"/>
                <a:ext cx="22154" cy="9870"/>
              </a:xfrm>
              <a:custGeom>
                <a:rect b="b" l="l" r="r" t="t"/>
                <a:pathLst>
                  <a:path extrusionOk="0" h="278" w="624">
                    <a:moveTo>
                      <a:pt x="138" y="1"/>
                    </a:moveTo>
                    <a:cubicBezTo>
                      <a:pt x="62" y="1"/>
                      <a:pt x="0" y="64"/>
                      <a:pt x="0" y="139"/>
                    </a:cubicBezTo>
                    <a:cubicBezTo>
                      <a:pt x="0" y="215"/>
                      <a:pt x="60" y="277"/>
                      <a:pt x="138" y="277"/>
                    </a:cubicBezTo>
                    <a:lnTo>
                      <a:pt x="485" y="277"/>
                    </a:lnTo>
                    <a:cubicBezTo>
                      <a:pt x="561" y="277"/>
                      <a:pt x="623" y="215"/>
                      <a:pt x="623" y="139"/>
                    </a:cubicBezTo>
                    <a:cubicBezTo>
                      <a:pt x="623" y="64"/>
                      <a:pt x="563" y="1"/>
                      <a:pt x="48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8"/>
              <p:cNvSpPr/>
              <p:nvPr/>
            </p:nvSpPr>
            <p:spPr>
              <a:xfrm>
                <a:off x="1671651" y="2431917"/>
                <a:ext cx="108709" cy="9906"/>
              </a:xfrm>
              <a:custGeom>
                <a:rect b="b" l="l" r="r" t="t"/>
                <a:pathLst>
                  <a:path extrusionOk="0" h="279" w="3062">
                    <a:moveTo>
                      <a:pt x="139" y="0"/>
                    </a:moveTo>
                    <a:cubicBezTo>
                      <a:pt x="64" y="0"/>
                      <a:pt x="1" y="62"/>
                      <a:pt x="1" y="140"/>
                    </a:cubicBezTo>
                    <a:cubicBezTo>
                      <a:pt x="1" y="215"/>
                      <a:pt x="61" y="278"/>
                      <a:pt x="139" y="278"/>
                    </a:cubicBezTo>
                    <a:lnTo>
                      <a:pt x="2923" y="278"/>
                    </a:lnTo>
                    <a:cubicBezTo>
                      <a:pt x="2999" y="278"/>
                      <a:pt x="3061" y="215"/>
                      <a:pt x="3061" y="140"/>
                    </a:cubicBezTo>
                    <a:cubicBezTo>
                      <a:pt x="3061" y="64"/>
                      <a:pt x="3001" y="0"/>
                      <a:pt x="292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8"/>
              <p:cNvSpPr/>
              <p:nvPr/>
            </p:nvSpPr>
            <p:spPr>
              <a:xfrm>
                <a:off x="1499422" y="2324838"/>
                <a:ext cx="180424" cy="117167"/>
              </a:xfrm>
              <a:custGeom>
                <a:rect b="b" l="l" r="r" t="t"/>
                <a:pathLst>
                  <a:path extrusionOk="0" h="3300" w="5082">
                    <a:moveTo>
                      <a:pt x="635" y="0"/>
                    </a:moveTo>
                    <a:cubicBezTo>
                      <a:pt x="347" y="639"/>
                      <a:pt x="1" y="1386"/>
                      <a:pt x="152" y="2103"/>
                    </a:cubicBezTo>
                    <a:cubicBezTo>
                      <a:pt x="313" y="2878"/>
                      <a:pt x="914" y="3244"/>
                      <a:pt x="1653" y="3300"/>
                    </a:cubicBezTo>
                    <a:lnTo>
                      <a:pt x="3434" y="3300"/>
                    </a:lnTo>
                    <a:cubicBezTo>
                      <a:pt x="4174" y="3244"/>
                      <a:pt x="4774" y="2878"/>
                      <a:pt x="4936" y="2103"/>
                    </a:cubicBezTo>
                    <a:cubicBezTo>
                      <a:pt x="5082" y="1386"/>
                      <a:pt x="4735" y="638"/>
                      <a:pt x="444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8"/>
              <p:cNvSpPr/>
              <p:nvPr/>
            </p:nvSpPr>
            <p:spPr>
              <a:xfrm>
                <a:off x="1619034" y="2324838"/>
                <a:ext cx="60816" cy="117167"/>
              </a:xfrm>
              <a:custGeom>
                <a:rect b="b" l="l" r="r" t="t"/>
                <a:pathLst>
                  <a:path extrusionOk="0" h="3300" w="1713">
                    <a:moveTo>
                      <a:pt x="693" y="0"/>
                    </a:moveTo>
                    <a:cubicBezTo>
                      <a:pt x="985" y="648"/>
                      <a:pt x="1318" y="1397"/>
                      <a:pt x="1167" y="2118"/>
                    </a:cubicBezTo>
                    <a:cubicBezTo>
                      <a:pt x="1029" y="2782"/>
                      <a:pt x="583" y="3156"/>
                      <a:pt x="0" y="3300"/>
                    </a:cubicBezTo>
                    <a:lnTo>
                      <a:pt x="61" y="3300"/>
                    </a:lnTo>
                    <a:cubicBezTo>
                      <a:pt x="800" y="3244"/>
                      <a:pt x="1402" y="2878"/>
                      <a:pt x="1563" y="2103"/>
                    </a:cubicBezTo>
                    <a:cubicBezTo>
                      <a:pt x="1713" y="1386"/>
                      <a:pt x="1366" y="638"/>
                      <a:pt x="107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8"/>
              <p:cNvSpPr/>
              <p:nvPr/>
            </p:nvSpPr>
            <p:spPr>
              <a:xfrm>
                <a:off x="1517352" y="2427479"/>
                <a:ext cx="144460" cy="72217"/>
              </a:xfrm>
              <a:custGeom>
                <a:rect b="b" l="l" r="r" t="t"/>
                <a:pathLst>
                  <a:path extrusionOk="0" h="2034" w="4069">
                    <a:moveTo>
                      <a:pt x="2035" y="0"/>
                    </a:moveTo>
                    <a:cubicBezTo>
                      <a:pt x="913" y="0"/>
                      <a:pt x="1" y="910"/>
                      <a:pt x="1" y="2033"/>
                    </a:cubicBezTo>
                    <a:lnTo>
                      <a:pt x="4069" y="2033"/>
                    </a:lnTo>
                    <a:cubicBezTo>
                      <a:pt x="4069" y="911"/>
                      <a:pt x="3158" y="0"/>
                      <a:pt x="203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8"/>
              <p:cNvSpPr/>
              <p:nvPr/>
            </p:nvSpPr>
            <p:spPr>
              <a:xfrm>
                <a:off x="1563968" y="2427479"/>
                <a:ext cx="97951" cy="72217"/>
              </a:xfrm>
              <a:custGeom>
                <a:rect b="b" l="l" r="r" t="t"/>
                <a:pathLst>
                  <a:path extrusionOk="0" h="2034" w="2759">
                    <a:moveTo>
                      <a:pt x="721" y="0"/>
                    </a:moveTo>
                    <a:cubicBezTo>
                      <a:pt x="468" y="0"/>
                      <a:pt x="226" y="46"/>
                      <a:pt x="0" y="131"/>
                    </a:cubicBezTo>
                    <a:cubicBezTo>
                      <a:pt x="112" y="111"/>
                      <a:pt x="226" y="102"/>
                      <a:pt x="343" y="102"/>
                    </a:cubicBezTo>
                    <a:cubicBezTo>
                      <a:pt x="904" y="102"/>
                      <a:pt x="1413" y="328"/>
                      <a:pt x="1782" y="698"/>
                    </a:cubicBezTo>
                    <a:cubicBezTo>
                      <a:pt x="2127" y="1043"/>
                      <a:pt x="2350" y="1513"/>
                      <a:pt x="2374" y="2033"/>
                    </a:cubicBezTo>
                    <a:lnTo>
                      <a:pt x="2759" y="2033"/>
                    </a:lnTo>
                    <a:cubicBezTo>
                      <a:pt x="2759" y="1471"/>
                      <a:pt x="2530" y="964"/>
                      <a:pt x="2160" y="594"/>
                    </a:cubicBezTo>
                    <a:cubicBezTo>
                      <a:pt x="1792" y="227"/>
                      <a:pt x="1282" y="0"/>
                      <a:pt x="72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8"/>
              <p:cNvSpPr/>
              <p:nvPr/>
            </p:nvSpPr>
            <p:spPr>
              <a:xfrm>
                <a:off x="1573625" y="2391691"/>
                <a:ext cx="31952" cy="58193"/>
              </a:xfrm>
              <a:custGeom>
                <a:rect b="b" l="l" r="r" t="t"/>
                <a:pathLst>
                  <a:path extrusionOk="0" h="1639" w="900">
                    <a:moveTo>
                      <a:pt x="0" y="1"/>
                    </a:moveTo>
                    <a:lnTo>
                      <a:pt x="0" y="1189"/>
                    </a:lnTo>
                    <a:cubicBezTo>
                      <a:pt x="0" y="1438"/>
                      <a:pt x="202" y="1638"/>
                      <a:pt x="450" y="1638"/>
                    </a:cubicBezTo>
                    <a:cubicBezTo>
                      <a:pt x="698" y="1638"/>
                      <a:pt x="899" y="1440"/>
                      <a:pt x="898" y="1189"/>
                    </a:cubicBezTo>
                    <a:lnTo>
                      <a:pt x="898"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8"/>
              <p:cNvSpPr/>
              <p:nvPr/>
            </p:nvSpPr>
            <p:spPr>
              <a:xfrm>
                <a:off x="1581578" y="2391798"/>
                <a:ext cx="24000" cy="58193"/>
              </a:xfrm>
              <a:custGeom>
                <a:rect b="b" l="l" r="r" t="t"/>
                <a:pathLst>
                  <a:path extrusionOk="0" h="1639" w="676">
                    <a:moveTo>
                      <a:pt x="226" y="1"/>
                    </a:moveTo>
                    <a:lnTo>
                      <a:pt x="226" y="1189"/>
                    </a:lnTo>
                    <a:cubicBezTo>
                      <a:pt x="226" y="1356"/>
                      <a:pt x="136" y="1502"/>
                      <a:pt x="1" y="1579"/>
                    </a:cubicBezTo>
                    <a:cubicBezTo>
                      <a:pt x="68" y="1617"/>
                      <a:pt x="144" y="1638"/>
                      <a:pt x="226" y="1638"/>
                    </a:cubicBezTo>
                    <a:cubicBezTo>
                      <a:pt x="474" y="1638"/>
                      <a:pt x="675" y="1437"/>
                      <a:pt x="675" y="1188"/>
                    </a:cubicBezTo>
                    <a:lnTo>
                      <a:pt x="67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8"/>
              <p:cNvSpPr/>
              <p:nvPr/>
            </p:nvSpPr>
            <p:spPr>
              <a:xfrm>
                <a:off x="1521186" y="2270375"/>
                <a:ext cx="136791" cy="139286"/>
              </a:xfrm>
              <a:custGeom>
                <a:rect b="b" l="l" r="r" t="t"/>
                <a:pathLst>
                  <a:path extrusionOk="0" h="3923" w="3853">
                    <a:moveTo>
                      <a:pt x="1927" y="0"/>
                    </a:moveTo>
                    <a:lnTo>
                      <a:pt x="1" y="1269"/>
                    </a:lnTo>
                    <a:lnTo>
                      <a:pt x="1" y="1996"/>
                    </a:lnTo>
                    <a:cubicBezTo>
                      <a:pt x="1" y="3059"/>
                      <a:pt x="863" y="3923"/>
                      <a:pt x="1927" y="3923"/>
                    </a:cubicBezTo>
                    <a:cubicBezTo>
                      <a:pt x="2992" y="3923"/>
                      <a:pt x="3853" y="3061"/>
                      <a:pt x="3853" y="1996"/>
                    </a:cubicBezTo>
                    <a:lnTo>
                      <a:pt x="3853" y="1269"/>
                    </a:lnTo>
                    <a:lnTo>
                      <a:pt x="1927"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8"/>
              <p:cNvSpPr/>
              <p:nvPr/>
            </p:nvSpPr>
            <p:spPr>
              <a:xfrm>
                <a:off x="1496192" y="2308009"/>
                <a:ext cx="26307" cy="36819"/>
              </a:xfrm>
              <a:custGeom>
                <a:rect b="b" l="l" r="r" t="t"/>
                <a:pathLst>
                  <a:path extrusionOk="0" h="1037" w="741">
                    <a:moveTo>
                      <a:pt x="519" y="1"/>
                    </a:moveTo>
                    <a:cubicBezTo>
                      <a:pt x="233" y="1"/>
                      <a:pt x="1" y="234"/>
                      <a:pt x="1" y="519"/>
                    </a:cubicBezTo>
                    <a:cubicBezTo>
                      <a:pt x="1" y="805"/>
                      <a:pt x="233" y="1037"/>
                      <a:pt x="519" y="1037"/>
                    </a:cubicBezTo>
                    <a:lnTo>
                      <a:pt x="741" y="1037"/>
                    </a:lnTo>
                    <a:lnTo>
                      <a:pt x="74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8"/>
              <p:cNvSpPr/>
              <p:nvPr/>
            </p:nvSpPr>
            <p:spPr>
              <a:xfrm>
                <a:off x="1656668" y="2308009"/>
                <a:ext cx="26307" cy="36819"/>
              </a:xfrm>
              <a:custGeom>
                <a:rect b="b" l="l" r="r" t="t"/>
                <a:pathLst>
                  <a:path extrusionOk="0" h="1037" w="741">
                    <a:moveTo>
                      <a:pt x="1" y="1"/>
                    </a:moveTo>
                    <a:lnTo>
                      <a:pt x="1" y="1037"/>
                    </a:lnTo>
                    <a:lnTo>
                      <a:pt x="223" y="1037"/>
                    </a:lnTo>
                    <a:cubicBezTo>
                      <a:pt x="509" y="1037"/>
                      <a:pt x="741" y="805"/>
                      <a:pt x="741" y="519"/>
                    </a:cubicBezTo>
                    <a:cubicBezTo>
                      <a:pt x="741" y="234"/>
                      <a:pt x="509" y="1"/>
                      <a:pt x="22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8"/>
              <p:cNvSpPr/>
              <p:nvPr/>
            </p:nvSpPr>
            <p:spPr>
              <a:xfrm>
                <a:off x="1656668" y="2308541"/>
                <a:ext cx="26307" cy="36286"/>
              </a:xfrm>
              <a:custGeom>
                <a:rect b="b" l="l" r="r" t="t"/>
                <a:pathLst>
                  <a:path extrusionOk="0" h="1022" w="741">
                    <a:moveTo>
                      <a:pt x="353" y="0"/>
                    </a:moveTo>
                    <a:cubicBezTo>
                      <a:pt x="389" y="72"/>
                      <a:pt x="410" y="151"/>
                      <a:pt x="410" y="236"/>
                    </a:cubicBezTo>
                    <a:cubicBezTo>
                      <a:pt x="410" y="485"/>
                      <a:pt x="235" y="694"/>
                      <a:pt x="1" y="744"/>
                    </a:cubicBezTo>
                    <a:lnTo>
                      <a:pt x="1" y="1022"/>
                    </a:lnTo>
                    <a:lnTo>
                      <a:pt x="223" y="1022"/>
                    </a:lnTo>
                    <a:cubicBezTo>
                      <a:pt x="509" y="1022"/>
                      <a:pt x="741" y="790"/>
                      <a:pt x="741" y="504"/>
                    </a:cubicBezTo>
                    <a:cubicBezTo>
                      <a:pt x="741" y="360"/>
                      <a:pt x="683" y="230"/>
                      <a:pt x="589" y="135"/>
                    </a:cubicBezTo>
                    <a:cubicBezTo>
                      <a:pt x="525" y="72"/>
                      <a:pt x="444" y="25"/>
                      <a:pt x="3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 name="Google Shape;1598;p8"/>
              <p:cNvSpPr/>
              <p:nvPr/>
            </p:nvSpPr>
            <p:spPr>
              <a:xfrm>
                <a:off x="1556228" y="2327287"/>
                <a:ext cx="9905" cy="18001"/>
              </a:xfrm>
              <a:custGeom>
                <a:rect b="b" l="l" r="r" t="t"/>
                <a:pathLst>
                  <a:path extrusionOk="0" h="507" w="279">
                    <a:moveTo>
                      <a:pt x="139" y="0"/>
                    </a:moveTo>
                    <a:cubicBezTo>
                      <a:pt x="64" y="0"/>
                      <a:pt x="1" y="61"/>
                      <a:pt x="1" y="138"/>
                    </a:cubicBezTo>
                    <a:lnTo>
                      <a:pt x="1" y="369"/>
                    </a:lnTo>
                    <a:cubicBezTo>
                      <a:pt x="1" y="443"/>
                      <a:pt x="63" y="507"/>
                      <a:pt x="139" y="507"/>
                    </a:cubicBezTo>
                    <a:cubicBezTo>
                      <a:pt x="217" y="507"/>
                      <a:pt x="279" y="446"/>
                      <a:pt x="279" y="369"/>
                    </a:cubicBezTo>
                    <a:lnTo>
                      <a:pt x="279" y="138"/>
                    </a:lnTo>
                    <a:cubicBezTo>
                      <a:pt x="279" y="62"/>
                      <a:pt x="217" y="0"/>
                      <a:pt x="139"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8"/>
              <p:cNvSpPr/>
              <p:nvPr/>
            </p:nvSpPr>
            <p:spPr>
              <a:xfrm>
                <a:off x="1615910" y="2327287"/>
                <a:ext cx="9834" cy="18001"/>
              </a:xfrm>
              <a:custGeom>
                <a:rect b="b" l="l" r="r" t="t"/>
                <a:pathLst>
                  <a:path extrusionOk="0" h="507" w="277">
                    <a:moveTo>
                      <a:pt x="139" y="0"/>
                    </a:moveTo>
                    <a:cubicBezTo>
                      <a:pt x="62" y="0"/>
                      <a:pt x="1" y="61"/>
                      <a:pt x="1" y="138"/>
                    </a:cubicBezTo>
                    <a:lnTo>
                      <a:pt x="1" y="369"/>
                    </a:lnTo>
                    <a:cubicBezTo>
                      <a:pt x="1" y="443"/>
                      <a:pt x="61" y="507"/>
                      <a:pt x="139" y="507"/>
                    </a:cubicBezTo>
                    <a:cubicBezTo>
                      <a:pt x="214" y="507"/>
                      <a:pt x="277" y="446"/>
                      <a:pt x="277" y="369"/>
                    </a:cubicBezTo>
                    <a:lnTo>
                      <a:pt x="277" y="138"/>
                    </a:lnTo>
                    <a:cubicBezTo>
                      <a:pt x="277" y="62"/>
                      <a:pt x="216" y="0"/>
                      <a:pt x="139"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8"/>
              <p:cNvSpPr/>
              <p:nvPr/>
            </p:nvSpPr>
            <p:spPr>
              <a:xfrm>
                <a:off x="1573554" y="2357679"/>
                <a:ext cx="32236" cy="15019"/>
              </a:xfrm>
              <a:custGeom>
                <a:rect b="b" l="l" r="r" t="t"/>
                <a:pathLst>
                  <a:path extrusionOk="0" h="423" w="908">
                    <a:moveTo>
                      <a:pt x="751" y="0"/>
                    </a:moveTo>
                    <a:cubicBezTo>
                      <a:pt x="710" y="0"/>
                      <a:pt x="669" y="18"/>
                      <a:pt x="641" y="52"/>
                    </a:cubicBezTo>
                    <a:cubicBezTo>
                      <a:pt x="596" y="110"/>
                      <a:pt x="526" y="144"/>
                      <a:pt x="452" y="144"/>
                    </a:cubicBezTo>
                    <a:cubicBezTo>
                      <a:pt x="381" y="144"/>
                      <a:pt x="311" y="111"/>
                      <a:pt x="265" y="54"/>
                    </a:cubicBezTo>
                    <a:cubicBezTo>
                      <a:pt x="238" y="20"/>
                      <a:pt x="197" y="3"/>
                      <a:pt x="157" y="3"/>
                    </a:cubicBezTo>
                    <a:cubicBezTo>
                      <a:pt x="126" y="3"/>
                      <a:pt x="94" y="13"/>
                      <a:pt x="68" y="34"/>
                    </a:cubicBezTo>
                    <a:cubicBezTo>
                      <a:pt x="9" y="82"/>
                      <a:pt x="1" y="170"/>
                      <a:pt x="50" y="231"/>
                    </a:cubicBezTo>
                    <a:cubicBezTo>
                      <a:pt x="147" y="353"/>
                      <a:pt x="296" y="422"/>
                      <a:pt x="452" y="422"/>
                    </a:cubicBezTo>
                    <a:cubicBezTo>
                      <a:pt x="611" y="422"/>
                      <a:pt x="758" y="350"/>
                      <a:pt x="858" y="226"/>
                    </a:cubicBezTo>
                    <a:cubicBezTo>
                      <a:pt x="907" y="166"/>
                      <a:pt x="896" y="80"/>
                      <a:pt x="837" y="31"/>
                    </a:cubicBezTo>
                    <a:cubicBezTo>
                      <a:pt x="811" y="10"/>
                      <a:pt x="781" y="0"/>
                      <a:pt x="751"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8"/>
              <p:cNvSpPr/>
              <p:nvPr/>
            </p:nvSpPr>
            <p:spPr>
              <a:xfrm>
                <a:off x="1582998" y="2309287"/>
                <a:ext cx="74981" cy="100373"/>
              </a:xfrm>
              <a:custGeom>
                <a:rect b="b" l="l" r="r" t="t"/>
                <a:pathLst>
                  <a:path extrusionOk="0" h="2827" w="2112">
                    <a:moveTo>
                      <a:pt x="1743" y="1"/>
                    </a:moveTo>
                    <a:lnTo>
                      <a:pt x="1743" y="900"/>
                    </a:lnTo>
                    <a:cubicBezTo>
                      <a:pt x="1743" y="1903"/>
                      <a:pt x="978" y="2726"/>
                      <a:pt x="1" y="2818"/>
                    </a:cubicBezTo>
                    <a:cubicBezTo>
                      <a:pt x="61" y="2824"/>
                      <a:pt x="123" y="2827"/>
                      <a:pt x="186" y="2827"/>
                    </a:cubicBezTo>
                    <a:cubicBezTo>
                      <a:pt x="1248" y="2827"/>
                      <a:pt x="2112" y="1965"/>
                      <a:pt x="2112" y="900"/>
                    </a:cubicBezTo>
                    <a:lnTo>
                      <a:pt x="2112" y="173"/>
                    </a:lnTo>
                    <a:lnTo>
                      <a:pt x="174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 name="Google Shape;1602;p8"/>
              <p:cNvSpPr/>
              <p:nvPr/>
            </p:nvSpPr>
            <p:spPr>
              <a:xfrm>
                <a:off x="1521186" y="2227699"/>
                <a:ext cx="136791" cy="89260"/>
              </a:xfrm>
              <a:custGeom>
                <a:rect b="b" l="l" r="r" t="t"/>
                <a:pathLst>
                  <a:path extrusionOk="0" h="2514" w="3853">
                    <a:moveTo>
                      <a:pt x="1927" y="1"/>
                    </a:moveTo>
                    <a:cubicBezTo>
                      <a:pt x="863" y="1"/>
                      <a:pt x="1" y="864"/>
                      <a:pt x="1" y="1927"/>
                    </a:cubicBezTo>
                    <a:lnTo>
                      <a:pt x="1" y="2513"/>
                    </a:lnTo>
                    <a:cubicBezTo>
                      <a:pt x="1" y="2513"/>
                      <a:pt x="1" y="2513"/>
                      <a:pt x="3" y="2513"/>
                    </a:cubicBezTo>
                    <a:cubicBezTo>
                      <a:pt x="67" y="2513"/>
                      <a:pt x="1266" y="2501"/>
                      <a:pt x="1927" y="1583"/>
                    </a:cubicBezTo>
                    <a:cubicBezTo>
                      <a:pt x="2589" y="2502"/>
                      <a:pt x="3794" y="2513"/>
                      <a:pt x="3851" y="2513"/>
                    </a:cubicBezTo>
                    <a:cubicBezTo>
                      <a:pt x="3852" y="2513"/>
                      <a:pt x="3853" y="2513"/>
                      <a:pt x="3853" y="2513"/>
                    </a:cubicBezTo>
                    <a:lnTo>
                      <a:pt x="3853" y="1927"/>
                    </a:lnTo>
                    <a:cubicBezTo>
                      <a:pt x="3853" y="861"/>
                      <a:pt x="2992" y="1"/>
                      <a:pt x="19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 name="Google Shape;1603;p8"/>
              <p:cNvSpPr/>
              <p:nvPr/>
            </p:nvSpPr>
            <p:spPr>
              <a:xfrm>
                <a:off x="1586087" y="2227699"/>
                <a:ext cx="71893" cy="89260"/>
              </a:xfrm>
              <a:custGeom>
                <a:rect b="b" l="l" r="r" t="t"/>
                <a:pathLst>
                  <a:path extrusionOk="0" h="2514" w="2025">
                    <a:moveTo>
                      <a:pt x="99" y="1"/>
                    </a:moveTo>
                    <a:cubicBezTo>
                      <a:pt x="66" y="1"/>
                      <a:pt x="32" y="1"/>
                      <a:pt x="0" y="2"/>
                    </a:cubicBezTo>
                    <a:cubicBezTo>
                      <a:pt x="49" y="15"/>
                      <a:pt x="97" y="29"/>
                      <a:pt x="146" y="45"/>
                    </a:cubicBezTo>
                    <a:cubicBezTo>
                      <a:pt x="1009" y="237"/>
                      <a:pt x="1655" y="1006"/>
                      <a:pt x="1655" y="1927"/>
                    </a:cubicBezTo>
                    <a:lnTo>
                      <a:pt x="1655" y="2477"/>
                    </a:lnTo>
                    <a:cubicBezTo>
                      <a:pt x="1862" y="2512"/>
                      <a:pt x="2004" y="2513"/>
                      <a:pt x="2023" y="2513"/>
                    </a:cubicBezTo>
                    <a:cubicBezTo>
                      <a:pt x="2024" y="2513"/>
                      <a:pt x="2025" y="2513"/>
                      <a:pt x="2025" y="2513"/>
                    </a:cubicBezTo>
                    <a:lnTo>
                      <a:pt x="2025" y="1927"/>
                    </a:lnTo>
                    <a:cubicBezTo>
                      <a:pt x="2025" y="861"/>
                      <a:pt x="1164" y="1"/>
                      <a:pt x="9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604" name="Google Shape;1604;p8"/>
          <p:cNvSpPr/>
          <p:nvPr/>
        </p:nvSpPr>
        <p:spPr>
          <a:xfrm>
            <a:off x="720000" y="2837100"/>
            <a:ext cx="2352900" cy="11058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 name="Google Shape;1556;p8"/>
          <p:cNvSpPr txBox="1"/>
          <p:nvPr/>
        </p:nvSpPr>
        <p:spPr>
          <a:xfrm>
            <a:off x="720000" y="3055200"/>
            <a:ext cx="2352900" cy="4632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0" i="0" lang="en" sz="1600" u="none" cap="none" strike="noStrike">
                <a:solidFill>
                  <a:schemeClr val="lt1"/>
                </a:solidFill>
                <a:highlight>
                  <a:schemeClr val="accent2"/>
                </a:highlight>
                <a:latin typeface="Zen Dots"/>
                <a:ea typeface="Zen Dots"/>
                <a:cs typeface="Zen Dots"/>
                <a:sym typeface="Zen Dots"/>
              </a:rPr>
              <a:t>Harvard - 43%</a:t>
            </a:r>
            <a:endParaRPr b="0" i="0" sz="1600" u="none" cap="none" strike="noStrike">
              <a:solidFill>
                <a:schemeClr val="lt1"/>
              </a:solidFill>
              <a:highlight>
                <a:schemeClr val="accent2"/>
              </a:highlight>
              <a:latin typeface="Zen Dots"/>
              <a:ea typeface="Zen Dots"/>
              <a:cs typeface="Zen Dots"/>
              <a:sym typeface="Zen Dots"/>
            </a:endParaRPr>
          </a:p>
        </p:txBody>
      </p:sp>
      <p:sp>
        <p:nvSpPr>
          <p:cNvPr id="1605" name="Google Shape;1605;p8"/>
          <p:cNvSpPr txBox="1"/>
          <p:nvPr/>
        </p:nvSpPr>
        <p:spPr>
          <a:xfrm>
            <a:off x="720000" y="3518200"/>
            <a:ext cx="2352900" cy="4248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chemeClr val="lt1"/>
                </a:solidFill>
                <a:highlight>
                  <a:schemeClr val="accent2"/>
                </a:highlight>
                <a:latin typeface="Anaheim"/>
                <a:ea typeface="Anaheim"/>
                <a:cs typeface="Anaheim"/>
                <a:sym typeface="Anaheim"/>
              </a:rPr>
              <a:t>Earth</a:t>
            </a:r>
            <a:r>
              <a:rPr b="1" i="0" lang="en" sz="1400" u="none" cap="none" strike="noStrike">
                <a:solidFill>
                  <a:srgbClr val="FFFFFF"/>
                </a:solidFill>
                <a:latin typeface="Anaheim"/>
                <a:ea typeface="Anaheim"/>
                <a:cs typeface="Anaheim"/>
                <a:sym typeface="Anaheim"/>
              </a:rPr>
              <a:t> </a:t>
            </a:r>
            <a:r>
              <a:rPr b="0" i="0" lang="en" sz="1400" u="none" cap="none" strike="noStrike">
                <a:solidFill>
                  <a:srgbClr val="FFFFFF"/>
                </a:solidFill>
                <a:latin typeface="Anaheim"/>
                <a:ea typeface="Anaheim"/>
                <a:cs typeface="Anaheim"/>
                <a:sym typeface="Anaheim"/>
              </a:rPr>
              <a:t>is where we live on</a:t>
            </a:r>
            <a:endParaRPr b="0" i="0" sz="1400" u="none" cap="none" strike="noStrike">
              <a:solidFill>
                <a:srgbClr val="FFFFFF"/>
              </a:solidFill>
              <a:latin typeface="Anaheim"/>
              <a:ea typeface="Anaheim"/>
              <a:cs typeface="Anaheim"/>
              <a:sym typeface="Anaheim"/>
            </a:endParaRPr>
          </a:p>
        </p:txBody>
      </p:sp>
      <p:grpSp>
        <p:nvGrpSpPr>
          <p:cNvPr id="1606" name="Google Shape;1606;p8"/>
          <p:cNvGrpSpPr/>
          <p:nvPr/>
        </p:nvGrpSpPr>
        <p:grpSpPr>
          <a:xfrm>
            <a:off x="720000" y="2837100"/>
            <a:ext cx="2352900" cy="218100"/>
            <a:chOff x="1290775" y="1427525"/>
            <a:chExt cx="2352900" cy="218100"/>
          </a:xfrm>
        </p:grpSpPr>
        <p:sp>
          <p:nvSpPr>
            <p:cNvPr id="1607" name="Google Shape;1607;p8"/>
            <p:cNvSpPr/>
            <p:nvPr/>
          </p:nvSpPr>
          <p:spPr>
            <a:xfrm>
              <a:off x="1290775" y="1427525"/>
              <a:ext cx="23529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8"/>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8"/>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8"/>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11" name="Google Shape;1611;p8"/>
          <p:cNvSpPr/>
          <p:nvPr/>
        </p:nvSpPr>
        <p:spPr>
          <a:xfrm>
            <a:off x="6071100" y="1388400"/>
            <a:ext cx="2352900" cy="11058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8"/>
          <p:cNvSpPr txBox="1"/>
          <p:nvPr/>
        </p:nvSpPr>
        <p:spPr>
          <a:xfrm>
            <a:off x="6071100" y="1606500"/>
            <a:ext cx="2352900" cy="4632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0" i="0" lang="en" sz="1600" u="none" cap="none" strike="noStrike">
                <a:solidFill>
                  <a:schemeClr val="dk2"/>
                </a:solidFill>
                <a:latin typeface="Zen Dots"/>
                <a:ea typeface="Zen Dots"/>
                <a:cs typeface="Zen Dots"/>
                <a:sym typeface="Zen Dots"/>
              </a:rPr>
              <a:t>Stanford - 12%</a:t>
            </a:r>
            <a:endParaRPr b="0" i="0" sz="1600" u="none" cap="none" strike="noStrike">
              <a:solidFill>
                <a:schemeClr val="dk2"/>
              </a:solidFill>
              <a:latin typeface="Zen Dots"/>
              <a:ea typeface="Zen Dots"/>
              <a:cs typeface="Zen Dots"/>
              <a:sym typeface="Zen Dots"/>
            </a:endParaRPr>
          </a:p>
        </p:txBody>
      </p:sp>
      <p:sp>
        <p:nvSpPr>
          <p:cNvPr id="1613" name="Google Shape;1613;p8"/>
          <p:cNvSpPr txBox="1"/>
          <p:nvPr/>
        </p:nvSpPr>
        <p:spPr>
          <a:xfrm>
            <a:off x="6071100" y="2069500"/>
            <a:ext cx="2352900" cy="4248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rgbClr val="000000"/>
                </a:solidFill>
                <a:highlight>
                  <a:schemeClr val="dk2"/>
                </a:highlight>
                <a:latin typeface="Anaheim"/>
                <a:ea typeface="Anaheim"/>
                <a:cs typeface="Anaheim"/>
                <a:sym typeface="Anaheim"/>
              </a:rPr>
              <a:t>Mercury</a:t>
            </a:r>
            <a:r>
              <a:rPr b="1" i="0" lang="en" sz="1400" u="none" cap="none" strike="noStrike">
                <a:solidFill>
                  <a:srgbClr val="FFFFFF"/>
                </a:solidFill>
                <a:latin typeface="Anaheim"/>
                <a:ea typeface="Anaheim"/>
                <a:cs typeface="Anaheim"/>
                <a:sym typeface="Anaheim"/>
              </a:rPr>
              <a:t> </a:t>
            </a:r>
            <a:r>
              <a:rPr b="0" i="0" lang="en" sz="1400" u="none" cap="none" strike="noStrike">
                <a:solidFill>
                  <a:srgbClr val="FFFFFF"/>
                </a:solidFill>
                <a:latin typeface="Anaheim"/>
                <a:ea typeface="Anaheim"/>
                <a:cs typeface="Anaheim"/>
                <a:sym typeface="Anaheim"/>
              </a:rPr>
              <a:t>is very small</a:t>
            </a:r>
            <a:endParaRPr b="0" i="0" sz="1400" u="none" cap="none" strike="noStrike">
              <a:solidFill>
                <a:srgbClr val="FFFFFF"/>
              </a:solidFill>
              <a:latin typeface="Anaheim"/>
              <a:ea typeface="Anaheim"/>
              <a:cs typeface="Anaheim"/>
              <a:sym typeface="Anaheim"/>
            </a:endParaRPr>
          </a:p>
        </p:txBody>
      </p:sp>
      <p:grpSp>
        <p:nvGrpSpPr>
          <p:cNvPr id="1614" name="Google Shape;1614;p8"/>
          <p:cNvGrpSpPr/>
          <p:nvPr/>
        </p:nvGrpSpPr>
        <p:grpSpPr>
          <a:xfrm>
            <a:off x="6071100" y="1388400"/>
            <a:ext cx="2352900" cy="218100"/>
            <a:chOff x="1290775" y="1427525"/>
            <a:chExt cx="2352900" cy="218100"/>
          </a:xfrm>
        </p:grpSpPr>
        <p:sp>
          <p:nvSpPr>
            <p:cNvPr id="1615" name="Google Shape;1615;p8"/>
            <p:cNvSpPr/>
            <p:nvPr/>
          </p:nvSpPr>
          <p:spPr>
            <a:xfrm>
              <a:off x="1290775" y="1427525"/>
              <a:ext cx="23529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 name="Google Shape;1616;p8"/>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8"/>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8"/>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19" name="Google Shape;1619;p8"/>
          <p:cNvSpPr/>
          <p:nvPr/>
        </p:nvSpPr>
        <p:spPr>
          <a:xfrm>
            <a:off x="6071100" y="2837100"/>
            <a:ext cx="2352900" cy="11058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 name="Google Shape;1558;p8"/>
          <p:cNvSpPr txBox="1"/>
          <p:nvPr/>
        </p:nvSpPr>
        <p:spPr>
          <a:xfrm>
            <a:off x="6071100" y="3055200"/>
            <a:ext cx="2352900" cy="4632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0" i="0" lang="en" sz="1600" u="none" cap="none" strike="noStrike">
                <a:solidFill>
                  <a:srgbClr val="F673A9"/>
                </a:solidFill>
                <a:latin typeface="Zen Dots"/>
                <a:ea typeface="Zen Dots"/>
                <a:cs typeface="Zen Dots"/>
                <a:sym typeface="Zen Dots"/>
              </a:rPr>
              <a:t>Georgia - 23%</a:t>
            </a:r>
            <a:endParaRPr b="0" i="0" sz="1600" u="none" cap="none" strike="noStrike">
              <a:solidFill>
                <a:srgbClr val="F673A9"/>
              </a:solidFill>
              <a:latin typeface="Zen Dots"/>
              <a:ea typeface="Zen Dots"/>
              <a:cs typeface="Zen Dots"/>
              <a:sym typeface="Zen Dots"/>
            </a:endParaRPr>
          </a:p>
        </p:txBody>
      </p:sp>
      <p:sp>
        <p:nvSpPr>
          <p:cNvPr id="1620" name="Google Shape;1620;p8"/>
          <p:cNvSpPr txBox="1"/>
          <p:nvPr/>
        </p:nvSpPr>
        <p:spPr>
          <a:xfrm>
            <a:off x="6071100" y="3518200"/>
            <a:ext cx="2352900" cy="4248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chemeClr val="lt1"/>
                </a:solidFill>
                <a:highlight>
                  <a:schemeClr val="lt2"/>
                </a:highlight>
                <a:latin typeface="Anaheim"/>
                <a:ea typeface="Anaheim"/>
                <a:cs typeface="Anaheim"/>
                <a:sym typeface="Anaheim"/>
              </a:rPr>
              <a:t>Venus</a:t>
            </a:r>
            <a:r>
              <a:rPr b="1" i="0" lang="en" sz="1400" u="none" cap="none" strike="noStrike">
                <a:solidFill>
                  <a:srgbClr val="FFFFFF"/>
                </a:solidFill>
                <a:latin typeface="Anaheim"/>
                <a:ea typeface="Anaheim"/>
                <a:cs typeface="Anaheim"/>
                <a:sym typeface="Anaheim"/>
              </a:rPr>
              <a:t> </a:t>
            </a:r>
            <a:r>
              <a:rPr b="0" i="0" lang="en" sz="1400" u="none" cap="none" strike="noStrike">
                <a:solidFill>
                  <a:srgbClr val="FFFFFF"/>
                </a:solidFill>
                <a:latin typeface="Anaheim"/>
                <a:ea typeface="Anaheim"/>
                <a:cs typeface="Anaheim"/>
                <a:sym typeface="Anaheim"/>
              </a:rPr>
              <a:t>has a nice name</a:t>
            </a:r>
            <a:endParaRPr b="0" i="0" sz="1400" u="none" cap="none" strike="noStrike">
              <a:solidFill>
                <a:srgbClr val="FFFFFF"/>
              </a:solidFill>
              <a:latin typeface="Anaheim"/>
              <a:ea typeface="Anaheim"/>
              <a:cs typeface="Anaheim"/>
              <a:sym typeface="Anaheim"/>
            </a:endParaRPr>
          </a:p>
        </p:txBody>
      </p:sp>
      <p:grpSp>
        <p:nvGrpSpPr>
          <p:cNvPr id="1621" name="Google Shape;1621;p8"/>
          <p:cNvGrpSpPr/>
          <p:nvPr/>
        </p:nvGrpSpPr>
        <p:grpSpPr>
          <a:xfrm>
            <a:off x="6071100" y="2837100"/>
            <a:ext cx="2352900" cy="218100"/>
            <a:chOff x="1290775" y="1427525"/>
            <a:chExt cx="2352900" cy="218100"/>
          </a:xfrm>
        </p:grpSpPr>
        <p:sp>
          <p:nvSpPr>
            <p:cNvPr id="1622" name="Google Shape;1622;p8"/>
            <p:cNvSpPr/>
            <p:nvPr/>
          </p:nvSpPr>
          <p:spPr>
            <a:xfrm>
              <a:off x="1290775" y="1427525"/>
              <a:ext cx="23529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8"/>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8"/>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8"/>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1626" name="Google Shape;1626;p8"/>
          <p:cNvCxnSpPr>
            <a:stCxn id="1612" idx="1"/>
          </p:cNvCxnSpPr>
          <p:nvPr/>
        </p:nvCxnSpPr>
        <p:spPr>
          <a:xfrm rot="10800000">
            <a:off x="5032800" y="1707300"/>
            <a:ext cx="1038300" cy="130800"/>
          </a:xfrm>
          <a:prstGeom prst="bentConnector3">
            <a:avLst>
              <a:gd fmla="val 50000" name="adj1"/>
            </a:avLst>
          </a:prstGeom>
          <a:noFill/>
          <a:ln cap="flat" cmpd="sng" w="9525">
            <a:solidFill>
              <a:srgbClr val="ECE5B4"/>
            </a:solidFill>
            <a:prstDash val="solid"/>
            <a:round/>
            <a:headEnd len="sm" w="sm" type="none"/>
            <a:tailEnd len="sm" w="sm"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0" name="Shape 1630"/>
        <p:cNvGrpSpPr/>
        <p:nvPr/>
      </p:nvGrpSpPr>
      <p:grpSpPr>
        <a:xfrm>
          <a:off x="0" y="0"/>
          <a:ext cx="0" cy="0"/>
          <a:chOff x="0" y="0"/>
          <a:chExt cx="0" cy="0"/>
        </a:xfrm>
      </p:grpSpPr>
      <p:sp>
        <p:nvSpPr>
          <p:cNvPr id="1631" name="Google Shape;1631;p9"/>
          <p:cNvSpPr/>
          <p:nvPr/>
        </p:nvSpPr>
        <p:spPr>
          <a:xfrm>
            <a:off x="1272075" y="2229878"/>
            <a:ext cx="3201000" cy="17172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9"/>
          <p:cNvSpPr/>
          <p:nvPr/>
        </p:nvSpPr>
        <p:spPr>
          <a:xfrm>
            <a:off x="4964325" y="2654614"/>
            <a:ext cx="2907600" cy="8637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9"/>
          <p:cNvSpPr txBox="1"/>
          <p:nvPr>
            <p:ph idx="1" type="subTitle"/>
          </p:nvPr>
        </p:nvSpPr>
        <p:spPr>
          <a:xfrm>
            <a:off x="1272075" y="2229875"/>
            <a:ext cx="3201000" cy="1717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273D40"/>
              </a:buClr>
              <a:buSzPts val="600"/>
              <a:buFont typeface="Arial"/>
              <a:buNone/>
            </a:pPr>
            <a:r>
              <a:rPr lang="en"/>
              <a:t>Do you know what helps you make your point clear?</a:t>
            </a:r>
            <a:br>
              <a:rPr lang="en"/>
            </a:br>
            <a:r>
              <a:rPr lang="en"/>
              <a:t>Lists like this one:</a:t>
            </a:r>
            <a:endParaRPr/>
          </a:p>
          <a:p>
            <a:pPr indent="-215900" lvl="0" marL="241300" rtl="0" algn="l">
              <a:lnSpc>
                <a:spcPct val="100000"/>
              </a:lnSpc>
              <a:spcBef>
                <a:spcPts val="1600"/>
              </a:spcBef>
              <a:spcAft>
                <a:spcPts val="0"/>
              </a:spcAft>
              <a:buSzPts val="1400"/>
              <a:buChar char="●"/>
            </a:pPr>
            <a:r>
              <a:rPr lang="en"/>
              <a:t>They’re simple </a:t>
            </a:r>
            <a:endParaRPr/>
          </a:p>
          <a:p>
            <a:pPr indent="-215900" lvl="0" marL="241300" rtl="0" algn="l">
              <a:lnSpc>
                <a:spcPct val="100000"/>
              </a:lnSpc>
              <a:spcBef>
                <a:spcPts val="0"/>
              </a:spcBef>
              <a:spcAft>
                <a:spcPts val="0"/>
              </a:spcAft>
              <a:buSzPts val="1400"/>
              <a:buChar char="●"/>
            </a:pPr>
            <a:r>
              <a:rPr lang="en"/>
              <a:t>You can organize your ideas clearly</a:t>
            </a:r>
            <a:endParaRPr/>
          </a:p>
          <a:p>
            <a:pPr indent="-215900" lvl="0" marL="241300" rtl="0" algn="l">
              <a:lnSpc>
                <a:spcPct val="100000"/>
              </a:lnSpc>
              <a:spcBef>
                <a:spcPts val="0"/>
              </a:spcBef>
              <a:spcAft>
                <a:spcPts val="1600"/>
              </a:spcAft>
              <a:buSzPts val="1400"/>
              <a:buChar char="●"/>
            </a:pPr>
            <a:r>
              <a:rPr lang="en"/>
              <a:t>You’ll never forget to buy milk!</a:t>
            </a:r>
            <a:endParaRPr/>
          </a:p>
        </p:txBody>
      </p:sp>
      <p:sp>
        <p:nvSpPr>
          <p:cNvPr id="1634" name="Google Shape;1634;p9"/>
          <p:cNvSpPr txBox="1"/>
          <p:nvPr>
            <p:ph idx="2" type="subTitle"/>
          </p:nvPr>
        </p:nvSpPr>
        <p:spPr>
          <a:xfrm>
            <a:off x="4964325" y="2654613"/>
            <a:ext cx="2907600" cy="8637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rgbClr val="273D40"/>
              </a:buClr>
              <a:buSzPts val="600"/>
              <a:buFont typeface="Arial"/>
              <a:buNone/>
            </a:pPr>
            <a:r>
              <a:rPr lang="en"/>
              <a:t>And the most important thing: the audience won’t miss the point of your presentation!</a:t>
            </a:r>
            <a:endParaRPr/>
          </a:p>
        </p:txBody>
      </p:sp>
      <p:sp>
        <p:nvSpPr>
          <p:cNvPr id="1635" name="Google Shape;1635;p9"/>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Prerequisites</a:t>
            </a:r>
            <a:r>
              <a:rPr lang="en"/>
              <a:t> for entering</a:t>
            </a:r>
            <a:endParaRPr/>
          </a:p>
        </p:txBody>
      </p:sp>
      <p:sp>
        <p:nvSpPr>
          <p:cNvPr id="1636" name="Google Shape;1636;p9"/>
          <p:cNvSpPr/>
          <p:nvPr/>
        </p:nvSpPr>
        <p:spPr>
          <a:xfrm>
            <a:off x="1272075" y="2011775"/>
            <a:ext cx="3201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9"/>
          <p:cNvSpPr/>
          <p:nvPr/>
        </p:nvSpPr>
        <p:spPr>
          <a:xfrm>
            <a:off x="4964325" y="2436513"/>
            <a:ext cx="29076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38" name="Google Shape;1638;p9"/>
          <p:cNvGrpSpPr/>
          <p:nvPr/>
        </p:nvGrpSpPr>
        <p:grpSpPr>
          <a:xfrm>
            <a:off x="6060004" y="1390564"/>
            <a:ext cx="650997" cy="759684"/>
            <a:chOff x="4876875" y="1427500"/>
            <a:chExt cx="1130400" cy="1319125"/>
          </a:xfrm>
        </p:grpSpPr>
        <p:sp>
          <p:nvSpPr>
            <p:cNvPr id="1639" name="Google Shape;1639;p9"/>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9"/>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1641" name="Google Shape;1641;p9"/>
          <p:cNvCxnSpPr>
            <a:stCxn id="1633" idx="3"/>
            <a:endCxn id="1639" idx="1"/>
          </p:cNvCxnSpPr>
          <p:nvPr/>
        </p:nvCxnSpPr>
        <p:spPr>
          <a:xfrm flipH="1" rot="10800000">
            <a:off x="4473075" y="1833275"/>
            <a:ext cx="1587000" cy="1255200"/>
          </a:xfrm>
          <a:prstGeom prst="bentConnector3">
            <a:avLst>
              <a:gd fmla="val 15485" name="adj1"/>
            </a:avLst>
          </a:prstGeom>
          <a:noFill/>
          <a:ln cap="flat" cmpd="sng" w="9525">
            <a:solidFill>
              <a:schemeClr val="dk2"/>
            </a:solidFill>
            <a:prstDash val="solid"/>
            <a:round/>
            <a:headEnd len="sm" w="sm" type="none"/>
            <a:tailEnd len="sm" w="sm" type="none"/>
          </a:ln>
        </p:spPr>
      </p:cxnSp>
      <p:grpSp>
        <p:nvGrpSpPr>
          <p:cNvPr id="1642" name="Google Shape;1642;p9"/>
          <p:cNvGrpSpPr/>
          <p:nvPr/>
        </p:nvGrpSpPr>
        <p:grpSpPr>
          <a:xfrm>
            <a:off x="6060004" y="3817439"/>
            <a:ext cx="650997" cy="759684"/>
            <a:chOff x="4876875" y="1427500"/>
            <a:chExt cx="1130400" cy="1319125"/>
          </a:xfrm>
        </p:grpSpPr>
        <p:sp>
          <p:nvSpPr>
            <p:cNvPr id="1643" name="Google Shape;1643;p9"/>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9"/>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1645" name="Google Shape;1645;p9"/>
          <p:cNvCxnSpPr>
            <a:stCxn id="1643" idx="1"/>
            <a:endCxn id="1633" idx="3"/>
          </p:cNvCxnSpPr>
          <p:nvPr/>
        </p:nvCxnSpPr>
        <p:spPr>
          <a:xfrm rot="10800000">
            <a:off x="4473004" y="3088590"/>
            <a:ext cx="1587000" cy="1171500"/>
          </a:xfrm>
          <a:prstGeom prst="bentConnector3">
            <a:avLst>
              <a:gd fmla="val 84510" name="adj1"/>
            </a:avLst>
          </a:prstGeom>
          <a:noFill/>
          <a:ln cap="flat" cmpd="sng" w="9525">
            <a:solidFill>
              <a:schemeClr val="dk2"/>
            </a:solidFill>
            <a:prstDash val="solid"/>
            <a:round/>
            <a:headEnd len="sm" w="sm" type="none"/>
            <a:tailEnd len="sm" w="sm" type="none"/>
          </a:ln>
        </p:spPr>
      </p:cxnSp>
      <p:cxnSp>
        <p:nvCxnSpPr>
          <p:cNvPr id="1646" name="Google Shape;1646;p9"/>
          <p:cNvCxnSpPr>
            <a:stCxn id="1633" idx="3"/>
            <a:endCxn id="1634" idx="1"/>
          </p:cNvCxnSpPr>
          <p:nvPr/>
        </p:nvCxnSpPr>
        <p:spPr>
          <a:xfrm flipH="1" rot="10800000">
            <a:off x="4473075" y="3086375"/>
            <a:ext cx="491400" cy="2100"/>
          </a:xfrm>
          <a:prstGeom prst="bentConnector3">
            <a:avLst>
              <a:gd fmla="val 49985" name="adj1"/>
            </a:avLst>
          </a:prstGeom>
          <a:noFill/>
          <a:ln cap="flat" cmpd="sng" w="9525">
            <a:solidFill>
              <a:schemeClr val="dk2"/>
            </a:solidFill>
            <a:prstDash val="solid"/>
            <a:round/>
            <a:headEnd len="sm" w="sm" type="none"/>
            <a:tailEnd len="sm" w="sm" type="none"/>
          </a:ln>
        </p:spPr>
      </p:cxnSp>
      <p:grpSp>
        <p:nvGrpSpPr>
          <p:cNvPr id="1647" name="Google Shape;1647;p9"/>
          <p:cNvGrpSpPr/>
          <p:nvPr/>
        </p:nvGrpSpPr>
        <p:grpSpPr>
          <a:xfrm>
            <a:off x="6236691" y="4139458"/>
            <a:ext cx="297629" cy="215452"/>
            <a:chOff x="7281903" y="2876083"/>
            <a:chExt cx="297629" cy="215452"/>
          </a:xfrm>
        </p:grpSpPr>
        <p:sp>
          <p:nvSpPr>
            <p:cNvPr id="1648" name="Google Shape;1648;p9"/>
            <p:cNvSpPr/>
            <p:nvPr/>
          </p:nvSpPr>
          <p:spPr>
            <a:xfrm>
              <a:off x="7281903" y="2876083"/>
              <a:ext cx="53131" cy="47316"/>
            </a:xfrm>
            <a:custGeom>
              <a:rect b="b" l="l" r="r" t="t"/>
              <a:pathLst>
                <a:path extrusionOk="0" h="1473" w="1654">
                  <a:moveTo>
                    <a:pt x="690" y="0"/>
                  </a:moveTo>
                  <a:cubicBezTo>
                    <a:pt x="310" y="0"/>
                    <a:pt x="1" y="310"/>
                    <a:pt x="1" y="691"/>
                  </a:cubicBezTo>
                  <a:lnTo>
                    <a:pt x="1" y="782"/>
                  </a:lnTo>
                  <a:cubicBezTo>
                    <a:pt x="1" y="1163"/>
                    <a:pt x="310" y="1472"/>
                    <a:pt x="690" y="1472"/>
                  </a:cubicBezTo>
                  <a:cubicBezTo>
                    <a:pt x="766" y="1472"/>
                    <a:pt x="827" y="1407"/>
                    <a:pt x="827" y="1331"/>
                  </a:cubicBezTo>
                  <a:cubicBezTo>
                    <a:pt x="827" y="1255"/>
                    <a:pt x="766" y="1193"/>
                    <a:pt x="690" y="1193"/>
                  </a:cubicBezTo>
                  <a:cubicBezTo>
                    <a:pt x="462" y="1193"/>
                    <a:pt x="277" y="1009"/>
                    <a:pt x="277" y="780"/>
                  </a:cubicBezTo>
                  <a:lnTo>
                    <a:pt x="277" y="688"/>
                  </a:lnTo>
                  <a:cubicBezTo>
                    <a:pt x="277" y="461"/>
                    <a:pt x="462" y="275"/>
                    <a:pt x="690" y="275"/>
                  </a:cubicBezTo>
                  <a:lnTo>
                    <a:pt x="1535" y="275"/>
                  </a:lnTo>
                  <a:cubicBezTo>
                    <a:pt x="1610" y="275"/>
                    <a:pt x="1654" y="214"/>
                    <a:pt x="1654" y="138"/>
                  </a:cubicBezTo>
                  <a:cubicBezTo>
                    <a:pt x="1654" y="115"/>
                    <a:pt x="1580" y="0"/>
                    <a:pt x="158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9"/>
            <p:cNvSpPr/>
            <p:nvPr/>
          </p:nvSpPr>
          <p:spPr>
            <a:xfrm>
              <a:off x="7433850" y="2945214"/>
              <a:ext cx="18342" cy="21233"/>
            </a:xfrm>
            <a:custGeom>
              <a:rect b="b" l="l" r="r" t="t"/>
              <a:pathLst>
                <a:path extrusionOk="0" h="661" w="571">
                  <a:moveTo>
                    <a:pt x="0" y="1"/>
                  </a:moveTo>
                  <a:lnTo>
                    <a:pt x="0" y="661"/>
                  </a:lnTo>
                  <a:lnTo>
                    <a:pt x="570" y="661"/>
                  </a:lnTo>
                  <a:lnTo>
                    <a:pt x="5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9"/>
            <p:cNvSpPr/>
            <p:nvPr/>
          </p:nvSpPr>
          <p:spPr>
            <a:xfrm>
              <a:off x="7332081" y="2940717"/>
              <a:ext cx="28300" cy="24381"/>
            </a:xfrm>
            <a:custGeom>
              <a:rect b="b" l="l" r="r" t="t"/>
              <a:pathLst>
                <a:path extrusionOk="0" h="759" w="881">
                  <a:moveTo>
                    <a:pt x="1" y="0"/>
                  </a:moveTo>
                  <a:lnTo>
                    <a:pt x="1" y="759"/>
                  </a:lnTo>
                  <a:lnTo>
                    <a:pt x="845" y="759"/>
                  </a:lnTo>
                  <a:lnTo>
                    <a:pt x="881" y="517"/>
                  </a:lnTo>
                  <a:lnTo>
                    <a:pt x="881" y="242"/>
                  </a:lnTo>
                  <a:lnTo>
                    <a:pt x="84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9"/>
            <p:cNvSpPr/>
            <p:nvPr/>
          </p:nvSpPr>
          <p:spPr>
            <a:xfrm>
              <a:off x="7330924" y="2938950"/>
              <a:ext cx="29456" cy="27914"/>
            </a:xfrm>
            <a:custGeom>
              <a:rect b="b" l="l" r="r" t="t"/>
              <a:pathLst>
                <a:path extrusionOk="0" h="869" w="917">
                  <a:moveTo>
                    <a:pt x="0" y="0"/>
                  </a:moveTo>
                  <a:lnTo>
                    <a:pt x="0" y="869"/>
                  </a:lnTo>
                  <a:lnTo>
                    <a:pt x="917" y="869"/>
                  </a:lnTo>
                  <a:lnTo>
                    <a:pt x="917" y="572"/>
                  </a:lnTo>
                  <a:lnTo>
                    <a:pt x="312" y="572"/>
                  </a:lnTo>
                  <a:cubicBezTo>
                    <a:pt x="280" y="572"/>
                    <a:pt x="257" y="546"/>
                    <a:pt x="257" y="517"/>
                  </a:cubicBezTo>
                  <a:lnTo>
                    <a:pt x="257" y="352"/>
                  </a:lnTo>
                  <a:cubicBezTo>
                    <a:pt x="257" y="322"/>
                    <a:pt x="283" y="299"/>
                    <a:pt x="312" y="299"/>
                  </a:cubicBezTo>
                  <a:lnTo>
                    <a:pt x="917" y="299"/>
                  </a:lnTo>
                  <a:lnTo>
                    <a:pt x="917" y="297"/>
                  </a:lnTo>
                  <a:lnTo>
                    <a:pt x="91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9"/>
            <p:cNvSpPr/>
            <p:nvPr/>
          </p:nvSpPr>
          <p:spPr>
            <a:xfrm>
              <a:off x="7554577" y="2981586"/>
              <a:ext cx="17699" cy="15258"/>
            </a:xfrm>
            <a:custGeom>
              <a:rect b="b" l="l" r="r" t="t"/>
              <a:pathLst>
                <a:path extrusionOk="0" h="475" w="551">
                  <a:moveTo>
                    <a:pt x="276" y="0"/>
                  </a:moveTo>
                  <a:lnTo>
                    <a:pt x="0" y="36"/>
                  </a:lnTo>
                  <a:lnTo>
                    <a:pt x="0" y="475"/>
                  </a:lnTo>
                  <a:lnTo>
                    <a:pt x="459" y="475"/>
                  </a:lnTo>
                  <a:cubicBezTo>
                    <a:pt x="491" y="475"/>
                    <a:pt x="514" y="449"/>
                    <a:pt x="514" y="420"/>
                  </a:cubicBezTo>
                  <a:lnTo>
                    <a:pt x="551" y="238"/>
                  </a:lnTo>
                  <a:lnTo>
                    <a:pt x="551" y="55"/>
                  </a:lnTo>
                  <a:cubicBezTo>
                    <a:pt x="551" y="25"/>
                    <a:pt x="525" y="0"/>
                    <a:pt x="4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9"/>
            <p:cNvSpPr/>
            <p:nvPr/>
          </p:nvSpPr>
          <p:spPr>
            <a:xfrm>
              <a:off x="7560066" y="2980422"/>
              <a:ext cx="19466" cy="16543"/>
            </a:xfrm>
            <a:custGeom>
              <a:rect b="b" l="l" r="r" t="t"/>
              <a:pathLst>
                <a:path extrusionOk="0" h="515" w="606">
                  <a:moveTo>
                    <a:pt x="0" y="1"/>
                  </a:moveTo>
                  <a:lnTo>
                    <a:pt x="0" y="515"/>
                  </a:lnTo>
                  <a:lnTo>
                    <a:pt x="550" y="515"/>
                  </a:lnTo>
                  <a:cubicBezTo>
                    <a:pt x="581" y="515"/>
                    <a:pt x="605" y="489"/>
                    <a:pt x="605" y="460"/>
                  </a:cubicBezTo>
                  <a:lnTo>
                    <a:pt x="605" y="240"/>
                  </a:lnTo>
                  <a:lnTo>
                    <a:pt x="384" y="240"/>
                  </a:lnTo>
                  <a:cubicBezTo>
                    <a:pt x="356" y="238"/>
                    <a:pt x="332" y="215"/>
                    <a:pt x="332" y="183"/>
                  </a:cubicBezTo>
                  <a:lnTo>
                    <a:pt x="33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9"/>
            <p:cNvSpPr/>
            <p:nvPr/>
          </p:nvSpPr>
          <p:spPr>
            <a:xfrm>
              <a:off x="7536689" y="2975684"/>
              <a:ext cx="20269" cy="30035"/>
            </a:xfrm>
            <a:custGeom>
              <a:rect b="b" l="l" r="r" t="t"/>
              <a:pathLst>
                <a:path extrusionOk="0" h="935" w="631">
                  <a:moveTo>
                    <a:pt x="263" y="0"/>
                  </a:moveTo>
                  <a:lnTo>
                    <a:pt x="9" y="34"/>
                  </a:lnTo>
                  <a:lnTo>
                    <a:pt x="1" y="934"/>
                  </a:lnTo>
                  <a:lnTo>
                    <a:pt x="558" y="931"/>
                  </a:lnTo>
                  <a:cubicBezTo>
                    <a:pt x="588" y="931"/>
                    <a:pt x="612" y="905"/>
                    <a:pt x="612" y="876"/>
                  </a:cubicBezTo>
                  <a:lnTo>
                    <a:pt x="630" y="715"/>
                  </a:lnTo>
                  <a:lnTo>
                    <a:pt x="630" y="55"/>
                  </a:lnTo>
                  <a:cubicBezTo>
                    <a:pt x="630" y="25"/>
                    <a:pt x="604" y="0"/>
                    <a:pt x="57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9"/>
            <p:cNvSpPr/>
            <p:nvPr/>
          </p:nvSpPr>
          <p:spPr>
            <a:xfrm>
              <a:off x="7534085" y="2974757"/>
              <a:ext cx="22454" cy="31898"/>
            </a:xfrm>
            <a:custGeom>
              <a:rect b="b" l="l" r="r" t="t"/>
              <a:pathLst>
                <a:path extrusionOk="0" h="993" w="699">
                  <a:moveTo>
                    <a:pt x="0" y="1"/>
                  </a:moveTo>
                  <a:lnTo>
                    <a:pt x="0" y="992"/>
                  </a:lnTo>
                  <a:lnTo>
                    <a:pt x="643" y="992"/>
                  </a:lnTo>
                  <a:cubicBezTo>
                    <a:pt x="673" y="992"/>
                    <a:pt x="698" y="968"/>
                    <a:pt x="698" y="939"/>
                  </a:cubicBezTo>
                  <a:lnTo>
                    <a:pt x="698" y="717"/>
                  </a:lnTo>
                  <a:lnTo>
                    <a:pt x="384" y="717"/>
                  </a:lnTo>
                  <a:cubicBezTo>
                    <a:pt x="358" y="716"/>
                    <a:pt x="332" y="693"/>
                    <a:pt x="332" y="661"/>
                  </a:cubicBezTo>
                  <a:lnTo>
                    <a:pt x="33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9"/>
            <p:cNvSpPr/>
            <p:nvPr/>
          </p:nvSpPr>
          <p:spPr>
            <a:xfrm>
              <a:off x="7305257" y="2975764"/>
              <a:ext cx="18310" cy="24734"/>
            </a:xfrm>
            <a:custGeom>
              <a:rect b="b" l="l" r="r" t="t"/>
              <a:pathLst>
                <a:path extrusionOk="0" h="770" w="570">
                  <a:moveTo>
                    <a:pt x="238" y="1"/>
                  </a:moveTo>
                  <a:lnTo>
                    <a:pt x="184" y="37"/>
                  </a:lnTo>
                  <a:cubicBezTo>
                    <a:pt x="83" y="37"/>
                    <a:pt x="0" y="118"/>
                    <a:pt x="0" y="220"/>
                  </a:cubicBezTo>
                  <a:lnTo>
                    <a:pt x="0" y="587"/>
                  </a:lnTo>
                  <a:cubicBezTo>
                    <a:pt x="0" y="689"/>
                    <a:pt x="83" y="770"/>
                    <a:pt x="184" y="770"/>
                  </a:cubicBezTo>
                  <a:lnTo>
                    <a:pt x="569" y="770"/>
                  </a:lnTo>
                  <a:lnTo>
                    <a:pt x="56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9"/>
            <p:cNvSpPr/>
            <p:nvPr/>
          </p:nvSpPr>
          <p:spPr>
            <a:xfrm>
              <a:off x="7304037" y="2975700"/>
              <a:ext cx="19466" cy="25923"/>
            </a:xfrm>
            <a:custGeom>
              <a:rect b="b" l="l" r="r" t="t"/>
              <a:pathLst>
                <a:path extrusionOk="0" h="807" w="606">
                  <a:moveTo>
                    <a:pt x="183" y="0"/>
                  </a:moveTo>
                  <a:cubicBezTo>
                    <a:pt x="82" y="0"/>
                    <a:pt x="1" y="81"/>
                    <a:pt x="1" y="182"/>
                  </a:cubicBezTo>
                  <a:lnTo>
                    <a:pt x="1" y="624"/>
                  </a:lnTo>
                  <a:cubicBezTo>
                    <a:pt x="1" y="725"/>
                    <a:pt x="82" y="806"/>
                    <a:pt x="183" y="806"/>
                  </a:cubicBezTo>
                  <a:lnTo>
                    <a:pt x="606" y="806"/>
                  </a:lnTo>
                  <a:lnTo>
                    <a:pt x="606" y="531"/>
                  </a:lnTo>
                  <a:lnTo>
                    <a:pt x="331" y="531"/>
                  </a:lnTo>
                  <a:cubicBezTo>
                    <a:pt x="330" y="531"/>
                    <a:pt x="329" y="531"/>
                    <a:pt x="328" y="531"/>
                  </a:cubicBezTo>
                  <a:cubicBezTo>
                    <a:pt x="300" y="531"/>
                    <a:pt x="276" y="507"/>
                    <a:pt x="276" y="478"/>
                  </a:cubicBezTo>
                  <a:lnTo>
                    <a:pt x="27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9"/>
            <p:cNvSpPr/>
            <p:nvPr/>
          </p:nvSpPr>
          <p:spPr>
            <a:xfrm>
              <a:off x="7460995" y="2972487"/>
              <a:ext cx="33054" cy="30677"/>
            </a:xfrm>
            <a:custGeom>
              <a:rect b="b" l="l" r="r" t="t"/>
              <a:pathLst>
                <a:path extrusionOk="0" h="955" w="1029">
                  <a:moveTo>
                    <a:pt x="276" y="0"/>
                  </a:moveTo>
                  <a:lnTo>
                    <a:pt x="1" y="54"/>
                  </a:lnTo>
                  <a:lnTo>
                    <a:pt x="1" y="954"/>
                  </a:lnTo>
                  <a:lnTo>
                    <a:pt x="1028" y="954"/>
                  </a:lnTo>
                  <a:lnTo>
                    <a:pt x="1028" y="54"/>
                  </a:lnTo>
                  <a:lnTo>
                    <a:pt x="75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9"/>
            <p:cNvSpPr/>
            <p:nvPr/>
          </p:nvSpPr>
          <p:spPr>
            <a:xfrm>
              <a:off x="7459260" y="2972423"/>
              <a:ext cx="36588" cy="32444"/>
            </a:xfrm>
            <a:custGeom>
              <a:rect b="b" l="l" r="r" t="t"/>
              <a:pathLst>
                <a:path extrusionOk="0" h="1010" w="1139">
                  <a:moveTo>
                    <a:pt x="1" y="1"/>
                  </a:moveTo>
                  <a:lnTo>
                    <a:pt x="1" y="1010"/>
                  </a:lnTo>
                  <a:lnTo>
                    <a:pt x="1139" y="1010"/>
                  </a:lnTo>
                  <a:lnTo>
                    <a:pt x="1139" y="1"/>
                  </a:lnTo>
                  <a:lnTo>
                    <a:pt x="807" y="1"/>
                  </a:lnTo>
                  <a:lnTo>
                    <a:pt x="807" y="681"/>
                  </a:lnTo>
                  <a:cubicBezTo>
                    <a:pt x="807" y="712"/>
                    <a:pt x="783" y="735"/>
                    <a:pt x="754" y="735"/>
                  </a:cubicBezTo>
                  <a:lnTo>
                    <a:pt x="386" y="735"/>
                  </a:lnTo>
                  <a:cubicBezTo>
                    <a:pt x="356" y="735"/>
                    <a:pt x="331" y="710"/>
                    <a:pt x="331" y="681"/>
                  </a:cubicBezTo>
                  <a:lnTo>
                    <a:pt x="33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9"/>
            <p:cNvSpPr/>
            <p:nvPr/>
          </p:nvSpPr>
          <p:spPr>
            <a:xfrm>
              <a:off x="7369249" y="2895326"/>
              <a:ext cx="142495" cy="44875"/>
            </a:xfrm>
            <a:custGeom>
              <a:rect b="b" l="l" r="r" t="t"/>
              <a:pathLst>
                <a:path extrusionOk="0" h="1397" w="4436">
                  <a:moveTo>
                    <a:pt x="1024" y="1"/>
                  </a:moveTo>
                  <a:cubicBezTo>
                    <a:pt x="902" y="1"/>
                    <a:pt x="786" y="41"/>
                    <a:pt x="689" y="113"/>
                  </a:cubicBezTo>
                  <a:lnTo>
                    <a:pt x="501" y="255"/>
                  </a:lnTo>
                  <a:cubicBezTo>
                    <a:pt x="468" y="278"/>
                    <a:pt x="430" y="294"/>
                    <a:pt x="388" y="294"/>
                  </a:cubicBezTo>
                  <a:lnTo>
                    <a:pt x="275" y="294"/>
                  </a:lnTo>
                  <a:lnTo>
                    <a:pt x="0" y="348"/>
                  </a:lnTo>
                  <a:lnTo>
                    <a:pt x="0" y="1120"/>
                  </a:lnTo>
                  <a:lnTo>
                    <a:pt x="391" y="1120"/>
                  </a:lnTo>
                  <a:cubicBezTo>
                    <a:pt x="430" y="1120"/>
                    <a:pt x="468" y="1131"/>
                    <a:pt x="498" y="1153"/>
                  </a:cubicBezTo>
                  <a:lnTo>
                    <a:pt x="692" y="1292"/>
                  </a:lnTo>
                  <a:cubicBezTo>
                    <a:pt x="786" y="1360"/>
                    <a:pt x="898" y="1396"/>
                    <a:pt x="1012" y="1396"/>
                  </a:cubicBezTo>
                  <a:lnTo>
                    <a:pt x="3472" y="1396"/>
                  </a:lnTo>
                  <a:cubicBezTo>
                    <a:pt x="3842" y="1396"/>
                    <a:pt x="4387" y="1172"/>
                    <a:pt x="4430" y="813"/>
                  </a:cubicBezTo>
                  <a:cubicBezTo>
                    <a:pt x="4434" y="784"/>
                    <a:pt x="4436" y="755"/>
                    <a:pt x="4436" y="726"/>
                  </a:cubicBezTo>
                  <a:cubicBezTo>
                    <a:pt x="4436" y="325"/>
                    <a:pt x="4110" y="1"/>
                    <a:pt x="3711" y="1"/>
                  </a:cubicBezTo>
                  <a:lnTo>
                    <a:pt x="3123" y="1"/>
                  </a:lnTo>
                  <a:lnTo>
                    <a:pt x="3074" y="57"/>
                  </a:lnTo>
                  <a:lnTo>
                    <a:pt x="1517" y="56"/>
                  </a:lnTo>
                  <a:lnTo>
                    <a:pt x="147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9"/>
            <p:cNvSpPr/>
            <p:nvPr/>
          </p:nvSpPr>
          <p:spPr>
            <a:xfrm>
              <a:off x="7367417" y="2895293"/>
              <a:ext cx="144102" cy="46610"/>
            </a:xfrm>
            <a:custGeom>
              <a:rect b="b" l="l" r="r" t="t"/>
              <a:pathLst>
                <a:path extrusionOk="0" h="1451" w="4486">
                  <a:moveTo>
                    <a:pt x="1525" y="0"/>
                  </a:moveTo>
                  <a:lnTo>
                    <a:pt x="1525" y="1084"/>
                  </a:lnTo>
                  <a:cubicBezTo>
                    <a:pt x="1525" y="1135"/>
                    <a:pt x="1485" y="1176"/>
                    <a:pt x="1434" y="1176"/>
                  </a:cubicBezTo>
                  <a:lnTo>
                    <a:pt x="1160" y="1176"/>
                  </a:lnTo>
                  <a:cubicBezTo>
                    <a:pt x="1046" y="1176"/>
                    <a:pt x="935" y="1139"/>
                    <a:pt x="841" y="1073"/>
                  </a:cubicBezTo>
                  <a:lnTo>
                    <a:pt x="647" y="934"/>
                  </a:lnTo>
                  <a:cubicBezTo>
                    <a:pt x="615" y="912"/>
                    <a:pt x="577" y="899"/>
                    <a:pt x="539" y="899"/>
                  </a:cubicBezTo>
                  <a:lnTo>
                    <a:pt x="424" y="899"/>
                  </a:lnTo>
                  <a:cubicBezTo>
                    <a:pt x="373" y="899"/>
                    <a:pt x="331" y="857"/>
                    <a:pt x="331" y="806"/>
                  </a:cubicBezTo>
                  <a:lnTo>
                    <a:pt x="331" y="293"/>
                  </a:lnTo>
                  <a:lnTo>
                    <a:pt x="1" y="293"/>
                  </a:lnTo>
                  <a:lnTo>
                    <a:pt x="1" y="1174"/>
                  </a:lnTo>
                  <a:lnTo>
                    <a:pt x="447" y="1174"/>
                  </a:lnTo>
                  <a:cubicBezTo>
                    <a:pt x="486" y="1174"/>
                    <a:pt x="523" y="1187"/>
                    <a:pt x="554" y="1209"/>
                  </a:cubicBezTo>
                  <a:lnTo>
                    <a:pt x="748" y="1348"/>
                  </a:lnTo>
                  <a:cubicBezTo>
                    <a:pt x="842" y="1414"/>
                    <a:pt x="953" y="1451"/>
                    <a:pt x="1068" y="1451"/>
                  </a:cubicBezTo>
                  <a:lnTo>
                    <a:pt x="3766" y="1451"/>
                  </a:lnTo>
                  <a:cubicBezTo>
                    <a:pt x="4137" y="1451"/>
                    <a:pt x="4442" y="1173"/>
                    <a:pt x="4486" y="812"/>
                  </a:cubicBezTo>
                  <a:lnTo>
                    <a:pt x="4486" y="812"/>
                  </a:lnTo>
                  <a:cubicBezTo>
                    <a:pt x="4361" y="1029"/>
                    <a:pt x="4128" y="1176"/>
                    <a:pt x="3859" y="1176"/>
                  </a:cubicBezTo>
                  <a:lnTo>
                    <a:pt x="3270" y="1176"/>
                  </a:lnTo>
                  <a:cubicBezTo>
                    <a:pt x="3219" y="1176"/>
                    <a:pt x="3178" y="1135"/>
                    <a:pt x="3178" y="1084"/>
                  </a:cubicBezTo>
                  <a:lnTo>
                    <a:pt x="317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9"/>
            <p:cNvSpPr/>
            <p:nvPr/>
          </p:nvSpPr>
          <p:spPr>
            <a:xfrm>
              <a:off x="7305257" y="2901847"/>
              <a:ext cx="18567" cy="32379"/>
            </a:xfrm>
            <a:custGeom>
              <a:rect b="b" l="l" r="r" t="t"/>
              <a:pathLst>
                <a:path extrusionOk="0" h="1008" w="578">
                  <a:moveTo>
                    <a:pt x="238" y="0"/>
                  </a:moveTo>
                  <a:lnTo>
                    <a:pt x="184" y="36"/>
                  </a:lnTo>
                  <a:cubicBezTo>
                    <a:pt x="83" y="36"/>
                    <a:pt x="0" y="117"/>
                    <a:pt x="0" y="219"/>
                  </a:cubicBezTo>
                  <a:lnTo>
                    <a:pt x="0" y="825"/>
                  </a:lnTo>
                  <a:cubicBezTo>
                    <a:pt x="0" y="927"/>
                    <a:pt x="83" y="1008"/>
                    <a:pt x="184" y="1008"/>
                  </a:cubicBezTo>
                  <a:lnTo>
                    <a:pt x="578" y="1008"/>
                  </a:lnTo>
                  <a:lnTo>
                    <a:pt x="578" y="0"/>
                  </a:lnTo>
                  <a:close/>
                </a:path>
              </a:pathLst>
            </a:custGeom>
            <a:solidFill>
              <a:srgbClr val="9CE6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9"/>
            <p:cNvSpPr/>
            <p:nvPr/>
          </p:nvSpPr>
          <p:spPr>
            <a:xfrm>
              <a:off x="7304037" y="2901782"/>
              <a:ext cx="19755" cy="33568"/>
            </a:xfrm>
            <a:custGeom>
              <a:rect b="b" l="l" r="r" t="t"/>
              <a:pathLst>
                <a:path extrusionOk="0" h="1045" w="615">
                  <a:moveTo>
                    <a:pt x="183" y="1"/>
                  </a:moveTo>
                  <a:cubicBezTo>
                    <a:pt x="82" y="1"/>
                    <a:pt x="1" y="82"/>
                    <a:pt x="1" y="183"/>
                  </a:cubicBezTo>
                  <a:lnTo>
                    <a:pt x="1" y="862"/>
                  </a:lnTo>
                  <a:cubicBezTo>
                    <a:pt x="1" y="963"/>
                    <a:pt x="82" y="1045"/>
                    <a:pt x="183" y="1045"/>
                  </a:cubicBezTo>
                  <a:lnTo>
                    <a:pt x="615" y="1045"/>
                  </a:lnTo>
                  <a:lnTo>
                    <a:pt x="615" y="769"/>
                  </a:lnTo>
                  <a:lnTo>
                    <a:pt x="331" y="769"/>
                  </a:lnTo>
                  <a:cubicBezTo>
                    <a:pt x="330" y="769"/>
                    <a:pt x="329" y="770"/>
                    <a:pt x="328" y="770"/>
                  </a:cubicBezTo>
                  <a:cubicBezTo>
                    <a:pt x="300" y="770"/>
                    <a:pt x="276" y="747"/>
                    <a:pt x="276" y="717"/>
                  </a:cubicBezTo>
                  <a:lnTo>
                    <a:pt x="27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9"/>
            <p:cNvSpPr/>
            <p:nvPr/>
          </p:nvSpPr>
          <p:spPr>
            <a:xfrm>
              <a:off x="7426526" y="2890635"/>
              <a:ext cx="34178" cy="54865"/>
            </a:xfrm>
            <a:custGeom>
              <a:rect b="b" l="l" r="r" t="t"/>
              <a:pathLst>
                <a:path extrusionOk="0" h="1708" w="1064">
                  <a:moveTo>
                    <a:pt x="238" y="0"/>
                  </a:moveTo>
                  <a:lnTo>
                    <a:pt x="183" y="37"/>
                  </a:lnTo>
                  <a:cubicBezTo>
                    <a:pt x="82" y="37"/>
                    <a:pt x="1" y="118"/>
                    <a:pt x="1" y="219"/>
                  </a:cubicBezTo>
                  <a:lnTo>
                    <a:pt x="1" y="1523"/>
                  </a:lnTo>
                  <a:cubicBezTo>
                    <a:pt x="1" y="1625"/>
                    <a:pt x="82" y="1707"/>
                    <a:pt x="183" y="1707"/>
                  </a:cubicBezTo>
                  <a:lnTo>
                    <a:pt x="843" y="1707"/>
                  </a:lnTo>
                  <a:cubicBezTo>
                    <a:pt x="945" y="1707"/>
                    <a:pt x="1027" y="1625"/>
                    <a:pt x="1027" y="1522"/>
                  </a:cubicBezTo>
                  <a:lnTo>
                    <a:pt x="1063" y="1468"/>
                  </a:lnTo>
                  <a:lnTo>
                    <a:pt x="1063" y="183"/>
                  </a:lnTo>
                  <a:cubicBezTo>
                    <a:pt x="1063" y="81"/>
                    <a:pt x="981" y="0"/>
                    <a:pt x="88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9"/>
            <p:cNvSpPr/>
            <p:nvPr/>
          </p:nvSpPr>
          <p:spPr>
            <a:xfrm>
              <a:off x="7425273" y="2890635"/>
              <a:ext cx="35431" cy="56022"/>
            </a:xfrm>
            <a:custGeom>
              <a:rect b="b" l="l" r="r" t="t"/>
              <a:pathLst>
                <a:path extrusionOk="0" h="1744" w="1103">
                  <a:moveTo>
                    <a:pt x="185" y="0"/>
                  </a:moveTo>
                  <a:cubicBezTo>
                    <a:pt x="83" y="0"/>
                    <a:pt x="1" y="81"/>
                    <a:pt x="1" y="183"/>
                  </a:cubicBezTo>
                  <a:lnTo>
                    <a:pt x="1" y="1559"/>
                  </a:lnTo>
                  <a:cubicBezTo>
                    <a:pt x="1" y="1661"/>
                    <a:pt x="83" y="1743"/>
                    <a:pt x="185" y="1743"/>
                  </a:cubicBezTo>
                  <a:lnTo>
                    <a:pt x="919" y="1743"/>
                  </a:lnTo>
                  <a:cubicBezTo>
                    <a:pt x="1020" y="1743"/>
                    <a:pt x="1102" y="1661"/>
                    <a:pt x="1102" y="1559"/>
                  </a:cubicBezTo>
                  <a:lnTo>
                    <a:pt x="1102" y="1468"/>
                  </a:lnTo>
                  <a:lnTo>
                    <a:pt x="331" y="1468"/>
                  </a:lnTo>
                  <a:cubicBezTo>
                    <a:pt x="302" y="1468"/>
                    <a:pt x="277" y="1444"/>
                    <a:pt x="277" y="1413"/>
                  </a:cubicBezTo>
                  <a:lnTo>
                    <a:pt x="27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 name="Google Shape;1666;p9"/>
            <p:cNvSpPr/>
            <p:nvPr/>
          </p:nvSpPr>
          <p:spPr>
            <a:xfrm>
              <a:off x="7332145" y="2876180"/>
              <a:ext cx="28332" cy="20301"/>
            </a:xfrm>
            <a:custGeom>
              <a:rect b="b" l="l" r="r" t="t"/>
              <a:pathLst>
                <a:path extrusionOk="0" h="632" w="882">
                  <a:moveTo>
                    <a:pt x="238" y="0"/>
                  </a:moveTo>
                  <a:lnTo>
                    <a:pt x="54" y="36"/>
                  </a:lnTo>
                  <a:cubicBezTo>
                    <a:pt x="23" y="36"/>
                    <a:pt x="0" y="61"/>
                    <a:pt x="0" y="90"/>
                  </a:cubicBezTo>
                  <a:lnTo>
                    <a:pt x="0" y="631"/>
                  </a:lnTo>
                  <a:lnTo>
                    <a:pt x="846" y="631"/>
                  </a:lnTo>
                  <a:lnTo>
                    <a:pt x="882" y="356"/>
                  </a:lnTo>
                  <a:lnTo>
                    <a:pt x="882" y="54"/>
                  </a:lnTo>
                  <a:cubicBezTo>
                    <a:pt x="879" y="23"/>
                    <a:pt x="856" y="0"/>
                    <a:pt x="82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 name="Google Shape;1667;p9"/>
            <p:cNvSpPr/>
            <p:nvPr/>
          </p:nvSpPr>
          <p:spPr>
            <a:xfrm>
              <a:off x="7330924" y="2876180"/>
              <a:ext cx="29456" cy="22678"/>
            </a:xfrm>
            <a:custGeom>
              <a:rect b="b" l="l" r="r" t="t"/>
              <a:pathLst>
                <a:path extrusionOk="0" h="706" w="917">
                  <a:moveTo>
                    <a:pt x="54" y="0"/>
                  </a:moveTo>
                  <a:cubicBezTo>
                    <a:pt x="24" y="0"/>
                    <a:pt x="0" y="25"/>
                    <a:pt x="0" y="54"/>
                  </a:cubicBezTo>
                  <a:lnTo>
                    <a:pt x="0" y="705"/>
                  </a:lnTo>
                  <a:lnTo>
                    <a:pt x="917" y="705"/>
                  </a:lnTo>
                  <a:lnTo>
                    <a:pt x="917" y="356"/>
                  </a:lnTo>
                  <a:lnTo>
                    <a:pt x="329" y="356"/>
                  </a:lnTo>
                  <a:cubicBezTo>
                    <a:pt x="328" y="356"/>
                    <a:pt x="327" y="356"/>
                    <a:pt x="327" y="356"/>
                  </a:cubicBezTo>
                  <a:cubicBezTo>
                    <a:pt x="299" y="356"/>
                    <a:pt x="276" y="332"/>
                    <a:pt x="276" y="301"/>
                  </a:cubicBezTo>
                  <a:lnTo>
                    <a:pt x="27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9"/>
            <p:cNvSpPr/>
            <p:nvPr/>
          </p:nvSpPr>
          <p:spPr>
            <a:xfrm>
              <a:off x="7323247" y="2896546"/>
              <a:ext cx="45967" cy="43044"/>
            </a:xfrm>
            <a:custGeom>
              <a:rect b="b" l="l" r="r" t="t"/>
              <a:pathLst>
                <a:path extrusionOk="0" h="1340" w="1431">
                  <a:moveTo>
                    <a:pt x="239" y="0"/>
                  </a:moveTo>
                  <a:lnTo>
                    <a:pt x="164" y="36"/>
                  </a:lnTo>
                  <a:cubicBezTo>
                    <a:pt x="74" y="36"/>
                    <a:pt x="1" y="112"/>
                    <a:pt x="1" y="201"/>
                  </a:cubicBezTo>
                  <a:lnTo>
                    <a:pt x="1" y="1176"/>
                  </a:lnTo>
                  <a:cubicBezTo>
                    <a:pt x="1" y="1265"/>
                    <a:pt x="74" y="1339"/>
                    <a:pt x="164" y="1339"/>
                  </a:cubicBezTo>
                  <a:lnTo>
                    <a:pt x="1231" y="1339"/>
                  </a:lnTo>
                  <a:cubicBezTo>
                    <a:pt x="1321" y="1339"/>
                    <a:pt x="1395" y="1265"/>
                    <a:pt x="1395" y="1177"/>
                  </a:cubicBezTo>
                  <a:lnTo>
                    <a:pt x="1431" y="1103"/>
                  </a:lnTo>
                  <a:lnTo>
                    <a:pt x="1431" y="165"/>
                  </a:lnTo>
                  <a:cubicBezTo>
                    <a:pt x="1431" y="75"/>
                    <a:pt x="1357" y="0"/>
                    <a:pt x="126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9"/>
            <p:cNvSpPr/>
            <p:nvPr/>
          </p:nvSpPr>
          <p:spPr>
            <a:xfrm>
              <a:off x="7322090" y="2896546"/>
              <a:ext cx="47124" cy="44201"/>
            </a:xfrm>
            <a:custGeom>
              <a:rect b="b" l="l" r="r" t="t"/>
              <a:pathLst>
                <a:path extrusionOk="0" h="1376" w="1467">
                  <a:moveTo>
                    <a:pt x="164" y="0"/>
                  </a:moveTo>
                  <a:cubicBezTo>
                    <a:pt x="74" y="0"/>
                    <a:pt x="0" y="75"/>
                    <a:pt x="0" y="165"/>
                  </a:cubicBezTo>
                  <a:lnTo>
                    <a:pt x="0" y="1212"/>
                  </a:lnTo>
                  <a:cubicBezTo>
                    <a:pt x="0" y="1302"/>
                    <a:pt x="74" y="1375"/>
                    <a:pt x="164" y="1375"/>
                  </a:cubicBezTo>
                  <a:lnTo>
                    <a:pt x="1303" y="1375"/>
                  </a:lnTo>
                  <a:cubicBezTo>
                    <a:pt x="1393" y="1375"/>
                    <a:pt x="1467" y="1302"/>
                    <a:pt x="1467" y="1212"/>
                  </a:cubicBezTo>
                  <a:lnTo>
                    <a:pt x="1467" y="1100"/>
                  </a:lnTo>
                  <a:lnTo>
                    <a:pt x="329" y="1100"/>
                  </a:lnTo>
                  <a:cubicBezTo>
                    <a:pt x="299" y="1100"/>
                    <a:pt x="275" y="1076"/>
                    <a:pt x="275" y="1047"/>
                  </a:cubicBezTo>
                  <a:lnTo>
                    <a:pt x="27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9"/>
            <p:cNvSpPr/>
            <p:nvPr/>
          </p:nvSpPr>
          <p:spPr>
            <a:xfrm>
              <a:off x="7490800" y="2966231"/>
              <a:ext cx="46032" cy="45967"/>
            </a:xfrm>
            <a:custGeom>
              <a:rect b="b" l="l" r="r" t="t"/>
              <a:pathLst>
                <a:path extrusionOk="0" h="1431" w="1433">
                  <a:moveTo>
                    <a:pt x="239" y="0"/>
                  </a:moveTo>
                  <a:lnTo>
                    <a:pt x="186" y="19"/>
                  </a:lnTo>
                  <a:cubicBezTo>
                    <a:pt x="85" y="19"/>
                    <a:pt x="2" y="100"/>
                    <a:pt x="2" y="202"/>
                  </a:cubicBezTo>
                  <a:lnTo>
                    <a:pt x="2" y="1248"/>
                  </a:lnTo>
                  <a:cubicBezTo>
                    <a:pt x="1" y="1350"/>
                    <a:pt x="85" y="1431"/>
                    <a:pt x="186" y="1431"/>
                  </a:cubicBezTo>
                  <a:lnTo>
                    <a:pt x="1214" y="1431"/>
                  </a:lnTo>
                  <a:cubicBezTo>
                    <a:pt x="1315" y="1431"/>
                    <a:pt x="1396" y="1350"/>
                    <a:pt x="1396" y="1248"/>
                  </a:cubicBezTo>
                  <a:lnTo>
                    <a:pt x="1432" y="1193"/>
                  </a:lnTo>
                  <a:lnTo>
                    <a:pt x="1432" y="184"/>
                  </a:lnTo>
                  <a:cubicBezTo>
                    <a:pt x="1432" y="82"/>
                    <a:pt x="1351" y="0"/>
                    <a:pt x="125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9"/>
            <p:cNvSpPr/>
            <p:nvPr/>
          </p:nvSpPr>
          <p:spPr>
            <a:xfrm>
              <a:off x="7490213" y="2965017"/>
              <a:ext cx="47188" cy="47188"/>
            </a:xfrm>
            <a:custGeom>
              <a:rect b="b" l="l" r="r" t="t"/>
              <a:pathLst>
                <a:path extrusionOk="0" h="1469" w="1469">
                  <a:moveTo>
                    <a:pt x="185" y="1"/>
                  </a:moveTo>
                  <a:cubicBezTo>
                    <a:pt x="83" y="1"/>
                    <a:pt x="1" y="82"/>
                    <a:pt x="1" y="183"/>
                  </a:cubicBezTo>
                  <a:lnTo>
                    <a:pt x="1" y="1286"/>
                  </a:lnTo>
                  <a:cubicBezTo>
                    <a:pt x="1" y="1388"/>
                    <a:pt x="83" y="1469"/>
                    <a:pt x="185" y="1469"/>
                  </a:cubicBezTo>
                  <a:lnTo>
                    <a:pt x="1286" y="1469"/>
                  </a:lnTo>
                  <a:cubicBezTo>
                    <a:pt x="1388" y="1469"/>
                    <a:pt x="1469" y="1388"/>
                    <a:pt x="1469" y="1286"/>
                  </a:cubicBezTo>
                  <a:lnTo>
                    <a:pt x="1469" y="1194"/>
                  </a:lnTo>
                  <a:lnTo>
                    <a:pt x="331" y="1194"/>
                  </a:lnTo>
                  <a:cubicBezTo>
                    <a:pt x="300" y="1194"/>
                    <a:pt x="276" y="1168"/>
                    <a:pt x="276" y="1139"/>
                  </a:cubicBezTo>
                  <a:lnTo>
                    <a:pt x="27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9"/>
            <p:cNvSpPr/>
            <p:nvPr/>
          </p:nvSpPr>
          <p:spPr>
            <a:xfrm>
              <a:off x="7388362" y="3007695"/>
              <a:ext cx="44072" cy="35817"/>
            </a:xfrm>
            <a:custGeom>
              <a:rect b="b" l="l" r="r" t="t"/>
              <a:pathLst>
                <a:path extrusionOk="0" h="1115" w="1372">
                  <a:moveTo>
                    <a:pt x="1281" y="1"/>
                  </a:moveTo>
                  <a:cubicBezTo>
                    <a:pt x="1266" y="1"/>
                    <a:pt x="1249" y="1"/>
                    <a:pt x="1232" y="1"/>
                  </a:cubicBezTo>
                  <a:cubicBezTo>
                    <a:pt x="1216" y="1"/>
                    <a:pt x="1201" y="1"/>
                    <a:pt x="1187" y="1"/>
                  </a:cubicBezTo>
                  <a:cubicBezTo>
                    <a:pt x="1133" y="1"/>
                    <a:pt x="1095" y="7"/>
                    <a:pt x="1095" y="68"/>
                  </a:cubicBezTo>
                  <a:lnTo>
                    <a:pt x="1095" y="607"/>
                  </a:lnTo>
                  <a:cubicBezTo>
                    <a:pt x="1095" y="735"/>
                    <a:pt x="989" y="840"/>
                    <a:pt x="862" y="840"/>
                  </a:cubicBezTo>
                  <a:lnTo>
                    <a:pt x="258" y="840"/>
                  </a:lnTo>
                  <a:cubicBezTo>
                    <a:pt x="183" y="840"/>
                    <a:pt x="120" y="902"/>
                    <a:pt x="120" y="977"/>
                  </a:cubicBezTo>
                  <a:cubicBezTo>
                    <a:pt x="120" y="1054"/>
                    <a:pt x="0" y="1115"/>
                    <a:pt x="76" y="1115"/>
                  </a:cubicBezTo>
                  <a:lnTo>
                    <a:pt x="863" y="1115"/>
                  </a:lnTo>
                  <a:cubicBezTo>
                    <a:pt x="1144" y="1115"/>
                    <a:pt x="1371" y="887"/>
                    <a:pt x="1370" y="607"/>
                  </a:cubicBezTo>
                  <a:lnTo>
                    <a:pt x="1370" y="68"/>
                  </a:lnTo>
                  <a:cubicBezTo>
                    <a:pt x="1370" y="8"/>
                    <a:pt x="1333" y="1"/>
                    <a:pt x="128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9"/>
            <p:cNvSpPr/>
            <p:nvPr/>
          </p:nvSpPr>
          <p:spPr>
            <a:xfrm>
              <a:off x="7340562" y="3011068"/>
              <a:ext cx="66943" cy="77769"/>
            </a:xfrm>
            <a:custGeom>
              <a:rect b="b" l="l" r="r" t="t"/>
              <a:pathLst>
                <a:path extrusionOk="0" h="2421" w="2084">
                  <a:moveTo>
                    <a:pt x="2002" y="1"/>
                  </a:moveTo>
                  <a:lnTo>
                    <a:pt x="791" y="2"/>
                  </a:lnTo>
                  <a:lnTo>
                    <a:pt x="58" y="1868"/>
                  </a:lnTo>
                  <a:cubicBezTo>
                    <a:pt x="0" y="2009"/>
                    <a:pt x="70" y="2171"/>
                    <a:pt x="210" y="2226"/>
                  </a:cubicBezTo>
                  <a:lnTo>
                    <a:pt x="707" y="2405"/>
                  </a:lnTo>
                  <a:cubicBezTo>
                    <a:pt x="733" y="2416"/>
                    <a:pt x="766" y="2420"/>
                    <a:pt x="802" y="2420"/>
                  </a:cubicBezTo>
                  <a:cubicBezTo>
                    <a:pt x="947" y="2420"/>
                    <a:pt x="1138" y="2349"/>
                    <a:pt x="1138" y="2349"/>
                  </a:cubicBezTo>
                  <a:cubicBezTo>
                    <a:pt x="1139" y="2346"/>
                    <a:pt x="1142" y="2342"/>
                    <a:pt x="1144" y="2337"/>
                  </a:cubicBezTo>
                  <a:lnTo>
                    <a:pt x="1247" y="2081"/>
                  </a:lnTo>
                  <a:lnTo>
                    <a:pt x="1236" y="2000"/>
                  </a:lnTo>
                  <a:lnTo>
                    <a:pt x="1691" y="885"/>
                  </a:lnTo>
                  <a:lnTo>
                    <a:pt x="1737" y="874"/>
                  </a:lnTo>
                  <a:lnTo>
                    <a:pt x="2083" y="22"/>
                  </a:lnTo>
                  <a:lnTo>
                    <a:pt x="2002"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9"/>
            <p:cNvSpPr/>
            <p:nvPr/>
          </p:nvSpPr>
          <p:spPr>
            <a:xfrm>
              <a:off x="7338217" y="3010940"/>
              <a:ext cx="38868" cy="80595"/>
            </a:xfrm>
            <a:custGeom>
              <a:rect b="b" l="l" r="r" t="t"/>
              <a:pathLst>
                <a:path extrusionOk="0" h="2509" w="1210">
                  <a:moveTo>
                    <a:pt x="809" y="0"/>
                  </a:moveTo>
                  <a:lnTo>
                    <a:pt x="791" y="39"/>
                  </a:lnTo>
                  <a:lnTo>
                    <a:pt x="57" y="1868"/>
                  </a:lnTo>
                  <a:cubicBezTo>
                    <a:pt x="1" y="2010"/>
                    <a:pt x="67" y="2169"/>
                    <a:pt x="209" y="2227"/>
                  </a:cubicBezTo>
                  <a:lnTo>
                    <a:pt x="856" y="2489"/>
                  </a:lnTo>
                  <a:cubicBezTo>
                    <a:pt x="890" y="2502"/>
                    <a:pt x="925" y="2509"/>
                    <a:pt x="959" y="2509"/>
                  </a:cubicBezTo>
                  <a:cubicBezTo>
                    <a:pt x="1064" y="2509"/>
                    <a:pt x="1164" y="2449"/>
                    <a:pt x="1210" y="2351"/>
                  </a:cubicBezTo>
                  <a:lnTo>
                    <a:pt x="338" y="1998"/>
                  </a:lnTo>
                  <a:cubicBezTo>
                    <a:pt x="309" y="1988"/>
                    <a:pt x="296" y="1955"/>
                    <a:pt x="306" y="1926"/>
                  </a:cubicBezTo>
                  <a:lnTo>
                    <a:pt x="1076" y="10"/>
                  </a:lnTo>
                  <a:lnTo>
                    <a:pt x="80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9"/>
            <p:cNvSpPr/>
            <p:nvPr/>
          </p:nvSpPr>
          <p:spPr>
            <a:xfrm>
              <a:off x="7363627" y="3033716"/>
              <a:ext cx="32797" cy="42498"/>
            </a:xfrm>
            <a:custGeom>
              <a:rect b="b" l="l" r="r" t="t"/>
              <a:pathLst>
                <a:path extrusionOk="0" h="1323" w="1021">
                  <a:moveTo>
                    <a:pt x="614" y="1"/>
                  </a:moveTo>
                  <a:lnTo>
                    <a:pt x="575" y="28"/>
                  </a:lnTo>
                  <a:cubicBezTo>
                    <a:pt x="552" y="19"/>
                    <a:pt x="532" y="15"/>
                    <a:pt x="513" y="15"/>
                  </a:cubicBezTo>
                  <a:cubicBezTo>
                    <a:pt x="455" y="15"/>
                    <a:pt x="418" y="58"/>
                    <a:pt x="390" y="130"/>
                  </a:cubicBezTo>
                  <a:lnTo>
                    <a:pt x="38" y="952"/>
                  </a:lnTo>
                  <a:cubicBezTo>
                    <a:pt x="0" y="1046"/>
                    <a:pt x="45" y="1152"/>
                    <a:pt x="141" y="1191"/>
                  </a:cubicBezTo>
                  <a:lnTo>
                    <a:pt x="524" y="1322"/>
                  </a:lnTo>
                  <a:lnTo>
                    <a:pt x="614" y="1166"/>
                  </a:lnTo>
                  <a:lnTo>
                    <a:pt x="1021" y="166"/>
                  </a:lnTo>
                  <a:lnTo>
                    <a:pt x="61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9"/>
            <p:cNvSpPr/>
            <p:nvPr/>
          </p:nvSpPr>
          <p:spPr>
            <a:xfrm>
              <a:off x="7362406" y="3033009"/>
              <a:ext cx="20912" cy="44843"/>
            </a:xfrm>
            <a:custGeom>
              <a:rect b="b" l="l" r="r" t="t"/>
              <a:pathLst>
                <a:path extrusionOk="0" h="1396" w="651">
                  <a:moveTo>
                    <a:pt x="560" y="1"/>
                  </a:moveTo>
                  <a:cubicBezTo>
                    <a:pt x="487" y="1"/>
                    <a:pt x="419" y="44"/>
                    <a:pt x="390" y="115"/>
                  </a:cubicBezTo>
                  <a:lnTo>
                    <a:pt x="38" y="984"/>
                  </a:lnTo>
                  <a:cubicBezTo>
                    <a:pt x="1" y="1078"/>
                    <a:pt x="45" y="1185"/>
                    <a:pt x="140" y="1223"/>
                  </a:cubicBezTo>
                  <a:lnTo>
                    <a:pt x="567" y="1395"/>
                  </a:lnTo>
                  <a:lnTo>
                    <a:pt x="651" y="1188"/>
                  </a:lnTo>
                  <a:lnTo>
                    <a:pt x="297" y="1048"/>
                  </a:lnTo>
                  <a:cubicBezTo>
                    <a:pt x="268" y="1036"/>
                    <a:pt x="255" y="1004"/>
                    <a:pt x="267" y="975"/>
                  </a:cubicBezTo>
                  <a:lnTo>
                    <a:pt x="651" y="23"/>
                  </a:lnTo>
                  <a:lnTo>
                    <a:pt x="629" y="14"/>
                  </a:lnTo>
                  <a:cubicBezTo>
                    <a:pt x="606" y="5"/>
                    <a:pt x="583" y="1"/>
                    <a:pt x="56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9"/>
            <p:cNvSpPr/>
            <p:nvPr/>
          </p:nvSpPr>
          <p:spPr>
            <a:xfrm>
              <a:off x="7323536" y="2965067"/>
              <a:ext cx="137613" cy="46032"/>
            </a:xfrm>
            <a:custGeom>
              <a:rect b="b" l="l" r="r" t="t"/>
              <a:pathLst>
                <a:path extrusionOk="0" h="1433" w="4284">
                  <a:moveTo>
                    <a:pt x="230" y="1"/>
                  </a:moveTo>
                  <a:lnTo>
                    <a:pt x="128" y="37"/>
                  </a:lnTo>
                  <a:cubicBezTo>
                    <a:pt x="58" y="37"/>
                    <a:pt x="0" y="95"/>
                    <a:pt x="0" y="166"/>
                  </a:cubicBezTo>
                  <a:lnTo>
                    <a:pt x="0" y="1304"/>
                  </a:lnTo>
                  <a:cubicBezTo>
                    <a:pt x="0" y="1375"/>
                    <a:pt x="58" y="1433"/>
                    <a:pt x="128" y="1433"/>
                  </a:cubicBezTo>
                  <a:lnTo>
                    <a:pt x="4113" y="1433"/>
                  </a:lnTo>
                  <a:cubicBezTo>
                    <a:pt x="4185" y="1433"/>
                    <a:pt x="4242" y="1375"/>
                    <a:pt x="4248" y="1305"/>
                  </a:cubicBezTo>
                  <a:lnTo>
                    <a:pt x="4284" y="1195"/>
                  </a:lnTo>
                  <a:lnTo>
                    <a:pt x="4284" y="130"/>
                  </a:lnTo>
                  <a:cubicBezTo>
                    <a:pt x="4284" y="59"/>
                    <a:pt x="4225" y="1"/>
                    <a:pt x="4155" y="1"/>
                  </a:cubicBezTo>
                  <a:lnTo>
                    <a:pt x="2770" y="1"/>
                  </a:lnTo>
                  <a:lnTo>
                    <a:pt x="2602" y="37"/>
                  </a:lnTo>
                  <a:lnTo>
                    <a:pt x="2470" y="1"/>
                  </a:lnTo>
                  <a:lnTo>
                    <a:pt x="2036" y="1"/>
                  </a:lnTo>
                  <a:lnTo>
                    <a:pt x="1878" y="56"/>
                  </a:lnTo>
                  <a:lnTo>
                    <a:pt x="1733" y="1"/>
                  </a:lnTo>
                  <a:lnTo>
                    <a:pt x="1299" y="1"/>
                  </a:lnTo>
                  <a:lnTo>
                    <a:pt x="1124" y="37"/>
                  </a:lnTo>
                  <a:lnTo>
                    <a:pt x="996"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 name="Google Shape;1678;p9"/>
            <p:cNvSpPr/>
            <p:nvPr/>
          </p:nvSpPr>
          <p:spPr>
            <a:xfrm>
              <a:off x="7322379" y="2965067"/>
              <a:ext cx="138641" cy="47252"/>
            </a:xfrm>
            <a:custGeom>
              <a:rect b="b" l="l" r="r" t="t"/>
              <a:pathLst>
                <a:path extrusionOk="0" h="1471" w="4316">
                  <a:moveTo>
                    <a:pt x="129" y="1"/>
                  </a:moveTo>
                  <a:cubicBezTo>
                    <a:pt x="58" y="1"/>
                    <a:pt x="0" y="59"/>
                    <a:pt x="0" y="130"/>
                  </a:cubicBezTo>
                  <a:lnTo>
                    <a:pt x="0" y="1342"/>
                  </a:lnTo>
                  <a:cubicBezTo>
                    <a:pt x="0" y="1412"/>
                    <a:pt x="58" y="1470"/>
                    <a:pt x="129" y="1470"/>
                  </a:cubicBezTo>
                  <a:lnTo>
                    <a:pt x="4187" y="1470"/>
                  </a:lnTo>
                  <a:cubicBezTo>
                    <a:pt x="4258" y="1470"/>
                    <a:pt x="4316" y="1412"/>
                    <a:pt x="4316" y="1342"/>
                  </a:cubicBezTo>
                  <a:lnTo>
                    <a:pt x="4316" y="1195"/>
                  </a:lnTo>
                  <a:lnTo>
                    <a:pt x="320" y="1195"/>
                  </a:lnTo>
                  <a:lnTo>
                    <a:pt x="320" y="1194"/>
                  </a:lnTo>
                  <a:cubicBezTo>
                    <a:pt x="290" y="1194"/>
                    <a:pt x="266" y="1168"/>
                    <a:pt x="266" y="1139"/>
                  </a:cubicBezTo>
                  <a:lnTo>
                    <a:pt x="26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9"/>
            <p:cNvSpPr/>
            <p:nvPr/>
          </p:nvSpPr>
          <p:spPr>
            <a:xfrm>
              <a:off x="7344674" y="2965067"/>
              <a:ext cx="73721" cy="33215"/>
            </a:xfrm>
            <a:custGeom>
              <a:rect b="b" l="l" r="r" t="t"/>
              <a:pathLst>
                <a:path extrusionOk="0" h="1034" w="2295">
                  <a:moveTo>
                    <a:pt x="343" y="1"/>
                  </a:moveTo>
                  <a:lnTo>
                    <a:pt x="36" y="710"/>
                  </a:lnTo>
                  <a:cubicBezTo>
                    <a:pt x="1" y="791"/>
                    <a:pt x="14" y="885"/>
                    <a:pt x="75" y="955"/>
                  </a:cubicBezTo>
                  <a:cubicBezTo>
                    <a:pt x="120" y="1006"/>
                    <a:pt x="185" y="1033"/>
                    <a:pt x="253" y="1033"/>
                  </a:cubicBezTo>
                  <a:lnTo>
                    <a:pt x="2154" y="1033"/>
                  </a:lnTo>
                  <a:cubicBezTo>
                    <a:pt x="2232" y="1033"/>
                    <a:pt x="2294" y="969"/>
                    <a:pt x="2291" y="891"/>
                  </a:cubicBezTo>
                  <a:cubicBezTo>
                    <a:pt x="2290" y="816"/>
                    <a:pt x="2223" y="758"/>
                    <a:pt x="2149" y="758"/>
                  </a:cubicBezTo>
                  <a:lnTo>
                    <a:pt x="1813" y="758"/>
                  </a:lnTo>
                  <a:cubicBezTo>
                    <a:pt x="1802" y="758"/>
                    <a:pt x="1792" y="745"/>
                    <a:pt x="1798" y="732"/>
                  </a:cubicBezTo>
                  <a:lnTo>
                    <a:pt x="2109" y="1"/>
                  </a:lnTo>
                  <a:lnTo>
                    <a:pt x="1809" y="1"/>
                  </a:lnTo>
                  <a:lnTo>
                    <a:pt x="1486" y="745"/>
                  </a:lnTo>
                  <a:cubicBezTo>
                    <a:pt x="1483" y="752"/>
                    <a:pt x="1478" y="755"/>
                    <a:pt x="1470" y="755"/>
                  </a:cubicBezTo>
                  <a:lnTo>
                    <a:pt x="1075" y="755"/>
                  </a:lnTo>
                  <a:cubicBezTo>
                    <a:pt x="1064" y="755"/>
                    <a:pt x="1053" y="744"/>
                    <a:pt x="1059" y="731"/>
                  </a:cubicBezTo>
                  <a:lnTo>
                    <a:pt x="1376" y="1"/>
                  </a:lnTo>
                  <a:lnTo>
                    <a:pt x="1075" y="1"/>
                  </a:lnTo>
                  <a:lnTo>
                    <a:pt x="754" y="745"/>
                  </a:lnTo>
                  <a:cubicBezTo>
                    <a:pt x="749" y="752"/>
                    <a:pt x="745" y="755"/>
                    <a:pt x="738" y="755"/>
                  </a:cubicBezTo>
                  <a:lnTo>
                    <a:pt x="343" y="755"/>
                  </a:lnTo>
                  <a:cubicBezTo>
                    <a:pt x="330" y="755"/>
                    <a:pt x="321" y="744"/>
                    <a:pt x="327" y="731"/>
                  </a:cubicBezTo>
                  <a:lnTo>
                    <a:pt x="64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0" name="Google Shape;1680;p9"/>
          <p:cNvGrpSpPr/>
          <p:nvPr/>
        </p:nvGrpSpPr>
        <p:grpSpPr>
          <a:xfrm>
            <a:off x="6236640" y="1687794"/>
            <a:ext cx="297711" cy="297692"/>
            <a:chOff x="6647002" y="2835061"/>
            <a:chExt cx="297711" cy="297692"/>
          </a:xfrm>
        </p:grpSpPr>
        <p:sp>
          <p:nvSpPr>
            <p:cNvPr id="1681" name="Google Shape;1681;p9"/>
            <p:cNvSpPr/>
            <p:nvPr/>
          </p:nvSpPr>
          <p:spPr>
            <a:xfrm>
              <a:off x="6780542" y="2881737"/>
              <a:ext cx="33343" cy="100383"/>
            </a:xfrm>
            <a:custGeom>
              <a:rect b="b" l="l" r="r" t="t"/>
              <a:pathLst>
                <a:path extrusionOk="0" h="3125" w="1038">
                  <a:moveTo>
                    <a:pt x="1" y="1"/>
                  </a:moveTo>
                  <a:lnTo>
                    <a:pt x="261" y="3057"/>
                  </a:lnTo>
                  <a:lnTo>
                    <a:pt x="478" y="3125"/>
                  </a:lnTo>
                  <a:lnTo>
                    <a:pt x="758" y="3057"/>
                  </a:lnTo>
                  <a:lnTo>
                    <a:pt x="958" y="881"/>
                  </a:lnTo>
                  <a:lnTo>
                    <a:pt x="929" y="703"/>
                  </a:lnTo>
                  <a:lnTo>
                    <a:pt x="1037"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 name="Google Shape;1682;p9"/>
            <p:cNvSpPr/>
            <p:nvPr/>
          </p:nvSpPr>
          <p:spPr>
            <a:xfrm>
              <a:off x="6777844" y="2881737"/>
              <a:ext cx="35881" cy="99708"/>
            </a:xfrm>
            <a:custGeom>
              <a:rect b="b" l="l" r="r" t="t"/>
              <a:pathLst>
                <a:path extrusionOk="0" h="3104" w="1117">
                  <a:moveTo>
                    <a:pt x="1" y="1"/>
                  </a:moveTo>
                  <a:lnTo>
                    <a:pt x="261" y="3057"/>
                  </a:lnTo>
                  <a:lnTo>
                    <a:pt x="406" y="3103"/>
                  </a:lnTo>
                  <a:lnTo>
                    <a:pt x="539" y="3057"/>
                  </a:lnTo>
                  <a:lnTo>
                    <a:pt x="368" y="1045"/>
                  </a:lnTo>
                  <a:cubicBezTo>
                    <a:pt x="364" y="1002"/>
                    <a:pt x="398" y="963"/>
                    <a:pt x="441" y="963"/>
                  </a:cubicBezTo>
                  <a:cubicBezTo>
                    <a:pt x="443" y="963"/>
                    <a:pt x="446" y="963"/>
                    <a:pt x="448" y="964"/>
                  </a:cubicBezTo>
                  <a:cubicBezTo>
                    <a:pt x="484" y="966"/>
                    <a:pt x="522" y="968"/>
                    <a:pt x="558" y="968"/>
                  </a:cubicBezTo>
                  <a:cubicBezTo>
                    <a:pt x="725" y="968"/>
                    <a:pt x="885" y="937"/>
                    <a:pt x="1036" y="881"/>
                  </a:cubicBezTo>
                  <a:lnTo>
                    <a:pt x="1114" y="34"/>
                  </a:lnTo>
                  <a:lnTo>
                    <a:pt x="111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9"/>
            <p:cNvSpPr/>
            <p:nvPr/>
          </p:nvSpPr>
          <p:spPr>
            <a:xfrm>
              <a:off x="6763388" y="2835061"/>
              <a:ext cx="66943" cy="66333"/>
            </a:xfrm>
            <a:custGeom>
              <a:rect b="b" l="l" r="r" t="t"/>
              <a:pathLst>
                <a:path extrusionOk="0" h="2065" w="2084">
                  <a:moveTo>
                    <a:pt x="1012" y="0"/>
                  </a:moveTo>
                  <a:cubicBezTo>
                    <a:pt x="818" y="0"/>
                    <a:pt x="637" y="51"/>
                    <a:pt x="481" y="141"/>
                  </a:cubicBezTo>
                  <a:cubicBezTo>
                    <a:pt x="481" y="141"/>
                    <a:pt x="445" y="180"/>
                    <a:pt x="422" y="194"/>
                  </a:cubicBezTo>
                  <a:cubicBezTo>
                    <a:pt x="138" y="387"/>
                    <a:pt x="0" y="703"/>
                    <a:pt x="0" y="1073"/>
                  </a:cubicBezTo>
                  <a:cubicBezTo>
                    <a:pt x="0" y="1665"/>
                    <a:pt x="420" y="2065"/>
                    <a:pt x="1012" y="2065"/>
                  </a:cubicBezTo>
                  <a:cubicBezTo>
                    <a:pt x="1363" y="2065"/>
                    <a:pt x="1664" y="1971"/>
                    <a:pt x="1859" y="1710"/>
                  </a:cubicBezTo>
                  <a:cubicBezTo>
                    <a:pt x="1875" y="1688"/>
                    <a:pt x="1914" y="1654"/>
                    <a:pt x="1914" y="1654"/>
                  </a:cubicBezTo>
                  <a:cubicBezTo>
                    <a:pt x="2021" y="1484"/>
                    <a:pt x="2084" y="1284"/>
                    <a:pt x="2084" y="1072"/>
                  </a:cubicBezTo>
                  <a:cubicBezTo>
                    <a:pt x="2084" y="480"/>
                    <a:pt x="1603" y="0"/>
                    <a:pt x="101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9"/>
            <p:cNvSpPr/>
            <p:nvPr/>
          </p:nvSpPr>
          <p:spPr>
            <a:xfrm>
              <a:off x="6761396" y="2839558"/>
              <a:ext cx="63442" cy="64406"/>
            </a:xfrm>
            <a:custGeom>
              <a:rect b="b" l="l" r="r" t="t"/>
              <a:pathLst>
                <a:path extrusionOk="0" h="2005" w="1975">
                  <a:moveTo>
                    <a:pt x="542" y="1"/>
                  </a:moveTo>
                  <a:lnTo>
                    <a:pt x="542" y="1"/>
                  </a:lnTo>
                  <a:cubicBezTo>
                    <a:pt x="217" y="186"/>
                    <a:pt x="0" y="534"/>
                    <a:pt x="0" y="933"/>
                  </a:cubicBezTo>
                  <a:cubicBezTo>
                    <a:pt x="0" y="1525"/>
                    <a:pt x="481" y="2004"/>
                    <a:pt x="1071" y="2004"/>
                  </a:cubicBezTo>
                  <a:cubicBezTo>
                    <a:pt x="1452" y="2004"/>
                    <a:pt x="1785" y="1807"/>
                    <a:pt x="1975" y="1511"/>
                  </a:cubicBezTo>
                  <a:lnTo>
                    <a:pt x="1975" y="1511"/>
                  </a:lnTo>
                  <a:cubicBezTo>
                    <a:pt x="1820" y="1599"/>
                    <a:pt x="1639" y="1650"/>
                    <a:pt x="1445" y="1650"/>
                  </a:cubicBezTo>
                  <a:cubicBezTo>
                    <a:pt x="853" y="1650"/>
                    <a:pt x="374" y="1171"/>
                    <a:pt x="374" y="578"/>
                  </a:cubicBezTo>
                  <a:cubicBezTo>
                    <a:pt x="374" y="367"/>
                    <a:pt x="435" y="167"/>
                    <a:pt x="5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9"/>
            <p:cNvSpPr/>
            <p:nvPr/>
          </p:nvSpPr>
          <p:spPr>
            <a:xfrm>
              <a:off x="6775724" y="2979972"/>
              <a:ext cx="41181" cy="18053"/>
            </a:xfrm>
            <a:custGeom>
              <a:rect b="b" l="l" r="r" t="t"/>
              <a:pathLst>
                <a:path extrusionOk="0" h="562" w="1282">
                  <a:moveTo>
                    <a:pt x="255" y="0"/>
                  </a:moveTo>
                  <a:cubicBezTo>
                    <a:pt x="255" y="0"/>
                    <a:pt x="211" y="22"/>
                    <a:pt x="190" y="29"/>
                  </a:cubicBezTo>
                  <a:cubicBezTo>
                    <a:pt x="68" y="65"/>
                    <a:pt x="0" y="157"/>
                    <a:pt x="0" y="281"/>
                  </a:cubicBezTo>
                  <a:lnTo>
                    <a:pt x="0" y="562"/>
                  </a:lnTo>
                  <a:lnTo>
                    <a:pt x="1255" y="562"/>
                  </a:lnTo>
                  <a:lnTo>
                    <a:pt x="1281" y="281"/>
                  </a:lnTo>
                  <a:cubicBezTo>
                    <a:pt x="1280" y="125"/>
                    <a:pt x="1145" y="0"/>
                    <a:pt x="97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 name="Google Shape;1686;p9"/>
            <p:cNvSpPr/>
            <p:nvPr/>
          </p:nvSpPr>
          <p:spPr>
            <a:xfrm>
              <a:off x="6774888" y="2979972"/>
              <a:ext cx="41952" cy="20430"/>
            </a:xfrm>
            <a:custGeom>
              <a:rect b="b" l="l" r="r" t="t"/>
              <a:pathLst>
                <a:path extrusionOk="0" h="636" w="1306">
                  <a:moveTo>
                    <a:pt x="281" y="0"/>
                  </a:moveTo>
                  <a:cubicBezTo>
                    <a:pt x="123" y="12"/>
                    <a:pt x="0" y="131"/>
                    <a:pt x="0" y="280"/>
                  </a:cubicBezTo>
                  <a:lnTo>
                    <a:pt x="0" y="559"/>
                  </a:lnTo>
                  <a:lnTo>
                    <a:pt x="599" y="636"/>
                  </a:lnTo>
                  <a:lnTo>
                    <a:pt x="1306" y="559"/>
                  </a:lnTo>
                  <a:lnTo>
                    <a:pt x="1306" y="280"/>
                  </a:lnTo>
                  <a:lnTo>
                    <a:pt x="337" y="280"/>
                  </a:lnTo>
                  <a:cubicBezTo>
                    <a:pt x="305" y="280"/>
                    <a:pt x="281" y="254"/>
                    <a:pt x="281" y="223"/>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9"/>
            <p:cNvSpPr/>
            <p:nvPr/>
          </p:nvSpPr>
          <p:spPr>
            <a:xfrm>
              <a:off x="6754586" y="2997929"/>
              <a:ext cx="83229" cy="30002"/>
            </a:xfrm>
            <a:custGeom>
              <a:rect b="b" l="l" r="r" t="t"/>
              <a:pathLst>
                <a:path extrusionOk="0" h="934" w="2591">
                  <a:moveTo>
                    <a:pt x="260" y="0"/>
                  </a:moveTo>
                  <a:cubicBezTo>
                    <a:pt x="260" y="0"/>
                    <a:pt x="154" y="29"/>
                    <a:pt x="109" y="61"/>
                  </a:cubicBezTo>
                  <a:cubicBezTo>
                    <a:pt x="37" y="111"/>
                    <a:pt x="1" y="185"/>
                    <a:pt x="1" y="281"/>
                  </a:cubicBezTo>
                  <a:lnTo>
                    <a:pt x="2" y="934"/>
                  </a:lnTo>
                  <a:lnTo>
                    <a:pt x="2543" y="934"/>
                  </a:lnTo>
                  <a:lnTo>
                    <a:pt x="2591" y="654"/>
                  </a:lnTo>
                  <a:lnTo>
                    <a:pt x="2591" y="281"/>
                  </a:lnTo>
                  <a:cubicBezTo>
                    <a:pt x="2591" y="126"/>
                    <a:pt x="2466" y="0"/>
                    <a:pt x="231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9"/>
            <p:cNvSpPr/>
            <p:nvPr/>
          </p:nvSpPr>
          <p:spPr>
            <a:xfrm>
              <a:off x="6753911" y="2997929"/>
              <a:ext cx="83904" cy="32251"/>
            </a:xfrm>
            <a:custGeom>
              <a:rect b="b" l="l" r="r" t="t"/>
              <a:pathLst>
                <a:path extrusionOk="0" h="1004" w="2612">
                  <a:moveTo>
                    <a:pt x="281" y="0"/>
                  </a:moveTo>
                  <a:cubicBezTo>
                    <a:pt x="125" y="0"/>
                    <a:pt x="0" y="127"/>
                    <a:pt x="0" y="281"/>
                  </a:cubicBezTo>
                  <a:lnTo>
                    <a:pt x="0" y="934"/>
                  </a:lnTo>
                  <a:lnTo>
                    <a:pt x="1346" y="1003"/>
                  </a:lnTo>
                  <a:lnTo>
                    <a:pt x="2612" y="934"/>
                  </a:lnTo>
                  <a:lnTo>
                    <a:pt x="2612" y="654"/>
                  </a:lnTo>
                  <a:lnTo>
                    <a:pt x="337" y="654"/>
                  </a:lnTo>
                  <a:cubicBezTo>
                    <a:pt x="306" y="654"/>
                    <a:pt x="281" y="628"/>
                    <a:pt x="281" y="598"/>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9"/>
            <p:cNvSpPr/>
            <p:nvPr/>
          </p:nvSpPr>
          <p:spPr>
            <a:xfrm>
              <a:off x="6661394" y="3114732"/>
              <a:ext cx="269829" cy="17989"/>
            </a:xfrm>
            <a:custGeom>
              <a:rect b="b" l="l" r="r" t="t"/>
              <a:pathLst>
                <a:path extrusionOk="0" h="560" w="8400">
                  <a:moveTo>
                    <a:pt x="1" y="0"/>
                  </a:moveTo>
                  <a:lnTo>
                    <a:pt x="2" y="451"/>
                  </a:lnTo>
                  <a:cubicBezTo>
                    <a:pt x="2" y="503"/>
                    <a:pt x="47" y="545"/>
                    <a:pt x="98" y="545"/>
                  </a:cubicBezTo>
                  <a:lnTo>
                    <a:pt x="253" y="559"/>
                  </a:lnTo>
                  <a:lnTo>
                    <a:pt x="8306" y="559"/>
                  </a:lnTo>
                  <a:cubicBezTo>
                    <a:pt x="8358" y="559"/>
                    <a:pt x="8400" y="517"/>
                    <a:pt x="8399" y="467"/>
                  </a:cubicBezTo>
                  <a:lnTo>
                    <a:pt x="8399" y="280"/>
                  </a:lnTo>
                  <a:lnTo>
                    <a:pt x="8329"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 name="Google Shape;1690;p9"/>
            <p:cNvSpPr/>
            <p:nvPr/>
          </p:nvSpPr>
          <p:spPr>
            <a:xfrm>
              <a:off x="6659499" y="3040429"/>
              <a:ext cx="46353" cy="23417"/>
            </a:xfrm>
            <a:custGeom>
              <a:rect b="b" l="l" r="r" t="t"/>
              <a:pathLst>
                <a:path extrusionOk="0" h="729" w="1443">
                  <a:moveTo>
                    <a:pt x="260" y="0"/>
                  </a:moveTo>
                  <a:lnTo>
                    <a:pt x="194" y="16"/>
                  </a:lnTo>
                  <a:lnTo>
                    <a:pt x="187" y="15"/>
                  </a:lnTo>
                  <a:cubicBezTo>
                    <a:pt x="84" y="15"/>
                    <a:pt x="0" y="99"/>
                    <a:pt x="0" y="200"/>
                  </a:cubicBezTo>
                  <a:lnTo>
                    <a:pt x="6" y="728"/>
                  </a:lnTo>
                  <a:lnTo>
                    <a:pt x="1412" y="728"/>
                  </a:lnTo>
                  <a:lnTo>
                    <a:pt x="1442" y="429"/>
                  </a:lnTo>
                  <a:lnTo>
                    <a:pt x="1442" y="185"/>
                  </a:lnTo>
                  <a:cubicBezTo>
                    <a:pt x="1442" y="84"/>
                    <a:pt x="1360" y="0"/>
                    <a:pt x="12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9"/>
            <p:cNvSpPr/>
            <p:nvPr/>
          </p:nvSpPr>
          <p:spPr>
            <a:xfrm>
              <a:off x="6658953" y="3040429"/>
              <a:ext cx="46995" cy="27240"/>
            </a:xfrm>
            <a:custGeom>
              <a:rect b="b" l="l" r="r" t="t"/>
              <a:pathLst>
                <a:path extrusionOk="0" h="848" w="1463">
                  <a:moveTo>
                    <a:pt x="185" y="0"/>
                  </a:moveTo>
                  <a:cubicBezTo>
                    <a:pt x="83" y="0"/>
                    <a:pt x="0" y="84"/>
                    <a:pt x="0" y="185"/>
                  </a:cubicBezTo>
                  <a:lnTo>
                    <a:pt x="0" y="728"/>
                  </a:lnTo>
                  <a:lnTo>
                    <a:pt x="731" y="847"/>
                  </a:lnTo>
                  <a:lnTo>
                    <a:pt x="1462" y="728"/>
                  </a:lnTo>
                  <a:lnTo>
                    <a:pt x="1462" y="429"/>
                  </a:lnTo>
                  <a:lnTo>
                    <a:pt x="355" y="429"/>
                  </a:lnTo>
                  <a:cubicBezTo>
                    <a:pt x="313" y="429"/>
                    <a:pt x="279" y="397"/>
                    <a:pt x="279" y="355"/>
                  </a:cubicBezTo>
                  <a:lnTo>
                    <a:pt x="27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9"/>
            <p:cNvSpPr/>
            <p:nvPr/>
          </p:nvSpPr>
          <p:spPr>
            <a:xfrm>
              <a:off x="6886488" y="3040429"/>
              <a:ext cx="46385" cy="23417"/>
            </a:xfrm>
            <a:custGeom>
              <a:rect b="b" l="l" r="r" t="t"/>
              <a:pathLst>
                <a:path extrusionOk="0" h="729" w="1444">
                  <a:moveTo>
                    <a:pt x="259" y="0"/>
                  </a:moveTo>
                  <a:lnTo>
                    <a:pt x="194" y="16"/>
                  </a:lnTo>
                  <a:lnTo>
                    <a:pt x="187" y="15"/>
                  </a:lnTo>
                  <a:cubicBezTo>
                    <a:pt x="84" y="15"/>
                    <a:pt x="0" y="99"/>
                    <a:pt x="0" y="200"/>
                  </a:cubicBezTo>
                  <a:lnTo>
                    <a:pt x="6" y="728"/>
                  </a:lnTo>
                  <a:lnTo>
                    <a:pt x="1412" y="728"/>
                  </a:lnTo>
                  <a:lnTo>
                    <a:pt x="1444" y="429"/>
                  </a:lnTo>
                  <a:lnTo>
                    <a:pt x="1444" y="185"/>
                  </a:lnTo>
                  <a:cubicBezTo>
                    <a:pt x="1444" y="84"/>
                    <a:pt x="1360" y="0"/>
                    <a:pt x="12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9"/>
            <p:cNvSpPr/>
            <p:nvPr/>
          </p:nvSpPr>
          <p:spPr>
            <a:xfrm>
              <a:off x="6885877" y="3040429"/>
              <a:ext cx="46995" cy="27240"/>
            </a:xfrm>
            <a:custGeom>
              <a:rect b="b" l="l" r="r" t="t"/>
              <a:pathLst>
                <a:path extrusionOk="0" h="848" w="1463">
                  <a:moveTo>
                    <a:pt x="186" y="0"/>
                  </a:moveTo>
                  <a:cubicBezTo>
                    <a:pt x="83" y="0"/>
                    <a:pt x="1" y="84"/>
                    <a:pt x="1" y="185"/>
                  </a:cubicBezTo>
                  <a:lnTo>
                    <a:pt x="1" y="728"/>
                  </a:lnTo>
                  <a:lnTo>
                    <a:pt x="732" y="847"/>
                  </a:lnTo>
                  <a:lnTo>
                    <a:pt x="1463" y="728"/>
                  </a:lnTo>
                  <a:lnTo>
                    <a:pt x="1463" y="429"/>
                  </a:lnTo>
                  <a:lnTo>
                    <a:pt x="355" y="429"/>
                  </a:lnTo>
                  <a:cubicBezTo>
                    <a:pt x="313" y="429"/>
                    <a:pt x="280" y="397"/>
                    <a:pt x="280" y="355"/>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9"/>
            <p:cNvSpPr/>
            <p:nvPr/>
          </p:nvSpPr>
          <p:spPr>
            <a:xfrm>
              <a:off x="6724743" y="3027869"/>
              <a:ext cx="143009" cy="35977"/>
            </a:xfrm>
            <a:custGeom>
              <a:rect b="b" l="l" r="r" t="t"/>
              <a:pathLst>
                <a:path extrusionOk="0" h="1120" w="4452">
                  <a:moveTo>
                    <a:pt x="276" y="0"/>
                  </a:moveTo>
                  <a:lnTo>
                    <a:pt x="257" y="19"/>
                  </a:lnTo>
                  <a:cubicBezTo>
                    <a:pt x="103" y="19"/>
                    <a:pt x="0" y="138"/>
                    <a:pt x="0" y="291"/>
                  </a:cubicBezTo>
                  <a:lnTo>
                    <a:pt x="0" y="1119"/>
                  </a:lnTo>
                  <a:lnTo>
                    <a:pt x="4413" y="1119"/>
                  </a:lnTo>
                  <a:lnTo>
                    <a:pt x="4452" y="820"/>
                  </a:lnTo>
                  <a:lnTo>
                    <a:pt x="4452" y="280"/>
                  </a:lnTo>
                  <a:cubicBezTo>
                    <a:pt x="4452" y="125"/>
                    <a:pt x="4326" y="0"/>
                    <a:pt x="417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9"/>
            <p:cNvSpPr/>
            <p:nvPr/>
          </p:nvSpPr>
          <p:spPr>
            <a:xfrm>
              <a:off x="6724036" y="3027805"/>
              <a:ext cx="143716" cy="39864"/>
            </a:xfrm>
            <a:custGeom>
              <a:rect b="b" l="l" r="r" t="t"/>
              <a:pathLst>
                <a:path extrusionOk="0" h="1241" w="4474">
                  <a:moveTo>
                    <a:pt x="280" y="1"/>
                  </a:moveTo>
                  <a:cubicBezTo>
                    <a:pt x="125" y="1"/>
                    <a:pt x="1" y="127"/>
                    <a:pt x="1" y="282"/>
                  </a:cubicBezTo>
                  <a:lnTo>
                    <a:pt x="1" y="1121"/>
                  </a:lnTo>
                  <a:lnTo>
                    <a:pt x="2114" y="1240"/>
                  </a:lnTo>
                  <a:lnTo>
                    <a:pt x="4474" y="1121"/>
                  </a:lnTo>
                  <a:lnTo>
                    <a:pt x="4474" y="822"/>
                  </a:lnTo>
                  <a:lnTo>
                    <a:pt x="4474" y="820"/>
                  </a:lnTo>
                  <a:lnTo>
                    <a:pt x="355" y="820"/>
                  </a:lnTo>
                  <a:cubicBezTo>
                    <a:pt x="324" y="820"/>
                    <a:pt x="299" y="796"/>
                    <a:pt x="299" y="764"/>
                  </a:cubicBezTo>
                  <a:lnTo>
                    <a:pt x="29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9"/>
            <p:cNvSpPr/>
            <p:nvPr/>
          </p:nvSpPr>
          <p:spPr>
            <a:xfrm>
              <a:off x="6742411" y="3045826"/>
              <a:ext cx="23578" cy="18053"/>
            </a:xfrm>
            <a:custGeom>
              <a:rect b="b" l="l" r="r" t="t"/>
              <a:pathLst>
                <a:path extrusionOk="0" h="562" w="734">
                  <a:moveTo>
                    <a:pt x="265" y="0"/>
                  </a:moveTo>
                  <a:lnTo>
                    <a:pt x="95" y="13"/>
                  </a:lnTo>
                  <a:cubicBezTo>
                    <a:pt x="44" y="13"/>
                    <a:pt x="1" y="55"/>
                    <a:pt x="1" y="107"/>
                  </a:cubicBezTo>
                  <a:lnTo>
                    <a:pt x="5" y="562"/>
                  </a:lnTo>
                  <a:lnTo>
                    <a:pt x="688" y="562"/>
                  </a:lnTo>
                  <a:lnTo>
                    <a:pt x="732" y="264"/>
                  </a:lnTo>
                  <a:lnTo>
                    <a:pt x="732" y="94"/>
                  </a:lnTo>
                  <a:cubicBezTo>
                    <a:pt x="733" y="42"/>
                    <a:pt x="691" y="0"/>
                    <a:pt x="6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9"/>
            <p:cNvSpPr/>
            <p:nvPr/>
          </p:nvSpPr>
          <p:spPr>
            <a:xfrm>
              <a:off x="6741993" y="3045762"/>
              <a:ext cx="23996" cy="21908"/>
            </a:xfrm>
            <a:custGeom>
              <a:rect b="b" l="l" r="r" t="t"/>
              <a:pathLst>
                <a:path extrusionOk="0" h="682" w="747">
                  <a:moveTo>
                    <a:pt x="95" y="1"/>
                  </a:moveTo>
                  <a:cubicBezTo>
                    <a:pt x="41" y="1"/>
                    <a:pt x="1" y="44"/>
                    <a:pt x="1" y="95"/>
                  </a:cubicBezTo>
                  <a:lnTo>
                    <a:pt x="1" y="562"/>
                  </a:lnTo>
                  <a:lnTo>
                    <a:pt x="373" y="681"/>
                  </a:lnTo>
                  <a:lnTo>
                    <a:pt x="746" y="562"/>
                  </a:lnTo>
                  <a:lnTo>
                    <a:pt x="746" y="263"/>
                  </a:lnTo>
                  <a:lnTo>
                    <a:pt x="746" y="261"/>
                  </a:lnTo>
                  <a:lnTo>
                    <a:pt x="336" y="261"/>
                  </a:lnTo>
                  <a:cubicBezTo>
                    <a:pt x="306" y="261"/>
                    <a:pt x="280" y="237"/>
                    <a:pt x="280" y="205"/>
                  </a:cubicBezTo>
                  <a:lnTo>
                    <a:pt x="28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9"/>
            <p:cNvSpPr/>
            <p:nvPr/>
          </p:nvSpPr>
          <p:spPr>
            <a:xfrm>
              <a:off x="6784301" y="3045826"/>
              <a:ext cx="23578" cy="18053"/>
            </a:xfrm>
            <a:custGeom>
              <a:rect b="b" l="l" r="r" t="t"/>
              <a:pathLst>
                <a:path extrusionOk="0" h="562" w="734">
                  <a:moveTo>
                    <a:pt x="267" y="0"/>
                  </a:moveTo>
                  <a:lnTo>
                    <a:pt x="95" y="13"/>
                  </a:lnTo>
                  <a:cubicBezTo>
                    <a:pt x="44" y="13"/>
                    <a:pt x="1" y="55"/>
                    <a:pt x="1" y="107"/>
                  </a:cubicBezTo>
                  <a:lnTo>
                    <a:pt x="7" y="562"/>
                  </a:lnTo>
                  <a:lnTo>
                    <a:pt x="689" y="562"/>
                  </a:lnTo>
                  <a:lnTo>
                    <a:pt x="732" y="264"/>
                  </a:lnTo>
                  <a:lnTo>
                    <a:pt x="732" y="94"/>
                  </a:lnTo>
                  <a:cubicBezTo>
                    <a:pt x="733" y="42"/>
                    <a:pt x="691" y="0"/>
                    <a:pt x="6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9"/>
            <p:cNvSpPr/>
            <p:nvPr/>
          </p:nvSpPr>
          <p:spPr>
            <a:xfrm>
              <a:off x="6783883" y="3045762"/>
              <a:ext cx="23996" cy="21908"/>
            </a:xfrm>
            <a:custGeom>
              <a:rect b="b" l="l" r="r" t="t"/>
              <a:pathLst>
                <a:path extrusionOk="0" h="682" w="747">
                  <a:moveTo>
                    <a:pt x="95" y="1"/>
                  </a:moveTo>
                  <a:cubicBezTo>
                    <a:pt x="43" y="1"/>
                    <a:pt x="1" y="44"/>
                    <a:pt x="1" y="95"/>
                  </a:cubicBezTo>
                  <a:lnTo>
                    <a:pt x="1" y="562"/>
                  </a:lnTo>
                  <a:lnTo>
                    <a:pt x="374" y="681"/>
                  </a:lnTo>
                  <a:lnTo>
                    <a:pt x="746" y="562"/>
                  </a:lnTo>
                  <a:lnTo>
                    <a:pt x="746" y="263"/>
                  </a:lnTo>
                  <a:lnTo>
                    <a:pt x="746" y="261"/>
                  </a:lnTo>
                  <a:lnTo>
                    <a:pt x="338" y="261"/>
                  </a:lnTo>
                  <a:cubicBezTo>
                    <a:pt x="306" y="261"/>
                    <a:pt x="282" y="237"/>
                    <a:pt x="282" y="205"/>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9"/>
            <p:cNvSpPr/>
            <p:nvPr/>
          </p:nvSpPr>
          <p:spPr>
            <a:xfrm>
              <a:off x="6826223" y="3045826"/>
              <a:ext cx="23546" cy="18053"/>
            </a:xfrm>
            <a:custGeom>
              <a:rect b="b" l="l" r="r" t="t"/>
              <a:pathLst>
                <a:path extrusionOk="0" h="562" w="733">
                  <a:moveTo>
                    <a:pt x="267" y="0"/>
                  </a:moveTo>
                  <a:lnTo>
                    <a:pt x="94" y="13"/>
                  </a:lnTo>
                  <a:cubicBezTo>
                    <a:pt x="44" y="13"/>
                    <a:pt x="0" y="55"/>
                    <a:pt x="0" y="107"/>
                  </a:cubicBezTo>
                  <a:lnTo>
                    <a:pt x="6" y="562"/>
                  </a:lnTo>
                  <a:lnTo>
                    <a:pt x="688" y="562"/>
                  </a:lnTo>
                  <a:lnTo>
                    <a:pt x="731" y="264"/>
                  </a:lnTo>
                  <a:lnTo>
                    <a:pt x="731" y="94"/>
                  </a:lnTo>
                  <a:cubicBezTo>
                    <a:pt x="733" y="42"/>
                    <a:pt x="692" y="0"/>
                    <a:pt x="6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 name="Google Shape;1701;p9"/>
            <p:cNvSpPr/>
            <p:nvPr/>
          </p:nvSpPr>
          <p:spPr>
            <a:xfrm>
              <a:off x="6825805" y="3045762"/>
              <a:ext cx="23963" cy="21908"/>
            </a:xfrm>
            <a:custGeom>
              <a:rect b="b" l="l" r="r" t="t"/>
              <a:pathLst>
                <a:path extrusionOk="0" h="682" w="746">
                  <a:moveTo>
                    <a:pt x="94" y="1"/>
                  </a:moveTo>
                  <a:cubicBezTo>
                    <a:pt x="42" y="1"/>
                    <a:pt x="0" y="44"/>
                    <a:pt x="0" y="95"/>
                  </a:cubicBezTo>
                  <a:lnTo>
                    <a:pt x="0" y="562"/>
                  </a:lnTo>
                  <a:lnTo>
                    <a:pt x="374" y="681"/>
                  </a:lnTo>
                  <a:lnTo>
                    <a:pt x="746" y="562"/>
                  </a:lnTo>
                  <a:lnTo>
                    <a:pt x="746" y="263"/>
                  </a:lnTo>
                  <a:lnTo>
                    <a:pt x="746" y="261"/>
                  </a:lnTo>
                  <a:lnTo>
                    <a:pt x="337" y="261"/>
                  </a:lnTo>
                  <a:cubicBezTo>
                    <a:pt x="307" y="261"/>
                    <a:pt x="281" y="237"/>
                    <a:pt x="281" y="205"/>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 name="Google Shape;1702;p9"/>
            <p:cNvSpPr/>
            <p:nvPr/>
          </p:nvSpPr>
          <p:spPr>
            <a:xfrm>
              <a:off x="6648095" y="3063848"/>
              <a:ext cx="296523" cy="49854"/>
            </a:xfrm>
            <a:custGeom>
              <a:rect b="b" l="l" r="r" t="t"/>
              <a:pathLst>
                <a:path extrusionOk="0" h="1552" w="9231">
                  <a:moveTo>
                    <a:pt x="334" y="1"/>
                  </a:moveTo>
                  <a:lnTo>
                    <a:pt x="241" y="22"/>
                  </a:lnTo>
                  <a:cubicBezTo>
                    <a:pt x="86" y="22"/>
                    <a:pt x="1" y="151"/>
                    <a:pt x="1" y="305"/>
                  </a:cubicBezTo>
                  <a:lnTo>
                    <a:pt x="7" y="1270"/>
                  </a:lnTo>
                  <a:cubicBezTo>
                    <a:pt x="7" y="1427"/>
                    <a:pt x="132" y="1551"/>
                    <a:pt x="287" y="1551"/>
                  </a:cubicBezTo>
                  <a:lnTo>
                    <a:pt x="8915" y="1548"/>
                  </a:lnTo>
                  <a:cubicBezTo>
                    <a:pt x="9070" y="1548"/>
                    <a:pt x="9201" y="1457"/>
                    <a:pt x="9199" y="1305"/>
                  </a:cubicBezTo>
                  <a:lnTo>
                    <a:pt x="9231" y="1231"/>
                  </a:lnTo>
                  <a:lnTo>
                    <a:pt x="9231" y="282"/>
                  </a:lnTo>
                  <a:cubicBezTo>
                    <a:pt x="9231" y="125"/>
                    <a:pt x="9105" y="1"/>
                    <a:pt x="895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9"/>
            <p:cNvSpPr/>
            <p:nvPr/>
          </p:nvSpPr>
          <p:spPr>
            <a:xfrm>
              <a:off x="6660462" y="3107440"/>
              <a:ext cx="270761" cy="25313"/>
            </a:xfrm>
            <a:custGeom>
              <a:rect b="b" l="l" r="r" t="t"/>
              <a:pathLst>
                <a:path extrusionOk="0" h="788" w="8429">
                  <a:moveTo>
                    <a:pt x="3938" y="0"/>
                  </a:moveTo>
                  <a:lnTo>
                    <a:pt x="1" y="227"/>
                  </a:lnTo>
                  <a:lnTo>
                    <a:pt x="1" y="694"/>
                  </a:lnTo>
                  <a:cubicBezTo>
                    <a:pt x="1" y="746"/>
                    <a:pt x="44" y="788"/>
                    <a:pt x="95" y="788"/>
                  </a:cubicBezTo>
                  <a:lnTo>
                    <a:pt x="282" y="788"/>
                  </a:lnTo>
                  <a:lnTo>
                    <a:pt x="282" y="563"/>
                  </a:lnTo>
                  <a:cubicBezTo>
                    <a:pt x="282" y="533"/>
                    <a:pt x="308" y="507"/>
                    <a:pt x="338" y="507"/>
                  </a:cubicBezTo>
                  <a:lnTo>
                    <a:pt x="8429" y="507"/>
                  </a:lnTo>
                  <a:lnTo>
                    <a:pt x="8429" y="227"/>
                  </a:lnTo>
                  <a:lnTo>
                    <a:pt x="393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9"/>
            <p:cNvSpPr/>
            <p:nvPr/>
          </p:nvSpPr>
          <p:spPr>
            <a:xfrm>
              <a:off x="6647002" y="3063719"/>
              <a:ext cx="297711" cy="51043"/>
            </a:xfrm>
            <a:custGeom>
              <a:rect b="b" l="l" r="r" t="t"/>
              <a:pathLst>
                <a:path extrusionOk="0" h="1589" w="9268">
                  <a:moveTo>
                    <a:pt x="281" y="0"/>
                  </a:moveTo>
                  <a:cubicBezTo>
                    <a:pt x="125" y="0"/>
                    <a:pt x="0" y="128"/>
                    <a:pt x="0" y="281"/>
                  </a:cubicBezTo>
                  <a:lnTo>
                    <a:pt x="0" y="1308"/>
                  </a:lnTo>
                  <a:cubicBezTo>
                    <a:pt x="0" y="1463"/>
                    <a:pt x="127" y="1588"/>
                    <a:pt x="281" y="1588"/>
                  </a:cubicBezTo>
                  <a:lnTo>
                    <a:pt x="8987" y="1588"/>
                  </a:lnTo>
                  <a:cubicBezTo>
                    <a:pt x="9142" y="1588"/>
                    <a:pt x="9268" y="1461"/>
                    <a:pt x="9268" y="1308"/>
                  </a:cubicBezTo>
                  <a:lnTo>
                    <a:pt x="9268" y="1234"/>
                  </a:lnTo>
                  <a:lnTo>
                    <a:pt x="9268" y="1231"/>
                  </a:lnTo>
                  <a:lnTo>
                    <a:pt x="444" y="1231"/>
                  </a:lnTo>
                  <a:cubicBezTo>
                    <a:pt x="402" y="1231"/>
                    <a:pt x="369" y="1199"/>
                    <a:pt x="369" y="1157"/>
                  </a:cubicBezTo>
                  <a:lnTo>
                    <a:pt x="36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8" name="Shape 1708"/>
        <p:cNvGrpSpPr/>
        <p:nvPr/>
      </p:nvGrpSpPr>
      <p:grpSpPr>
        <a:xfrm>
          <a:off x="0" y="0"/>
          <a:ext cx="0" cy="0"/>
          <a:chOff x="0" y="0"/>
          <a:chExt cx="0" cy="0"/>
        </a:xfrm>
      </p:grpSpPr>
      <p:sp>
        <p:nvSpPr>
          <p:cNvPr id="1709" name="Google Shape;1709;p10"/>
          <p:cNvSpPr/>
          <p:nvPr/>
        </p:nvSpPr>
        <p:spPr>
          <a:xfrm>
            <a:off x="1346850" y="2482884"/>
            <a:ext cx="2352900" cy="11850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10" name="Google Shape;1710;p10"/>
          <p:cNvGrpSpPr/>
          <p:nvPr/>
        </p:nvGrpSpPr>
        <p:grpSpPr>
          <a:xfrm>
            <a:off x="1355100" y="2264746"/>
            <a:ext cx="2336400" cy="218100"/>
            <a:chOff x="1290775" y="1427525"/>
            <a:chExt cx="2336400" cy="218100"/>
          </a:xfrm>
        </p:grpSpPr>
        <p:sp>
          <p:nvSpPr>
            <p:cNvPr id="1711" name="Google Shape;1711;p10"/>
            <p:cNvSpPr/>
            <p:nvPr/>
          </p:nvSpPr>
          <p:spPr>
            <a:xfrm>
              <a:off x="1290775" y="1427525"/>
              <a:ext cx="23364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10"/>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10"/>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 name="Google Shape;1714;p10"/>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15" name="Google Shape;1715;p10"/>
          <p:cNvSpPr/>
          <p:nvPr/>
        </p:nvSpPr>
        <p:spPr>
          <a:xfrm>
            <a:off x="5444250" y="3367074"/>
            <a:ext cx="2352900" cy="11850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16" name="Google Shape;1716;p10"/>
          <p:cNvGrpSpPr/>
          <p:nvPr/>
        </p:nvGrpSpPr>
        <p:grpSpPr>
          <a:xfrm>
            <a:off x="5452500" y="3148937"/>
            <a:ext cx="2336400" cy="218100"/>
            <a:chOff x="1290775" y="1427525"/>
            <a:chExt cx="2336400" cy="218100"/>
          </a:xfrm>
        </p:grpSpPr>
        <p:sp>
          <p:nvSpPr>
            <p:cNvPr id="1717" name="Google Shape;1717;p10"/>
            <p:cNvSpPr/>
            <p:nvPr/>
          </p:nvSpPr>
          <p:spPr>
            <a:xfrm>
              <a:off x="1290775" y="1427525"/>
              <a:ext cx="23364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10"/>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10"/>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 name="Google Shape;1720;p10"/>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21" name="Google Shape;1721;p10"/>
          <p:cNvSpPr/>
          <p:nvPr/>
        </p:nvSpPr>
        <p:spPr>
          <a:xfrm>
            <a:off x="5444250" y="1602149"/>
            <a:ext cx="2352900" cy="11850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22" name="Google Shape;1722;p10"/>
          <p:cNvGrpSpPr/>
          <p:nvPr/>
        </p:nvGrpSpPr>
        <p:grpSpPr>
          <a:xfrm>
            <a:off x="5452500" y="1384012"/>
            <a:ext cx="2336400" cy="218100"/>
            <a:chOff x="1290775" y="1427525"/>
            <a:chExt cx="2336400" cy="218100"/>
          </a:xfrm>
        </p:grpSpPr>
        <p:sp>
          <p:nvSpPr>
            <p:cNvPr id="1723" name="Google Shape;1723;p10"/>
            <p:cNvSpPr/>
            <p:nvPr/>
          </p:nvSpPr>
          <p:spPr>
            <a:xfrm>
              <a:off x="1290775" y="1427525"/>
              <a:ext cx="23364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10"/>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10"/>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 name="Google Shape;1726;p10"/>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27" name="Google Shape;1727;p10"/>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Flexible</a:t>
            </a:r>
            <a:r>
              <a:rPr lang="en"/>
              <a:t> program options</a:t>
            </a:r>
            <a:endParaRPr/>
          </a:p>
        </p:txBody>
      </p:sp>
      <p:sp>
        <p:nvSpPr>
          <p:cNvPr id="1728" name="Google Shape;1728;p10"/>
          <p:cNvSpPr txBox="1"/>
          <p:nvPr>
            <p:ph idx="2" type="title"/>
          </p:nvPr>
        </p:nvSpPr>
        <p:spPr>
          <a:xfrm>
            <a:off x="1355100" y="2482871"/>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Science</a:t>
            </a:r>
            <a:endParaRPr/>
          </a:p>
        </p:txBody>
      </p:sp>
      <p:sp>
        <p:nvSpPr>
          <p:cNvPr id="1729" name="Google Shape;1729;p10"/>
          <p:cNvSpPr txBox="1"/>
          <p:nvPr>
            <p:ph idx="1" type="subTitle"/>
          </p:nvPr>
        </p:nvSpPr>
        <p:spPr>
          <a:xfrm>
            <a:off x="1355100" y="3010584"/>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b="1" lang="en">
                <a:solidFill>
                  <a:schemeClr val="accent6"/>
                </a:solidFill>
                <a:highlight>
                  <a:schemeClr val="accent3"/>
                </a:highlight>
              </a:rPr>
              <a:t>Jupiter</a:t>
            </a:r>
            <a:r>
              <a:rPr b="1" lang="en"/>
              <a:t> </a:t>
            </a:r>
            <a:r>
              <a:rPr lang="en"/>
              <a:t>is a gas giant and the biggest planet</a:t>
            </a:r>
            <a:endParaRPr/>
          </a:p>
        </p:txBody>
      </p:sp>
      <p:sp>
        <p:nvSpPr>
          <p:cNvPr id="1730" name="Google Shape;1730;p10"/>
          <p:cNvSpPr txBox="1"/>
          <p:nvPr>
            <p:ph idx="3" type="title"/>
          </p:nvPr>
        </p:nvSpPr>
        <p:spPr>
          <a:xfrm>
            <a:off x="5452500" y="1598709"/>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Marketing</a:t>
            </a:r>
            <a:endParaRPr/>
          </a:p>
        </p:txBody>
      </p:sp>
      <p:sp>
        <p:nvSpPr>
          <p:cNvPr id="1731" name="Google Shape;1731;p10"/>
          <p:cNvSpPr txBox="1"/>
          <p:nvPr>
            <p:ph idx="4" type="subTitle"/>
          </p:nvPr>
        </p:nvSpPr>
        <p:spPr>
          <a:xfrm>
            <a:off x="5452500" y="2126421"/>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b="1" lang="en">
                <a:solidFill>
                  <a:schemeClr val="accent6"/>
                </a:solidFill>
                <a:highlight>
                  <a:schemeClr val="accent3"/>
                </a:highlight>
              </a:rPr>
              <a:t>Saturn</a:t>
            </a:r>
            <a:r>
              <a:rPr b="1" lang="en"/>
              <a:t> </a:t>
            </a:r>
            <a:r>
              <a:rPr lang="en"/>
              <a:t>is a gas giant and has several rings</a:t>
            </a:r>
            <a:endParaRPr/>
          </a:p>
        </p:txBody>
      </p:sp>
      <p:sp>
        <p:nvSpPr>
          <p:cNvPr id="1732" name="Google Shape;1732;p10"/>
          <p:cNvSpPr txBox="1"/>
          <p:nvPr>
            <p:ph idx="5" type="title"/>
          </p:nvPr>
        </p:nvSpPr>
        <p:spPr>
          <a:xfrm>
            <a:off x="5452500" y="3367059"/>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Psychology</a:t>
            </a:r>
            <a:endParaRPr/>
          </a:p>
        </p:txBody>
      </p:sp>
      <p:sp>
        <p:nvSpPr>
          <p:cNvPr id="1733" name="Google Shape;1733;p10"/>
          <p:cNvSpPr txBox="1"/>
          <p:nvPr>
            <p:ph idx="6" type="subTitle"/>
          </p:nvPr>
        </p:nvSpPr>
        <p:spPr>
          <a:xfrm>
            <a:off x="5452500" y="3894771"/>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b="1" lang="en">
                <a:solidFill>
                  <a:schemeClr val="accent6"/>
                </a:solidFill>
                <a:highlight>
                  <a:schemeClr val="accent3"/>
                </a:highlight>
              </a:rPr>
              <a:t>Neptune</a:t>
            </a:r>
            <a:r>
              <a:rPr b="1" lang="en"/>
              <a:t> </a:t>
            </a:r>
            <a:r>
              <a:rPr lang="en"/>
              <a:t>is the farthest planet from the Sun</a:t>
            </a:r>
            <a:endParaRPr/>
          </a:p>
        </p:txBody>
      </p:sp>
      <p:grpSp>
        <p:nvGrpSpPr>
          <p:cNvPr id="1734" name="Google Shape;1734;p10"/>
          <p:cNvGrpSpPr/>
          <p:nvPr/>
        </p:nvGrpSpPr>
        <p:grpSpPr>
          <a:xfrm>
            <a:off x="4242379" y="1811347"/>
            <a:ext cx="650997" cy="759684"/>
            <a:chOff x="4876875" y="1427500"/>
            <a:chExt cx="1130400" cy="1319125"/>
          </a:xfrm>
        </p:grpSpPr>
        <p:sp>
          <p:nvSpPr>
            <p:cNvPr id="1735" name="Google Shape;1735;p10"/>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10"/>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7" name="Google Shape;1737;p10"/>
          <p:cNvGrpSpPr/>
          <p:nvPr/>
        </p:nvGrpSpPr>
        <p:grpSpPr>
          <a:xfrm>
            <a:off x="4242379" y="3579710"/>
            <a:ext cx="650997" cy="759684"/>
            <a:chOff x="4876875" y="1427500"/>
            <a:chExt cx="1130400" cy="1319125"/>
          </a:xfrm>
        </p:grpSpPr>
        <p:sp>
          <p:nvSpPr>
            <p:cNvPr id="1738" name="Google Shape;1738;p10"/>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10"/>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0" name="Google Shape;1740;p10"/>
          <p:cNvGrpSpPr/>
          <p:nvPr/>
        </p:nvGrpSpPr>
        <p:grpSpPr>
          <a:xfrm>
            <a:off x="4242379" y="2695522"/>
            <a:ext cx="650997" cy="759684"/>
            <a:chOff x="4876875" y="1427500"/>
            <a:chExt cx="1130400" cy="1319125"/>
          </a:xfrm>
        </p:grpSpPr>
        <p:sp>
          <p:nvSpPr>
            <p:cNvPr id="1741" name="Google Shape;1741;p10"/>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10"/>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1743" name="Google Shape;1743;p10"/>
          <p:cNvCxnSpPr>
            <a:stCxn id="1735" idx="3"/>
            <a:endCxn id="1730" idx="1"/>
          </p:cNvCxnSpPr>
          <p:nvPr/>
        </p:nvCxnSpPr>
        <p:spPr>
          <a:xfrm flipH="1" rot="10800000">
            <a:off x="4893376" y="1862498"/>
            <a:ext cx="559200" cy="391500"/>
          </a:xfrm>
          <a:prstGeom prst="bentConnector3">
            <a:avLst>
              <a:gd fmla="val 49993" name="adj1"/>
            </a:avLst>
          </a:prstGeom>
          <a:noFill/>
          <a:ln cap="flat" cmpd="sng" w="9525">
            <a:solidFill>
              <a:schemeClr val="dk2"/>
            </a:solidFill>
            <a:prstDash val="solid"/>
            <a:round/>
            <a:headEnd len="sm" w="sm" type="none"/>
            <a:tailEnd len="sm" w="sm" type="none"/>
          </a:ln>
        </p:spPr>
      </p:cxnSp>
      <p:cxnSp>
        <p:nvCxnSpPr>
          <p:cNvPr id="1744" name="Google Shape;1744;p10"/>
          <p:cNvCxnSpPr>
            <a:stCxn id="1728" idx="3"/>
            <a:endCxn id="1741" idx="1"/>
          </p:cNvCxnSpPr>
          <p:nvPr/>
        </p:nvCxnSpPr>
        <p:spPr>
          <a:xfrm>
            <a:off x="3691500" y="2746721"/>
            <a:ext cx="550800" cy="391500"/>
          </a:xfrm>
          <a:prstGeom prst="bentConnector3">
            <a:avLst>
              <a:gd fmla="val 50007" name="adj1"/>
            </a:avLst>
          </a:prstGeom>
          <a:noFill/>
          <a:ln cap="flat" cmpd="sng" w="9525">
            <a:solidFill>
              <a:schemeClr val="dk2"/>
            </a:solidFill>
            <a:prstDash val="solid"/>
            <a:round/>
            <a:headEnd len="sm" w="sm" type="none"/>
            <a:tailEnd len="sm" w="sm" type="none"/>
          </a:ln>
        </p:spPr>
      </p:cxnSp>
      <p:cxnSp>
        <p:nvCxnSpPr>
          <p:cNvPr id="1745" name="Google Shape;1745;p10"/>
          <p:cNvCxnSpPr>
            <a:stCxn id="1738" idx="3"/>
            <a:endCxn id="1732" idx="1"/>
          </p:cNvCxnSpPr>
          <p:nvPr/>
        </p:nvCxnSpPr>
        <p:spPr>
          <a:xfrm flipH="1" rot="10800000">
            <a:off x="4893376" y="3630861"/>
            <a:ext cx="559200" cy="391500"/>
          </a:xfrm>
          <a:prstGeom prst="bentConnector3">
            <a:avLst>
              <a:gd fmla="val 49993" name="adj1"/>
            </a:avLst>
          </a:prstGeom>
          <a:noFill/>
          <a:ln cap="flat" cmpd="sng" w="9525">
            <a:solidFill>
              <a:schemeClr val="dk2"/>
            </a:solidFill>
            <a:prstDash val="solid"/>
            <a:round/>
            <a:headEnd len="sm" w="sm" type="none"/>
            <a:tailEnd len="sm" w="sm" type="none"/>
          </a:ln>
        </p:spPr>
      </p:cxnSp>
      <p:grpSp>
        <p:nvGrpSpPr>
          <p:cNvPr id="1746" name="Google Shape;1746;p10"/>
          <p:cNvGrpSpPr/>
          <p:nvPr/>
        </p:nvGrpSpPr>
        <p:grpSpPr>
          <a:xfrm>
            <a:off x="4411203" y="3887933"/>
            <a:ext cx="327024" cy="269048"/>
            <a:chOff x="3437462" y="2859987"/>
            <a:chExt cx="327024" cy="269048"/>
          </a:xfrm>
        </p:grpSpPr>
        <p:sp>
          <p:nvSpPr>
            <p:cNvPr id="1747" name="Google Shape;1747;p10"/>
            <p:cNvSpPr/>
            <p:nvPr/>
          </p:nvSpPr>
          <p:spPr>
            <a:xfrm>
              <a:off x="3461569" y="2903372"/>
              <a:ext cx="279760" cy="192153"/>
            </a:xfrm>
            <a:custGeom>
              <a:rect b="b" l="l" r="r" t="t"/>
              <a:pathLst>
                <a:path extrusionOk="0" h="5412" w="7880">
                  <a:moveTo>
                    <a:pt x="306" y="1"/>
                  </a:moveTo>
                  <a:cubicBezTo>
                    <a:pt x="137" y="1"/>
                    <a:pt x="1" y="137"/>
                    <a:pt x="1" y="306"/>
                  </a:cubicBezTo>
                  <a:lnTo>
                    <a:pt x="1" y="5105"/>
                  </a:lnTo>
                  <a:cubicBezTo>
                    <a:pt x="1" y="5275"/>
                    <a:pt x="137" y="5411"/>
                    <a:pt x="306" y="5411"/>
                  </a:cubicBezTo>
                  <a:lnTo>
                    <a:pt x="7571" y="5411"/>
                  </a:lnTo>
                  <a:cubicBezTo>
                    <a:pt x="7740" y="5411"/>
                    <a:pt x="7879" y="5275"/>
                    <a:pt x="7876" y="5105"/>
                  </a:cubicBezTo>
                  <a:lnTo>
                    <a:pt x="7876" y="306"/>
                  </a:lnTo>
                  <a:cubicBezTo>
                    <a:pt x="7876" y="137"/>
                    <a:pt x="7740" y="1"/>
                    <a:pt x="7571"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10"/>
            <p:cNvSpPr/>
            <p:nvPr/>
          </p:nvSpPr>
          <p:spPr>
            <a:xfrm>
              <a:off x="3717267" y="2903372"/>
              <a:ext cx="24071" cy="192153"/>
            </a:xfrm>
            <a:custGeom>
              <a:rect b="b" l="l" r="r" t="t"/>
              <a:pathLst>
                <a:path extrusionOk="0" h="5412" w="678">
                  <a:moveTo>
                    <a:pt x="1" y="1"/>
                  </a:moveTo>
                  <a:cubicBezTo>
                    <a:pt x="169" y="1"/>
                    <a:pt x="306" y="137"/>
                    <a:pt x="306" y="306"/>
                  </a:cubicBezTo>
                  <a:lnTo>
                    <a:pt x="306" y="5105"/>
                  </a:lnTo>
                  <a:cubicBezTo>
                    <a:pt x="306" y="5275"/>
                    <a:pt x="169" y="5411"/>
                    <a:pt x="1" y="5411"/>
                  </a:cubicBezTo>
                  <a:lnTo>
                    <a:pt x="371" y="5411"/>
                  </a:lnTo>
                  <a:cubicBezTo>
                    <a:pt x="541" y="5411"/>
                    <a:pt x="677" y="5275"/>
                    <a:pt x="677" y="5105"/>
                  </a:cubicBezTo>
                  <a:lnTo>
                    <a:pt x="677" y="306"/>
                  </a:lnTo>
                  <a:cubicBezTo>
                    <a:pt x="677" y="137"/>
                    <a:pt x="538" y="1"/>
                    <a:pt x="3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10"/>
            <p:cNvSpPr/>
            <p:nvPr/>
          </p:nvSpPr>
          <p:spPr>
            <a:xfrm>
              <a:off x="3482871" y="2921266"/>
              <a:ext cx="237086" cy="156364"/>
            </a:xfrm>
            <a:custGeom>
              <a:rect b="b" l="l" r="r" t="t"/>
              <a:pathLst>
                <a:path extrusionOk="0" h="4404" w="6678">
                  <a:moveTo>
                    <a:pt x="206" y="0"/>
                  </a:moveTo>
                  <a:cubicBezTo>
                    <a:pt x="93" y="0"/>
                    <a:pt x="1" y="92"/>
                    <a:pt x="1" y="205"/>
                  </a:cubicBezTo>
                  <a:lnTo>
                    <a:pt x="1" y="4198"/>
                  </a:lnTo>
                  <a:cubicBezTo>
                    <a:pt x="1" y="4312"/>
                    <a:pt x="93" y="4404"/>
                    <a:pt x="206" y="4404"/>
                  </a:cubicBezTo>
                  <a:lnTo>
                    <a:pt x="6473" y="4404"/>
                  </a:lnTo>
                  <a:cubicBezTo>
                    <a:pt x="6586" y="4404"/>
                    <a:pt x="6678" y="4312"/>
                    <a:pt x="6678" y="4198"/>
                  </a:cubicBezTo>
                  <a:lnTo>
                    <a:pt x="6678" y="205"/>
                  </a:lnTo>
                  <a:cubicBezTo>
                    <a:pt x="6678" y="92"/>
                    <a:pt x="6586" y="0"/>
                    <a:pt x="647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10"/>
            <p:cNvSpPr/>
            <p:nvPr/>
          </p:nvSpPr>
          <p:spPr>
            <a:xfrm>
              <a:off x="3699302" y="2921266"/>
              <a:ext cx="20662" cy="156364"/>
            </a:xfrm>
            <a:custGeom>
              <a:rect b="b" l="l" r="r" t="t"/>
              <a:pathLst>
                <a:path extrusionOk="0" h="4404" w="582">
                  <a:moveTo>
                    <a:pt x="380" y="0"/>
                  </a:moveTo>
                  <a:cubicBezTo>
                    <a:pt x="379" y="0"/>
                    <a:pt x="378" y="0"/>
                    <a:pt x="377" y="0"/>
                  </a:cubicBezTo>
                  <a:lnTo>
                    <a:pt x="0" y="0"/>
                  </a:lnTo>
                  <a:cubicBezTo>
                    <a:pt x="114" y="0"/>
                    <a:pt x="206" y="92"/>
                    <a:pt x="206" y="205"/>
                  </a:cubicBezTo>
                  <a:lnTo>
                    <a:pt x="206" y="4198"/>
                  </a:lnTo>
                  <a:cubicBezTo>
                    <a:pt x="206" y="4312"/>
                    <a:pt x="114" y="4404"/>
                    <a:pt x="0" y="4404"/>
                  </a:cubicBezTo>
                  <a:lnTo>
                    <a:pt x="377" y="4404"/>
                  </a:lnTo>
                  <a:cubicBezTo>
                    <a:pt x="490" y="4404"/>
                    <a:pt x="582" y="4312"/>
                    <a:pt x="582" y="4198"/>
                  </a:cubicBezTo>
                  <a:lnTo>
                    <a:pt x="582" y="205"/>
                  </a:lnTo>
                  <a:cubicBezTo>
                    <a:pt x="582" y="93"/>
                    <a:pt x="491" y="0"/>
                    <a:pt x="38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10"/>
            <p:cNvSpPr/>
            <p:nvPr/>
          </p:nvSpPr>
          <p:spPr>
            <a:xfrm>
              <a:off x="3538825" y="3014712"/>
              <a:ext cx="96744" cy="62915"/>
            </a:xfrm>
            <a:custGeom>
              <a:rect b="b" l="l" r="r" t="t"/>
              <a:pathLst>
                <a:path extrusionOk="0" h="1772" w="2725">
                  <a:moveTo>
                    <a:pt x="1362" y="0"/>
                  </a:moveTo>
                  <a:cubicBezTo>
                    <a:pt x="611" y="0"/>
                    <a:pt x="0" y="609"/>
                    <a:pt x="0" y="1362"/>
                  </a:cubicBezTo>
                  <a:lnTo>
                    <a:pt x="0" y="1772"/>
                  </a:lnTo>
                  <a:lnTo>
                    <a:pt x="2724" y="1772"/>
                  </a:lnTo>
                  <a:lnTo>
                    <a:pt x="2724" y="1362"/>
                  </a:lnTo>
                  <a:cubicBezTo>
                    <a:pt x="2724" y="609"/>
                    <a:pt x="2114" y="0"/>
                    <a:pt x="13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10"/>
            <p:cNvSpPr/>
            <p:nvPr/>
          </p:nvSpPr>
          <p:spPr>
            <a:xfrm>
              <a:off x="3580222" y="3014712"/>
              <a:ext cx="55348" cy="62915"/>
            </a:xfrm>
            <a:custGeom>
              <a:rect b="b" l="l" r="r" t="t"/>
              <a:pathLst>
                <a:path extrusionOk="0" h="1772" w="1559">
                  <a:moveTo>
                    <a:pt x="196" y="0"/>
                  </a:moveTo>
                  <a:cubicBezTo>
                    <a:pt x="130" y="0"/>
                    <a:pt x="65" y="5"/>
                    <a:pt x="0" y="15"/>
                  </a:cubicBezTo>
                  <a:cubicBezTo>
                    <a:pt x="296" y="58"/>
                    <a:pt x="563" y="196"/>
                    <a:pt x="767" y="399"/>
                  </a:cubicBezTo>
                  <a:cubicBezTo>
                    <a:pt x="1013" y="645"/>
                    <a:pt x="1166" y="986"/>
                    <a:pt x="1166" y="1362"/>
                  </a:cubicBezTo>
                  <a:lnTo>
                    <a:pt x="1166" y="1772"/>
                  </a:lnTo>
                  <a:lnTo>
                    <a:pt x="1558" y="1772"/>
                  </a:lnTo>
                  <a:lnTo>
                    <a:pt x="1558" y="1362"/>
                  </a:lnTo>
                  <a:cubicBezTo>
                    <a:pt x="1558" y="986"/>
                    <a:pt x="1405" y="645"/>
                    <a:pt x="1158" y="399"/>
                  </a:cubicBezTo>
                  <a:cubicBezTo>
                    <a:pt x="912" y="153"/>
                    <a:pt x="571" y="0"/>
                    <a:pt x="1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10"/>
            <p:cNvSpPr/>
            <p:nvPr/>
          </p:nvSpPr>
          <p:spPr>
            <a:xfrm>
              <a:off x="3576530" y="2990854"/>
              <a:ext cx="21337" cy="38949"/>
            </a:xfrm>
            <a:custGeom>
              <a:rect b="b" l="l" r="r" t="t"/>
              <a:pathLst>
                <a:path extrusionOk="0" h="1097" w="601">
                  <a:moveTo>
                    <a:pt x="0" y="0"/>
                  </a:moveTo>
                  <a:lnTo>
                    <a:pt x="0" y="796"/>
                  </a:lnTo>
                  <a:cubicBezTo>
                    <a:pt x="0" y="962"/>
                    <a:pt x="134" y="1097"/>
                    <a:pt x="300" y="1097"/>
                  </a:cubicBezTo>
                  <a:cubicBezTo>
                    <a:pt x="465" y="1097"/>
                    <a:pt x="600" y="962"/>
                    <a:pt x="600" y="796"/>
                  </a:cubicBezTo>
                  <a:lnTo>
                    <a:pt x="60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10"/>
            <p:cNvSpPr/>
            <p:nvPr/>
          </p:nvSpPr>
          <p:spPr>
            <a:xfrm>
              <a:off x="3581785" y="2990783"/>
              <a:ext cx="16083" cy="38913"/>
            </a:xfrm>
            <a:custGeom>
              <a:rect b="b" l="l" r="r" t="t"/>
              <a:pathLst>
                <a:path extrusionOk="0" h="1096" w="453">
                  <a:moveTo>
                    <a:pt x="152" y="1"/>
                  </a:moveTo>
                  <a:lnTo>
                    <a:pt x="152" y="797"/>
                  </a:lnTo>
                  <a:cubicBezTo>
                    <a:pt x="152" y="907"/>
                    <a:pt x="91" y="1005"/>
                    <a:pt x="1" y="1057"/>
                  </a:cubicBezTo>
                  <a:cubicBezTo>
                    <a:pt x="47" y="1082"/>
                    <a:pt x="98" y="1096"/>
                    <a:pt x="152" y="1096"/>
                  </a:cubicBezTo>
                  <a:cubicBezTo>
                    <a:pt x="317" y="1096"/>
                    <a:pt x="452" y="961"/>
                    <a:pt x="452" y="797"/>
                  </a:cubicBezTo>
                  <a:lnTo>
                    <a:pt x="45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10"/>
            <p:cNvSpPr/>
            <p:nvPr/>
          </p:nvSpPr>
          <p:spPr>
            <a:xfrm>
              <a:off x="3543973" y="2909550"/>
              <a:ext cx="86378" cy="92455"/>
            </a:xfrm>
            <a:custGeom>
              <a:rect b="b" l="l" r="r" t="t"/>
              <a:pathLst>
                <a:path extrusionOk="0" h="2604" w="2433">
                  <a:moveTo>
                    <a:pt x="1217" y="1"/>
                  </a:moveTo>
                  <a:lnTo>
                    <a:pt x="1" y="645"/>
                  </a:lnTo>
                  <a:lnTo>
                    <a:pt x="1" y="1388"/>
                  </a:lnTo>
                  <a:cubicBezTo>
                    <a:pt x="1" y="2060"/>
                    <a:pt x="546" y="2604"/>
                    <a:pt x="1217" y="2604"/>
                  </a:cubicBezTo>
                  <a:cubicBezTo>
                    <a:pt x="1889" y="2604"/>
                    <a:pt x="2433" y="2059"/>
                    <a:pt x="2433" y="1388"/>
                  </a:cubicBezTo>
                  <a:lnTo>
                    <a:pt x="2433" y="645"/>
                  </a:lnTo>
                  <a:lnTo>
                    <a:pt x="1217"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10"/>
            <p:cNvSpPr/>
            <p:nvPr/>
          </p:nvSpPr>
          <p:spPr>
            <a:xfrm>
              <a:off x="3580577" y="2925385"/>
              <a:ext cx="49775" cy="76584"/>
            </a:xfrm>
            <a:custGeom>
              <a:rect b="b" l="l" r="r" t="t"/>
              <a:pathLst>
                <a:path extrusionOk="0" h="2157" w="1402">
                  <a:moveTo>
                    <a:pt x="1032" y="1"/>
                  </a:moveTo>
                  <a:lnTo>
                    <a:pt x="1032" y="941"/>
                  </a:lnTo>
                  <a:cubicBezTo>
                    <a:pt x="1032" y="1548"/>
                    <a:pt x="583" y="2053"/>
                    <a:pt x="0" y="2142"/>
                  </a:cubicBezTo>
                  <a:cubicBezTo>
                    <a:pt x="62" y="2151"/>
                    <a:pt x="122" y="2157"/>
                    <a:pt x="186" y="2157"/>
                  </a:cubicBezTo>
                  <a:cubicBezTo>
                    <a:pt x="858" y="2157"/>
                    <a:pt x="1402" y="1613"/>
                    <a:pt x="1402" y="942"/>
                  </a:cubicBezTo>
                  <a:lnTo>
                    <a:pt x="1402" y="199"/>
                  </a:lnTo>
                  <a:lnTo>
                    <a:pt x="103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10"/>
            <p:cNvSpPr/>
            <p:nvPr/>
          </p:nvSpPr>
          <p:spPr>
            <a:xfrm>
              <a:off x="3543973" y="2887218"/>
              <a:ext cx="86378" cy="50737"/>
            </a:xfrm>
            <a:custGeom>
              <a:rect b="b" l="l" r="r" t="t"/>
              <a:pathLst>
                <a:path extrusionOk="0" h="1429" w="2433">
                  <a:moveTo>
                    <a:pt x="1217" y="1"/>
                  </a:moveTo>
                  <a:cubicBezTo>
                    <a:pt x="546" y="1"/>
                    <a:pt x="1" y="543"/>
                    <a:pt x="1" y="1217"/>
                  </a:cubicBezTo>
                  <a:lnTo>
                    <a:pt x="1" y="1428"/>
                  </a:lnTo>
                  <a:cubicBezTo>
                    <a:pt x="1" y="1428"/>
                    <a:pt x="1" y="1428"/>
                    <a:pt x="2" y="1428"/>
                  </a:cubicBezTo>
                  <a:cubicBezTo>
                    <a:pt x="38" y="1428"/>
                    <a:pt x="799" y="1422"/>
                    <a:pt x="1217" y="843"/>
                  </a:cubicBezTo>
                  <a:cubicBezTo>
                    <a:pt x="1635" y="1422"/>
                    <a:pt x="2396" y="1428"/>
                    <a:pt x="2431" y="1428"/>
                  </a:cubicBezTo>
                  <a:cubicBezTo>
                    <a:pt x="2432" y="1428"/>
                    <a:pt x="2433" y="1428"/>
                    <a:pt x="2433" y="1428"/>
                  </a:cubicBezTo>
                  <a:lnTo>
                    <a:pt x="2433" y="1217"/>
                  </a:lnTo>
                  <a:cubicBezTo>
                    <a:pt x="2433" y="543"/>
                    <a:pt x="1889" y="1"/>
                    <a:pt x="121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10"/>
            <p:cNvSpPr/>
            <p:nvPr/>
          </p:nvSpPr>
          <p:spPr>
            <a:xfrm>
              <a:off x="3580577" y="2887147"/>
              <a:ext cx="49775" cy="50772"/>
            </a:xfrm>
            <a:custGeom>
              <a:rect b="b" l="l" r="r" t="t"/>
              <a:pathLst>
                <a:path extrusionOk="0" h="1430" w="1402">
                  <a:moveTo>
                    <a:pt x="186" y="0"/>
                  </a:moveTo>
                  <a:cubicBezTo>
                    <a:pt x="122" y="0"/>
                    <a:pt x="62" y="6"/>
                    <a:pt x="0" y="14"/>
                  </a:cubicBezTo>
                  <a:cubicBezTo>
                    <a:pt x="586" y="105"/>
                    <a:pt x="1032" y="609"/>
                    <a:pt x="1032" y="1216"/>
                  </a:cubicBezTo>
                  <a:lnTo>
                    <a:pt x="1032" y="1379"/>
                  </a:lnTo>
                  <a:cubicBezTo>
                    <a:pt x="1232" y="1428"/>
                    <a:pt x="1385" y="1429"/>
                    <a:pt x="1400" y="1429"/>
                  </a:cubicBezTo>
                  <a:cubicBezTo>
                    <a:pt x="1401" y="1429"/>
                    <a:pt x="1402" y="1429"/>
                    <a:pt x="1402" y="1429"/>
                  </a:cubicBezTo>
                  <a:lnTo>
                    <a:pt x="1402" y="1216"/>
                  </a:lnTo>
                  <a:cubicBezTo>
                    <a:pt x="1402" y="545"/>
                    <a:pt x="858" y="3"/>
                    <a:pt x="1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10"/>
            <p:cNvSpPr/>
            <p:nvPr/>
          </p:nvSpPr>
          <p:spPr>
            <a:xfrm>
              <a:off x="3527535" y="2937811"/>
              <a:ext cx="16580" cy="23291"/>
            </a:xfrm>
            <a:custGeom>
              <a:rect b="b" l="l" r="r" t="t"/>
              <a:pathLst>
                <a:path extrusionOk="0" h="656" w="467">
                  <a:moveTo>
                    <a:pt x="327" y="1"/>
                  </a:moveTo>
                  <a:cubicBezTo>
                    <a:pt x="146" y="1"/>
                    <a:pt x="0" y="146"/>
                    <a:pt x="0" y="327"/>
                  </a:cubicBezTo>
                  <a:cubicBezTo>
                    <a:pt x="0" y="509"/>
                    <a:pt x="147" y="655"/>
                    <a:pt x="327" y="655"/>
                  </a:cubicBezTo>
                  <a:lnTo>
                    <a:pt x="467" y="655"/>
                  </a:lnTo>
                  <a:lnTo>
                    <a:pt x="467"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10"/>
            <p:cNvSpPr/>
            <p:nvPr/>
          </p:nvSpPr>
          <p:spPr>
            <a:xfrm>
              <a:off x="3630318" y="2937811"/>
              <a:ext cx="16580" cy="23291"/>
            </a:xfrm>
            <a:custGeom>
              <a:rect b="b" l="l" r="r" t="t"/>
              <a:pathLst>
                <a:path extrusionOk="0" h="656" w="467">
                  <a:moveTo>
                    <a:pt x="1" y="1"/>
                  </a:moveTo>
                  <a:lnTo>
                    <a:pt x="1" y="655"/>
                  </a:lnTo>
                  <a:lnTo>
                    <a:pt x="140" y="655"/>
                  </a:lnTo>
                  <a:cubicBezTo>
                    <a:pt x="320" y="655"/>
                    <a:pt x="467" y="509"/>
                    <a:pt x="467" y="327"/>
                  </a:cubicBezTo>
                  <a:cubicBezTo>
                    <a:pt x="467" y="146"/>
                    <a:pt x="322" y="1"/>
                    <a:pt x="14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10"/>
            <p:cNvSpPr/>
            <p:nvPr/>
          </p:nvSpPr>
          <p:spPr>
            <a:xfrm>
              <a:off x="3630318" y="2939125"/>
              <a:ext cx="16580" cy="21978"/>
            </a:xfrm>
            <a:custGeom>
              <a:rect b="b" l="l" r="r" t="t"/>
              <a:pathLst>
                <a:path extrusionOk="0" h="619" w="467">
                  <a:moveTo>
                    <a:pt x="291" y="1"/>
                  </a:moveTo>
                  <a:lnTo>
                    <a:pt x="291" y="1"/>
                  </a:lnTo>
                  <a:cubicBezTo>
                    <a:pt x="303" y="36"/>
                    <a:pt x="310" y="74"/>
                    <a:pt x="310" y="115"/>
                  </a:cubicBezTo>
                  <a:cubicBezTo>
                    <a:pt x="310" y="290"/>
                    <a:pt x="173" y="433"/>
                    <a:pt x="1" y="441"/>
                  </a:cubicBezTo>
                  <a:lnTo>
                    <a:pt x="1" y="618"/>
                  </a:lnTo>
                  <a:lnTo>
                    <a:pt x="140" y="618"/>
                  </a:lnTo>
                  <a:cubicBezTo>
                    <a:pt x="322" y="618"/>
                    <a:pt x="467" y="470"/>
                    <a:pt x="467" y="290"/>
                  </a:cubicBezTo>
                  <a:cubicBezTo>
                    <a:pt x="467" y="201"/>
                    <a:pt x="430" y="119"/>
                    <a:pt x="372" y="60"/>
                  </a:cubicBezTo>
                  <a:cubicBezTo>
                    <a:pt x="349" y="37"/>
                    <a:pt x="322" y="17"/>
                    <a:pt x="29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10"/>
            <p:cNvSpPr/>
            <p:nvPr/>
          </p:nvSpPr>
          <p:spPr>
            <a:xfrm>
              <a:off x="3563003" y="2944592"/>
              <a:ext cx="9586" cy="15019"/>
            </a:xfrm>
            <a:custGeom>
              <a:rect b="b" l="l" r="r" t="t"/>
              <a:pathLst>
                <a:path extrusionOk="0" h="423" w="270">
                  <a:moveTo>
                    <a:pt x="134" y="1"/>
                  </a:moveTo>
                  <a:cubicBezTo>
                    <a:pt x="61" y="1"/>
                    <a:pt x="0" y="63"/>
                    <a:pt x="0" y="136"/>
                  </a:cubicBezTo>
                  <a:lnTo>
                    <a:pt x="0" y="287"/>
                  </a:lnTo>
                  <a:cubicBezTo>
                    <a:pt x="0" y="361"/>
                    <a:pt x="61" y="423"/>
                    <a:pt x="134" y="423"/>
                  </a:cubicBezTo>
                  <a:cubicBezTo>
                    <a:pt x="210" y="423"/>
                    <a:pt x="269" y="364"/>
                    <a:pt x="269" y="287"/>
                  </a:cubicBezTo>
                  <a:lnTo>
                    <a:pt x="269" y="136"/>
                  </a:lnTo>
                  <a:cubicBezTo>
                    <a:pt x="269" y="63"/>
                    <a:pt x="209"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10"/>
            <p:cNvSpPr/>
            <p:nvPr/>
          </p:nvSpPr>
          <p:spPr>
            <a:xfrm>
              <a:off x="3601809" y="2944592"/>
              <a:ext cx="9586" cy="15019"/>
            </a:xfrm>
            <a:custGeom>
              <a:rect b="b" l="l" r="r" t="t"/>
              <a:pathLst>
                <a:path extrusionOk="0" h="423" w="270">
                  <a:moveTo>
                    <a:pt x="135" y="1"/>
                  </a:moveTo>
                  <a:cubicBezTo>
                    <a:pt x="61" y="1"/>
                    <a:pt x="1" y="63"/>
                    <a:pt x="1" y="136"/>
                  </a:cubicBezTo>
                  <a:lnTo>
                    <a:pt x="1" y="287"/>
                  </a:lnTo>
                  <a:cubicBezTo>
                    <a:pt x="1" y="361"/>
                    <a:pt x="61" y="423"/>
                    <a:pt x="135" y="423"/>
                  </a:cubicBezTo>
                  <a:cubicBezTo>
                    <a:pt x="209" y="423"/>
                    <a:pt x="270" y="364"/>
                    <a:pt x="270" y="287"/>
                  </a:cubicBezTo>
                  <a:lnTo>
                    <a:pt x="270" y="136"/>
                  </a:lnTo>
                  <a:cubicBezTo>
                    <a:pt x="270" y="63"/>
                    <a:pt x="209" y="1"/>
                    <a:pt x="13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10"/>
            <p:cNvSpPr/>
            <p:nvPr/>
          </p:nvSpPr>
          <p:spPr>
            <a:xfrm>
              <a:off x="3636105" y="2972356"/>
              <a:ext cx="127951" cy="84786"/>
            </a:xfrm>
            <a:custGeom>
              <a:rect b="b" l="l" r="r" t="t"/>
              <a:pathLst>
                <a:path extrusionOk="0" h="2388" w="3604">
                  <a:moveTo>
                    <a:pt x="727" y="0"/>
                  </a:moveTo>
                  <a:cubicBezTo>
                    <a:pt x="633" y="0"/>
                    <a:pt x="557" y="75"/>
                    <a:pt x="557" y="169"/>
                  </a:cubicBezTo>
                  <a:lnTo>
                    <a:pt x="557" y="652"/>
                  </a:lnTo>
                  <a:cubicBezTo>
                    <a:pt x="557" y="750"/>
                    <a:pt x="507" y="838"/>
                    <a:pt x="425" y="888"/>
                  </a:cubicBezTo>
                  <a:lnTo>
                    <a:pt x="74" y="1097"/>
                  </a:lnTo>
                  <a:cubicBezTo>
                    <a:pt x="0" y="1140"/>
                    <a:pt x="0" y="1247"/>
                    <a:pt x="74" y="1290"/>
                  </a:cubicBezTo>
                  <a:lnTo>
                    <a:pt x="425" y="1498"/>
                  </a:lnTo>
                  <a:cubicBezTo>
                    <a:pt x="507" y="1547"/>
                    <a:pt x="557" y="1637"/>
                    <a:pt x="557" y="1734"/>
                  </a:cubicBezTo>
                  <a:lnTo>
                    <a:pt x="557" y="2218"/>
                  </a:lnTo>
                  <a:cubicBezTo>
                    <a:pt x="557" y="2311"/>
                    <a:pt x="633" y="2388"/>
                    <a:pt x="727" y="2388"/>
                  </a:cubicBezTo>
                  <a:lnTo>
                    <a:pt x="3434" y="2388"/>
                  </a:lnTo>
                  <a:cubicBezTo>
                    <a:pt x="3527" y="2388"/>
                    <a:pt x="3604" y="2311"/>
                    <a:pt x="3604" y="2218"/>
                  </a:cubicBezTo>
                  <a:lnTo>
                    <a:pt x="3604" y="169"/>
                  </a:lnTo>
                  <a:cubicBezTo>
                    <a:pt x="3604" y="75"/>
                    <a:pt x="3527" y="0"/>
                    <a:pt x="343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10"/>
            <p:cNvSpPr/>
            <p:nvPr/>
          </p:nvSpPr>
          <p:spPr>
            <a:xfrm>
              <a:off x="3745385" y="2972356"/>
              <a:ext cx="18674" cy="84750"/>
            </a:xfrm>
            <a:custGeom>
              <a:rect b="b" l="l" r="r" t="t"/>
              <a:pathLst>
                <a:path extrusionOk="0" h="2387" w="526">
                  <a:moveTo>
                    <a:pt x="0" y="0"/>
                  </a:moveTo>
                  <a:cubicBezTo>
                    <a:pt x="91" y="0"/>
                    <a:pt x="167" y="75"/>
                    <a:pt x="167" y="169"/>
                  </a:cubicBezTo>
                  <a:lnTo>
                    <a:pt x="167" y="2218"/>
                  </a:lnTo>
                  <a:cubicBezTo>
                    <a:pt x="167" y="2311"/>
                    <a:pt x="94" y="2386"/>
                    <a:pt x="0" y="2386"/>
                  </a:cubicBezTo>
                  <a:lnTo>
                    <a:pt x="357" y="2386"/>
                  </a:lnTo>
                  <a:cubicBezTo>
                    <a:pt x="449" y="2386"/>
                    <a:pt x="526" y="2311"/>
                    <a:pt x="526" y="2218"/>
                  </a:cubicBezTo>
                  <a:lnTo>
                    <a:pt x="526" y="169"/>
                  </a:lnTo>
                  <a:cubicBezTo>
                    <a:pt x="526" y="75"/>
                    <a:pt x="449" y="0"/>
                    <a:pt x="35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10"/>
            <p:cNvSpPr/>
            <p:nvPr/>
          </p:nvSpPr>
          <p:spPr>
            <a:xfrm>
              <a:off x="3675940" y="2988120"/>
              <a:ext cx="68058" cy="53186"/>
            </a:xfrm>
            <a:custGeom>
              <a:rect b="b" l="l" r="r" t="t"/>
              <a:pathLst>
                <a:path extrusionOk="0" h="1498" w="1917">
                  <a:moveTo>
                    <a:pt x="1388" y="0"/>
                  </a:moveTo>
                  <a:cubicBezTo>
                    <a:pt x="1184" y="0"/>
                    <a:pt x="1011" y="140"/>
                    <a:pt x="959" y="328"/>
                  </a:cubicBezTo>
                  <a:cubicBezTo>
                    <a:pt x="908" y="139"/>
                    <a:pt x="734" y="0"/>
                    <a:pt x="528" y="0"/>
                  </a:cubicBezTo>
                  <a:cubicBezTo>
                    <a:pt x="519" y="0"/>
                    <a:pt x="509" y="0"/>
                    <a:pt x="500" y="1"/>
                  </a:cubicBezTo>
                  <a:cubicBezTo>
                    <a:pt x="345" y="10"/>
                    <a:pt x="202" y="106"/>
                    <a:pt x="132" y="246"/>
                  </a:cubicBezTo>
                  <a:cubicBezTo>
                    <a:pt x="1" y="502"/>
                    <a:pt x="93" y="787"/>
                    <a:pt x="304" y="965"/>
                  </a:cubicBezTo>
                  <a:cubicBezTo>
                    <a:pt x="304" y="965"/>
                    <a:pt x="792" y="1375"/>
                    <a:pt x="925" y="1486"/>
                  </a:cubicBezTo>
                  <a:cubicBezTo>
                    <a:pt x="935" y="1494"/>
                    <a:pt x="947" y="1498"/>
                    <a:pt x="959" y="1498"/>
                  </a:cubicBezTo>
                  <a:cubicBezTo>
                    <a:pt x="971" y="1498"/>
                    <a:pt x="983" y="1494"/>
                    <a:pt x="992" y="1486"/>
                  </a:cubicBezTo>
                  <a:cubicBezTo>
                    <a:pt x="1125" y="1372"/>
                    <a:pt x="1612" y="965"/>
                    <a:pt x="1612" y="965"/>
                  </a:cubicBezTo>
                  <a:cubicBezTo>
                    <a:pt x="1827" y="785"/>
                    <a:pt x="1916" y="502"/>
                    <a:pt x="1787" y="246"/>
                  </a:cubicBezTo>
                  <a:cubicBezTo>
                    <a:pt x="1716" y="106"/>
                    <a:pt x="1575" y="10"/>
                    <a:pt x="1418" y="1"/>
                  </a:cubicBezTo>
                  <a:cubicBezTo>
                    <a:pt x="1408" y="0"/>
                    <a:pt x="1398" y="0"/>
                    <a:pt x="138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10"/>
            <p:cNvSpPr/>
            <p:nvPr/>
          </p:nvSpPr>
          <p:spPr>
            <a:xfrm>
              <a:off x="3698947" y="2988049"/>
              <a:ext cx="45053" cy="53258"/>
            </a:xfrm>
            <a:custGeom>
              <a:rect b="b" l="l" r="r" t="t"/>
              <a:pathLst>
                <a:path extrusionOk="0" h="1500" w="1269">
                  <a:moveTo>
                    <a:pt x="723" y="0"/>
                  </a:moveTo>
                  <a:cubicBezTo>
                    <a:pt x="733" y="15"/>
                    <a:pt x="741" y="32"/>
                    <a:pt x="750" y="48"/>
                  </a:cubicBezTo>
                  <a:cubicBezTo>
                    <a:pt x="881" y="305"/>
                    <a:pt x="790" y="589"/>
                    <a:pt x="577" y="767"/>
                  </a:cubicBezTo>
                  <a:cubicBezTo>
                    <a:pt x="577" y="767"/>
                    <a:pt x="173" y="1107"/>
                    <a:pt x="0" y="1252"/>
                  </a:cubicBezTo>
                  <a:cubicBezTo>
                    <a:pt x="114" y="1350"/>
                    <a:pt x="225" y="1443"/>
                    <a:pt x="279" y="1488"/>
                  </a:cubicBezTo>
                  <a:cubicBezTo>
                    <a:pt x="288" y="1496"/>
                    <a:pt x="300" y="1500"/>
                    <a:pt x="312" y="1500"/>
                  </a:cubicBezTo>
                  <a:cubicBezTo>
                    <a:pt x="323" y="1500"/>
                    <a:pt x="336" y="1496"/>
                    <a:pt x="346" y="1488"/>
                  </a:cubicBezTo>
                  <a:cubicBezTo>
                    <a:pt x="478" y="1377"/>
                    <a:pt x="966" y="967"/>
                    <a:pt x="966" y="967"/>
                  </a:cubicBezTo>
                  <a:cubicBezTo>
                    <a:pt x="1179" y="787"/>
                    <a:pt x="1268" y="504"/>
                    <a:pt x="1140" y="245"/>
                  </a:cubicBezTo>
                  <a:cubicBezTo>
                    <a:pt x="1071" y="107"/>
                    <a:pt x="929" y="10"/>
                    <a:pt x="7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10"/>
            <p:cNvSpPr/>
            <p:nvPr/>
          </p:nvSpPr>
          <p:spPr>
            <a:xfrm>
              <a:off x="3437462" y="2859987"/>
              <a:ext cx="84993" cy="85034"/>
            </a:xfrm>
            <a:custGeom>
              <a:rect b="b" l="l" r="r" t="t"/>
              <a:pathLst>
                <a:path extrusionOk="0" h="2395" w="2394">
                  <a:moveTo>
                    <a:pt x="1196" y="1"/>
                  </a:moveTo>
                  <a:cubicBezTo>
                    <a:pt x="536" y="1"/>
                    <a:pt x="0" y="536"/>
                    <a:pt x="0" y="1197"/>
                  </a:cubicBezTo>
                  <a:cubicBezTo>
                    <a:pt x="0" y="1857"/>
                    <a:pt x="536" y="2394"/>
                    <a:pt x="1196" y="2394"/>
                  </a:cubicBezTo>
                  <a:cubicBezTo>
                    <a:pt x="1858" y="2394"/>
                    <a:pt x="2393" y="1857"/>
                    <a:pt x="2393" y="1197"/>
                  </a:cubicBezTo>
                  <a:cubicBezTo>
                    <a:pt x="2393" y="536"/>
                    <a:pt x="1858" y="1"/>
                    <a:pt x="11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 name="Google Shape;1769;p10"/>
            <p:cNvSpPr/>
            <p:nvPr/>
          </p:nvSpPr>
          <p:spPr>
            <a:xfrm>
              <a:off x="3450385" y="2863785"/>
              <a:ext cx="72035" cy="81235"/>
            </a:xfrm>
            <a:custGeom>
              <a:rect b="b" l="l" r="r" t="t"/>
              <a:pathLst>
                <a:path extrusionOk="0" h="2288" w="2029">
                  <a:moveTo>
                    <a:pt x="1320" y="0"/>
                  </a:moveTo>
                  <a:lnTo>
                    <a:pt x="1320" y="0"/>
                  </a:lnTo>
                  <a:cubicBezTo>
                    <a:pt x="1546" y="218"/>
                    <a:pt x="1686" y="521"/>
                    <a:pt x="1686" y="860"/>
                  </a:cubicBezTo>
                  <a:cubicBezTo>
                    <a:pt x="1686" y="1520"/>
                    <a:pt x="1150" y="2057"/>
                    <a:pt x="490" y="2057"/>
                  </a:cubicBezTo>
                  <a:cubicBezTo>
                    <a:pt x="316" y="2057"/>
                    <a:pt x="150" y="2018"/>
                    <a:pt x="0" y="1952"/>
                  </a:cubicBezTo>
                  <a:lnTo>
                    <a:pt x="0" y="1952"/>
                  </a:lnTo>
                  <a:cubicBezTo>
                    <a:pt x="216" y="2159"/>
                    <a:pt x="510" y="2287"/>
                    <a:pt x="831" y="2287"/>
                  </a:cubicBezTo>
                  <a:cubicBezTo>
                    <a:pt x="1493" y="2287"/>
                    <a:pt x="2028" y="1750"/>
                    <a:pt x="2028" y="1090"/>
                  </a:cubicBezTo>
                  <a:cubicBezTo>
                    <a:pt x="2028" y="605"/>
                    <a:pt x="1737" y="186"/>
                    <a:pt x="132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10"/>
            <p:cNvSpPr/>
            <p:nvPr/>
          </p:nvSpPr>
          <p:spPr>
            <a:xfrm>
              <a:off x="3457735" y="2884768"/>
              <a:ext cx="9586" cy="16403"/>
            </a:xfrm>
            <a:custGeom>
              <a:rect b="b" l="l" r="r" t="t"/>
              <a:pathLst>
                <a:path extrusionOk="0" h="462" w="270">
                  <a:moveTo>
                    <a:pt x="134" y="1"/>
                  </a:moveTo>
                  <a:cubicBezTo>
                    <a:pt x="61" y="1"/>
                    <a:pt x="1" y="61"/>
                    <a:pt x="1" y="136"/>
                  </a:cubicBezTo>
                  <a:lnTo>
                    <a:pt x="1" y="326"/>
                  </a:lnTo>
                  <a:cubicBezTo>
                    <a:pt x="1" y="401"/>
                    <a:pt x="61" y="461"/>
                    <a:pt x="134" y="461"/>
                  </a:cubicBezTo>
                  <a:cubicBezTo>
                    <a:pt x="211" y="461"/>
                    <a:pt x="270" y="401"/>
                    <a:pt x="270" y="326"/>
                  </a:cubicBezTo>
                  <a:lnTo>
                    <a:pt x="270" y="136"/>
                  </a:lnTo>
                  <a:cubicBezTo>
                    <a:pt x="270" y="61"/>
                    <a:pt x="209" y="1"/>
                    <a:pt x="13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10"/>
            <p:cNvSpPr/>
            <p:nvPr/>
          </p:nvSpPr>
          <p:spPr>
            <a:xfrm>
              <a:off x="3492528" y="2884768"/>
              <a:ext cx="9586" cy="16403"/>
            </a:xfrm>
            <a:custGeom>
              <a:rect b="b" l="l" r="r" t="t"/>
              <a:pathLst>
                <a:path extrusionOk="0" h="462" w="270">
                  <a:moveTo>
                    <a:pt x="136" y="1"/>
                  </a:moveTo>
                  <a:cubicBezTo>
                    <a:pt x="61" y="1"/>
                    <a:pt x="1" y="61"/>
                    <a:pt x="1" y="136"/>
                  </a:cubicBezTo>
                  <a:lnTo>
                    <a:pt x="1" y="326"/>
                  </a:lnTo>
                  <a:cubicBezTo>
                    <a:pt x="1" y="401"/>
                    <a:pt x="61" y="461"/>
                    <a:pt x="136" y="461"/>
                  </a:cubicBezTo>
                  <a:cubicBezTo>
                    <a:pt x="209" y="461"/>
                    <a:pt x="270" y="401"/>
                    <a:pt x="270" y="326"/>
                  </a:cubicBezTo>
                  <a:lnTo>
                    <a:pt x="270" y="136"/>
                  </a:lnTo>
                  <a:cubicBezTo>
                    <a:pt x="270" y="61"/>
                    <a:pt x="209" y="1"/>
                    <a:pt x="13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10"/>
            <p:cNvSpPr/>
            <p:nvPr/>
          </p:nvSpPr>
          <p:spPr>
            <a:xfrm>
              <a:off x="3462954" y="2911787"/>
              <a:ext cx="33763" cy="15196"/>
            </a:xfrm>
            <a:custGeom>
              <a:rect b="b" l="l" r="r" t="t"/>
              <a:pathLst>
                <a:path extrusionOk="0" h="428" w="951">
                  <a:moveTo>
                    <a:pt x="800" y="0"/>
                  </a:moveTo>
                  <a:cubicBezTo>
                    <a:pt x="760" y="0"/>
                    <a:pt x="720" y="18"/>
                    <a:pt x="693" y="51"/>
                  </a:cubicBezTo>
                  <a:cubicBezTo>
                    <a:pt x="639" y="119"/>
                    <a:pt x="560" y="158"/>
                    <a:pt x="474" y="158"/>
                  </a:cubicBezTo>
                  <a:cubicBezTo>
                    <a:pt x="389" y="158"/>
                    <a:pt x="310" y="119"/>
                    <a:pt x="257" y="53"/>
                  </a:cubicBezTo>
                  <a:cubicBezTo>
                    <a:pt x="230" y="20"/>
                    <a:pt x="190" y="3"/>
                    <a:pt x="151" y="3"/>
                  </a:cubicBezTo>
                  <a:cubicBezTo>
                    <a:pt x="121" y="3"/>
                    <a:pt x="91" y="13"/>
                    <a:pt x="67" y="33"/>
                  </a:cubicBezTo>
                  <a:cubicBezTo>
                    <a:pt x="9" y="82"/>
                    <a:pt x="0" y="167"/>
                    <a:pt x="48" y="224"/>
                  </a:cubicBezTo>
                  <a:cubicBezTo>
                    <a:pt x="153" y="354"/>
                    <a:pt x="308" y="427"/>
                    <a:pt x="475" y="427"/>
                  </a:cubicBezTo>
                  <a:cubicBezTo>
                    <a:pt x="645" y="427"/>
                    <a:pt x="801" y="352"/>
                    <a:pt x="904" y="218"/>
                  </a:cubicBezTo>
                  <a:cubicBezTo>
                    <a:pt x="950" y="161"/>
                    <a:pt x="940" y="76"/>
                    <a:pt x="883" y="30"/>
                  </a:cubicBezTo>
                  <a:cubicBezTo>
                    <a:pt x="858" y="10"/>
                    <a:pt x="829" y="0"/>
                    <a:pt x="80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10"/>
            <p:cNvSpPr/>
            <p:nvPr/>
          </p:nvSpPr>
          <p:spPr>
            <a:xfrm>
              <a:off x="3575252" y="2965894"/>
              <a:ext cx="23929" cy="12888"/>
            </a:xfrm>
            <a:custGeom>
              <a:rect b="b" l="l" r="r" t="t"/>
              <a:pathLst>
                <a:path extrusionOk="0" h="363" w="674">
                  <a:moveTo>
                    <a:pt x="524" y="0"/>
                  </a:moveTo>
                  <a:cubicBezTo>
                    <a:pt x="484" y="0"/>
                    <a:pt x="444" y="18"/>
                    <a:pt x="418" y="51"/>
                  </a:cubicBezTo>
                  <a:cubicBezTo>
                    <a:pt x="398" y="76"/>
                    <a:pt x="367" y="90"/>
                    <a:pt x="336" y="90"/>
                  </a:cubicBezTo>
                  <a:cubicBezTo>
                    <a:pt x="306" y="90"/>
                    <a:pt x="277" y="76"/>
                    <a:pt x="257" y="53"/>
                  </a:cubicBezTo>
                  <a:cubicBezTo>
                    <a:pt x="230" y="20"/>
                    <a:pt x="190" y="3"/>
                    <a:pt x="151" y="3"/>
                  </a:cubicBezTo>
                  <a:cubicBezTo>
                    <a:pt x="121" y="3"/>
                    <a:pt x="91" y="13"/>
                    <a:pt x="67" y="33"/>
                  </a:cubicBezTo>
                  <a:cubicBezTo>
                    <a:pt x="9" y="82"/>
                    <a:pt x="0" y="167"/>
                    <a:pt x="46" y="224"/>
                  </a:cubicBezTo>
                  <a:cubicBezTo>
                    <a:pt x="118" y="312"/>
                    <a:pt x="223" y="362"/>
                    <a:pt x="336" y="362"/>
                  </a:cubicBezTo>
                  <a:cubicBezTo>
                    <a:pt x="449" y="362"/>
                    <a:pt x="556" y="312"/>
                    <a:pt x="628" y="218"/>
                  </a:cubicBezTo>
                  <a:cubicBezTo>
                    <a:pt x="674" y="161"/>
                    <a:pt x="664" y="76"/>
                    <a:pt x="606" y="30"/>
                  </a:cubicBezTo>
                  <a:cubicBezTo>
                    <a:pt x="582" y="10"/>
                    <a:pt x="553" y="0"/>
                    <a:pt x="52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10"/>
            <p:cNvSpPr/>
            <p:nvPr/>
          </p:nvSpPr>
          <p:spPr>
            <a:xfrm>
              <a:off x="3438314" y="3094205"/>
              <a:ext cx="326161" cy="34830"/>
            </a:xfrm>
            <a:custGeom>
              <a:rect b="b" l="l" r="r" t="t"/>
              <a:pathLst>
                <a:path extrusionOk="0" h="981" w="9187">
                  <a:moveTo>
                    <a:pt x="248" y="0"/>
                  </a:moveTo>
                  <a:cubicBezTo>
                    <a:pt x="112" y="0"/>
                    <a:pt x="1" y="111"/>
                    <a:pt x="1" y="248"/>
                  </a:cubicBezTo>
                  <a:lnTo>
                    <a:pt x="1" y="583"/>
                  </a:lnTo>
                  <a:cubicBezTo>
                    <a:pt x="1" y="802"/>
                    <a:pt x="178" y="980"/>
                    <a:pt x="398" y="980"/>
                  </a:cubicBezTo>
                  <a:lnTo>
                    <a:pt x="8789" y="980"/>
                  </a:lnTo>
                  <a:cubicBezTo>
                    <a:pt x="9009" y="980"/>
                    <a:pt x="9186" y="802"/>
                    <a:pt x="9185" y="583"/>
                  </a:cubicBezTo>
                  <a:lnTo>
                    <a:pt x="9185" y="248"/>
                  </a:lnTo>
                  <a:cubicBezTo>
                    <a:pt x="9185" y="111"/>
                    <a:pt x="9074" y="0"/>
                    <a:pt x="893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10"/>
            <p:cNvSpPr/>
            <p:nvPr/>
          </p:nvSpPr>
          <p:spPr>
            <a:xfrm>
              <a:off x="3737149" y="3094205"/>
              <a:ext cx="27337" cy="34830"/>
            </a:xfrm>
            <a:custGeom>
              <a:rect b="b" l="l" r="r" t="t"/>
              <a:pathLst>
                <a:path extrusionOk="0" h="981" w="770">
                  <a:moveTo>
                    <a:pt x="150" y="0"/>
                  </a:moveTo>
                  <a:cubicBezTo>
                    <a:pt x="287" y="0"/>
                    <a:pt x="399" y="111"/>
                    <a:pt x="399" y="248"/>
                  </a:cubicBezTo>
                  <a:lnTo>
                    <a:pt x="399" y="583"/>
                  </a:lnTo>
                  <a:cubicBezTo>
                    <a:pt x="399" y="802"/>
                    <a:pt x="221" y="980"/>
                    <a:pt x="1" y="980"/>
                  </a:cubicBezTo>
                  <a:lnTo>
                    <a:pt x="372" y="980"/>
                  </a:lnTo>
                  <a:cubicBezTo>
                    <a:pt x="592" y="980"/>
                    <a:pt x="769" y="802"/>
                    <a:pt x="769" y="583"/>
                  </a:cubicBezTo>
                  <a:lnTo>
                    <a:pt x="769" y="248"/>
                  </a:lnTo>
                  <a:cubicBezTo>
                    <a:pt x="769" y="111"/>
                    <a:pt x="658" y="0"/>
                    <a:pt x="52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10"/>
            <p:cNvSpPr/>
            <p:nvPr/>
          </p:nvSpPr>
          <p:spPr>
            <a:xfrm>
              <a:off x="3568506" y="3094205"/>
              <a:ext cx="65786" cy="16936"/>
            </a:xfrm>
            <a:custGeom>
              <a:rect b="b" l="l" r="r" t="t"/>
              <a:pathLst>
                <a:path extrusionOk="0" h="477" w="1853">
                  <a:moveTo>
                    <a:pt x="0" y="0"/>
                  </a:moveTo>
                  <a:lnTo>
                    <a:pt x="0" y="140"/>
                  </a:lnTo>
                  <a:cubicBezTo>
                    <a:pt x="0" y="326"/>
                    <a:pt x="152" y="477"/>
                    <a:pt x="337" y="477"/>
                  </a:cubicBezTo>
                  <a:lnTo>
                    <a:pt x="1516" y="477"/>
                  </a:lnTo>
                  <a:cubicBezTo>
                    <a:pt x="1701" y="477"/>
                    <a:pt x="1853" y="326"/>
                    <a:pt x="1853" y="140"/>
                  </a:cubicBezTo>
                  <a:lnTo>
                    <a:pt x="1853"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10"/>
            <p:cNvSpPr/>
            <p:nvPr/>
          </p:nvSpPr>
          <p:spPr>
            <a:xfrm>
              <a:off x="3609122" y="3094205"/>
              <a:ext cx="25171" cy="16936"/>
            </a:xfrm>
            <a:custGeom>
              <a:rect b="b" l="l" r="r" t="t"/>
              <a:pathLst>
                <a:path extrusionOk="0" h="477" w="709">
                  <a:moveTo>
                    <a:pt x="337" y="0"/>
                  </a:moveTo>
                  <a:lnTo>
                    <a:pt x="337" y="140"/>
                  </a:lnTo>
                  <a:cubicBezTo>
                    <a:pt x="337" y="326"/>
                    <a:pt x="186" y="477"/>
                    <a:pt x="1" y="477"/>
                  </a:cubicBezTo>
                  <a:lnTo>
                    <a:pt x="372" y="477"/>
                  </a:lnTo>
                  <a:cubicBezTo>
                    <a:pt x="557" y="477"/>
                    <a:pt x="709" y="326"/>
                    <a:pt x="709" y="140"/>
                  </a:cubicBezTo>
                  <a:lnTo>
                    <a:pt x="70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8" name="Google Shape;1778;p10"/>
          <p:cNvGrpSpPr/>
          <p:nvPr/>
        </p:nvGrpSpPr>
        <p:grpSpPr>
          <a:xfrm>
            <a:off x="4429175" y="2073026"/>
            <a:ext cx="285663" cy="327001"/>
            <a:chOff x="2163412" y="2831051"/>
            <a:chExt cx="285663" cy="327001"/>
          </a:xfrm>
        </p:grpSpPr>
        <p:sp>
          <p:nvSpPr>
            <p:cNvPr id="1779" name="Google Shape;1779;p10"/>
            <p:cNvSpPr/>
            <p:nvPr/>
          </p:nvSpPr>
          <p:spPr>
            <a:xfrm>
              <a:off x="2163412" y="2831051"/>
              <a:ext cx="179643" cy="326895"/>
            </a:xfrm>
            <a:custGeom>
              <a:rect b="b" l="l" r="r" t="t"/>
              <a:pathLst>
                <a:path extrusionOk="0" h="9207" w="5060">
                  <a:moveTo>
                    <a:pt x="425" y="0"/>
                  </a:moveTo>
                  <a:cubicBezTo>
                    <a:pt x="190" y="0"/>
                    <a:pt x="0" y="190"/>
                    <a:pt x="0" y="425"/>
                  </a:cubicBezTo>
                  <a:lnTo>
                    <a:pt x="0" y="8782"/>
                  </a:lnTo>
                  <a:cubicBezTo>
                    <a:pt x="0" y="9017"/>
                    <a:pt x="190" y="9207"/>
                    <a:pt x="425" y="9207"/>
                  </a:cubicBezTo>
                  <a:lnTo>
                    <a:pt x="4635" y="9207"/>
                  </a:lnTo>
                  <a:cubicBezTo>
                    <a:pt x="4870" y="9207"/>
                    <a:pt x="5060" y="9017"/>
                    <a:pt x="5060" y="8782"/>
                  </a:cubicBezTo>
                  <a:lnTo>
                    <a:pt x="5060" y="3209"/>
                  </a:lnTo>
                  <a:lnTo>
                    <a:pt x="4880" y="1766"/>
                  </a:lnTo>
                  <a:lnTo>
                    <a:pt x="5060" y="425"/>
                  </a:lnTo>
                  <a:cubicBezTo>
                    <a:pt x="5060" y="190"/>
                    <a:pt x="4870" y="0"/>
                    <a:pt x="463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10"/>
            <p:cNvSpPr/>
            <p:nvPr/>
          </p:nvSpPr>
          <p:spPr>
            <a:xfrm>
              <a:off x="2314871" y="2831086"/>
              <a:ext cx="28260" cy="326966"/>
            </a:xfrm>
            <a:custGeom>
              <a:rect b="b" l="l" r="r" t="t"/>
              <a:pathLst>
                <a:path extrusionOk="0" h="9209" w="796">
                  <a:moveTo>
                    <a:pt x="373" y="0"/>
                  </a:moveTo>
                  <a:cubicBezTo>
                    <a:pt x="373" y="0"/>
                    <a:pt x="372" y="0"/>
                    <a:pt x="371" y="0"/>
                  </a:cubicBezTo>
                  <a:lnTo>
                    <a:pt x="1" y="0"/>
                  </a:lnTo>
                  <a:cubicBezTo>
                    <a:pt x="234" y="0"/>
                    <a:pt x="425" y="189"/>
                    <a:pt x="425" y="425"/>
                  </a:cubicBezTo>
                  <a:lnTo>
                    <a:pt x="425" y="8784"/>
                  </a:lnTo>
                  <a:cubicBezTo>
                    <a:pt x="425" y="9017"/>
                    <a:pt x="234" y="9209"/>
                    <a:pt x="1" y="9209"/>
                  </a:cubicBezTo>
                  <a:lnTo>
                    <a:pt x="371" y="9209"/>
                  </a:lnTo>
                  <a:cubicBezTo>
                    <a:pt x="605" y="9209"/>
                    <a:pt x="795" y="9019"/>
                    <a:pt x="795" y="8784"/>
                  </a:cubicBezTo>
                  <a:lnTo>
                    <a:pt x="795" y="3504"/>
                  </a:lnTo>
                  <a:lnTo>
                    <a:pt x="597" y="2054"/>
                  </a:lnTo>
                  <a:lnTo>
                    <a:pt x="795" y="424"/>
                  </a:lnTo>
                  <a:cubicBezTo>
                    <a:pt x="795" y="190"/>
                    <a:pt x="607" y="0"/>
                    <a:pt x="3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10"/>
            <p:cNvSpPr/>
            <p:nvPr/>
          </p:nvSpPr>
          <p:spPr>
            <a:xfrm>
              <a:off x="2341747" y="2921870"/>
              <a:ext cx="107324" cy="155121"/>
            </a:xfrm>
            <a:custGeom>
              <a:rect b="b" l="l" r="r" t="t"/>
              <a:pathLst>
                <a:path extrusionOk="0" h="4369" w="3023">
                  <a:moveTo>
                    <a:pt x="1" y="1"/>
                  </a:moveTo>
                  <a:lnTo>
                    <a:pt x="1" y="4368"/>
                  </a:lnTo>
                  <a:lnTo>
                    <a:pt x="2922" y="4368"/>
                  </a:lnTo>
                  <a:cubicBezTo>
                    <a:pt x="2978" y="4368"/>
                    <a:pt x="3023" y="4323"/>
                    <a:pt x="3023" y="4267"/>
                  </a:cubicBezTo>
                  <a:lnTo>
                    <a:pt x="3023" y="101"/>
                  </a:lnTo>
                  <a:cubicBezTo>
                    <a:pt x="3023" y="47"/>
                    <a:pt x="2978" y="1"/>
                    <a:pt x="29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10"/>
            <p:cNvSpPr/>
            <p:nvPr/>
          </p:nvSpPr>
          <p:spPr>
            <a:xfrm>
              <a:off x="2432353" y="2921870"/>
              <a:ext cx="16722" cy="155121"/>
            </a:xfrm>
            <a:custGeom>
              <a:rect b="b" l="l" r="r" t="t"/>
              <a:pathLst>
                <a:path extrusionOk="0" h="4369" w="471">
                  <a:moveTo>
                    <a:pt x="0" y="1"/>
                  </a:moveTo>
                  <a:cubicBezTo>
                    <a:pt x="55" y="1"/>
                    <a:pt x="101" y="47"/>
                    <a:pt x="101" y="101"/>
                  </a:cubicBezTo>
                  <a:lnTo>
                    <a:pt x="101" y="4267"/>
                  </a:lnTo>
                  <a:cubicBezTo>
                    <a:pt x="101" y="4323"/>
                    <a:pt x="55" y="4368"/>
                    <a:pt x="0" y="4368"/>
                  </a:cubicBezTo>
                  <a:lnTo>
                    <a:pt x="370" y="4368"/>
                  </a:lnTo>
                  <a:cubicBezTo>
                    <a:pt x="426" y="4368"/>
                    <a:pt x="471" y="4323"/>
                    <a:pt x="471" y="4267"/>
                  </a:cubicBezTo>
                  <a:lnTo>
                    <a:pt x="471" y="101"/>
                  </a:lnTo>
                  <a:cubicBezTo>
                    <a:pt x="471" y="47"/>
                    <a:pt x="426" y="1"/>
                    <a:pt x="3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10"/>
            <p:cNvSpPr/>
            <p:nvPr/>
          </p:nvSpPr>
          <p:spPr>
            <a:xfrm>
              <a:off x="2341818" y="2870425"/>
              <a:ext cx="24497" cy="248180"/>
            </a:xfrm>
            <a:custGeom>
              <a:rect b="b" l="l" r="r" t="t"/>
              <a:pathLst>
                <a:path extrusionOk="0" h="6990" w="690">
                  <a:moveTo>
                    <a:pt x="0" y="0"/>
                  </a:moveTo>
                  <a:lnTo>
                    <a:pt x="0" y="6990"/>
                  </a:lnTo>
                  <a:lnTo>
                    <a:pt x="583" y="6744"/>
                  </a:lnTo>
                  <a:cubicBezTo>
                    <a:pt x="648" y="6716"/>
                    <a:pt x="690" y="6655"/>
                    <a:pt x="690" y="6584"/>
                  </a:cubicBezTo>
                  <a:lnTo>
                    <a:pt x="690" y="405"/>
                  </a:lnTo>
                  <a:cubicBezTo>
                    <a:pt x="690" y="334"/>
                    <a:pt x="648" y="272"/>
                    <a:pt x="583" y="245"/>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10"/>
            <p:cNvSpPr/>
            <p:nvPr/>
          </p:nvSpPr>
          <p:spPr>
            <a:xfrm>
              <a:off x="2352753" y="2875076"/>
              <a:ext cx="13526" cy="238949"/>
            </a:xfrm>
            <a:custGeom>
              <a:rect b="b" l="l" r="r" t="t"/>
              <a:pathLst>
                <a:path extrusionOk="0" h="6730" w="381">
                  <a:moveTo>
                    <a:pt x="0" y="0"/>
                  </a:moveTo>
                  <a:cubicBezTo>
                    <a:pt x="6" y="16"/>
                    <a:pt x="7" y="34"/>
                    <a:pt x="7" y="51"/>
                  </a:cubicBezTo>
                  <a:lnTo>
                    <a:pt x="7" y="6679"/>
                  </a:lnTo>
                  <a:cubicBezTo>
                    <a:pt x="7" y="6698"/>
                    <a:pt x="6" y="6714"/>
                    <a:pt x="0" y="6729"/>
                  </a:cubicBezTo>
                  <a:lnTo>
                    <a:pt x="274" y="6614"/>
                  </a:lnTo>
                  <a:cubicBezTo>
                    <a:pt x="338" y="6588"/>
                    <a:pt x="380" y="6525"/>
                    <a:pt x="380" y="6454"/>
                  </a:cubicBezTo>
                  <a:lnTo>
                    <a:pt x="380" y="275"/>
                  </a:lnTo>
                  <a:cubicBezTo>
                    <a:pt x="380" y="206"/>
                    <a:pt x="338" y="143"/>
                    <a:pt x="274" y="116"/>
                  </a:cubicBezTo>
                  <a:lnTo>
                    <a:pt x="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10"/>
            <p:cNvSpPr/>
            <p:nvPr/>
          </p:nvSpPr>
          <p:spPr>
            <a:xfrm>
              <a:off x="2163412" y="2831051"/>
              <a:ext cx="179714" cy="327001"/>
            </a:xfrm>
            <a:custGeom>
              <a:rect b="b" l="l" r="r" t="t"/>
              <a:pathLst>
                <a:path extrusionOk="0" h="9210" w="5062">
                  <a:moveTo>
                    <a:pt x="425" y="0"/>
                  </a:moveTo>
                  <a:cubicBezTo>
                    <a:pt x="190" y="0"/>
                    <a:pt x="0" y="190"/>
                    <a:pt x="0" y="425"/>
                  </a:cubicBezTo>
                  <a:lnTo>
                    <a:pt x="0" y="3231"/>
                  </a:lnTo>
                  <a:lnTo>
                    <a:pt x="557" y="3946"/>
                  </a:lnTo>
                  <a:cubicBezTo>
                    <a:pt x="633" y="4044"/>
                    <a:pt x="675" y="4162"/>
                    <a:pt x="675" y="4284"/>
                  </a:cubicBezTo>
                  <a:lnTo>
                    <a:pt x="675" y="9210"/>
                  </a:lnTo>
                  <a:lnTo>
                    <a:pt x="4388" y="9210"/>
                  </a:lnTo>
                  <a:lnTo>
                    <a:pt x="4388" y="4284"/>
                  </a:lnTo>
                  <a:cubicBezTo>
                    <a:pt x="4388" y="4162"/>
                    <a:pt x="4428" y="4041"/>
                    <a:pt x="4504" y="3946"/>
                  </a:cubicBezTo>
                  <a:lnTo>
                    <a:pt x="5061" y="3231"/>
                  </a:lnTo>
                  <a:lnTo>
                    <a:pt x="5061" y="425"/>
                  </a:lnTo>
                  <a:cubicBezTo>
                    <a:pt x="5061" y="190"/>
                    <a:pt x="4871" y="0"/>
                    <a:pt x="463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10"/>
            <p:cNvSpPr/>
            <p:nvPr/>
          </p:nvSpPr>
          <p:spPr>
            <a:xfrm>
              <a:off x="2305782" y="2831051"/>
              <a:ext cx="37349" cy="326895"/>
            </a:xfrm>
            <a:custGeom>
              <a:rect b="b" l="l" r="r" t="t"/>
              <a:pathLst>
                <a:path extrusionOk="0" h="9207" w="1052">
                  <a:moveTo>
                    <a:pt x="251" y="0"/>
                  </a:moveTo>
                  <a:cubicBezTo>
                    <a:pt x="486" y="0"/>
                    <a:pt x="676" y="189"/>
                    <a:pt x="676" y="425"/>
                  </a:cubicBezTo>
                  <a:lnTo>
                    <a:pt x="676" y="3051"/>
                  </a:lnTo>
                  <a:cubicBezTo>
                    <a:pt x="676" y="3120"/>
                    <a:pt x="653" y="3189"/>
                    <a:pt x="610" y="3245"/>
                  </a:cubicBezTo>
                  <a:lnTo>
                    <a:pt x="119" y="3874"/>
                  </a:lnTo>
                  <a:cubicBezTo>
                    <a:pt x="43" y="3972"/>
                    <a:pt x="1" y="4090"/>
                    <a:pt x="1" y="4212"/>
                  </a:cubicBezTo>
                  <a:lnTo>
                    <a:pt x="1" y="9207"/>
                  </a:lnTo>
                  <a:lnTo>
                    <a:pt x="378" y="9207"/>
                  </a:lnTo>
                  <a:lnTo>
                    <a:pt x="378" y="4283"/>
                  </a:lnTo>
                  <a:cubicBezTo>
                    <a:pt x="378" y="4160"/>
                    <a:pt x="418" y="4041"/>
                    <a:pt x="494" y="3944"/>
                  </a:cubicBezTo>
                  <a:lnTo>
                    <a:pt x="1051" y="3228"/>
                  </a:lnTo>
                  <a:lnTo>
                    <a:pt x="1051" y="425"/>
                  </a:lnTo>
                  <a:cubicBezTo>
                    <a:pt x="1051" y="190"/>
                    <a:pt x="861" y="0"/>
                    <a:pt x="62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10"/>
            <p:cNvSpPr/>
            <p:nvPr/>
          </p:nvSpPr>
          <p:spPr>
            <a:xfrm>
              <a:off x="2187981" y="2879407"/>
              <a:ext cx="130578" cy="61850"/>
            </a:xfrm>
            <a:custGeom>
              <a:rect b="b" l="l" r="r" t="t"/>
              <a:pathLst>
                <a:path extrusionOk="0" h="1742" w="3678">
                  <a:moveTo>
                    <a:pt x="200" y="1"/>
                  </a:moveTo>
                  <a:cubicBezTo>
                    <a:pt x="88" y="1"/>
                    <a:pt x="0" y="90"/>
                    <a:pt x="0" y="201"/>
                  </a:cubicBezTo>
                  <a:lnTo>
                    <a:pt x="0" y="1542"/>
                  </a:lnTo>
                  <a:cubicBezTo>
                    <a:pt x="0" y="1653"/>
                    <a:pt x="91" y="1742"/>
                    <a:pt x="200" y="1742"/>
                  </a:cubicBezTo>
                  <a:lnTo>
                    <a:pt x="3477" y="1742"/>
                  </a:lnTo>
                  <a:cubicBezTo>
                    <a:pt x="3588" y="1742"/>
                    <a:pt x="3677" y="1653"/>
                    <a:pt x="3677" y="1542"/>
                  </a:cubicBezTo>
                  <a:lnTo>
                    <a:pt x="3677" y="201"/>
                  </a:lnTo>
                  <a:cubicBezTo>
                    <a:pt x="3677" y="90"/>
                    <a:pt x="3588" y="1"/>
                    <a:pt x="347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10"/>
            <p:cNvSpPr/>
            <p:nvPr/>
          </p:nvSpPr>
          <p:spPr>
            <a:xfrm>
              <a:off x="2298291" y="2879478"/>
              <a:ext cx="20272" cy="61850"/>
            </a:xfrm>
            <a:custGeom>
              <a:rect b="b" l="l" r="r" t="t"/>
              <a:pathLst>
                <a:path extrusionOk="0" h="1742" w="571">
                  <a:moveTo>
                    <a:pt x="0" y="0"/>
                  </a:moveTo>
                  <a:cubicBezTo>
                    <a:pt x="110" y="0"/>
                    <a:pt x="200" y="91"/>
                    <a:pt x="200" y="200"/>
                  </a:cubicBezTo>
                  <a:lnTo>
                    <a:pt x="200" y="1543"/>
                  </a:lnTo>
                  <a:cubicBezTo>
                    <a:pt x="200" y="1652"/>
                    <a:pt x="110" y="1741"/>
                    <a:pt x="0" y="1741"/>
                  </a:cubicBezTo>
                  <a:lnTo>
                    <a:pt x="370" y="1741"/>
                  </a:lnTo>
                  <a:cubicBezTo>
                    <a:pt x="481" y="1741"/>
                    <a:pt x="570" y="1652"/>
                    <a:pt x="570" y="1543"/>
                  </a:cubicBezTo>
                  <a:lnTo>
                    <a:pt x="570" y="200"/>
                  </a:lnTo>
                  <a:cubicBezTo>
                    <a:pt x="570" y="89"/>
                    <a:pt x="481" y="0"/>
                    <a:pt x="3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10"/>
            <p:cNvSpPr/>
            <p:nvPr/>
          </p:nvSpPr>
          <p:spPr>
            <a:xfrm>
              <a:off x="2209603" y="2979705"/>
              <a:ext cx="34650" cy="22013"/>
            </a:xfrm>
            <a:custGeom>
              <a:rect b="b" l="l" r="r" t="t"/>
              <a:pathLst>
                <a:path extrusionOk="0" h="620" w="976">
                  <a:moveTo>
                    <a:pt x="308" y="1"/>
                  </a:moveTo>
                  <a:cubicBezTo>
                    <a:pt x="138" y="1"/>
                    <a:pt x="0" y="139"/>
                    <a:pt x="0" y="310"/>
                  </a:cubicBezTo>
                  <a:cubicBezTo>
                    <a:pt x="0" y="480"/>
                    <a:pt x="138" y="619"/>
                    <a:pt x="308" y="619"/>
                  </a:cubicBezTo>
                  <a:lnTo>
                    <a:pt x="665" y="619"/>
                  </a:lnTo>
                  <a:cubicBezTo>
                    <a:pt x="838" y="619"/>
                    <a:pt x="976" y="480"/>
                    <a:pt x="974" y="310"/>
                  </a:cubicBezTo>
                  <a:cubicBezTo>
                    <a:pt x="974" y="139"/>
                    <a:pt x="836" y="1"/>
                    <a:pt x="66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10"/>
            <p:cNvSpPr/>
            <p:nvPr/>
          </p:nvSpPr>
          <p:spPr>
            <a:xfrm>
              <a:off x="2262326" y="2979705"/>
              <a:ext cx="34650" cy="22013"/>
            </a:xfrm>
            <a:custGeom>
              <a:rect b="b" l="l" r="r" t="t"/>
              <a:pathLst>
                <a:path extrusionOk="0" h="620" w="976">
                  <a:moveTo>
                    <a:pt x="310" y="1"/>
                  </a:moveTo>
                  <a:cubicBezTo>
                    <a:pt x="138" y="1"/>
                    <a:pt x="0" y="139"/>
                    <a:pt x="0" y="310"/>
                  </a:cubicBezTo>
                  <a:cubicBezTo>
                    <a:pt x="0" y="480"/>
                    <a:pt x="138" y="619"/>
                    <a:pt x="310" y="619"/>
                  </a:cubicBezTo>
                  <a:lnTo>
                    <a:pt x="666" y="619"/>
                  </a:lnTo>
                  <a:cubicBezTo>
                    <a:pt x="836" y="619"/>
                    <a:pt x="976" y="480"/>
                    <a:pt x="976" y="310"/>
                  </a:cubicBezTo>
                  <a:cubicBezTo>
                    <a:pt x="976" y="139"/>
                    <a:pt x="836" y="1"/>
                    <a:pt x="66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10"/>
            <p:cNvSpPr/>
            <p:nvPr/>
          </p:nvSpPr>
          <p:spPr>
            <a:xfrm>
              <a:off x="2220467" y="2979705"/>
              <a:ext cx="23787" cy="22013"/>
            </a:xfrm>
            <a:custGeom>
              <a:rect b="b" l="l" r="r" t="t"/>
              <a:pathLst>
                <a:path extrusionOk="0" h="620" w="670">
                  <a:moveTo>
                    <a:pt x="1" y="1"/>
                  </a:moveTo>
                  <a:cubicBezTo>
                    <a:pt x="172" y="2"/>
                    <a:pt x="309" y="139"/>
                    <a:pt x="309" y="310"/>
                  </a:cubicBezTo>
                  <a:cubicBezTo>
                    <a:pt x="309" y="396"/>
                    <a:pt x="274" y="473"/>
                    <a:pt x="219" y="529"/>
                  </a:cubicBezTo>
                  <a:cubicBezTo>
                    <a:pt x="165" y="583"/>
                    <a:pt x="87" y="619"/>
                    <a:pt x="4" y="619"/>
                  </a:cubicBezTo>
                  <a:lnTo>
                    <a:pt x="360" y="619"/>
                  </a:lnTo>
                  <a:cubicBezTo>
                    <a:pt x="447" y="619"/>
                    <a:pt x="524" y="585"/>
                    <a:pt x="581" y="529"/>
                  </a:cubicBezTo>
                  <a:cubicBezTo>
                    <a:pt x="637" y="473"/>
                    <a:pt x="670" y="396"/>
                    <a:pt x="670" y="310"/>
                  </a:cubicBezTo>
                  <a:cubicBezTo>
                    <a:pt x="670" y="139"/>
                    <a:pt x="532" y="1"/>
                    <a:pt x="35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10"/>
            <p:cNvSpPr/>
            <p:nvPr/>
          </p:nvSpPr>
          <p:spPr>
            <a:xfrm>
              <a:off x="2273261" y="2979705"/>
              <a:ext cx="23716" cy="22013"/>
            </a:xfrm>
            <a:custGeom>
              <a:rect b="b" l="l" r="r" t="t"/>
              <a:pathLst>
                <a:path extrusionOk="0" h="620" w="668">
                  <a:moveTo>
                    <a:pt x="0" y="1"/>
                  </a:moveTo>
                  <a:cubicBezTo>
                    <a:pt x="171" y="2"/>
                    <a:pt x="308" y="139"/>
                    <a:pt x="308" y="310"/>
                  </a:cubicBezTo>
                  <a:cubicBezTo>
                    <a:pt x="308" y="396"/>
                    <a:pt x="274" y="473"/>
                    <a:pt x="217" y="529"/>
                  </a:cubicBezTo>
                  <a:cubicBezTo>
                    <a:pt x="161" y="583"/>
                    <a:pt x="85" y="619"/>
                    <a:pt x="0" y="619"/>
                  </a:cubicBezTo>
                  <a:lnTo>
                    <a:pt x="358" y="619"/>
                  </a:lnTo>
                  <a:cubicBezTo>
                    <a:pt x="445" y="619"/>
                    <a:pt x="521" y="585"/>
                    <a:pt x="577" y="529"/>
                  </a:cubicBezTo>
                  <a:cubicBezTo>
                    <a:pt x="633" y="473"/>
                    <a:pt x="668" y="396"/>
                    <a:pt x="668" y="310"/>
                  </a:cubicBezTo>
                  <a:cubicBezTo>
                    <a:pt x="668" y="139"/>
                    <a:pt x="528" y="1"/>
                    <a:pt x="3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10"/>
            <p:cNvSpPr/>
            <p:nvPr/>
          </p:nvSpPr>
          <p:spPr>
            <a:xfrm>
              <a:off x="2207543" y="3024831"/>
              <a:ext cx="16651" cy="9870"/>
            </a:xfrm>
            <a:custGeom>
              <a:rect b="b" l="l" r="r" t="t"/>
              <a:pathLst>
                <a:path extrusionOk="0" h="278" w="469">
                  <a:moveTo>
                    <a:pt x="139" y="0"/>
                  </a:moveTo>
                  <a:cubicBezTo>
                    <a:pt x="62" y="0"/>
                    <a:pt x="1" y="64"/>
                    <a:pt x="1" y="140"/>
                  </a:cubicBezTo>
                  <a:cubicBezTo>
                    <a:pt x="1" y="215"/>
                    <a:pt x="61" y="278"/>
                    <a:pt x="139" y="278"/>
                  </a:cubicBezTo>
                  <a:lnTo>
                    <a:pt x="329" y="278"/>
                  </a:lnTo>
                  <a:cubicBezTo>
                    <a:pt x="405" y="278"/>
                    <a:pt x="468" y="215"/>
                    <a:pt x="468" y="140"/>
                  </a:cubicBezTo>
                  <a:cubicBezTo>
                    <a:pt x="468" y="64"/>
                    <a:pt x="406" y="0"/>
                    <a:pt x="32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10"/>
            <p:cNvSpPr/>
            <p:nvPr/>
          </p:nvSpPr>
          <p:spPr>
            <a:xfrm>
              <a:off x="2244929" y="3024831"/>
              <a:ext cx="16651" cy="9870"/>
            </a:xfrm>
            <a:custGeom>
              <a:rect b="b" l="l" r="r" t="t"/>
              <a:pathLst>
                <a:path extrusionOk="0" h="278" w="469">
                  <a:moveTo>
                    <a:pt x="139" y="0"/>
                  </a:moveTo>
                  <a:cubicBezTo>
                    <a:pt x="64" y="0"/>
                    <a:pt x="1" y="64"/>
                    <a:pt x="1" y="140"/>
                  </a:cubicBezTo>
                  <a:cubicBezTo>
                    <a:pt x="1" y="215"/>
                    <a:pt x="63" y="278"/>
                    <a:pt x="139" y="278"/>
                  </a:cubicBezTo>
                  <a:lnTo>
                    <a:pt x="330" y="278"/>
                  </a:lnTo>
                  <a:cubicBezTo>
                    <a:pt x="408" y="278"/>
                    <a:pt x="469" y="215"/>
                    <a:pt x="469" y="140"/>
                  </a:cubicBezTo>
                  <a:cubicBezTo>
                    <a:pt x="469" y="64"/>
                    <a:pt x="408"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10"/>
            <p:cNvSpPr/>
            <p:nvPr/>
          </p:nvSpPr>
          <p:spPr>
            <a:xfrm>
              <a:off x="2282456" y="3024831"/>
              <a:ext cx="16615" cy="9870"/>
            </a:xfrm>
            <a:custGeom>
              <a:rect b="b" l="l" r="r" t="t"/>
              <a:pathLst>
                <a:path extrusionOk="0" h="278" w="468">
                  <a:moveTo>
                    <a:pt x="138" y="0"/>
                  </a:moveTo>
                  <a:cubicBezTo>
                    <a:pt x="63" y="0"/>
                    <a:pt x="0" y="64"/>
                    <a:pt x="0" y="140"/>
                  </a:cubicBezTo>
                  <a:cubicBezTo>
                    <a:pt x="0" y="215"/>
                    <a:pt x="61" y="278"/>
                    <a:pt x="138" y="278"/>
                  </a:cubicBezTo>
                  <a:lnTo>
                    <a:pt x="330" y="278"/>
                  </a:lnTo>
                  <a:cubicBezTo>
                    <a:pt x="405" y="278"/>
                    <a:pt x="468" y="215"/>
                    <a:pt x="468" y="140"/>
                  </a:cubicBezTo>
                  <a:cubicBezTo>
                    <a:pt x="468" y="64"/>
                    <a:pt x="406"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10"/>
            <p:cNvSpPr/>
            <p:nvPr/>
          </p:nvSpPr>
          <p:spPr>
            <a:xfrm>
              <a:off x="2207543" y="3048441"/>
              <a:ext cx="16651" cy="9835"/>
            </a:xfrm>
            <a:custGeom>
              <a:rect b="b" l="l" r="r" t="t"/>
              <a:pathLst>
                <a:path extrusionOk="0" h="277" w="469">
                  <a:moveTo>
                    <a:pt x="139" y="0"/>
                  </a:moveTo>
                  <a:cubicBezTo>
                    <a:pt x="62" y="0"/>
                    <a:pt x="1" y="61"/>
                    <a:pt x="1" y="138"/>
                  </a:cubicBezTo>
                  <a:cubicBezTo>
                    <a:pt x="1" y="213"/>
                    <a:pt x="61" y="276"/>
                    <a:pt x="139" y="276"/>
                  </a:cubicBezTo>
                  <a:lnTo>
                    <a:pt x="329" y="276"/>
                  </a:lnTo>
                  <a:cubicBezTo>
                    <a:pt x="405" y="276"/>
                    <a:pt x="468" y="216"/>
                    <a:pt x="468" y="138"/>
                  </a:cubicBezTo>
                  <a:cubicBezTo>
                    <a:pt x="468" y="62"/>
                    <a:pt x="406" y="0"/>
                    <a:pt x="32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10"/>
            <p:cNvSpPr/>
            <p:nvPr/>
          </p:nvSpPr>
          <p:spPr>
            <a:xfrm>
              <a:off x="2244929" y="3048441"/>
              <a:ext cx="16651" cy="9835"/>
            </a:xfrm>
            <a:custGeom>
              <a:rect b="b" l="l" r="r" t="t"/>
              <a:pathLst>
                <a:path extrusionOk="0" h="277" w="469">
                  <a:moveTo>
                    <a:pt x="139" y="0"/>
                  </a:moveTo>
                  <a:cubicBezTo>
                    <a:pt x="64" y="0"/>
                    <a:pt x="1" y="61"/>
                    <a:pt x="1" y="138"/>
                  </a:cubicBezTo>
                  <a:cubicBezTo>
                    <a:pt x="1" y="213"/>
                    <a:pt x="63" y="276"/>
                    <a:pt x="139" y="276"/>
                  </a:cubicBezTo>
                  <a:lnTo>
                    <a:pt x="330" y="276"/>
                  </a:lnTo>
                  <a:cubicBezTo>
                    <a:pt x="408" y="276"/>
                    <a:pt x="469" y="216"/>
                    <a:pt x="469" y="138"/>
                  </a:cubicBezTo>
                  <a:cubicBezTo>
                    <a:pt x="469" y="62"/>
                    <a:pt x="408"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10"/>
            <p:cNvSpPr/>
            <p:nvPr/>
          </p:nvSpPr>
          <p:spPr>
            <a:xfrm>
              <a:off x="2282456" y="3048441"/>
              <a:ext cx="16615" cy="9835"/>
            </a:xfrm>
            <a:custGeom>
              <a:rect b="b" l="l" r="r" t="t"/>
              <a:pathLst>
                <a:path extrusionOk="0" h="277" w="468">
                  <a:moveTo>
                    <a:pt x="138" y="0"/>
                  </a:moveTo>
                  <a:cubicBezTo>
                    <a:pt x="63" y="0"/>
                    <a:pt x="0" y="61"/>
                    <a:pt x="0" y="138"/>
                  </a:cubicBezTo>
                  <a:cubicBezTo>
                    <a:pt x="0" y="213"/>
                    <a:pt x="61" y="276"/>
                    <a:pt x="138" y="276"/>
                  </a:cubicBezTo>
                  <a:lnTo>
                    <a:pt x="330" y="276"/>
                  </a:lnTo>
                  <a:cubicBezTo>
                    <a:pt x="405" y="276"/>
                    <a:pt x="468" y="216"/>
                    <a:pt x="468" y="138"/>
                  </a:cubicBezTo>
                  <a:cubicBezTo>
                    <a:pt x="468" y="62"/>
                    <a:pt x="406"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10"/>
            <p:cNvSpPr/>
            <p:nvPr/>
          </p:nvSpPr>
          <p:spPr>
            <a:xfrm>
              <a:off x="2207543" y="3072015"/>
              <a:ext cx="16651" cy="9906"/>
            </a:xfrm>
            <a:custGeom>
              <a:rect b="b" l="l" r="r" t="t"/>
              <a:pathLst>
                <a:path extrusionOk="0" h="279" w="469">
                  <a:moveTo>
                    <a:pt x="139" y="1"/>
                  </a:moveTo>
                  <a:cubicBezTo>
                    <a:pt x="62" y="1"/>
                    <a:pt x="1" y="64"/>
                    <a:pt x="1" y="139"/>
                  </a:cubicBezTo>
                  <a:cubicBezTo>
                    <a:pt x="1" y="215"/>
                    <a:pt x="61" y="279"/>
                    <a:pt x="139" y="279"/>
                  </a:cubicBezTo>
                  <a:lnTo>
                    <a:pt x="329" y="279"/>
                  </a:lnTo>
                  <a:cubicBezTo>
                    <a:pt x="405" y="279"/>
                    <a:pt x="468" y="215"/>
                    <a:pt x="468" y="139"/>
                  </a:cubicBezTo>
                  <a:cubicBezTo>
                    <a:pt x="468" y="64"/>
                    <a:pt x="406" y="1"/>
                    <a:pt x="32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10"/>
            <p:cNvSpPr/>
            <p:nvPr/>
          </p:nvSpPr>
          <p:spPr>
            <a:xfrm>
              <a:off x="2244929" y="3072015"/>
              <a:ext cx="16651" cy="9906"/>
            </a:xfrm>
            <a:custGeom>
              <a:rect b="b" l="l" r="r" t="t"/>
              <a:pathLst>
                <a:path extrusionOk="0" h="279" w="469">
                  <a:moveTo>
                    <a:pt x="139" y="1"/>
                  </a:moveTo>
                  <a:cubicBezTo>
                    <a:pt x="64" y="1"/>
                    <a:pt x="1" y="64"/>
                    <a:pt x="1" y="139"/>
                  </a:cubicBezTo>
                  <a:cubicBezTo>
                    <a:pt x="1" y="215"/>
                    <a:pt x="63" y="279"/>
                    <a:pt x="139" y="279"/>
                  </a:cubicBezTo>
                  <a:lnTo>
                    <a:pt x="330" y="279"/>
                  </a:lnTo>
                  <a:cubicBezTo>
                    <a:pt x="408" y="279"/>
                    <a:pt x="469" y="215"/>
                    <a:pt x="469" y="139"/>
                  </a:cubicBezTo>
                  <a:cubicBezTo>
                    <a:pt x="469" y="64"/>
                    <a:pt x="408" y="1"/>
                    <a:pt x="33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10"/>
            <p:cNvSpPr/>
            <p:nvPr/>
          </p:nvSpPr>
          <p:spPr>
            <a:xfrm>
              <a:off x="2282456" y="3072015"/>
              <a:ext cx="16615" cy="9906"/>
            </a:xfrm>
            <a:custGeom>
              <a:rect b="b" l="l" r="r" t="t"/>
              <a:pathLst>
                <a:path extrusionOk="0" h="279" w="468">
                  <a:moveTo>
                    <a:pt x="138" y="1"/>
                  </a:moveTo>
                  <a:cubicBezTo>
                    <a:pt x="63" y="1"/>
                    <a:pt x="0" y="64"/>
                    <a:pt x="0" y="139"/>
                  </a:cubicBezTo>
                  <a:cubicBezTo>
                    <a:pt x="0" y="215"/>
                    <a:pt x="61" y="279"/>
                    <a:pt x="138" y="279"/>
                  </a:cubicBezTo>
                  <a:lnTo>
                    <a:pt x="330" y="279"/>
                  </a:lnTo>
                  <a:cubicBezTo>
                    <a:pt x="405" y="279"/>
                    <a:pt x="468" y="215"/>
                    <a:pt x="468" y="139"/>
                  </a:cubicBezTo>
                  <a:cubicBezTo>
                    <a:pt x="468" y="64"/>
                    <a:pt x="406" y="1"/>
                    <a:pt x="33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10"/>
            <p:cNvSpPr/>
            <p:nvPr/>
          </p:nvSpPr>
          <p:spPr>
            <a:xfrm>
              <a:off x="2207543" y="3095696"/>
              <a:ext cx="16651" cy="9835"/>
            </a:xfrm>
            <a:custGeom>
              <a:rect b="b" l="l" r="r" t="t"/>
              <a:pathLst>
                <a:path extrusionOk="0" h="277" w="469">
                  <a:moveTo>
                    <a:pt x="139" y="0"/>
                  </a:moveTo>
                  <a:cubicBezTo>
                    <a:pt x="62" y="0"/>
                    <a:pt x="1" y="61"/>
                    <a:pt x="1" y="138"/>
                  </a:cubicBezTo>
                  <a:cubicBezTo>
                    <a:pt x="1" y="213"/>
                    <a:pt x="61" y="276"/>
                    <a:pt x="139" y="276"/>
                  </a:cubicBezTo>
                  <a:lnTo>
                    <a:pt x="329" y="276"/>
                  </a:lnTo>
                  <a:cubicBezTo>
                    <a:pt x="405" y="276"/>
                    <a:pt x="468" y="213"/>
                    <a:pt x="468" y="138"/>
                  </a:cubicBezTo>
                  <a:cubicBezTo>
                    <a:pt x="468" y="62"/>
                    <a:pt x="406" y="0"/>
                    <a:pt x="32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10"/>
            <p:cNvSpPr/>
            <p:nvPr/>
          </p:nvSpPr>
          <p:spPr>
            <a:xfrm>
              <a:off x="2244929" y="3095696"/>
              <a:ext cx="16651" cy="9835"/>
            </a:xfrm>
            <a:custGeom>
              <a:rect b="b" l="l" r="r" t="t"/>
              <a:pathLst>
                <a:path extrusionOk="0" h="277" w="469">
                  <a:moveTo>
                    <a:pt x="139" y="0"/>
                  </a:moveTo>
                  <a:cubicBezTo>
                    <a:pt x="64" y="0"/>
                    <a:pt x="1" y="61"/>
                    <a:pt x="1" y="138"/>
                  </a:cubicBezTo>
                  <a:cubicBezTo>
                    <a:pt x="1" y="213"/>
                    <a:pt x="63" y="276"/>
                    <a:pt x="139" y="276"/>
                  </a:cubicBezTo>
                  <a:lnTo>
                    <a:pt x="330" y="276"/>
                  </a:lnTo>
                  <a:cubicBezTo>
                    <a:pt x="408" y="276"/>
                    <a:pt x="469" y="213"/>
                    <a:pt x="469" y="138"/>
                  </a:cubicBezTo>
                  <a:cubicBezTo>
                    <a:pt x="469" y="62"/>
                    <a:pt x="408"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10"/>
            <p:cNvSpPr/>
            <p:nvPr/>
          </p:nvSpPr>
          <p:spPr>
            <a:xfrm>
              <a:off x="2282456" y="3095696"/>
              <a:ext cx="16615" cy="9835"/>
            </a:xfrm>
            <a:custGeom>
              <a:rect b="b" l="l" r="r" t="t"/>
              <a:pathLst>
                <a:path extrusionOk="0" h="277" w="468">
                  <a:moveTo>
                    <a:pt x="138" y="0"/>
                  </a:moveTo>
                  <a:cubicBezTo>
                    <a:pt x="63" y="0"/>
                    <a:pt x="0" y="61"/>
                    <a:pt x="0" y="138"/>
                  </a:cubicBezTo>
                  <a:cubicBezTo>
                    <a:pt x="0" y="213"/>
                    <a:pt x="61" y="276"/>
                    <a:pt x="138" y="276"/>
                  </a:cubicBezTo>
                  <a:lnTo>
                    <a:pt x="330" y="276"/>
                  </a:lnTo>
                  <a:cubicBezTo>
                    <a:pt x="405" y="276"/>
                    <a:pt x="468" y="213"/>
                    <a:pt x="468" y="138"/>
                  </a:cubicBezTo>
                  <a:cubicBezTo>
                    <a:pt x="468" y="62"/>
                    <a:pt x="406"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10"/>
            <p:cNvSpPr/>
            <p:nvPr/>
          </p:nvSpPr>
          <p:spPr>
            <a:xfrm>
              <a:off x="2183117" y="2850330"/>
              <a:ext cx="140341" cy="9906"/>
            </a:xfrm>
            <a:custGeom>
              <a:rect b="b" l="l" r="r" t="t"/>
              <a:pathLst>
                <a:path extrusionOk="0" h="279" w="3953">
                  <a:moveTo>
                    <a:pt x="139" y="1"/>
                  </a:moveTo>
                  <a:cubicBezTo>
                    <a:pt x="64" y="1"/>
                    <a:pt x="1" y="64"/>
                    <a:pt x="1" y="141"/>
                  </a:cubicBezTo>
                  <a:cubicBezTo>
                    <a:pt x="1" y="215"/>
                    <a:pt x="63" y="279"/>
                    <a:pt x="139" y="279"/>
                  </a:cubicBezTo>
                  <a:lnTo>
                    <a:pt x="3814" y="279"/>
                  </a:lnTo>
                  <a:cubicBezTo>
                    <a:pt x="3890" y="279"/>
                    <a:pt x="3952" y="215"/>
                    <a:pt x="3952" y="141"/>
                  </a:cubicBezTo>
                  <a:cubicBezTo>
                    <a:pt x="3952" y="64"/>
                    <a:pt x="3892" y="1"/>
                    <a:pt x="381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10"/>
            <p:cNvSpPr/>
            <p:nvPr/>
          </p:nvSpPr>
          <p:spPr>
            <a:xfrm>
              <a:off x="2209603" y="3128537"/>
              <a:ext cx="87443" cy="29505"/>
            </a:xfrm>
            <a:custGeom>
              <a:rect b="b" l="l" r="r" t="t"/>
              <a:pathLst>
                <a:path extrusionOk="0" h="831" w="2463">
                  <a:moveTo>
                    <a:pt x="328" y="0"/>
                  </a:moveTo>
                  <a:cubicBezTo>
                    <a:pt x="147" y="0"/>
                    <a:pt x="0" y="149"/>
                    <a:pt x="0" y="330"/>
                  </a:cubicBezTo>
                  <a:lnTo>
                    <a:pt x="0" y="831"/>
                  </a:lnTo>
                  <a:lnTo>
                    <a:pt x="2461" y="831"/>
                  </a:lnTo>
                  <a:lnTo>
                    <a:pt x="2462" y="330"/>
                  </a:lnTo>
                  <a:cubicBezTo>
                    <a:pt x="2462" y="149"/>
                    <a:pt x="2314" y="0"/>
                    <a:pt x="213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10"/>
            <p:cNvSpPr/>
            <p:nvPr/>
          </p:nvSpPr>
          <p:spPr>
            <a:xfrm>
              <a:off x="2272089" y="3128537"/>
              <a:ext cx="24887" cy="29505"/>
            </a:xfrm>
            <a:custGeom>
              <a:rect b="b" l="l" r="r" t="t"/>
              <a:pathLst>
                <a:path extrusionOk="0" h="831" w="701">
                  <a:moveTo>
                    <a:pt x="0" y="0"/>
                  </a:moveTo>
                  <a:cubicBezTo>
                    <a:pt x="183" y="0"/>
                    <a:pt x="330" y="149"/>
                    <a:pt x="330" y="330"/>
                  </a:cubicBezTo>
                  <a:lnTo>
                    <a:pt x="330" y="831"/>
                  </a:lnTo>
                  <a:lnTo>
                    <a:pt x="701" y="831"/>
                  </a:lnTo>
                  <a:lnTo>
                    <a:pt x="701" y="330"/>
                  </a:lnTo>
                  <a:cubicBezTo>
                    <a:pt x="701" y="150"/>
                    <a:pt x="554" y="3"/>
                    <a:pt x="37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8" name="Google Shape;1808;p10"/>
          <p:cNvGrpSpPr/>
          <p:nvPr/>
        </p:nvGrpSpPr>
        <p:grpSpPr>
          <a:xfrm>
            <a:off x="4418492" y="2973670"/>
            <a:ext cx="301603" cy="326966"/>
            <a:chOff x="1508121" y="2831086"/>
            <a:chExt cx="301603" cy="326966"/>
          </a:xfrm>
        </p:grpSpPr>
        <p:sp>
          <p:nvSpPr>
            <p:cNvPr id="1809" name="Google Shape;1809;p10"/>
            <p:cNvSpPr/>
            <p:nvPr/>
          </p:nvSpPr>
          <p:spPr>
            <a:xfrm>
              <a:off x="1508121" y="2831086"/>
              <a:ext cx="256080" cy="326966"/>
            </a:xfrm>
            <a:custGeom>
              <a:rect b="b" l="l" r="r" t="t"/>
              <a:pathLst>
                <a:path extrusionOk="0" h="9209" w="7213">
                  <a:moveTo>
                    <a:pt x="436" y="0"/>
                  </a:moveTo>
                  <a:cubicBezTo>
                    <a:pt x="196" y="0"/>
                    <a:pt x="0" y="196"/>
                    <a:pt x="0" y="438"/>
                  </a:cubicBezTo>
                  <a:lnTo>
                    <a:pt x="0" y="8771"/>
                  </a:lnTo>
                  <a:cubicBezTo>
                    <a:pt x="0" y="9012"/>
                    <a:pt x="196" y="9209"/>
                    <a:pt x="436" y="9209"/>
                  </a:cubicBezTo>
                  <a:lnTo>
                    <a:pt x="6774" y="9209"/>
                  </a:lnTo>
                  <a:cubicBezTo>
                    <a:pt x="7017" y="9209"/>
                    <a:pt x="7213" y="9012"/>
                    <a:pt x="7211" y="8771"/>
                  </a:cubicBezTo>
                  <a:lnTo>
                    <a:pt x="7211" y="438"/>
                  </a:lnTo>
                  <a:cubicBezTo>
                    <a:pt x="7211" y="196"/>
                    <a:pt x="7015" y="0"/>
                    <a:pt x="677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 name="Google Shape;1810;p10"/>
            <p:cNvSpPr/>
            <p:nvPr/>
          </p:nvSpPr>
          <p:spPr>
            <a:xfrm>
              <a:off x="1735522" y="2831086"/>
              <a:ext cx="28686" cy="326966"/>
            </a:xfrm>
            <a:custGeom>
              <a:rect b="b" l="l" r="r" t="t"/>
              <a:pathLst>
                <a:path extrusionOk="0" h="9209" w="808">
                  <a:moveTo>
                    <a:pt x="373" y="0"/>
                  </a:moveTo>
                  <a:cubicBezTo>
                    <a:pt x="372" y="0"/>
                    <a:pt x="371" y="0"/>
                    <a:pt x="370" y="0"/>
                  </a:cubicBezTo>
                  <a:lnTo>
                    <a:pt x="0" y="0"/>
                  </a:lnTo>
                  <a:cubicBezTo>
                    <a:pt x="241" y="0"/>
                    <a:pt x="438" y="195"/>
                    <a:pt x="438" y="438"/>
                  </a:cubicBezTo>
                  <a:lnTo>
                    <a:pt x="438" y="8771"/>
                  </a:lnTo>
                  <a:cubicBezTo>
                    <a:pt x="438" y="9012"/>
                    <a:pt x="241" y="9209"/>
                    <a:pt x="0" y="9209"/>
                  </a:cubicBezTo>
                  <a:lnTo>
                    <a:pt x="370" y="9209"/>
                  </a:lnTo>
                  <a:cubicBezTo>
                    <a:pt x="612" y="9209"/>
                    <a:pt x="808" y="9015"/>
                    <a:pt x="808" y="8771"/>
                  </a:cubicBezTo>
                  <a:lnTo>
                    <a:pt x="808" y="438"/>
                  </a:lnTo>
                  <a:cubicBezTo>
                    <a:pt x="808" y="196"/>
                    <a:pt x="613" y="0"/>
                    <a:pt x="3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10"/>
            <p:cNvSpPr/>
            <p:nvPr/>
          </p:nvSpPr>
          <p:spPr>
            <a:xfrm>
              <a:off x="1530701" y="2853667"/>
              <a:ext cx="210814" cy="266181"/>
            </a:xfrm>
            <a:custGeom>
              <a:rect b="b" l="l" r="r" t="t"/>
              <a:pathLst>
                <a:path extrusionOk="0" h="7497" w="5938">
                  <a:moveTo>
                    <a:pt x="222" y="0"/>
                  </a:moveTo>
                  <a:cubicBezTo>
                    <a:pt x="100" y="0"/>
                    <a:pt x="0" y="100"/>
                    <a:pt x="0" y="222"/>
                  </a:cubicBezTo>
                  <a:lnTo>
                    <a:pt x="0" y="7275"/>
                  </a:lnTo>
                  <a:cubicBezTo>
                    <a:pt x="0" y="7397"/>
                    <a:pt x="100" y="7496"/>
                    <a:pt x="222" y="7496"/>
                  </a:cubicBezTo>
                  <a:lnTo>
                    <a:pt x="5718" y="7496"/>
                  </a:lnTo>
                  <a:cubicBezTo>
                    <a:pt x="5840" y="7496"/>
                    <a:pt x="5938" y="7397"/>
                    <a:pt x="5938" y="7275"/>
                  </a:cubicBezTo>
                  <a:lnTo>
                    <a:pt x="5938" y="222"/>
                  </a:lnTo>
                  <a:cubicBezTo>
                    <a:pt x="5938" y="100"/>
                    <a:pt x="5840" y="0"/>
                    <a:pt x="571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10"/>
            <p:cNvSpPr/>
            <p:nvPr/>
          </p:nvSpPr>
          <p:spPr>
            <a:xfrm>
              <a:off x="1721001" y="2853667"/>
              <a:ext cx="20520" cy="266181"/>
            </a:xfrm>
            <a:custGeom>
              <a:rect b="b" l="l" r="r" t="t"/>
              <a:pathLst>
                <a:path extrusionOk="0" h="7497" w="578">
                  <a:moveTo>
                    <a:pt x="1" y="0"/>
                  </a:moveTo>
                  <a:cubicBezTo>
                    <a:pt x="123" y="0"/>
                    <a:pt x="222" y="100"/>
                    <a:pt x="222" y="222"/>
                  </a:cubicBezTo>
                  <a:lnTo>
                    <a:pt x="222" y="7275"/>
                  </a:lnTo>
                  <a:cubicBezTo>
                    <a:pt x="222" y="7397"/>
                    <a:pt x="123" y="7496"/>
                    <a:pt x="1" y="7496"/>
                  </a:cubicBezTo>
                  <a:lnTo>
                    <a:pt x="358" y="7496"/>
                  </a:lnTo>
                  <a:cubicBezTo>
                    <a:pt x="480" y="7496"/>
                    <a:pt x="578" y="7397"/>
                    <a:pt x="578" y="7275"/>
                  </a:cubicBezTo>
                  <a:lnTo>
                    <a:pt x="578" y="222"/>
                  </a:lnTo>
                  <a:cubicBezTo>
                    <a:pt x="578" y="100"/>
                    <a:pt x="480" y="0"/>
                    <a:pt x="35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10"/>
            <p:cNvSpPr/>
            <p:nvPr/>
          </p:nvSpPr>
          <p:spPr>
            <a:xfrm>
              <a:off x="1621875" y="3134005"/>
              <a:ext cx="28473" cy="9835"/>
            </a:xfrm>
            <a:custGeom>
              <a:rect b="b" l="l" r="r" t="t"/>
              <a:pathLst>
                <a:path extrusionOk="0" h="277" w="802">
                  <a:moveTo>
                    <a:pt x="139" y="0"/>
                  </a:moveTo>
                  <a:cubicBezTo>
                    <a:pt x="64" y="0"/>
                    <a:pt x="1" y="61"/>
                    <a:pt x="1" y="139"/>
                  </a:cubicBezTo>
                  <a:cubicBezTo>
                    <a:pt x="1" y="213"/>
                    <a:pt x="61" y="277"/>
                    <a:pt x="139" y="277"/>
                  </a:cubicBezTo>
                  <a:lnTo>
                    <a:pt x="661" y="277"/>
                  </a:lnTo>
                  <a:cubicBezTo>
                    <a:pt x="739" y="277"/>
                    <a:pt x="801" y="216"/>
                    <a:pt x="800" y="139"/>
                  </a:cubicBezTo>
                  <a:cubicBezTo>
                    <a:pt x="800" y="62"/>
                    <a:pt x="739" y="0"/>
                    <a:pt x="66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10"/>
            <p:cNvSpPr/>
            <p:nvPr/>
          </p:nvSpPr>
          <p:spPr>
            <a:xfrm>
              <a:off x="1784162" y="2920485"/>
              <a:ext cx="25562" cy="219989"/>
            </a:xfrm>
            <a:custGeom>
              <a:rect b="b" l="l" r="r" t="t"/>
              <a:pathLst>
                <a:path extrusionOk="0" h="6196" w="720">
                  <a:moveTo>
                    <a:pt x="360" y="1"/>
                  </a:moveTo>
                  <a:lnTo>
                    <a:pt x="0" y="148"/>
                  </a:lnTo>
                  <a:lnTo>
                    <a:pt x="0" y="6022"/>
                  </a:lnTo>
                  <a:lnTo>
                    <a:pt x="360" y="6196"/>
                  </a:lnTo>
                  <a:lnTo>
                    <a:pt x="720" y="6022"/>
                  </a:lnTo>
                  <a:lnTo>
                    <a:pt x="720" y="148"/>
                  </a:lnTo>
                  <a:lnTo>
                    <a:pt x="360"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 name="Google Shape;1815;p10"/>
            <p:cNvSpPr/>
            <p:nvPr/>
          </p:nvSpPr>
          <p:spPr>
            <a:xfrm>
              <a:off x="1796943" y="2925704"/>
              <a:ext cx="12781" cy="208592"/>
            </a:xfrm>
            <a:custGeom>
              <a:rect b="b" l="l" r="r" t="t"/>
              <a:pathLst>
                <a:path extrusionOk="0" h="5875" w="360">
                  <a:moveTo>
                    <a:pt x="0" y="1"/>
                  </a:moveTo>
                  <a:lnTo>
                    <a:pt x="0" y="5875"/>
                  </a:lnTo>
                  <a:lnTo>
                    <a:pt x="360" y="5875"/>
                  </a:lnTo>
                  <a:lnTo>
                    <a:pt x="36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 name="Google Shape;1816;p10"/>
            <p:cNvSpPr/>
            <p:nvPr/>
          </p:nvSpPr>
          <p:spPr>
            <a:xfrm>
              <a:off x="1549909" y="2877845"/>
              <a:ext cx="59715" cy="54997"/>
            </a:xfrm>
            <a:custGeom>
              <a:rect b="b" l="l" r="r" t="t"/>
              <a:pathLst>
                <a:path extrusionOk="0" h="1549" w="1682">
                  <a:moveTo>
                    <a:pt x="152" y="1"/>
                  </a:moveTo>
                  <a:cubicBezTo>
                    <a:pt x="143" y="1"/>
                    <a:pt x="134" y="1"/>
                    <a:pt x="126" y="3"/>
                  </a:cubicBezTo>
                  <a:cubicBezTo>
                    <a:pt x="49" y="17"/>
                    <a:pt x="0" y="91"/>
                    <a:pt x="15" y="167"/>
                  </a:cubicBezTo>
                  <a:cubicBezTo>
                    <a:pt x="15" y="167"/>
                    <a:pt x="15" y="167"/>
                    <a:pt x="15" y="167"/>
                  </a:cubicBezTo>
                  <a:lnTo>
                    <a:pt x="15" y="167"/>
                  </a:lnTo>
                  <a:cubicBezTo>
                    <a:pt x="12" y="167"/>
                    <a:pt x="264" y="1431"/>
                    <a:pt x="265" y="1438"/>
                  </a:cubicBezTo>
                  <a:cubicBezTo>
                    <a:pt x="288" y="1504"/>
                    <a:pt x="351" y="1549"/>
                    <a:pt x="423" y="1549"/>
                  </a:cubicBezTo>
                  <a:lnTo>
                    <a:pt x="425" y="1549"/>
                  </a:lnTo>
                  <a:cubicBezTo>
                    <a:pt x="497" y="1549"/>
                    <a:pt x="560" y="1501"/>
                    <a:pt x="583" y="1435"/>
                  </a:cubicBezTo>
                  <a:cubicBezTo>
                    <a:pt x="583" y="1433"/>
                    <a:pt x="583" y="1433"/>
                    <a:pt x="586" y="1432"/>
                  </a:cubicBezTo>
                  <a:lnTo>
                    <a:pt x="839" y="612"/>
                  </a:lnTo>
                  <a:lnTo>
                    <a:pt x="1093" y="1432"/>
                  </a:lnTo>
                  <a:cubicBezTo>
                    <a:pt x="1093" y="1433"/>
                    <a:pt x="1094" y="1435"/>
                    <a:pt x="1094" y="1438"/>
                  </a:cubicBezTo>
                  <a:cubicBezTo>
                    <a:pt x="1118" y="1504"/>
                    <a:pt x="1180" y="1549"/>
                    <a:pt x="1252" y="1549"/>
                  </a:cubicBezTo>
                  <a:lnTo>
                    <a:pt x="1255" y="1549"/>
                  </a:lnTo>
                  <a:cubicBezTo>
                    <a:pt x="1327" y="1549"/>
                    <a:pt x="1389" y="1501"/>
                    <a:pt x="1413" y="1435"/>
                  </a:cubicBezTo>
                  <a:cubicBezTo>
                    <a:pt x="1415" y="1429"/>
                    <a:pt x="1667" y="169"/>
                    <a:pt x="1667" y="169"/>
                  </a:cubicBezTo>
                  <a:cubicBezTo>
                    <a:pt x="1681" y="94"/>
                    <a:pt x="1632" y="20"/>
                    <a:pt x="1557" y="4"/>
                  </a:cubicBezTo>
                  <a:cubicBezTo>
                    <a:pt x="1548" y="3"/>
                    <a:pt x="1539" y="2"/>
                    <a:pt x="1531" y="2"/>
                  </a:cubicBezTo>
                  <a:cubicBezTo>
                    <a:pt x="1465" y="2"/>
                    <a:pt x="1406" y="48"/>
                    <a:pt x="1393" y="115"/>
                  </a:cubicBezTo>
                  <a:lnTo>
                    <a:pt x="1231" y="931"/>
                  </a:lnTo>
                  <a:lnTo>
                    <a:pt x="975" y="98"/>
                  </a:lnTo>
                  <a:cubicBezTo>
                    <a:pt x="955" y="39"/>
                    <a:pt x="901" y="1"/>
                    <a:pt x="842" y="1"/>
                  </a:cubicBezTo>
                  <a:cubicBezTo>
                    <a:pt x="828" y="1"/>
                    <a:pt x="813" y="3"/>
                    <a:pt x="799" y="7"/>
                  </a:cubicBezTo>
                  <a:cubicBezTo>
                    <a:pt x="749" y="23"/>
                    <a:pt x="713" y="65"/>
                    <a:pt x="704" y="112"/>
                  </a:cubicBezTo>
                  <a:lnTo>
                    <a:pt x="451" y="933"/>
                  </a:lnTo>
                  <a:lnTo>
                    <a:pt x="288" y="112"/>
                  </a:lnTo>
                  <a:cubicBezTo>
                    <a:pt x="275" y="46"/>
                    <a:pt x="217" y="1"/>
                    <a:pt x="15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10"/>
            <p:cNvSpPr/>
            <p:nvPr/>
          </p:nvSpPr>
          <p:spPr>
            <a:xfrm>
              <a:off x="1611863" y="2923006"/>
              <a:ext cx="110129" cy="9835"/>
            </a:xfrm>
            <a:custGeom>
              <a:rect b="b" l="l" r="r" t="t"/>
              <a:pathLst>
                <a:path extrusionOk="0" h="277" w="3102">
                  <a:moveTo>
                    <a:pt x="139" y="0"/>
                  </a:moveTo>
                  <a:cubicBezTo>
                    <a:pt x="61" y="0"/>
                    <a:pt x="1" y="62"/>
                    <a:pt x="1" y="138"/>
                  </a:cubicBezTo>
                  <a:cubicBezTo>
                    <a:pt x="1" y="213"/>
                    <a:pt x="64" y="277"/>
                    <a:pt x="139" y="277"/>
                  </a:cubicBezTo>
                  <a:lnTo>
                    <a:pt x="2964" y="277"/>
                  </a:lnTo>
                  <a:cubicBezTo>
                    <a:pt x="3040" y="277"/>
                    <a:pt x="3102" y="213"/>
                    <a:pt x="3102" y="138"/>
                  </a:cubicBezTo>
                  <a:cubicBezTo>
                    <a:pt x="3102" y="62"/>
                    <a:pt x="3039" y="0"/>
                    <a:pt x="296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10"/>
            <p:cNvSpPr/>
            <p:nvPr/>
          </p:nvSpPr>
          <p:spPr>
            <a:xfrm>
              <a:off x="1611863" y="2946261"/>
              <a:ext cx="110129" cy="9835"/>
            </a:xfrm>
            <a:custGeom>
              <a:rect b="b" l="l" r="r" t="t"/>
              <a:pathLst>
                <a:path extrusionOk="0" h="277" w="3102">
                  <a:moveTo>
                    <a:pt x="139" y="0"/>
                  </a:moveTo>
                  <a:cubicBezTo>
                    <a:pt x="61" y="0"/>
                    <a:pt x="1" y="62"/>
                    <a:pt x="1" y="138"/>
                  </a:cubicBezTo>
                  <a:cubicBezTo>
                    <a:pt x="1" y="216"/>
                    <a:pt x="64" y="276"/>
                    <a:pt x="139" y="276"/>
                  </a:cubicBezTo>
                  <a:lnTo>
                    <a:pt x="2964" y="276"/>
                  </a:lnTo>
                  <a:cubicBezTo>
                    <a:pt x="3040" y="276"/>
                    <a:pt x="3102" y="213"/>
                    <a:pt x="3102" y="138"/>
                  </a:cubicBezTo>
                  <a:cubicBezTo>
                    <a:pt x="3102" y="60"/>
                    <a:pt x="3040" y="0"/>
                    <a:pt x="296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10"/>
            <p:cNvSpPr/>
            <p:nvPr/>
          </p:nvSpPr>
          <p:spPr>
            <a:xfrm>
              <a:off x="1550264" y="2946261"/>
              <a:ext cx="48567" cy="9835"/>
            </a:xfrm>
            <a:custGeom>
              <a:rect b="b" l="l" r="r" t="t"/>
              <a:pathLst>
                <a:path extrusionOk="0" h="277" w="1368">
                  <a:moveTo>
                    <a:pt x="139" y="0"/>
                  </a:moveTo>
                  <a:cubicBezTo>
                    <a:pt x="61" y="0"/>
                    <a:pt x="0" y="62"/>
                    <a:pt x="0" y="138"/>
                  </a:cubicBezTo>
                  <a:cubicBezTo>
                    <a:pt x="0" y="216"/>
                    <a:pt x="61" y="276"/>
                    <a:pt x="139" y="276"/>
                  </a:cubicBezTo>
                  <a:lnTo>
                    <a:pt x="1228" y="276"/>
                  </a:lnTo>
                  <a:cubicBezTo>
                    <a:pt x="1306" y="276"/>
                    <a:pt x="1367" y="213"/>
                    <a:pt x="1367" y="138"/>
                  </a:cubicBezTo>
                  <a:cubicBezTo>
                    <a:pt x="1367" y="60"/>
                    <a:pt x="1304" y="0"/>
                    <a:pt x="122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10"/>
            <p:cNvSpPr/>
            <p:nvPr/>
          </p:nvSpPr>
          <p:spPr>
            <a:xfrm>
              <a:off x="1678396" y="2969480"/>
              <a:ext cx="43597" cy="9870"/>
            </a:xfrm>
            <a:custGeom>
              <a:rect b="b" l="l" r="r" t="t"/>
              <a:pathLst>
                <a:path extrusionOk="0" h="278" w="1228">
                  <a:moveTo>
                    <a:pt x="140" y="1"/>
                  </a:moveTo>
                  <a:cubicBezTo>
                    <a:pt x="62" y="1"/>
                    <a:pt x="0" y="63"/>
                    <a:pt x="0" y="139"/>
                  </a:cubicBezTo>
                  <a:cubicBezTo>
                    <a:pt x="0" y="214"/>
                    <a:pt x="64" y="277"/>
                    <a:pt x="140" y="277"/>
                  </a:cubicBezTo>
                  <a:lnTo>
                    <a:pt x="1090" y="277"/>
                  </a:lnTo>
                  <a:cubicBezTo>
                    <a:pt x="1166" y="277"/>
                    <a:pt x="1228" y="214"/>
                    <a:pt x="1228" y="139"/>
                  </a:cubicBezTo>
                  <a:cubicBezTo>
                    <a:pt x="1228" y="63"/>
                    <a:pt x="1166" y="1"/>
                    <a:pt x="109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10"/>
            <p:cNvSpPr/>
            <p:nvPr/>
          </p:nvSpPr>
          <p:spPr>
            <a:xfrm>
              <a:off x="1550264" y="2969551"/>
              <a:ext cx="114815" cy="9835"/>
            </a:xfrm>
            <a:custGeom>
              <a:rect b="b" l="l" r="r" t="t"/>
              <a:pathLst>
                <a:path extrusionOk="0" h="277" w="3234">
                  <a:moveTo>
                    <a:pt x="139" y="0"/>
                  </a:moveTo>
                  <a:cubicBezTo>
                    <a:pt x="61" y="0"/>
                    <a:pt x="0" y="64"/>
                    <a:pt x="0" y="138"/>
                  </a:cubicBezTo>
                  <a:cubicBezTo>
                    <a:pt x="0" y="215"/>
                    <a:pt x="61" y="277"/>
                    <a:pt x="139" y="277"/>
                  </a:cubicBezTo>
                  <a:lnTo>
                    <a:pt x="3096" y="277"/>
                  </a:lnTo>
                  <a:cubicBezTo>
                    <a:pt x="3173" y="277"/>
                    <a:pt x="3234" y="215"/>
                    <a:pt x="3234" y="138"/>
                  </a:cubicBezTo>
                  <a:cubicBezTo>
                    <a:pt x="3234" y="64"/>
                    <a:pt x="3171" y="0"/>
                    <a:pt x="30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10"/>
            <p:cNvSpPr/>
            <p:nvPr/>
          </p:nvSpPr>
          <p:spPr>
            <a:xfrm>
              <a:off x="1550264" y="2992771"/>
              <a:ext cx="171726" cy="9870"/>
            </a:xfrm>
            <a:custGeom>
              <a:rect b="b" l="l" r="r" t="t"/>
              <a:pathLst>
                <a:path extrusionOk="0" h="278" w="4837">
                  <a:moveTo>
                    <a:pt x="139" y="1"/>
                  </a:moveTo>
                  <a:cubicBezTo>
                    <a:pt x="61" y="1"/>
                    <a:pt x="0" y="64"/>
                    <a:pt x="0" y="139"/>
                  </a:cubicBezTo>
                  <a:cubicBezTo>
                    <a:pt x="0" y="217"/>
                    <a:pt x="62" y="277"/>
                    <a:pt x="139" y="277"/>
                  </a:cubicBezTo>
                  <a:lnTo>
                    <a:pt x="4699" y="277"/>
                  </a:lnTo>
                  <a:cubicBezTo>
                    <a:pt x="4775" y="277"/>
                    <a:pt x="4837" y="215"/>
                    <a:pt x="4837" y="139"/>
                  </a:cubicBezTo>
                  <a:cubicBezTo>
                    <a:pt x="4837" y="61"/>
                    <a:pt x="4775" y="1"/>
                    <a:pt x="469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10"/>
            <p:cNvSpPr/>
            <p:nvPr/>
          </p:nvSpPr>
          <p:spPr>
            <a:xfrm>
              <a:off x="1659402" y="3016026"/>
              <a:ext cx="62591" cy="9870"/>
            </a:xfrm>
            <a:custGeom>
              <a:rect b="b" l="l" r="r" t="t"/>
              <a:pathLst>
                <a:path extrusionOk="0" h="278" w="1763">
                  <a:moveTo>
                    <a:pt x="138" y="1"/>
                  </a:moveTo>
                  <a:cubicBezTo>
                    <a:pt x="61" y="1"/>
                    <a:pt x="0" y="64"/>
                    <a:pt x="0" y="139"/>
                  </a:cubicBezTo>
                  <a:cubicBezTo>
                    <a:pt x="0" y="214"/>
                    <a:pt x="63" y="277"/>
                    <a:pt x="138" y="277"/>
                  </a:cubicBezTo>
                  <a:lnTo>
                    <a:pt x="1625" y="277"/>
                  </a:lnTo>
                  <a:cubicBezTo>
                    <a:pt x="1701" y="277"/>
                    <a:pt x="1763" y="214"/>
                    <a:pt x="1763" y="139"/>
                  </a:cubicBezTo>
                  <a:cubicBezTo>
                    <a:pt x="1763" y="64"/>
                    <a:pt x="1701" y="1"/>
                    <a:pt x="162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10"/>
            <p:cNvSpPr/>
            <p:nvPr/>
          </p:nvSpPr>
          <p:spPr>
            <a:xfrm>
              <a:off x="1550299" y="3016026"/>
              <a:ext cx="96283" cy="9870"/>
            </a:xfrm>
            <a:custGeom>
              <a:rect b="b" l="l" r="r" t="t"/>
              <a:pathLst>
                <a:path extrusionOk="0" h="278" w="2712">
                  <a:moveTo>
                    <a:pt x="139" y="1"/>
                  </a:moveTo>
                  <a:cubicBezTo>
                    <a:pt x="61" y="1"/>
                    <a:pt x="1" y="64"/>
                    <a:pt x="1" y="139"/>
                  </a:cubicBezTo>
                  <a:cubicBezTo>
                    <a:pt x="1" y="215"/>
                    <a:pt x="64" y="277"/>
                    <a:pt x="139" y="277"/>
                  </a:cubicBezTo>
                  <a:lnTo>
                    <a:pt x="2572" y="277"/>
                  </a:lnTo>
                  <a:cubicBezTo>
                    <a:pt x="2574" y="277"/>
                    <a:pt x="2576" y="277"/>
                    <a:pt x="2577" y="277"/>
                  </a:cubicBezTo>
                  <a:cubicBezTo>
                    <a:pt x="2651" y="277"/>
                    <a:pt x="2712" y="215"/>
                    <a:pt x="2712" y="139"/>
                  </a:cubicBezTo>
                  <a:cubicBezTo>
                    <a:pt x="2712" y="61"/>
                    <a:pt x="2649" y="1"/>
                    <a:pt x="25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10"/>
            <p:cNvSpPr/>
            <p:nvPr/>
          </p:nvSpPr>
          <p:spPr>
            <a:xfrm>
              <a:off x="1585767" y="3039316"/>
              <a:ext cx="136223" cy="9870"/>
            </a:xfrm>
            <a:custGeom>
              <a:rect b="b" l="l" r="r" t="t"/>
              <a:pathLst>
                <a:path extrusionOk="0" h="278" w="3837">
                  <a:moveTo>
                    <a:pt x="139" y="1"/>
                  </a:moveTo>
                  <a:cubicBezTo>
                    <a:pt x="61" y="1"/>
                    <a:pt x="1" y="64"/>
                    <a:pt x="1" y="139"/>
                  </a:cubicBezTo>
                  <a:cubicBezTo>
                    <a:pt x="1" y="217"/>
                    <a:pt x="62" y="277"/>
                    <a:pt x="139" y="277"/>
                  </a:cubicBezTo>
                  <a:lnTo>
                    <a:pt x="3699" y="277"/>
                  </a:lnTo>
                  <a:cubicBezTo>
                    <a:pt x="3775" y="277"/>
                    <a:pt x="3837" y="215"/>
                    <a:pt x="3837" y="139"/>
                  </a:cubicBezTo>
                  <a:cubicBezTo>
                    <a:pt x="3837" y="63"/>
                    <a:pt x="3775" y="1"/>
                    <a:pt x="369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10"/>
            <p:cNvSpPr/>
            <p:nvPr/>
          </p:nvSpPr>
          <p:spPr>
            <a:xfrm>
              <a:off x="1550264" y="3039316"/>
              <a:ext cx="22864" cy="9870"/>
            </a:xfrm>
            <a:custGeom>
              <a:rect b="b" l="l" r="r" t="t"/>
              <a:pathLst>
                <a:path extrusionOk="0" h="278" w="644">
                  <a:moveTo>
                    <a:pt x="139" y="1"/>
                  </a:moveTo>
                  <a:cubicBezTo>
                    <a:pt x="61" y="1"/>
                    <a:pt x="0" y="64"/>
                    <a:pt x="0" y="139"/>
                  </a:cubicBezTo>
                  <a:cubicBezTo>
                    <a:pt x="0" y="217"/>
                    <a:pt x="62" y="277"/>
                    <a:pt x="139" y="277"/>
                  </a:cubicBezTo>
                  <a:lnTo>
                    <a:pt x="506" y="277"/>
                  </a:lnTo>
                  <a:cubicBezTo>
                    <a:pt x="583" y="277"/>
                    <a:pt x="644" y="215"/>
                    <a:pt x="644" y="139"/>
                  </a:cubicBezTo>
                  <a:cubicBezTo>
                    <a:pt x="644" y="63"/>
                    <a:pt x="583" y="1"/>
                    <a:pt x="50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10"/>
            <p:cNvSpPr/>
            <p:nvPr/>
          </p:nvSpPr>
          <p:spPr>
            <a:xfrm>
              <a:off x="1637425" y="3062571"/>
              <a:ext cx="84567" cy="9906"/>
            </a:xfrm>
            <a:custGeom>
              <a:rect b="b" l="l" r="r" t="t"/>
              <a:pathLst>
                <a:path extrusionOk="0" h="279" w="2382">
                  <a:moveTo>
                    <a:pt x="139" y="1"/>
                  </a:moveTo>
                  <a:cubicBezTo>
                    <a:pt x="61" y="1"/>
                    <a:pt x="0" y="64"/>
                    <a:pt x="0" y="139"/>
                  </a:cubicBezTo>
                  <a:cubicBezTo>
                    <a:pt x="0" y="217"/>
                    <a:pt x="64" y="278"/>
                    <a:pt x="139" y="278"/>
                  </a:cubicBezTo>
                  <a:lnTo>
                    <a:pt x="2244" y="278"/>
                  </a:lnTo>
                  <a:cubicBezTo>
                    <a:pt x="2320" y="278"/>
                    <a:pt x="2382" y="215"/>
                    <a:pt x="2382" y="139"/>
                  </a:cubicBezTo>
                  <a:cubicBezTo>
                    <a:pt x="2382" y="64"/>
                    <a:pt x="2320" y="1"/>
                    <a:pt x="224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10"/>
            <p:cNvSpPr/>
            <p:nvPr/>
          </p:nvSpPr>
          <p:spPr>
            <a:xfrm>
              <a:off x="1550264" y="3062571"/>
              <a:ext cx="74378" cy="9906"/>
            </a:xfrm>
            <a:custGeom>
              <a:rect b="b" l="l" r="r" t="t"/>
              <a:pathLst>
                <a:path extrusionOk="0" h="279" w="2095">
                  <a:moveTo>
                    <a:pt x="139" y="1"/>
                  </a:moveTo>
                  <a:cubicBezTo>
                    <a:pt x="61" y="1"/>
                    <a:pt x="0" y="64"/>
                    <a:pt x="0" y="139"/>
                  </a:cubicBezTo>
                  <a:cubicBezTo>
                    <a:pt x="0" y="217"/>
                    <a:pt x="62" y="278"/>
                    <a:pt x="139" y="278"/>
                  </a:cubicBezTo>
                  <a:lnTo>
                    <a:pt x="1955" y="278"/>
                  </a:lnTo>
                  <a:cubicBezTo>
                    <a:pt x="2032" y="278"/>
                    <a:pt x="2094" y="215"/>
                    <a:pt x="2094" y="139"/>
                  </a:cubicBezTo>
                  <a:cubicBezTo>
                    <a:pt x="2094" y="64"/>
                    <a:pt x="2031" y="1"/>
                    <a:pt x="195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10"/>
            <p:cNvSpPr/>
            <p:nvPr/>
          </p:nvSpPr>
          <p:spPr>
            <a:xfrm>
              <a:off x="1670692" y="3085826"/>
              <a:ext cx="51301" cy="9906"/>
            </a:xfrm>
            <a:custGeom>
              <a:rect b="b" l="l" r="r" t="t"/>
              <a:pathLst>
                <a:path extrusionOk="0" h="279" w="1445">
                  <a:moveTo>
                    <a:pt x="138" y="0"/>
                  </a:moveTo>
                  <a:cubicBezTo>
                    <a:pt x="62" y="0"/>
                    <a:pt x="0" y="64"/>
                    <a:pt x="0" y="139"/>
                  </a:cubicBezTo>
                  <a:cubicBezTo>
                    <a:pt x="0" y="215"/>
                    <a:pt x="64" y="278"/>
                    <a:pt x="138" y="278"/>
                  </a:cubicBezTo>
                  <a:lnTo>
                    <a:pt x="1307" y="278"/>
                  </a:lnTo>
                  <a:cubicBezTo>
                    <a:pt x="1383" y="278"/>
                    <a:pt x="1445" y="215"/>
                    <a:pt x="1445" y="139"/>
                  </a:cubicBezTo>
                  <a:cubicBezTo>
                    <a:pt x="1445" y="64"/>
                    <a:pt x="1383" y="0"/>
                    <a:pt x="130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10"/>
            <p:cNvSpPr/>
            <p:nvPr/>
          </p:nvSpPr>
          <p:spPr>
            <a:xfrm>
              <a:off x="1550264" y="3085826"/>
              <a:ext cx="107715" cy="9906"/>
            </a:xfrm>
            <a:custGeom>
              <a:rect b="b" l="l" r="r" t="t"/>
              <a:pathLst>
                <a:path extrusionOk="0" h="279" w="3034">
                  <a:moveTo>
                    <a:pt x="139" y="0"/>
                  </a:moveTo>
                  <a:cubicBezTo>
                    <a:pt x="61" y="0"/>
                    <a:pt x="0" y="64"/>
                    <a:pt x="0" y="139"/>
                  </a:cubicBezTo>
                  <a:cubicBezTo>
                    <a:pt x="0" y="215"/>
                    <a:pt x="62" y="278"/>
                    <a:pt x="139" y="278"/>
                  </a:cubicBezTo>
                  <a:lnTo>
                    <a:pt x="2896" y="278"/>
                  </a:lnTo>
                  <a:cubicBezTo>
                    <a:pt x="2973" y="278"/>
                    <a:pt x="3034" y="215"/>
                    <a:pt x="3034" y="139"/>
                  </a:cubicBezTo>
                  <a:cubicBezTo>
                    <a:pt x="3034" y="64"/>
                    <a:pt x="2973" y="0"/>
                    <a:pt x="28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10"/>
            <p:cNvSpPr/>
            <p:nvPr/>
          </p:nvSpPr>
          <p:spPr>
            <a:xfrm>
              <a:off x="1784162" y="3134254"/>
              <a:ext cx="25562" cy="23788"/>
            </a:xfrm>
            <a:custGeom>
              <a:rect b="b" l="l" r="r" t="t"/>
              <a:pathLst>
                <a:path extrusionOk="0" h="670" w="720">
                  <a:moveTo>
                    <a:pt x="0" y="1"/>
                  </a:moveTo>
                  <a:lnTo>
                    <a:pt x="256" y="601"/>
                  </a:lnTo>
                  <a:cubicBezTo>
                    <a:pt x="276" y="647"/>
                    <a:pt x="318" y="670"/>
                    <a:pt x="360" y="670"/>
                  </a:cubicBezTo>
                  <a:cubicBezTo>
                    <a:pt x="402" y="670"/>
                    <a:pt x="445" y="647"/>
                    <a:pt x="465" y="601"/>
                  </a:cubicBezTo>
                  <a:lnTo>
                    <a:pt x="720"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10"/>
            <p:cNvSpPr/>
            <p:nvPr/>
          </p:nvSpPr>
          <p:spPr>
            <a:xfrm>
              <a:off x="1790553" y="3134254"/>
              <a:ext cx="19171" cy="23788"/>
            </a:xfrm>
            <a:custGeom>
              <a:rect b="b" l="l" r="r" t="t"/>
              <a:pathLst>
                <a:path extrusionOk="0" h="670" w="540">
                  <a:moveTo>
                    <a:pt x="180" y="1"/>
                  </a:moveTo>
                  <a:lnTo>
                    <a:pt x="0" y="422"/>
                  </a:lnTo>
                  <a:lnTo>
                    <a:pt x="76" y="601"/>
                  </a:lnTo>
                  <a:cubicBezTo>
                    <a:pt x="96" y="647"/>
                    <a:pt x="138" y="670"/>
                    <a:pt x="180" y="670"/>
                  </a:cubicBezTo>
                  <a:cubicBezTo>
                    <a:pt x="222" y="670"/>
                    <a:pt x="265" y="647"/>
                    <a:pt x="285" y="601"/>
                  </a:cubicBezTo>
                  <a:lnTo>
                    <a:pt x="54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10"/>
            <p:cNvSpPr/>
            <p:nvPr/>
          </p:nvSpPr>
          <p:spPr>
            <a:xfrm>
              <a:off x="1784162" y="2893005"/>
              <a:ext cx="25562" cy="32736"/>
            </a:xfrm>
            <a:custGeom>
              <a:rect b="b" l="l" r="r" t="t"/>
              <a:pathLst>
                <a:path extrusionOk="0" h="922" w="720">
                  <a:moveTo>
                    <a:pt x="360" y="1"/>
                  </a:moveTo>
                  <a:cubicBezTo>
                    <a:pt x="163" y="1"/>
                    <a:pt x="0" y="162"/>
                    <a:pt x="0" y="360"/>
                  </a:cubicBezTo>
                  <a:lnTo>
                    <a:pt x="0" y="922"/>
                  </a:lnTo>
                  <a:lnTo>
                    <a:pt x="720" y="922"/>
                  </a:lnTo>
                  <a:lnTo>
                    <a:pt x="720" y="360"/>
                  </a:lnTo>
                  <a:cubicBezTo>
                    <a:pt x="720" y="163"/>
                    <a:pt x="559"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10"/>
            <p:cNvSpPr/>
            <p:nvPr/>
          </p:nvSpPr>
          <p:spPr>
            <a:xfrm>
              <a:off x="1790553" y="2892970"/>
              <a:ext cx="19171" cy="32771"/>
            </a:xfrm>
            <a:custGeom>
              <a:rect b="b" l="l" r="r" t="t"/>
              <a:pathLst>
                <a:path extrusionOk="0" h="923" w="540">
                  <a:moveTo>
                    <a:pt x="180" y="0"/>
                  </a:moveTo>
                  <a:cubicBezTo>
                    <a:pt x="115" y="0"/>
                    <a:pt x="53" y="19"/>
                    <a:pt x="0" y="49"/>
                  </a:cubicBezTo>
                  <a:cubicBezTo>
                    <a:pt x="28" y="65"/>
                    <a:pt x="53" y="85"/>
                    <a:pt x="75" y="107"/>
                  </a:cubicBezTo>
                  <a:cubicBezTo>
                    <a:pt x="141" y="173"/>
                    <a:pt x="180" y="263"/>
                    <a:pt x="180" y="361"/>
                  </a:cubicBezTo>
                  <a:lnTo>
                    <a:pt x="180" y="923"/>
                  </a:lnTo>
                  <a:lnTo>
                    <a:pt x="540" y="923"/>
                  </a:lnTo>
                  <a:lnTo>
                    <a:pt x="540" y="361"/>
                  </a:lnTo>
                  <a:cubicBezTo>
                    <a:pt x="540" y="263"/>
                    <a:pt x="502" y="173"/>
                    <a:pt x="436" y="107"/>
                  </a:cubicBezTo>
                  <a:cubicBezTo>
                    <a:pt x="370" y="40"/>
                    <a:pt x="279" y="0"/>
                    <a:pt x="18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8" name="Shape 1838"/>
        <p:cNvGrpSpPr/>
        <p:nvPr/>
      </p:nvGrpSpPr>
      <p:grpSpPr>
        <a:xfrm>
          <a:off x="0" y="0"/>
          <a:ext cx="0" cy="0"/>
          <a:chOff x="0" y="0"/>
          <a:chExt cx="0" cy="0"/>
        </a:xfrm>
      </p:grpSpPr>
      <p:sp>
        <p:nvSpPr>
          <p:cNvPr id="1839" name="Google Shape;1839;p12"/>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Degree</a:t>
            </a:r>
            <a:r>
              <a:rPr lang="en"/>
              <a:t> timeline</a:t>
            </a:r>
            <a:endParaRPr/>
          </a:p>
        </p:txBody>
      </p:sp>
      <p:sp>
        <p:nvSpPr>
          <p:cNvPr id="1840" name="Google Shape;1840;p12"/>
          <p:cNvSpPr/>
          <p:nvPr/>
        </p:nvSpPr>
        <p:spPr>
          <a:xfrm>
            <a:off x="720000" y="3165799"/>
            <a:ext cx="1833900" cy="11502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41" name="Google Shape;1841;p12"/>
          <p:cNvGrpSpPr/>
          <p:nvPr/>
        </p:nvGrpSpPr>
        <p:grpSpPr>
          <a:xfrm>
            <a:off x="728250" y="2947650"/>
            <a:ext cx="1821000" cy="218100"/>
            <a:chOff x="1290775" y="1427529"/>
            <a:chExt cx="1821000" cy="218100"/>
          </a:xfrm>
        </p:grpSpPr>
        <p:sp>
          <p:nvSpPr>
            <p:cNvPr id="1842" name="Google Shape;1842;p12"/>
            <p:cNvSpPr/>
            <p:nvPr/>
          </p:nvSpPr>
          <p:spPr>
            <a:xfrm>
              <a:off x="1290775" y="1427529"/>
              <a:ext cx="1821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12"/>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12"/>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12"/>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46" name="Google Shape;1846;p12"/>
          <p:cNvSpPr txBox="1"/>
          <p:nvPr/>
        </p:nvSpPr>
        <p:spPr>
          <a:xfrm>
            <a:off x="726430" y="3165775"/>
            <a:ext cx="1821000" cy="527700"/>
          </a:xfrm>
          <a:prstGeom prst="rect">
            <a:avLst/>
          </a:prstGeom>
          <a:no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rgbClr val="F673A9"/>
                </a:solidFill>
                <a:latin typeface="Zen Dots"/>
                <a:ea typeface="Zen Dots"/>
                <a:cs typeface="Zen Dots"/>
                <a:sym typeface="Zen Dots"/>
              </a:rPr>
              <a:t>Year #01</a:t>
            </a:r>
            <a:endParaRPr b="0" i="0" sz="1600" u="none" cap="none" strike="noStrike">
              <a:solidFill>
                <a:srgbClr val="F673A9"/>
              </a:solidFill>
              <a:latin typeface="Zen Dots"/>
              <a:ea typeface="Zen Dots"/>
              <a:cs typeface="Zen Dots"/>
              <a:sym typeface="Zen Dots"/>
            </a:endParaRPr>
          </a:p>
        </p:txBody>
      </p:sp>
      <p:sp>
        <p:nvSpPr>
          <p:cNvPr id="1847" name="Google Shape;1847;p12"/>
          <p:cNvSpPr txBox="1"/>
          <p:nvPr/>
        </p:nvSpPr>
        <p:spPr>
          <a:xfrm>
            <a:off x="726425" y="3693499"/>
            <a:ext cx="1821000" cy="6225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chemeClr val="lt1"/>
                </a:solidFill>
                <a:highlight>
                  <a:schemeClr val="accent5"/>
                </a:highlight>
                <a:latin typeface="Anaheim"/>
                <a:ea typeface="Anaheim"/>
                <a:cs typeface="Anaheim"/>
                <a:sym typeface="Anaheim"/>
              </a:rPr>
              <a:t>Earth</a:t>
            </a:r>
            <a:r>
              <a:rPr b="1" i="0" lang="en" sz="1400" u="none" cap="none" strike="noStrike">
                <a:solidFill>
                  <a:srgbClr val="FFFFFF"/>
                </a:solidFill>
                <a:latin typeface="Anaheim"/>
                <a:ea typeface="Anaheim"/>
                <a:cs typeface="Anaheim"/>
                <a:sym typeface="Anaheim"/>
              </a:rPr>
              <a:t> </a:t>
            </a:r>
            <a:r>
              <a:rPr b="0" i="0" lang="en" sz="1400" u="none" cap="none" strike="noStrike">
                <a:solidFill>
                  <a:srgbClr val="FFFFFF"/>
                </a:solidFill>
                <a:latin typeface="Anaheim"/>
                <a:ea typeface="Anaheim"/>
                <a:cs typeface="Anaheim"/>
                <a:sym typeface="Anaheim"/>
              </a:rPr>
              <a:t>is where we all live on</a:t>
            </a:r>
            <a:endParaRPr b="0" i="0" sz="1400" u="none" cap="none" strike="noStrike">
              <a:solidFill>
                <a:srgbClr val="FFFFFF"/>
              </a:solidFill>
              <a:latin typeface="Anaheim"/>
              <a:ea typeface="Anaheim"/>
              <a:cs typeface="Anaheim"/>
              <a:sym typeface="Anaheim"/>
            </a:endParaRPr>
          </a:p>
        </p:txBody>
      </p:sp>
      <p:sp>
        <p:nvSpPr>
          <p:cNvPr id="1848" name="Google Shape;1848;p12"/>
          <p:cNvSpPr/>
          <p:nvPr/>
        </p:nvSpPr>
        <p:spPr>
          <a:xfrm>
            <a:off x="2676700" y="3165799"/>
            <a:ext cx="1833900" cy="11502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49" name="Google Shape;1849;p12"/>
          <p:cNvGrpSpPr/>
          <p:nvPr/>
        </p:nvGrpSpPr>
        <p:grpSpPr>
          <a:xfrm>
            <a:off x="2684950" y="2947650"/>
            <a:ext cx="1821000" cy="218100"/>
            <a:chOff x="1290775" y="1427529"/>
            <a:chExt cx="1821000" cy="218100"/>
          </a:xfrm>
        </p:grpSpPr>
        <p:sp>
          <p:nvSpPr>
            <p:cNvPr id="1850" name="Google Shape;1850;p12"/>
            <p:cNvSpPr/>
            <p:nvPr/>
          </p:nvSpPr>
          <p:spPr>
            <a:xfrm>
              <a:off x="1290775" y="1427529"/>
              <a:ext cx="1821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12"/>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12"/>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 name="Google Shape;1853;p12"/>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54" name="Google Shape;1854;p12"/>
          <p:cNvSpPr txBox="1"/>
          <p:nvPr/>
        </p:nvSpPr>
        <p:spPr>
          <a:xfrm>
            <a:off x="2683130" y="3165775"/>
            <a:ext cx="1821000" cy="527700"/>
          </a:xfrm>
          <a:prstGeom prst="rect">
            <a:avLst/>
          </a:prstGeom>
          <a:no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lt2"/>
                </a:solidFill>
                <a:latin typeface="Zen Dots"/>
                <a:ea typeface="Zen Dots"/>
                <a:cs typeface="Zen Dots"/>
                <a:sym typeface="Zen Dots"/>
              </a:rPr>
              <a:t>Year #02</a:t>
            </a:r>
            <a:endParaRPr b="0" i="0" sz="1600" u="none" cap="none" strike="noStrike">
              <a:solidFill>
                <a:srgbClr val="F673A9"/>
              </a:solidFill>
              <a:latin typeface="Zen Dots"/>
              <a:ea typeface="Zen Dots"/>
              <a:cs typeface="Zen Dots"/>
              <a:sym typeface="Zen Dots"/>
            </a:endParaRPr>
          </a:p>
        </p:txBody>
      </p:sp>
      <p:sp>
        <p:nvSpPr>
          <p:cNvPr id="1855" name="Google Shape;1855;p12"/>
          <p:cNvSpPr txBox="1"/>
          <p:nvPr/>
        </p:nvSpPr>
        <p:spPr>
          <a:xfrm>
            <a:off x="2683125" y="3693499"/>
            <a:ext cx="1821000" cy="6225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chemeClr val="lt1"/>
                </a:solidFill>
                <a:highlight>
                  <a:schemeClr val="accent5"/>
                </a:highlight>
                <a:latin typeface="Anaheim"/>
                <a:ea typeface="Anaheim"/>
                <a:cs typeface="Anaheim"/>
                <a:sym typeface="Anaheim"/>
              </a:rPr>
              <a:t>Venus</a:t>
            </a:r>
            <a:r>
              <a:rPr b="1" i="0" lang="en" sz="1400" u="none" cap="none" strike="noStrike">
                <a:solidFill>
                  <a:schemeClr val="lt1"/>
                </a:solidFill>
                <a:latin typeface="Anaheim"/>
                <a:ea typeface="Anaheim"/>
                <a:cs typeface="Anaheim"/>
                <a:sym typeface="Anaheim"/>
              </a:rPr>
              <a:t> </a:t>
            </a:r>
            <a:r>
              <a:rPr b="0" i="0" lang="en" sz="1400" u="none" cap="none" strike="noStrike">
                <a:solidFill>
                  <a:schemeClr val="lt1"/>
                </a:solidFill>
                <a:latin typeface="Anaheim"/>
                <a:ea typeface="Anaheim"/>
                <a:cs typeface="Anaheim"/>
                <a:sym typeface="Anaheim"/>
              </a:rPr>
              <a:t>has a nice name, but it’s hot</a:t>
            </a:r>
            <a:endParaRPr b="1" i="0" sz="1400" u="none" cap="none" strike="noStrike">
              <a:solidFill>
                <a:schemeClr val="lt1"/>
              </a:solidFill>
              <a:highlight>
                <a:srgbClr val="7EC8D4"/>
              </a:highlight>
              <a:latin typeface="Anaheim"/>
              <a:ea typeface="Anaheim"/>
              <a:cs typeface="Anaheim"/>
              <a:sym typeface="Anaheim"/>
            </a:endParaRPr>
          </a:p>
        </p:txBody>
      </p:sp>
      <p:sp>
        <p:nvSpPr>
          <p:cNvPr id="1856" name="Google Shape;1856;p12"/>
          <p:cNvSpPr/>
          <p:nvPr/>
        </p:nvSpPr>
        <p:spPr>
          <a:xfrm>
            <a:off x="4633400" y="3165799"/>
            <a:ext cx="1833900" cy="11502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57" name="Google Shape;1857;p12"/>
          <p:cNvGrpSpPr/>
          <p:nvPr/>
        </p:nvGrpSpPr>
        <p:grpSpPr>
          <a:xfrm>
            <a:off x="4641650" y="2947650"/>
            <a:ext cx="1821000" cy="218100"/>
            <a:chOff x="1290775" y="1427529"/>
            <a:chExt cx="1821000" cy="218100"/>
          </a:xfrm>
        </p:grpSpPr>
        <p:sp>
          <p:nvSpPr>
            <p:cNvPr id="1858" name="Google Shape;1858;p12"/>
            <p:cNvSpPr/>
            <p:nvPr/>
          </p:nvSpPr>
          <p:spPr>
            <a:xfrm>
              <a:off x="1290775" y="1427529"/>
              <a:ext cx="1821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 name="Google Shape;1859;p12"/>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12"/>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12"/>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62" name="Google Shape;1862;p12"/>
          <p:cNvSpPr txBox="1"/>
          <p:nvPr/>
        </p:nvSpPr>
        <p:spPr>
          <a:xfrm>
            <a:off x="4639830" y="3165775"/>
            <a:ext cx="1821000" cy="527700"/>
          </a:xfrm>
          <a:prstGeom prst="rect">
            <a:avLst/>
          </a:prstGeom>
          <a:no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lt2"/>
                </a:solidFill>
                <a:latin typeface="Zen Dots"/>
                <a:ea typeface="Zen Dots"/>
                <a:cs typeface="Zen Dots"/>
                <a:sym typeface="Zen Dots"/>
              </a:rPr>
              <a:t>Year #03</a:t>
            </a:r>
            <a:endParaRPr b="0" i="0" sz="1600" u="none" cap="none" strike="noStrike">
              <a:solidFill>
                <a:srgbClr val="F673A9"/>
              </a:solidFill>
              <a:latin typeface="Zen Dots"/>
              <a:ea typeface="Zen Dots"/>
              <a:cs typeface="Zen Dots"/>
              <a:sym typeface="Zen Dots"/>
            </a:endParaRPr>
          </a:p>
        </p:txBody>
      </p:sp>
      <p:sp>
        <p:nvSpPr>
          <p:cNvPr id="1863" name="Google Shape;1863;p12"/>
          <p:cNvSpPr txBox="1"/>
          <p:nvPr/>
        </p:nvSpPr>
        <p:spPr>
          <a:xfrm>
            <a:off x="4639825" y="3693499"/>
            <a:ext cx="1821000" cy="6225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chemeClr val="lt1"/>
                </a:solidFill>
                <a:highlight>
                  <a:schemeClr val="accent5"/>
                </a:highlight>
                <a:latin typeface="Anaheim"/>
                <a:ea typeface="Anaheim"/>
                <a:cs typeface="Anaheim"/>
                <a:sym typeface="Anaheim"/>
              </a:rPr>
              <a:t>Pluto</a:t>
            </a:r>
            <a:r>
              <a:rPr b="1" i="0" lang="en" sz="1400" u="none" cap="none" strike="noStrike">
                <a:solidFill>
                  <a:schemeClr val="lt1"/>
                </a:solidFill>
                <a:latin typeface="Anaheim"/>
                <a:ea typeface="Anaheim"/>
                <a:cs typeface="Anaheim"/>
                <a:sym typeface="Anaheim"/>
              </a:rPr>
              <a:t> </a:t>
            </a:r>
            <a:r>
              <a:rPr b="0" i="0" lang="en" sz="1400" u="none" cap="none" strike="noStrike">
                <a:solidFill>
                  <a:schemeClr val="lt1"/>
                </a:solidFill>
                <a:latin typeface="Anaheim"/>
                <a:ea typeface="Anaheim"/>
                <a:cs typeface="Anaheim"/>
                <a:sym typeface="Anaheim"/>
              </a:rPr>
              <a:t>is considered a dwarf planet</a:t>
            </a:r>
            <a:endParaRPr b="1" i="0" sz="1400" u="none" cap="none" strike="noStrike">
              <a:solidFill>
                <a:schemeClr val="lt1"/>
              </a:solidFill>
              <a:highlight>
                <a:srgbClr val="7EC8D4"/>
              </a:highlight>
              <a:latin typeface="Anaheim"/>
              <a:ea typeface="Anaheim"/>
              <a:cs typeface="Anaheim"/>
              <a:sym typeface="Anaheim"/>
            </a:endParaRPr>
          </a:p>
        </p:txBody>
      </p:sp>
      <p:sp>
        <p:nvSpPr>
          <p:cNvPr id="1864" name="Google Shape;1864;p12"/>
          <p:cNvSpPr/>
          <p:nvPr/>
        </p:nvSpPr>
        <p:spPr>
          <a:xfrm>
            <a:off x="6590100" y="3165799"/>
            <a:ext cx="1833900" cy="11502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65" name="Google Shape;1865;p12"/>
          <p:cNvGrpSpPr/>
          <p:nvPr/>
        </p:nvGrpSpPr>
        <p:grpSpPr>
          <a:xfrm>
            <a:off x="6598350" y="2947650"/>
            <a:ext cx="1821000" cy="218100"/>
            <a:chOff x="1290775" y="1427529"/>
            <a:chExt cx="1821000" cy="218100"/>
          </a:xfrm>
        </p:grpSpPr>
        <p:sp>
          <p:nvSpPr>
            <p:cNvPr id="1866" name="Google Shape;1866;p12"/>
            <p:cNvSpPr/>
            <p:nvPr/>
          </p:nvSpPr>
          <p:spPr>
            <a:xfrm>
              <a:off x="1290775" y="1427529"/>
              <a:ext cx="1821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12"/>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12"/>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12"/>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70" name="Google Shape;1870;p12"/>
          <p:cNvSpPr txBox="1"/>
          <p:nvPr/>
        </p:nvSpPr>
        <p:spPr>
          <a:xfrm>
            <a:off x="6596530" y="3165775"/>
            <a:ext cx="1821000" cy="527700"/>
          </a:xfrm>
          <a:prstGeom prst="rect">
            <a:avLst/>
          </a:prstGeom>
          <a:no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lt2"/>
                </a:solidFill>
                <a:latin typeface="Zen Dots"/>
                <a:ea typeface="Zen Dots"/>
                <a:cs typeface="Zen Dots"/>
                <a:sym typeface="Zen Dots"/>
              </a:rPr>
              <a:t>Year #04</a:t>
            </a:r>
            <a:endParaRPr b="0" i="0" sz="1600" u="none" cap="none" strike="noStrike">
              <a:solidFill>
                <a:srgbClr val="F673A9"/>
              </a:solidFill>
              <a:latin typeface="Zen Dots"/>
              <a:ea typeface="Zen Dots"/>
              <a:cs typeface="Zen Dots"/>
              <a:sym typeface="Zen Dots"/>
            </a:endParaRPr>
          </a:p>
        </p:txBody>
      </p:sp>
      <p:sp>
        <p:nvSpPr>
          <p:cNvPr id="1871" name="Google Shape;1871;p12"/>
          <p:cNvSpPr txBox="1"/>
          <p:nvPr/>
        </p:nvSpPr>
        <p:spPr>
          <a:xfrm>
            <a:off x="6596525" y="3693499"/>
            <a:ext cx="1821000" cy="6225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chemeClr val="lt1"/>
                </a:solidFill>
                <a:highlight>
                  <a:schemeClr val="accent5"/>
                </a:highlight>
                <a:latin typeface="Anaheim"/>
                <a:ea typeface="Anaheim"/>
                <a:cs typeface="Anaheim"/>
                <a:sym typeface="Anaheim"/>
              </a:rPr>
              <a:t>Saturn</a:t>
            </a:r>
            <a:r>
              <a:rPr b="1" i="0" lang="en" sz="1400" u="none" cap="none" strike="noStrike">
                <a:solidFill>
                  <a:schemeClr val="lt1"/>
                </a:solidFill>
                <a:latin typeface="Anaheim"/>
                <a:ea typeface="Anaheim"/>
                <a:cs typeface="Anaheim"/>
                <a:sym typeface="Anaheim"/>
              </a:rPr>
              <a:t> </a:t>
            </a:r>
            <a:r>
              <a:rPr b="0" i="0" lang="en" sz="1400" u="none" cap="none" strike="noStrike">
                <a:solidFill>
                  <a:schemeClr val="lt1"/>
                </a:solidFill>
                <a:latin typeface="Anaheim"/>
                <a:ea typeface="Anaheim"/>
                <a:cs typeface="Anaheim"/>
                <a:sym typeface="Anaheim"/>
              </a:rPr>
              <a:t>is a gas giant and has rings</a:t>
            </a:r>
            <a:endParaRPr b="1" i="0" sz="1400" u="none" cap="none" strike="noStrike">
              <a:solidFill>
                <a:schemeClr val="lt1"/>
              </a:solidFill>
              <a:highlight>
                <a:srgbClr val="7EC8D4"/>
              </a:highlight>
              <a:latin typeface="Anaheim"/>
              <a:ea typeface="Anaheim"/>
              <a:cs typeface="Anaheim"/>
              <a:sym typeface="Anaheim"/>
            </a:endParaRPr>
          </a:p>
        </p:txBody>
      </p:sp>
      <p:grpSp>
        <p:nvGrpSpPr>
          <p:cNvPr id="1872" name="Google Shape;1872;p12"/>
          <p:cNvGrpSpPr/>
          <p:nvPr/>
        </p:nvGrpSpPr>
        <p:grpSpPr>
          <a:xfrm>
            <a:off x="1313254" y="1646135"/>
            <a:ext cx="650997" cy="759684"/>
            <a:chOff x="4876875" y="1427500"/>
            <a:chExt cx="1130400" cy="1319125"/>
          </a:xfrm>
        </p:grpSpPr>
        <p:sp>
          <p:nvSpPr>
            <p:cNvPr id="1873" name="Google Shape;1873;p12"/>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12"/>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5" name="Google Shape;1875;p12"/>
          <p:cNvGrpSpPr/>
          <p:nvPr/>
        </p:nvGrpSpPr>
        <p:grpSpPr>
          <a:xfrm>
            <a:off x="3269954" y="1646135"/>
            <a:ext cx="650997" cy="759684"/>
            <a:chOff x="4876875" y="1427500"/>
            <a:chExt cx="1130400" cy="1319125"/>
          </a:xfrm>
        </p:grpSpPr>
        <p:sp>
          <p:nvSpPr>
            <p:cNvPr id="1876" name="Google Shape;1876;p12"/>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12"/>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8" name="Google Shape;1878;p12"/>
          <p:cNvGrpSpPr/>
          <p:nvPr/>
        </p:nvGrpSpPr>
        <p:grpSpPr>
          <a:xfrm>
            <a:off x="5226654" y="1646135"/>
            <a:ext cx="650997" cy="759684"/>
            <a:chOff x="4876875" y="1427500"/>
            <a:chExt cx="1130400" cy="1319125"/>
          </a:xfrm>
        </p:grpSpPr>
        <p:sp>
          <p:nvSpPr>
            <p:cNvPr id="1879" name="Google Shape;1879;p12"/>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12"/>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1" name="Google Shape;1881;p12"/>
          <p:cNvGrpSpPr/>
          <p:nvPr/>
        </p:nvGrpSpPr>
        <p:grpSpPr>
          <a:xfrm>
            <a:off x="7183354" y="1646135"/>
            <a:ext cx="650997" cy="759684"/>
            <a:chOff x="4876875" y="1427500"/>
            <a:chExt cx="1130400" cy="1319125"/>
          </a:xfrm>
        </p:grpSpPr>
        <p:sp>
          <p:nvSpPr>
            <p:cNvPr id="1882" name="Google Shape;1882;p12"/>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12"/>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1884" name="Google Shape;1884;p12"/>
          <p:cNvCxnSpPr>
            <a:stCxn id="1873" idx="2"/>
            <a:endCxn id="1842" idx="0"/>
          </p:cNvCxnSpPr>
          <p:nvPr/>
        </p:nvCxnSpPr>
        <p:spPr>
          <a:xfrm>
            <a:off x="1638753" y="2405819"/>
            <a:ext cx="0" cy="541800"/>
          </a:xfrm>
          <a:prstGeom prst="straightConnector1">
            <a:avLst/>
          </a:prstGeom>
          <a:noFill/>
          <a:ln cap="flat" cmpd="sng" w="9525">
            <a:solidFill>
              <a:schemeClr val="dk2"/>
            </a:solidFill>
            <a:prstDash val="solid"/>
            <a:round/>
            <a:headEnd len="sm" w="sm" type="none"/>
            <a:tailEnd len="sm" w="sm" type="none"/>
          </a:ln>
        </p:spPr>
      </p:cxnSp>
      <p:cxnSp>
        <p:nvCxnSpPr>
          <p:cNvPr id="1885" name="Google Shape;1885;p12"/>
          <p:cNvCxnSpPr>
            <a:stCxn id="1876" idx="2"/>
            <a:endCxn id="1850" idx="0"/>
          </p:cNvCxnSpPr>
          <p:nvPr/>
        </p:nvCxnSpPr>
        <p:spPr>
          <a:xfrm>
            <a:off x="3595453" y="2405819"/>
            <a:ext cx="0" cy="541800"/>
          </a:xfrm>
          <a:prstGeom prst="straightConnector1">
            <a:avLst/>
          </a:prstGeom>
          <a:noFill/>
          <a:ln cap="flat" cmpd="sng" w="9525">
            <a:solidFill>
              <a:schemeClr val="dk2"/>
            </a:solidFill>
            <a:prstDash val="solid"/>
            <a:round/>
            <a:headEnd len="sm" w="sm" type="none"/>
            <a:tailEnd len="sm" w="sm" type="none"/>
          </a:ln>
        </p:spPr>
      </p:cxnSp>
      <p:cxnSp>
        <p:nvCxnSpPr>
          <p:cNvPr id="1886" name="Google Shape;1886;p12"/>
          <p:cNvCxnSpPr>
            <a:stCxn id="1879" idx="2"/>
            <a:endCxn id="1858" idx="0"/>
          </p:cNvCxnSpPr>
          <p:nvPr/>
        </p:nvCxnSpPr>
        <p:spPr>
          <a:xfrm>
            <a:off x="5552153" y="2405819"/>
            <a:ext cx="0" cy="541800"/>
          </a:xfrm>
          <a:prstGeom prst="straightConnector1">
            <a:avLst/>
          </a:prstGeom>
          <a:noFill/>
          <a:ln cap="flat" cmpd="sng" w="9525">
            <a:solidFill>
              <a:schemeClr val="dk2"/>
            </a:solidFill>
            <a:prstDash val="solid"/>
            <a:round/>
            <a:headEnd len="sm" w="sm" type="none"/>
            <a:tailEnd len="sm" w="sm" type="none"/>
          </a:ln>
        </p:spPr>
      </p:cxnSp>
      <p:cxnSp>
        <p:nvCxnSpPr>
          <p:cNvPr id="1887" name="Google Shape;1887;p12"/>
          <p:cNvCxnSpPr>
            <a:stCxn id="1882" idx="2"/>
            <a:endCxn id="1866" idx="0"/>
          </p:cNvCxnSpPr>
          <p:nvPr/>
        </p:nvCxnSpPr>
        <p:spPr>
          <a:xfrm>
            <a:off x="7508852" y="2405819"/>
            <a:ext cx="0" cy="541800"/>
          </a:xfrm>
          <a:prstGeom prst="straightConnector1">
            <a:avLst/>
          </a:prstGeom>
          <a:noFill/>
          <a:ln cap="flat" cmpd="sng" w="9525">
            <a:solidFill>
              <a:schemeClr val="dk2"/>
            </a:solidFill>
            <a:prstDash val="solid"/>
            <a:round/>
            <a:headEnd len="sm" w="sm" type="none"/>
            <a:tailEnd len="sm" w="sm" type="none"/>
          </a:ln>
        </p:spPr>
      </p:cxnSp>
      <p:cxnSp>
        <p:nvCxnSpPr>
          <p:cNvPr id="1888" name="Google Shape;1888;p12"/>
          <p:cNvCxnSpPr>
            <a:stCxn id="1873" idx="3"/>
            <a:endCxn id="1876" idx="1"/>
          </p:cNvCxnSpPr>
          <p:nvPr/>
        </p:nvCxnSpPr>
        <p:spPr>
          <a:xfrm>
            <a:off x="1964251" y="2088786"/>
            <a:ext cx="1305600" cy="0"/>
          </a:xfrm>
          <a:prstGeom prst="straightConnector1">
            <a:avLst/>
          </a:prstGeom>
          <a:noFill/>
          <a:ln cap="flat" cmpd="sng" w="9525">
            <a:solidFill>
              <a:schemeClr val="dk2"/>
            </a:solidFill>
            <a:prstDash val="solid"/>
            <a:round/>
            <a:headEnd len="sm" w="sm" type="none"/>
            <a:tailEnd len="sm" w="sm" type="none"/>
          </a:ln>
        </p:spPr>
      </p:cxnSp>
      <p:cxnSp>
        <p:nvCxnSpPr>
          <p:cNvPr id="1889" name="Google Shape;1889;p12"/>
          <p:cNvCxnSpPr>
            <a:stCxn id="1876" idx="3"/>
            <a:endCxn id="1879" idx="1"/>
          </p:cNvCxnSpPr>
          <p:nvPr/>
        </p:nvCxnSpPr>
        <p:spPr>
          <a:xfrm>
            <a:off x="3920951" y="2088786"/>
            <a:ext cx="1305600" cy="0"/>
          </a:xfrm>
          <a:prstGeom prst="straightConnector1">
            <a:avLst/>
          </a:prstGeom>
          <a:noFill/>
          <a:ln cap="flat" cmpd="sng" w="9525">
            <a:solidFill>
              <a:schemeClr val="dk2"/>
            </a:solidFill>
            <a:prstDash val="solid"/>
            <a:round/>
            <a:headEnd len="sm" w="sm" type="none"/>
            <a:tailEnd len="sm" w="sm" type="none"/>
          </a:ln>
        </p:spPr>
      </p:cxnSp>
      <p:cxnSp>
        <p:nvCxnSpPr>
          <p:cNvPr id="1890" name="Google Shape;1890;p12"/>
          <p:cNvCxnSpPr>
            <a:stCxn id="1879" idx="3"/>
            <a:endCxn id="1882" idx="1"/>
          </p:cNvCxnSpPr>
          <p:nvPr/>
        </p:nvCxnSpPr>
        <p:spPr>
          <a:xfrm>
            <a:off x="5877651" y="2088786"/>
            <a:ext cx="1305600" cy="0"/>
          </a:xfrm>
          <a:prstGeom prst="straightConnector1">
            <a:avLst/>
          </a:prstGeom>
          <a:noFill/>
          <a:ln cap="flat" cmpd="sng" w="9525">
            <a:solidFill>
              <a:schemeClr val="dk2"/>
            </a:solidFill>
            <a:prstDash val="solid"/>
            <a:round/>
            <a:headEnd len="sm" w="sm" type="none"/>
            <a:tailEnd len="sm" w="sm" type="none"/>
          </a:ln>
        </p:spPr>
      </p:cxnSp>
      <p:grpSp>
        <p:nvGrpSpPr>
          <p:cNvPr id="1891" name="Google Shape;1891;p12"/>
          <p:cNvGrpSpPr/>
          <p:nvPr/>
        </p:nvGrpSpPr>
        <p:grpSpPr>
          <a:xfrm>
            <a:off x="7354746" y="1925276"/>
            <a:ext cx="326665" cy="326992"/>
            <a:chOff x="6026746" y="2831051"/>
            <a:chExt cx="326665" cy="326992"/>
          </a:xfrm>
        </p:grpSpPr>
        <p:sp>
          <p:nvSpPr>
            <p:cNvPr id="1892" name="Google Shape;1892;p12"/>
            <p:cNvSpPr/>
            <p:nvPr/>
          </p:nvSpPr>
          <p:spPr>
            <a:xfrm>
              <a:off x="6175932" y="2831051"/>
              <a:ext cx="177477" cy="177418"/>
            </a:xfrm>
            <a:custGeom>
              <a:rect b="b" l="l" r="r" t="t"/>
              <a:pathLst>
                <a:path extrusionOk="0" h="4997" w="4999">
                  <a:moveTo>
                    <a:pt x="2499" y="0"/>
                  </a:moveTo>
                  <a:cubicBezTo>
                    <a:pt x="1120" y="0"/>
                    <a:pt x="0" y="1118"/>
                    <a:pt x="0" y="2498"/>
                  </a:cubicBezTo>
                  <a:cubicBezTo>
                    <a:pt x="0" y="3878"/>
                    <a:pt x="1120" y="4996"/>
                    <a:pt x="2499" y="4996"/>
                  </a:cubicBezTo>
                  <a:cubicBezTo>
                    <a:pt x="3879" y="4996"/>
                    <a:pt x="4998" y="3878"/>
                    <a:pt x="4998" y="2498"/>
                  </a:cubicBezTo>
                  <a:cubicBezTo>
                    <a:pt x="4998" y="1118"/>
                    <a:pt x="3879" y="0"/>
                    <a:pt x="24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12"/>
            <p:cNvSpPr/>
            <p:nvPr/>
          </p:nvSpPr>
          <p:spPr>
            <a:xfrm>
              <a:off x="6224217" y="2836128"/>
              <a:ext cx="129194" cy="172341"/>
            </a:xfrm>
            <a:custGeom>
              <a:rect b="b" l="l" r="r" t="t"/>
              <a:pathLst>
                <a:path extrusionOk="0" h="4854" w="3639">
                  <a:moveTo>
                    <a:pt x="1975" y="1"/>
                  </a:moveTo>
                  <a:lnTo>
                    <a:pt x="1975" y="1"/>
                  </a:lnTo>
                  <a:cubicBezTo>
                    <a:pt x="2783" y="414"/>
                    <a:pt x="3336" y="1256"/>
                    <a:pt x="3336" y="2226"/>
                  </a:cubicBezTo>
                  <a:cubicBezTo>
                    <a:pt x="3336" y="3606"/>
                    <a:pt x="2216" y="4724"/>
                    <a:pt x="838" y="4724"/>
                  </a:cubicBezTo>
                  <a:cubicBezTo>
                    <a:pt x="544" y="4724"/>
                    <a:pt x="262" y="4673"/>
                    <a:pt x="0" y="4580"/>
                  </a:cubicBezTo>
                  <a:lnTo>
                    <a:pt x="0" y="4580"/>
                  </a:lnTo>
                  <a:cubicBezTo>
                    <a:pt x="343" y="4754"/>
                    <a:pt x="730" y="4853"/>
                    <a:pt x="1140" y="4853"/>
                  </a:cubicBezTo>
                  <a:cubicBezTo>
                    <a:pt x="2519" y="4853"/>
                    <a:pt x="3638" y="3735"/>
                    <a:pt x="3638" y="2355"/>
                  </a:cubicBezTo>
                  <a:cubicBezTo>
                    <a:pt x="3638" y="1269"/>
                    <a:pt x="2943" y="342"/>
                    <a:pt x="197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12"/>
            <p:cNvSpPr/>
            <p:nvPr/>
          </p:nvSpPr>
          <p:spPr>
            <a:xfrm>
              <a:off x="6026746" y="2965965"/>
              <a:ext cx="191252" cy="177028"/>
            </a:xfrm>
            <a:custGeom>
              <a:rect b="b" l="l" r="r" t="t"/>
              <a:pathLst>
                <a:path extrusionOk="0" h="4986" w="5387">
                  <a:moveTo>
                    <a:pt x="749" y="0"/>
                  </a:moveTo>
                  <a:cubicBezTo>
                    <a:pt x="474" y="481"/>
                    <a:pt x="232" y="1008"/>
                    <a:pt x="209" y="1575"/>
                  </a:cubicBezTo>
                  <a:cubicBezTo>
                    <a:pt x="195" y="1899"/>
                    <a:pt x="365" y="2195"/>
                    <a:pt x="293" y="2522"/>
                  </a:cubicBezTo>
                  <a:cubicBezTo>
                    <a:pt x="209" y="2894"/>
                    <a:pt x="29" y="3241"/>
                    <a:pt x="19" y="3630"/>
                  </a:cubicBezTo>
                  <a:cubicBezTo>
                    <a:pt x="1" y="4319"/>
                    <a:pt x="608" y="4961"/>
                    <a:pt x="1296" y="4985"/>
                  </a:cubicBezTo>
                  <a:lnTo>
                    <a:pt x="4092" y="4985"/>
                  </a:lnTo>
                  <a:cubicBezTo>
                    <a:pt x="4778" y="4961"/>
                    <a:pt x="5387" y="4319"/>
                    <a:pt x="5368" y="3630"/>
                  </a:cubicBezTo>
                  <a:cubicBezTo>
                    <a:pt x="5357" y="3241"/>
                    <a:pt x="5177" y="2894"/>
                    <a:pt x="5093" y="2522"/>
                  </a:cubicBezTo>
                  <a:cubicBezTo>
                    <a:pt x="5021" y="2194"/>
                    <a:pt x="5190" y="1899"/>
                    <a:pt x="5177" y="1575"/>
                  </a:cubicBezTo>
                  <a:cubicBezTo>
                    <a:pt x="5152" y="1008"/>
                    <a:pt x="4912" y="481"/>
                    <a:pt x="463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12"/>
            <p:cNvSpPr/>
            <p:nvPr/>
          </p:nvSpPr>
          <p:spPr>
            <a:xfrm>
              <a:off x="6157186" y="2965930"/>
              <a:ext cx="60780" cy="176957"/>
            </a:xfrm>
            <a:custGeom>
              <a:rect b="b" l="l" r="r" t="t"/>
              <a:pathLst>
                <a:path extrusionOk="0" h="4984" w="1712">
                  <a:moveTo>
                    <a:pt x="547" y="0"/>
                  </a:moveTo>
                  <a:cubicBezTo>
                    <a:pt x="822" y="479"/>
                    <a:pt x="1064" y="1007"/>
                    <a:pt x="1087" y="1573"/>
                  </a:cubicBezTo>
                  <a:cubicBezTo>
                    <a:pt x="1101" y="1897"/>
                    <a:pt x="931" y="2192"/>
                    <a:pt x="1003" y="2521"/>
                  </a:cubicBezTo>
                  <a:cubicBezTo>
                    <a:pt x="1087" y="2895"/>
                    <a:pt x="1267" y="3241"/>
                    <a:pt x="1277" y="3629"/>
                  </a:cubicBezTo>
                  <a:cubicBezTo>
                    <a:pt x="1295" y="4319"/>
                    <a:pt x="687" y="4960"/>
                    <a:pt x="0" y="4983"/>
                  </a:cubicBezTo>
                  <a:lnTo>
                    <a:pt x="416" y="4983"/>
                  </a:lnTo>
                  <a:cubicBezTo>
                    <a:pt x="1104" y="4960"/>
                    <a:pt x="1711" y="4319"/>
                    <a:pt x="1693" y="3629"/>
                  </a:cubicBezTo>
                  <a:cubicBezTo>
                    <a:pt x="1683" y="3242"/>
                    <a:pt x="1503" y="2895"/>
                    <a:pt x="1419" y="2521"/>
                  </a:cubicBezTo>
                  <a:cubicBezTo>
                    <a:pt x="1347" y="2195"/>
                    <a:pt x="1516" y="1897"/>
                    <a:pt x="1503" y="1573"/>
                  </a:cubicBezTo>
                  <a:cubicBezTo>
                    <a:pt x="1478" y="1007"/>
                    <a:pt x="1238" y="479"/>
                    <a:pt x="96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12"/>
            <p:cNvSpPr/>
            <p:nvPr/>
          </p:nvSpPr>
          <p:spPr>
            <a:xfrm>
              <a:off x="6048154" y="3083767"/>
              <a:ext cx="148436" cy="74276"/>
            </a:xfrm>
            <a:custGeom>
              <a:rect b="b" l="l" r="r" t="t"/>
              <a:pathLst>
                <a:path extrusionOk="0" h="2092" w="4181">
                  <a:moveTo>
                    <a:pt x="2091" y="1"/>
                  </a:moveTo>
                  <a:cubicBezTo>
                    <a:pt x="936" y="1"/>
                    <a:pt x="0" y="936"/>
                    <a:pt x="0" y="2092"/>
                  </a:cubicBezTo>
                  <a:lnTo>
                    <a:pt x="4181" y="2092"/>
                  </a:lnTo>
                  <a:cubicBezTo>
                    <a:pt x="4181" y="936"/>
                    <a:pt x="3245" y="1"/>
                    <a:pt x="209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12"/>
            <p:cNvSpPr/>
            <p:nvPr/>
          </p:nvSpPr>
          <p:spPr>
            <a:xfrm>
              <a:off x="6114866" y="3083767"/>
              <a:ext cx="81691" cy="74276"/>
            </a:xfrm>
            <a:custGeom>
              <a:rect b="b" l="l" r="r" t="t"/>
              <a:pathLst>
                <a:path extrusionOk="0" h="2092" w="2301">
                  <a:moveTo>
                    <a:pt x="209" y="1"/>
                  </a:moveTo>
                  <a:cubicBezTo>
                    <a:pt x="140" y="1"/>
                    <a:pt x="70" y="5"/>
                    <a:pt x="1" y="12"/>
                  </a:cubicBezTo>
                  <a:cubicBezTo>
                    <a:pt x="1057" y="116"/>
                    <a:pt x="1882" y="1008"/>
                    <a:pt x="1882" y="2092"/>
                  </a:cubicBezTo>
                  <a:lnTo>
                    <a:pt x="2300" y="2092"/>
                  </a:lnTo>
                  <a:cubicBezTo>
                    <a:pt x="2300" y="1513"/>
                    <a:pt x="2066" y="992"/>
                    <a:pt x="1687" y="612"/>
                  </a:cubicBezTo>
                  <a:cubicBezTo>
                    <a:pt x="1309" y="234"/>
                    <a:pt x="788" y="1"/>
                    <a:pt x="20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12"/>
            <p:cNvSpPr/>
            <p:nvPr/>
          </p:nvSpPr>
          <p:spPr>
            <a:xfrm>
              <a:off x="6106025" y="3047234"/>
              <a:ext cx="32804" cy="59719"/>
            </a:xfrm>
            <a:custGeom>
              <a:rect b="b" l="l" r="r" t="t"/>
              <a:pathLst>
                <a:path extrusionOk="0" h="1682" w="924">
                  <a:moveTo>
                    <a:pt x="1" y="1"/>
                  </a:moveTo>
                  <a:lnTo>
                    <a:pt x="1" y="1221"/>
                  </a:lnTo>
                  <a:cubicBezTo>
                    <a:pt x="1" y="1475"/>
                    <a:pt x="205" y="1682"/>
                    <a:pt x="461" y="1682"/>
                  </a:cubicBezTo>
                  <a:cubicBezTo>
                    <a:pt x="715" y="1682"/>
                    <a:pt x="922" y="1475"/>
                    <a:pt x="923" y="1221"/>
                  </a:cubicBezTo>
                  <a:lnTo>
                    <a:pt x="923"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12"/>
            <p:cNvSpPr/>
            <p:nvPr/>
          </p:nvSpPr>
          <p:spPr>
            <a:xfrm>
              <a:off x="6115647" y="3047198"/>
              <a:ext cx="23112" cy="59648"/>
            </a:xfrm>
            <a:custGeom>
              <a:rect b="b" l="l" r="r" t="t"/>
              <a:pathLst>
                <a:path extrusionOk="0" h="1680" w="651">
                  <a:moveTo>
                    <a:pt x="272" y="1"/>
                  </a:moveTo>
                  <a:lnTo>
                    <a:pt x="272" y="1219"/>
                  </a:lnTo>
                  <a:cubicBezTo>
                    <a:pt x="272" y="1406"/>
                    <a:pt x="162" y="1569"/>
                    <a:pt x="0" y="1641"/>
                  </a:cubicBezTo>
                  <a:cubicBezTo>
                    <a:pt x="58" y="1665"/>
                    <a:pt x="123" y="1680"/>
                    <a:pt x="190" y="1680"/>
                  </a:cubicBezTo>
                  <a:cubicBezTo>
                    <a:pt x="444" y="1680"/>
                    <a:pt x="651" y="1476"/>
                    <a:pt x="651" y="1219"/>
                  </a:cubicBezTo>
                  <a:lnTo>
                    <a:pt x="65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12"/>
            <p:cNvSpPr/>
            <p:nvPr/>
          </p:nvSpPr>
          <p:spPr>
            <a:xfrm>
              <a:off x="6257875" y="2851324"/>
              <a:ext cx="39372" cy="56630"/>
            </a:xfrm>
            <a:custGeom>
              <a:rect b="b" l="l" r="r" t="t"/>
              <a:pathLst>
                <a:path extrusionOk="0" h="1595" w="1109">
                  <a:moveTo>
                    <a:pt x="671" y="408"/>
                  </a:moveTo>
                  <a:lnTo>
                    <a:pt x="671" y="934"/>
                  </a:lnTo>
                  <a:lnTo>
                    <a:pt x="371" y="934"/>
                  </a:lnTo>
                  <a:cubicBezTo>
                    <a:pt x="484" y="731"/>
                    <a:pt x="596" y="534"/>
                    <a:pt x="671" y="408"/>
                  </a:cubicBezTo>
                  <a:close/>
                  <a:moveTo>
                    <a:pt x="732" y="1"/>
                  </a:moveTo>
                  <a:cubicBezTo>
                    <a:pt x="667" y="1"/>
                    <a:pt x="602" y="34"/>
                    <a:pt x="549" y="98"/>
                  </a:cubicBezTo>
                  <a:cubicBezTo>
                    <a:pt x="474" y="192"/>
                    <a:pt x="97" y="869"/>
                    <a:pt x="24" y="1003"/>
                  </a:cubicBezTo>
                  <a:cubicBezTo>
                    <a:pt x="1" y="1045"/>
                    <a:pt x="1" y="1095"/>
                    <a:pt x="27" y="1137"/>
                  </a:cubicBezTo>
                  <a:cubicBezTo>
                    <a:pt x="50" y="1179"/>
                    <a:pt x="94" y="1203"/>
                    <a:pt x="143" y="1203"/>
                  </a:cubicBezTo>
                  <a:lnTo>
                    <a:pt x="671" y="1203"/>
                  </a:lnTo>
                  <a:cubicBezTo>
                    <a:pt x="671" y="1294"/>
                    <a:pt x="671" y="1380"/>
                    <a:pt x="670" y="1459"/>
                  </a:cubicBezTo>
                  <a:cubicBezTo>
                    <a:pt x="670" y="1533"/>
                    <a:pt x="729" y="1595"/>
                    <a:pt x="805" y="1595"/>
                  </a:cubicBezTo>
                  <a:cubicBezTo>
                    <a:pt x="878" y="1595"/>
                    <a:pt x="940" y="1534"/>
                    <a:pt x="940" y="1459"/>
                  </a:cubicBezTo>
                  <a:cubicBezTo>
                    <a:pt x="940" y="1412"/>
                    <a:pt x="940" y="1318"/>
                    <a:pt x="942" y="1203"/>
                  </a:cubicBezTo>
                  <a:lnTo>
                    <a:pt x="973" y="1203"/>
                  </a:lnTo>
                  <a:cubicBezTo>
                    <a:pt x="1048" y="1203"/>
                    <a:pt x="1109" y="1143"/>
                    <a:pt x="1109" y="1069"/>
                  </a:cubicBezTo>
                  <a:cubicBezTo>
                    <a:pt x="1109" y="995"/>
                    <a:pt x="1048" y="934"/>
                    <a:pt x="973" y="934"/>
                  </a:cubicBezTo>
                  <a:lnTo>
                    <a:pt x="942" y="934"/>
                  </a:lnTo>
                  <a:cubicBezTo>
                    <a:pt x="943" y="613"/>
                    <a:pt x="943" y="265"/>
                    <a:pt x="937" y="216"/>
                  </a:cubicBezTo>
                  <a:cubicBezTo>
                    <a:pt x="929" y="117"/>
                    <a:pt x="870" y="35"/>
                    <a:pt x="786" y="9"/>
                  </a:cubicBezTo>
                  <a:cubicBezTo>
                    <a:pt x="768" y="4"/>
                    <a:pt x="750" y="1"/>
                    <a:pt x="73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12"/>
            <p:cNvSpPr/>
            <p:nvPr/>
          </p:nvSpPr>
          <p:spPr>
            <a:xfrm>
              <a:off x="6224821" y="2851004"/>
              <a:ext cx="35751" cy="57518"/>
            </a:xfrm>
            <a:custGeom>
              <a:rect b="b" l="l" r="r" t="t"/>
              <a:pathLst>
                <a:path extrusionOk="0" h="1620" w="1007">
                  <a:moveTo>
                    <a:pt x="478" y="1"/>
                  </a:moveTo>
                  <a:cubicBezTo>
                    <a:pt x="254" y="1"/>
                    <a:pt x="57" y="160"/>
                    <a:pt x="14" y="382"/>
                  </a:cubicBezTo>
                  <a:cubicBezTo>
                    <a:pt x="1" y="453"/>
                    <a:pt x="48" y="524"/>
                    <a:pt x="120" y="539"/>
                  </a:cubicBezTo>
                  <a:cubicBezTo>
                    <a:pt x="129" y="541"/>
                    <a:pt x="138" y="541"/>
                    <a:pt x="146" y="541"/>
                  </a:cubicBezTo>
                  <a:cubicBezTo>
                    <a:pt x="210" y="541"/>
                    <a:pt x="266" y="496"/>
                    <a:pt x="278" y="432"/>
                  </a:cubicBezTo>
                  <a:cubicBezTo>
                    <a:pt x="297" y="337"/>
                    <a:pt x="382" y="268"/>
                    <a:pt x="478" y="268"/>
                  </a:cubicBezTo>
                  <a:cubicBezTo>
                    <a:pt x="588" y="268"/>
                    <a:pt x="678" y="356"/>
                    <a:pt x="681" y="464"/>
                  </a:cubicBezTo>
                  <a:lnTo>
                    <a:pt x="678" y="499"/>
                  </a:lnTo>
                  <a:cubicBezTo>
                    <a:pt x="661" y="565"/>
                    <a:pt x="622" y="644"/>
                    <a:pt x="559" y="732"/>
                  </a:cubicBezTo>
                  <a:cubicBezTo>
                    <a:pt x="349" y="1032"/>
                    <a:pt x="225" y="1196"/>
                    <a:pt x="156" y="1284"/>
                  </a:cubicBezTo>
                  <a:cubicBezTo>
                    <a:pt x="74" y="1392"/>
                    <a:pt x="39" y="1435"/>
                    <a:pt x="63" y="1513"/>
                  </a:cubicBezTo>
                  <a:cubicBezTo>
                    <a:pt x="77" y="1558"/>
                    <a:pt x="110" y="1591"/>
                    <a:pt x="155" y="1607"/>
                  </a:cubicBezTo>
                  <a:cubicBezTo>
                    <a:pt x="172" y="1612"/>
                    <a:pt x="192" y="1620"/>
                    <a:pt x="444" y="1620"/>
                  </a:cubicBezTo>
                  <a:cubicBezTo>
                    <a:pt x="545" y="1620"/>
                    <a:pt x="683" y="1617"/>
                    <a:pt x="873" y="1615"/>
                  </a:cubicBezTo>
                  <a:cubicBezTo>
                    <a:pt x="946" y="1614"/>
                    <a:pt x="1007" y="1552"/>
                    <a:pt x="1005" y="1479"/>
                  </a:cubicBezTo>
                  <a:cubicBezTo>
                    <a:pt x="1004" y="1407"/>
                    <a:pt x="947" y="1346"/>
                    <a:pt x="873" y="1346"/>
                  </a:cubicBezTo>
                  <a:cubicBezTo>
                    <a:pt x="872" y="1346"/>
                    <a:pt x="870" y="1346"/>
                    <a:pt x="868" y="1346"/>
                  </a:cubicBezTo>
                  <a:cubicBezTo>
                    <a:pt x="723" y="1348"/>
                    <a:pt x="568" y="1349"/>
                    <a:pt x="445" y="1349"/>
                  </a:cubicBezTo>
                  <a:cubicBezTo>
                    <a:pt x="520" y="1250"/>
                    <a:pt x="628" y="1104"/>
                    <a:pt x="779" y="889"/>
                  </a:cubicBezTo>
                  <a:cubicBezTo>
                    <a:pt x="861" y="771"/>
                    <a:pt x="917" y="657"/>
                    <a:pt x="940" y="555"/>
                  </a:cubicBezTo>
                  <a:cubicBezTo>
                    <a:pt x="942" y="550"/>
                    <a:pt x="942" y="545"/>
                    <a:pt x="942" y="542"/>
                  </a:cubicBezTo>
                  <a:lnTo>
                    <a:pt x="949" y="491"/>
                  </a:lnTo>
                  <a:cubicBezTo>
                    <a:pt x="949" y="486"/>
                    <a:pt x="952" y="480"/>
                    <a:pt x="952" y="473"/>
                  </a:cubicBezTo>
                  <a:cubicBezTo>
                    <a:pt x="952" y="212"/>
                    <a:pt x="739" y="1"/>
                    <a:pt x="47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12"/>
            <p:cNvSpPr/>
            <p:nvPr/>
          </p:nvSpPr>
          <p:spPr>
            <a:xfrm>
              <a:off x="6214454" y="2915195"/>
              <a:ext cx="100366" cy="9622"/>
            </a:xfrm>
            <a:custGeom>
              <a:rect b="b" l="l" r="r" t="t"/>
              <a:pathLst>
                <a:path extrusionOk="0" h="271" w="2827">
                  <a:moveTo>
                    <a:pt x="136" y="0"/>
                  </a:moveTo>
                  <a:cubicBezTo>
                    <a:pt x="61" y="0"/>
                    <a:pt x="1" y="62"/>
                    <a:pt x="1" y="135"/>
                  </a:cubicBezTo>
                  <a:cubicBezTo>
                    <a:pt x="1" y="209"/>
                    <a:pt x="61" y="271"/>
                    <a:pt x="136" y="271"/>
                  </a:cubicBezTo>
                  <a:lnTo>
                    <a:pt x="2691" y="271"/>
                  </a:lnTo>
                  <a:cubicBezTo>
                    <a:pt x="2765" y="271"/>
                    <a:pt x="2827" y="209"/>
                    <a:pt x="2827" y="135"/>
                  </a:cubicBezTo>
                  <a:cubicBezTo>
                    <a:pt x="2827" y="62"/>
                    <a:pt x="2768" y="0"/>
                    <a:pt x="269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12"/>
            <p:cNvSpPr/>
            <p:nvPr/>
          </p:nvSpPr>
          <p:spPr>
            <a:xfrm>
              <a:off x="6243318" y="2931598"/>
              <a:ext cx="35893" cy="56986"/>
            </a:xfrm>
            <a:custGeom>
              <a:rect b="b" l="l" r="r" t="t"/>
              <a:pathLst>
                <a:path extrusionOk="0" h="1605" w="1011">
                  <a:moveTo>
                    <a:pt x="136" y="0"/>
                  </a:moveTo>
                  <a:cubicBezTo>
                    <a:pt x="61" y="0"/>
                    <a:pt x="1" y="62"/>
                    <a:pt x="1" y="135"/>
                  </a:cubicBezTo>
                  <a:cubicBezTo>
                    <a:pt x="1" y="209"/>
                    <a:pt x="61" y="271"/>
                    <a:pt x="136" y="271"/>
                  </a:cubicBezTo>
                  <a:lnTo>
                    <a:pt x="664" y="271"/>
                  </a:lnTo>
                  <a:lnTo>
                    <a:pt x="160" y="1416"/>
                  </a:lnTo>
                  <a:cubicBezTo>
                    <a:pt x="130" y="1485"/>
                    <a:pt x="163" y="1564"/>
                    <a:pt x="229" y="1594"/>
                  </a:cubicBezTo>
                  <a:cubicBezTo>
                    <a:pt x="247" y="1602"/>
                    <a:pt x="265" y="1605"/>
                    <a:pt x="283" y="1605"/>
                  </a:cubicBezTo>
                  <a:cubicBezTo>
                    <a:pt x="334" y="1605"/>
                    <a:pt x="383" y="1574"/>
                    <a:pt x="406" y="1524"/>
                  </a:cubicBezTo>
                  <a:lnTo>
                    <a:pt x="993" y="187"/>
                  </a:lnTo>
                  <a:cubicBezTo>
                    <a:pt x="1011" y="145"/>
                    <a:pt x="1008" y="98"/>
                    <a:pt x="982" y="59"/>
                  </a:cubicBezTo>
                  <a:cubicBezTo>
                    <a:pt x="959" y="22"/>
                    <a:pt x="919" y="0"/>
                    <a:pt x="87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12"/>
            <p:cNvSpPr/>
            <p:nvPr/>
          </p:nvSpPr>
          <p:spPr>
            <a:xfrm>
              <a:off x="6035906" y="2868223"/>
              <a:ext cx="172897" cy="107687"/>
            </a:xfrm>
            <a:custGeom>
              <a:rect b="b" l="l" r="r" t="t"/>
              <a:pathLst>
                <a:path extrusionOk="0" h="3033" w="4870">
                  <a:moveTo>
                    <a:pt x="1681" y="1"/>
                  </a:moveTo>
                  <a:cubicBezTo>
                    <a:pt x="754" y="1"/>
                    <a:pt x="0" y="755"/>
                    <a:pt x="0" y="1681"/>
                  </a:cubicBezTo>
                  <a:lnTo>
                    <a:pt x="0" y="2897"/>
                  </a:lnTo>
                  <a:cubicBezTo>
                    <a:pt x="0" y="2971"/>
                    <a:pt x="62" y="3033"/>
                    <a:pt x="135" y="3033"/>
                  </a:cubicBezTo>
                  <a:cubicBezTo>
                    <a:pt x="209" y="3033"/>
                    <a:pt x="271" y="2971"/>
                    <a:pt x="271" y="2897"/>
                  </a:cubicBezTo>
                  <a:lnTo>
                    <a:pt x="271" y="1681"/>
                  </a:lnTo>
                  <a:cubicBezTo>
                    <a:pt x="271" y="904"/>
                    <a:pt x="902" y="271"/>
                    <a:pt x="1681" y="271"/>
                  </a:cubicBezTo>
                  <a:lnTo>
                    <a:pt x="3189" y="271"/>
                  </a:lnTo>
                  <a:cubicBezTo>
                    <a:pt x="3966" y="271"/>
                    <a:pt x="4599" y="904"/>
                    <a:pt x="4599" y="1681"/>
                  </a:cubicBezTo>
                  <a:lnTo>
                    <a:pt x="4599" y="2897"/>
                  </a:lnTo>
                  <a:cubicBezTo>
                    <a:pt x="4599" y="2971"/>
                    <a:pt x="4661" y="3033"/>
                    <a:pt x="4735" y="3033"/>
                  </a:cubicBezTo>
                  <a:cubicBezTo>
                    <a:pt x="4811" y="3033"/>
                    <a:pt x="4870" y="2971"/>
                    <a:pt x="4870" y="2897"/>
                  </a:cubicBezTo>
                  <a:lnTo>
                    <a:pt x="4870" y="1681"/>
                  </a:lnTo>
                  <a:cubicBezTo>
                    <a:pt x="4870" y="755"/>
                    <a:pt x="4116" y="1"/>
                    <a:pt x="318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12"/>
            <p:cNvSpPr/>
            <p:nvPr/>
          </p:nvSpPr>
          <p:spPr>
            <a:xfrm>
              <a:off x="6187258" y="2963516"/>
              <a:ext cx="30106" cy="40405"/>
            </a:xfrm>
            <a:custGeom>
              <a:rect b="b" l="l" r="r" t="t"/>
              <a:pathLst>
                <a:path extrusionOk="0" h="1138" w="848">
                  <a:moveTo>
                    <a:pt x="1" y="0"/>
                  </a:moveTo>
                  <a:lnTo>
                    <a:pt x="1" y="1137"/>
                  </a:lnTo>
                  <a:lnTo>
                    <a:pt x="279" y="1137"/>
                  </a:lnTo>
                  <a:cubicBezTo>
                    <a:pt x="592" y="1137"/>
                    <a:pt x="847" y="884"/>
                    <a:pt x="847" y="569"/>
                  </a:cubicBezTo>
                  <a:cubicBezTo>
                    <a:pt x="847" y="257"/>
                    <a:pt x="594" y="0"/>
                    <a:pt x="27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12"/>
            <p:cNvSpPr/>
            <p:nvPr/>
          </p:nvSpPr>
          <p:spPr>
            <a:xfrm>
              <a:off x="6027420" y="2963516"/>
              <a:ext cx="31917" cy="40405"/>
            </a:xfrm>
            <a:custGeom>
              <a:rect b="b" l="l" r="r" t="t"/>
              <a:pathLst>
                <a:path extrusionOk="0" h="1138" w="899">
                  <a:moveTo>
                    <a:pt x="569" y="0"/>
                  </a:moveTo>
                  <a:cubicBezTo>
                    <a:pt x="253" y="0"/>
                    <a:pt x="0" y="257"/>
                    <a:pt x="0" y="569"/>
                  </a:cubicBezTo>
                  <a:cubicBezTo>
                    <a:pt x="0" y="884"/>
                    <a:pt x="255" y="1137"/>
                    <a:pt x="569" y="1137"/>
                  </a:cubicBezTo>
                  <a:lnTo>
                    <a:pt x="898" y="1137"/>
                  </a:lnTo>
                  <a:lnTo>
                    <a:pt x="898"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12"/>
            <p:cNvSpPr/>
            <p:nvPr/>
          </p:nvSpPr>
          <p:spPr>
            <a:xfrm>
              <a:off x="6056214" y="2922580"/>
              <a:ext cx="132353" cy="141771"/>
            </a:xfrm>
            <a:custGeom>
              <a:rect b="b" l="l" r="r" t="t"/>
              <a:pathLst>
                <a:path extrusionOk="0" h="3993" w="3728">
                  <a:moveTo>
                    <a:pt x="1864" y="1"/>
                  </a:moveTo>
                  <a:lnTo>
                    <a:pt x="1" y="988"/>
                  </a:lnTo>
                  <a:lnTo>
                    <a:pt x="1" y="2129"/>
                  </a:lnTo>
                  <a:cubicBezTo>
                    <a:pt x="1" y="3158"/>
                    <a:pt x="834" y="3993"/>
                    <a:pt x="1864" y="3993"/>
                  </a:cubicBezTo>
                  <a:cubicBezTo>
                    <a:pt x="2893" y="3993"/>
                    <a:pt x="3728" y="3158"/>
                    <a:pt x="3728" y="2129"/>
                  </a:cubicBezTo>
                  <a:lnTo>
                    <a:pt x="3728" y="988"/>
                  </a:lnTo>
                  <a:lnTo>
                    <a:pt x="1864"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12"/>
            <p:cNvSpPr/>
            <p:nvPr/>
          </p:nvSpPr>
          <p:spPr>
            <a:xfrm>
              <a:off x="6115540" y="2950344"/>
              <a:ext cx="73029" cy="113971"/>
            </a:xfrm>
            <a:custGeom>
              <a:rect b="b" l="l" r="r" t="t"/>
              <a:pathLst>
                <a:path extrusionOk="0" h="3210" w="2057">
                  <a:moveTo>
                    <a:pt x="1671" y="0"/>
                  </a:moveTo>
                  <a:lnTo>
                    <a:pt x="1671" y="1344"/>
                  </a:lnTo>
                  <a:cubicBezTo>
                    <a:pt x="1671" y="2310"/>
                    <a:pt x="939" y="3103"/>
                    <a:pt x="1" y="3199"/>
                  </a:cubicBezTo>
                  <a:cubicBezTo>
                    <a:pt x="62" y="3205"/>
                    <a:pt x="129" y="3209"/>
                    <a:pt x="193" y="3209"/>
                  </a:cubicBezTo>
                  <a:cubicBezTo>
                    <a:pt x="1222" y="3209"/>
                    <a:pt x="2057" y="2373"/>
                    <a:pt x="2057" y="1344"/>
                  </a:cubicBezTo>
                  <a:lnTo>
                    <a:pt x="2057" y="204"/>
                  </a:lnTo>
                  <a:lnTo>
                    <a:pt x="167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12"/>
            <p:cNvSpPr/>
            <p:nvPr/>
          </p:nvSpPr>
          <p:spPr>
            <a:xfrm>
              <a:off x="6087741" y="2978995"/>
              <a:ext cx="9586" cy="19031"/>
            </a:xfrm>
            <a:custGeom>
              <a:rect b="b" l="l" r="r" t="t"/>
              <a:pathLst>
                <a:path extrusionOk="0" h="536" w="270">
                  <a:moveTo>
                    <a:pt x="136" y="0"/>
                  </a:moveTo>
                  <a:cubicBezTo>
                    <a:pt x="61" y="0"/>
                    <a:pt x="1" y="61"/>
                    <a:pt x="1" y="136"/>
                  </a:cubicBezTo>
                  <a:lnTo>
                    <a:pt x="1" y="402"/>
                  </a:lnTo>
                  <a:cubicBezTo>
                    <a:pt x="1" y="475"/>
                    <a:pt x="61" y="536"/>
                    <a:pt x="136" y="536"/>
                  </a:cubicBezTo>
                  <a:cubicBezTo>
                    <a:pt x="211" y="536"/>
                    <a:pt x="270" y="475"/>
                    <a:pt x="270" y="402"/>
                  </a:cubicBezTo>
                  <a:lnTo>
                    <a:pt x="270" y="136"/>
                  </a:lnTo>
                  <a:cubicBezTo>
                    <a:pt x="270" y="61"/>
                    <a:pt x="209" y="0"/>
                    <a:pt x="136" y="0"/>
                  </a:cubicBezTo>
                  <a:close/>
                </a:path>
              </a:pathLst>
            </a:custGeom>
            <a:solidFill>
              <a:srgbClr val="9182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12"/>
            <p:cNvSpPr/>
            <p:nvPr/>
          </p:nvSpPr>
          <p:spPr>
            <a:xfrm>
              <a:off x="6147316" y="2978995"/>
              <a:ext cx="9657" cy="19031"/>
            </a:xfrm>
            <a:custGeom>
              <a:rect b="b" l="l" r="r" t="t"/>
              <a:pathLst>
                <a:path extrusionOk="0" h="536" w="272">
                  <a:moveTo>
                    <a:pt x="136" y="0"/>
                  </a:moveTo>
                  <a:cubicBezTo>
                    <a:pt x="62" y="0"/>
                    <a:pt x="1" y="61"/>
                    <a:pt x="1" y="136"/>
                  </a:cubicBezTo>
                  <a:lnTo>
                    <a:pt x="1" y="402"/>
                  </a:lnTo>
                  <a:cubicBezTo>
                    <a:pt x="1" y="475"/>
                    <a:pt x="62" y="536"/>
                    <a:pt x="136" y="536"/>
                  </a:cubicBezTo>
                  <a:cubicBezTo>
                    <a:pt x="209" y="536"/>
                    <a:pt x="271" y="475"/>
                    <a:pt x="271" y="402"/>
                  </a:cubicBezTo>
                  <a:lnTo>
                    <a:pt x="271" y="136"/>
                  </a:lnTo>
                  <a:cubicBezTo>
                    <a:pt x="271" y="61"/>
                    <a:pt x="209" y="0"/>
                    <a:pt x="136" y="0"/>
                  </a:cubicBezTo>
                  <a:close/>
                </a:path>
              </a:pathLst>
            </a:custGeom>
            <a:solidFill>
              <a:srgbClr val="9182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12"/>
            <p:cNvSpPr/>
            <p:nvPr/>
          </p:nvSpPr>
          <p:spPr>
            <a:xfrm>
              <a:off x="6141565" y="2999126"/>
              <a:ext cx="61135" cy="40511"/>
            </a:xfrm>
            <a:custGeom>
              <a:rect b="b" l="l" r="r" t="t"/>
              <a:pathLst>
                <a:path extrusionOk="0" h="1141" w="1722">
                  <a:moveTo>
                    <a:pt x="1586" y="0"/>
                  </a:moveTo>
                  <a:cubicBezTo>
                    <a:pt x="1512" y="0"/>
                    <a:pt x="1451" y="61"/>
                    <a:pt x="1451" y="134"/>
                  </a:cubicBezTo>
                  <a:lnTo>
                    <a:pt x="1451" y="642"/>
                  </a:lnTo>
                  <a:cubicBezTo>
                    <a:pt x="1451" y="757"/>
                    <a:pt x="1364" y="857"/>
                    <a:pt x="1249" y="871"/>
                  </a:cubicBezTo>
                  <a:lnTo>
                    <a:pt x="134" y="871"/>
                  </a:lnTo>
                  <a:cubicBezTo>
                    <a:pt x="60" y="871"/>
                    <a:pt x="0" y="931"/>
                    <a:pt x="0" y="1005"/>
                  </a:cubicBezTo>
                  <a:cubicBezTo>
                    <a:pt x="0" y="1080"/>
                    <a:pt x="60" y="1140"/>
                    <a:pt x="134" y="1140"/>
                  </a:cubicBezTo>
                  <a:lnTo>
                    <a:pt x="1271" y="1140"/>
                  </a:lnTo>
                  <a:cubicBezTo>
                    <a:pt x="1528" y="1113"/>
                    <a:pt x="1721" y="900"/>
                    <a:pt x="1721" y="642"/>
                  </a:cubicBezTo>
                  <a:lnTo>
                    <a:pt x="1721" y="134"/>
                  </a:lnTo>
                  <a:cubicBezTo>
                    <a:pt x="1721" y="61"/>
                    <a:pt x="1659" y="0"/>
                    <a:pt x="158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12"/>
            <p:cNvSpPr/>
            <p:nvPr/>
          </p:nvSpPr>
          <p:spPr>
            <a:xfrm>
              <a:off x="6056214" y="2888248"/>
              <a:ext cx="132353" cy="77720"/>
            </a:xfrm>
            <a:custGeom>
              <a:rect b="b" l="l" r="r" t="t"/>
              <a:pathLst>
                <a:path extrusionOk="0" h="2189" w="3728">
                  <a:moveTo>
                    <a:pt x="1864" y="1"/>
                  </a:moveTo>
                  <a:cubicBezTo>
                    <a:pt x="834" y="1"/>
                    <a:pt x="1" y="835"/>
                    <a:pt x="1" y="1864"/>
                  </a:cubicBezTo>
                  <a:lnTo>
                    <a:pt x="1" y="2188"/>
                  </a:lnTo>
                  <a:cubicBezTo>
                    <a:pt x="1" y="2188"/>
                    <a:pt x="1" y="2188"/>
                    <a:pt x="3" y="2188"/>
                  </a:cubicBezTo>
                  <a:cubicBezTo>
                    <a:pt x="53" y="2188"/>
                    <a:pt x="1224" y="2178"/>
                    <a:pt x="1864" y="1289"/>
                  </a:cubicBezTo>
                  <a:cubicBezTo>
                    <a:pt x="2506" y="2178"/>
                    <a:pt x="3676" y="2188"/>
                    <a:pt x="3726" y="2188"/>
                  </a:cubicBezTo>
                  <a:cubicBezTo>
                    <a:pt x="3727" y="2188"/>
                    <a:pt x="3728" y="2188"/>
                    <a:pt x="3728" y="2188"/>
                  </a:cubicBezTo>
                  <a:lnTo>
                    <a:pt x="3728" y="1864"/>
                  </a:lnTo>
                  <a:cubicBezTo>
                    <a:pt x="3728" y="835"/>
                    <a:pt x="2893" y="1"/>
                    <a:pt x="18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12"/>
            <p:cNvSpPr/>
            <p:nvPr/>
          </p:nvSpPr>
          <p:spPr>
            <a:xfrm>
              <a:off x="6107623" y="2888212"/>
              <a:ext cx="80946" cy="77756"/>
            </a:xfrm>
            <a:custGeom>
              <a:rect b="b" l="l" r="r" t="t"/>
              <a:pathLst>
                <a:path extrusionOk="0" h="2190" w="2280">
                  <a:moveTo>
                    <a:pt x="416" y="0"/>
                  </a:moveTo>
                  <a:cubicBezTo>
                    <a:pt x="274" y="0"/>
                    <a:pt x="133" y="18"/>
                    <a:pt x="0" y="48"/>
                  </a:cubicBezTo>
                  <a:lnTo>
                    <a:pt x="29" y="48"/>
                  </a:lnTo>
                  <a:cubicBezTo>
                    <a:pt x="1058" y="48"/>
                    <a:pt x="1893" y="882"/>
                    <a:pt x="1893" y="1911"/>
                  </a:cubicBezTo>
                  <a:lnTo>
                    <a:pt x="1893" y="2150"/>
                  </a:lnTo>
                  <a:cubicBezTo>
                    <a:pt x="2108" y="2188"/>
                    <a:pt x="2259" y="2189"/>
                    <a:pt x="2278" y="2189"/>
                  </a:cubicBezTo>
                  <a:cubicBezTo>
                    <a:pt x="2279" y="2189"/>
                    <a:pt x="2280" y="2189"/>
                    <a:pt x="2280" y="2189"/>
                  </a:cubicBezTo>
                  <a:lnTo>
                    <a:pt x="2280" y="1865"/>
                  </a:lnTo>
                  <a:cubicBezTo>
                    <a:pt x="2280" y="836"/>
                    <a:pt x="1445" y="2"/>
                    <a:pt x="41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12"/>
            <p:cNvSpPr/>
            <p:nvPr/>
          </p:nvSpPr>
          <p:spPr>
            <a:xfrm>
              <a:off x="6121576" y="3024724"/>
              <a:ext cx="24745" cy="20309"/>
            </a:xfrm>
            <a:custGeom>
              <a:rect b="b" l="l" r="r" t="t"/>
              <a:pathLst>
                <a:path extrusionOk="0" h="572" w="697">
                  <a:moveTo>
                    <a:pt x="265" y="0"/>
                  </a:moveTo>
                  <a:cubicBezTo>
                    <a:pt x="120" y="0"/>
                    <a:pt x="0" y="118"/>
                    <a:pt x="0" y="265"/>
                  </a:cubicBezTo>
                  <a:lnTo>
                    <a:pt x="0" y="308"/>
                  </a:lnTo>
                  <a:cubicBezTo>
                    <a:pt x="0" y="454"/>
                    <a:pt x="120" y="572"/>
                    <a:pt x="265" y="572"/>
                  </a:cubicBezTo>
                  <a:lnTo>
                    <a:pt x="432" y="572"/>
                  </a:lnTo>
                  <a:cubicBezTo>
                    <a:pt x="579" y="572"/>
                    <a:pt x="697" y="454"/>
                    <a:pt x="697" y="308"/>
                  </a:cubicBezTo>
                  <a:lnTo>
                    <a:pt x="697" y="265"/>
                  </a:lnTo>
                  <a:cubicBezTo>
                    <a:pt x="697" y="118"/>
                    <a:pt x="579" y="0"/>
                    <a:pt x="432"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12"/>
            <p:cNvSpPr/>
            <p:nvPr/>
          </p:nvSpPr>
          <p:spPr>
            <a:xfrm>
              <a:off x="6128819" y="3024653"/>
              <a:ext cx="17503" cy="20344"/>
            </a:xfrm>
            <a:custGeom>
              <a:rect b="b" l="l" r="r" t="t"/>
              <a:pathLst>
                <a:path extrusionOk="0" h="573" w="493">
                  <a:moveTo>
                    <a:pt x="61" y="1"/>
                  </a:moveTo>
                  <a:cubicBezTo>
                    <a:pt x="42" y="1"/>
                    <a:pt x="21" y="2"/>
                    <a:pt x="1" y="8"/>
                  </a:cubicBezTo>
                  <a:cubicBezTo>
                    <a:pt x="117" y="34"/>
                    <a:pt x="204" y="141"/>
                    <a:pt x="204" y="264"/>
                  </a:cubicBezTo>
                  <a:lnTo>
                    <a:pt x="204" y="307"/>
                  </a:lnTo>
                  <a:cubicBezTo>
                    <a:pt x="204" y="433"/>
                    <a:pt x="117" y="538"/>
                    <a:pt x="1" y="565"/>
                  </a:cubicBezTo>
                  <a:cubicBezTo>
                    <a:pt x="21" y="571"/>
                    <a:pt x="40" y="572"/>
                    <a:pt x="61" y="572"/>
                  </a:cubicBezTo>
                  <a:lnTo>
                    <a:pt x="228" y="572"/>
                  </a:lnTo>
                  <a:cubicBezTo>
                    <a:pt x="375" y="572"/>
                    <a:pt x="493" y="454"/>
                    <a:pt x="493" y="307"/>
                  </a:cubicBezTo>
                  <a:lnTo>
                    <a:pt x="493" y="264"/>
                  </a:lnTo>
                  <a:cubicBezTo>
                    <a:pt x="493" y="119"/>
                    <a:pt x="375" y="1"/>
                    <a:pt x="22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12"/>
            <p:cNvSpPr/>
            <p:nvPr/>
          </p:nvSpPr>
          <p:spPr>
            <a:xfrm>
              <a:off x="6188465" y="2963906"/>
              <a:ext cx="28828" cy="40014"/>
            </a:xfrm>
            <a:custGeom>
              <a:rect b="b" l="l" r="r" t="t"/>
              <a:pathLst>
                <a:path extrusionOk="0" h="1127" w="812">
                  <a:moveTo>
                    <a:pt x="345" y="1"/>
                  </a:moveTo>
                  <a:lnTo>
                    <a:pt x="345" y="1"/>
                  </a:lnTo>
                  <a:cubicBezTo>
                    <a:pt x="413" y="94"/>
                    <a:pt x="452" y="208"/>
                    <a:pt x="452" y="332"/>
                  </a:cubicBezTo>
                  <a:cubicBezTo>
                    <a:pt x="452" y="605"/>
                    <a:pt x="258" y="834"/>
                    <a:pt x="0" y="887"/>
                  </a:cubicBezTo>
                  <a:lnTo>
                    <a:pt x="0" y="1126"/>
                  </a:lnTo>
                  <a:lnTo>
                    <a:pt x="243" y="1126"/>
                  </a:lnTo>
                  <a:cubicBezTo>
                    <a:pt x="558" y="1126"/>
                    <a:pt x="812" y="872"/>
                    <a:pt x="812" y="558"/>
                  </a:cubicBezTo>
                  <a:cubicBezTo>
                    <a:pt x="812" y="402"/>
                    <a:pt x="748" y="260"/>
                    <a:pt x="645" y="158"/>
                  </a:cubicBezTo>
                  <a:cubicBezTo>
                    <a:pt x="566" y="79"/>
                    <a:pt x="461" y="23"/>
                    <a:pt x="34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7" name="Google Shape;1917;p12"/>
          <p:cNvGrpSpPr/>
          <p:nvPr/>
        </p:nvGrpSpPr>
        <p:grpSpPr>
          <a:xfrm>
            <a:off x="5434775" y="1925276"/>
            <a:ext cx="234643" cy="327001"/>
            <a:chOff x="5425775" y="2831051"/>
            <a:chExt cx="234643" cy="327001"/>
          </a:xfrm>
        </p:grpSpPr>
        <p:sp>
          <p:nvSpPr>
            <p:cNvPr id="1918" name="Google Shape;1918;p12"/>
            <p:cNvSpPr/>
            <p:nvPr/>
          </p:nvSpPr>
          <p:spPr>
            <a:xfrm>
              <a:off x="5425775" y="2837335"/>
              <a:ext cx="234636" cy="320717"/>
            </a:xfrm>
            <a:custGeom>
              <a:rect b="b" l="l" r="r" t="t"/>
              <a:pathLst>
                <a:path extrusionOk="0" h="9033" w="6609">
                  <a:moveTo>
                    <a:pt x="154" y="0"/>
                  </a:moveTo>
                  <a:cubicBezTo>
                    <a:pt x="69" y="0"/>
                    <a:pt x="0" y="69"/>
                    <a:pt x="0" y="155"/>
                  </a:cubicBezTo>
                  <a:lnTo>
                    <a:pt x="0" y="8877"/>
                  </a:lnTo>
                  <a:cubicBezTo>
                    <a:pt x="0" y="8962"/>
                    <a:pt x="68" y="9033"/>
                    <a:pt x="154" y="9033"/>
                  </a:cubicBezTo>
                  <a:lnTo>
                    <a:pt x="5054" y="9033"/>
                  </a:lnTo>
                  <a:lnTo>
                    <a:pt x="6608" y="7591"/>
                  </a:lnTo>
                  <a:lnTo>
                    <a:pt x="6608" y="155"/>
                  </a:lnTo>
                  <a:cubicBezTo>
                    <a:pt x="6608" y="71"/>
                    <a:pt x="6541" y="0"/>
                    <a:pt x="645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12"/>
            <p:cNvSpPr/>
            <p:nvPr/>
          </p:nvSpPr>
          <p:spPr>
            <a:xfrm>
              <a:off x="5641708" y="2831051"/>
              <a:ext cx="18710" cy="287981"/>
            </a:xfrm>
            <a:custGeom>
              <a:rect b="b" l="l" r="r" t="t"/>
              <a:pathLst>
                <a:path extrusionOk="0" h="8111" w="527">
                  <a:moveTo>
                    <a:pt x="1" y="0"/>
                  </a:moveTo>
                  <a:cubicBezTo>
                    <a:pt x="86" y="0"/>
                    <a:pt x="156" y="68"/>
                    <a:pt x="156" y="154"/>
                  </a:cubicBezTo>
                  <a:lnTo>
                    <a:pt x="156" y="8110"/>
                  </a:lnTo>
                  <a:lnTo>
                    <a:pt x="526" y="7766"/>
                  </a:lnTo>
                  <a:lnTo>
                    <a:pt x="526" y="154"/>
                  </a:lnTo>
                  <a:cubicBezTo>
                    <a:pt x="526" y="69"/>
                    <a:pt x="456"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12"/>
            <p:cNvSpPr/>
            <p:nvPr/>
          </p:nvSpPr>
          <p:spPr>
            <a:xfrm>
              <a:off x="5453645" y="2895100"/>
              <a:ext cx="80378" cy="80419"/>
            </a:xfrm>
            <a:custGeom>
              <a:rect b="b" l="l" r="r" t="t"/>
              <a:pathLst>
                <a:path extrusionOk="0" h="2265" w="2264">
                  <a:moveTo>
                    <a:pt x="1132" y="1"/>
                  </a:moveTo>
                  <a:cubicBezTo>
                    <a:pt x="507" y="1"/>
                    <a:pt x="1" y="509"/>
                    <a:pt x="1" y="1133"/>
                  </a:cubicBezTo>
                  <a:cubicBezTo>
                    <a:pt x="1" y="1758"/>
                    <a:pt x="507" y="2264"/>
                    <a:pt x="1132" y="2264"/>
                  </a:cubicBezTo>
                  <a:cubicBezTo>
                    <a:pt x="1756" y="2264"/>
                    <a:pt x="2263" y="1758"/>
                    <a:pt x="2263" y="1133"/>
                  </a:cubicBezTo>
                  <a:cubicBezTo>
                    <a:pt x="2263" y="509"/>
                    <a:pt x="1756"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12"/>
            <p:cNvSpPr/>
            <p:nvPr/>
          </p:nvSpPr>
          <p:spPr>
            <a:xfrm>
              <a:off x="5453645" y="3005091"/>
              <a:ext cx="80378" cy="80419"/>
            </a:xfrm>
            <a:custGeom>
              <a:rect b="b" l="l" r="r" t="t"/>
              <a:pathLst>
                <a:path extrusionOk="0" h="2265" w="2264">
                  <a:moveTo>
                    <a:pt x="1132" y="1"/>
                  </a:moveTo>
                  <a:cubicBezTo>
                    <a:pt x="507" y="1"/>
                    <a:pt x="1" y="507"/>
                    <a:pt x="1" y="1132"/>
                  </a:cubicBezTo>
                  <a:cubicBezTo>
                    <a:pt x="1" y="1756"/>
                    <a:pt x="507" y="2264"/>
                    <a:pt x="1132" y="2264"/>
                  </a:cubicBezTo>
                  <a:cubicBezTo>
                    <a:pt x="1756" y="2264"/>
                    <a:pt x="2263" y="1756"/>
                    <a:pt x="2263" y="1132"/>
                  </a:cubicBezTo>
                  <a:cubicBezTo>
                    <a:pt x="2263" y="507"/>
                    <a:pt x="1756"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12"/>
            <p:cNvSpPr/>
            <p:nvPr/>
          </p:nvSpPr>
          <p:spPr>
            <a:xfrm>
              <a:off x="5468734" y="2897195"/>
              <a:ext cx="65289" cy="78324"/>
            </a:xfrm>
            <a:custGeom>
              <a:rect b="b" l="l" r="r" t="t"/>
              <a:pathLst>
                <a:path extrusionOk="0" h="2206" w="1839">
                  <a:moveTo>
                    <a:pt x="1061" y="1"/>
                  </a:moveTo>
                  <a:lnTo>
                    <a:pt x="1061" y="1"/>
                  </a:lnTo>
                  <a:cubicBezTo>
                    <a:pt x="1319" y="206"/>
                    <a:pt x="1484" y="526"/>
                    <a:pt x="1484" y="881"/>
                  </a:cubicBezTo>
                  <a:cubicBezTo>
                    <a:pt x="1484" y="1507"/>
                    <a:pt x="977" y="2012"/>
                    <a:pt x="353" y="2012"/>
                  </a:cubicBezTo>
                  <a:cubicBezTo>
                    <a:pt x="231" y="2012"/>
                    <a:pt x="111" y="1994"/>
                    <a:pt x="0" y="1958"/>
                  </a:cubicBezTo>
                  <a:lnTo>
                    <a:pt x="0" y="1958"/>
                  </a:lnTo>
                  <a:cubicBezTo>
                    <a:pt x="193" y="2112"/>
                    <a:pt x="439" y="2205"/>
                    <a:pt x="707" y="2205"/>
                  </a:cubicBezTo>
                  <a:cubicBezTo>
                    <a:pt x="1333" y="2205"/>
                    <a:pt x="1838" y="1699"/>
                    <a:pt x="1838" y="1074"/>
                  </a:cubicBezTo>
                  <a:cubicBezTo>
                    <a:pt x="1838" y="572"/>
                    <a:pt x="1511" y="147"/>
                    <a:pt x="10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12"/>
            <p:cNvSpPr/>
            <p:nvPr/>
          </p:nvSpPr>
          <p:spPr>
            <a:xfrm>
              <a:off x="5468663" y="3007079"/>
              <a:ext cx="65360" cy="78431"/>
            </a:xfrm>
            <a:custGeom>
              <a:rect b="b" l="l" r="r" t="t"/>
              <a:pathLst>
                <a:path extrusionOk="0" h="2209" w="1841">
                  <a:moveTo>
                    <a:pt x="1062" y="1"/>
                  </a:moveTo>
                  <a:cubicBezTo>
                    <a:pt x="1319" y="208"/>
                    <a:pt x="1485" y="526"/>
                    <a:pt x="1485" y="882"/>
                  </a:cubicBezTo>
                  <a:cubicBezTo>
                    <a:pt x="1485" y="1506"/>
                    <a:pt x="977" y="2014"/>
                    <a:pt x="354" y="2014"/>
                  </a:cubicBezTo>
                  <a:cubicBezTo>
                    <a:pt x="231" y="2014"/>
                    <a:pt x="112" y="1994"/>
                    <a:pt x="1" y="1958"/>
                  </a:cubicBezTo>
                  <a:lnTo>
                    <a:pt x="1" y="1958"/>
                  </a:lnTo>
                  <a:cubicBezTo>
                    <a:pt x="195" y="2115"/>
                    <a:pt x="441" y="2208"/>
                    <a:pt x="709" y="2208"/>
                  </a:cubicBezTo>
                  <a:cubicBezTo>
                    <a:pt x="1335" y="2208"/>
                    <a:pt x="1840" y="1700"/>
                    <a:pt x="1840" y="1076"/>
                  </a:cubicBezTo>
                  <a:cubicBezTo>
                    <a:pt x="1840" y="575"/>
                    <a:pt x="1513" y="151"/>
                    <a:pt x="106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12"/>
            <p:cNvSpPr/>
            <p:nvPr/>
          </p:nvSpPr>
          <p:spPr>
            <a:xfrm>
              <a:off x="5425775" y="2831051"/>
              <a:ext cx="234636" cy="42677"/>
            </a:xfrm>
            <a:custGeom>
              <a:rect b="b" l="l" r="r" t="t"/>
              <a:pathLst>
                <a:path extrusionOk="0" h="1202" w="6609">
                  <a:moveTo>
                    <a:pt x="154" y="0"/>
                  </a:moveTo>
                  <a:cubicBezTo>
                    <a:pt x="69" y="0"/>
                    <a:pt x="0" y="68"/>
                    <a:pt x="0" y="154"/>
                  </a:cubicBezTo>
                  <a:lnTo>
                    <a:pt x="0" y="1202"/>
                  </a:lnTo>
                  <a:lnTo>
                    <a:pt x="6608" y="1202"/>
                  </a:lnTo>
                  <a:lnTo>
                    <a:pt x="6608" y="154"/>
                  </a:lnTo>
                  <a:cubicBezTo>
                    <a:pt x="6608" y="69"/>
                    <a:pt x="6538" y="0"/>
                    <a:pt x="645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12"/>
            <p:cNvSpPr/>
            <p:nvPr/>
          </p:nvSpPr>
          <p:spPr>
            <a:xfrm>
              <a:off x="5641708" y="2831051"/>
              <a:ext cx="18710" cy="42677"/>
            </a:xfrm>
            <a:custGeom>
              <a:rect b="b" l="l" r="r" t="t"/>
              <a:pathLst>
                <a:path extrusionOk="0" h="1202" w="527">
                  <a:moveTo>
                    <a:pt x="1" y="0"/>
                  </a:moveTo>
                  <a:cubicBezTo>
                    <a:pt x="86" y="0"/>
                    <a:pt x="156" y="68"/>
                    <a:pt x="156" y="154"/>
                  </a:cubicBezTo>
                  <a:lnTo>
                    <a:pt x="156" y="1202"/>
                  </a:lnTo>
                  <a:lnTo>
                    <a:pt x="526" y="1202"/>
                  </a:lnTo>
                  <a:lnTo>
                    <a:pt x="526" y="154"/>
                  </a:lnTo>
                  <a:cubicBezTo>
                    <a:pt x="526" y="69"/>
                    <a:pt x="456"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12"/>
            <p:cNvSpPr/>
            <p:nvPr/>
          </p:nvSpPr>
          <p:spPr>
            <a:xfrm>
              <a:off x="5605210" y="3106774"/>
              <a:ext cx="55206" cy="51269"/>
            </a:xfrm>
            <a:custGeom>
              <a:rect b="b" l="l" r="r" t="t"/>
              <a:pathLst>
                <a:path extrusionOk="0" h="1444" w="1555">
                  <a:moveTo>
                    <a:pt x="223" y="0"/>
                  </a:moveTo>
                  <a:cubicBezTo>
                    <a:pt x="99" y="0"/>
                    <a:pt x="0" y="101"/>
                    <a:pt x="0" y="223"/>
                  </a:cubicBezTo>
                  <a:lnTo>
                    <a:pt x="0" y="1444"/>
                  </a:lnTo>
                  <a:lnTo>
                    <a:pt x="155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12"/>
            <p:cNvSpPr/>
            <p:nvPr/>
          </p:nvSpPr>
          <p:spPr>
            <a:xfrm>
              <a:off x="5605139" y="3106809"/>
              <a:ext cx="55277" cy="12498"/>
            </a:xfrm>
            <a:custGeom>
              <a:rect b="b" l="l" r="r" t="t"/>
              <a:pathLst>
                <a:path extrusionOk="0" h="352" w="1557">
                  <a:moveTo>
                    <a:pt x="222" y="1"/>
                  </a:moveTo>
                  <a:cubicBezTo>
                    <a:pt x="100" y="1"/>
                    <a:pt x="1" y="100"/>
                    <a:pt x="1" y="222"/>
                  </a:cubicBezTo>
                  <a:lnTo>
                    <a:pt x="1" y="352"/>
                  </a:lnTo>
                  <a:cubicBezTo>
                    <a:pt x="18" y="349"/>
                    <a:pt x="35" y="346"/>
                    <a:pt x="52" y="346"/>
                  </a:cubicBezTo>
                  <a:lnTo>
                    <a:pt x="1183" y="346"/>
                  </a:lnTo>
                  <a:lnTo>
                    <a:pt x="155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12"/>
            <p:cNvSpPr/>
            <p:nvPr/>
          </p:nvSpPr>
          <p:spPr>
            <a:xfrm>
              <a:off x="5473598" y="2911893"/>
              <a:ext cx="40366" cy="46902"/>
            </a:xfrm>
            <a:custGeom>
              <a:rect b="b" l="l" r="r" t="t"/>
              <a:pathLst>
                <a:path extrusionOk="0" h="1321" w="1137">
                  <a:moveTo>
                    <a:pt x="571" y="489"/>
                  </a:moveTo>
                  <a:lnTo>
                    <a:pt x="684" y="785"/>
                  </a:lnTo>
                  <a:lnTo>
                    <a:pt x="459" y="785"/>
                  </a:lnTo>
                  <a:lnTo>
                    <a:pt x="571" y="489"/>
                  </a:lnTo>
                  <a:close/>
                  <a:moveTo>
                    <a:pt x="570" y="1"/>
                  </a:moveTo>
                  <a:cubicBezTo>
                    <a:pt x="504" y="1"/>
                    <a:pt x="443" y="41"/>
                    <a:pt x="419" y="102"/>
                  </a:cubicBezTo>
                  <a:cubicBezTo>
                    <a:pt x="419" y="105"/>
                    <a:pt x="419" y="105"/>
                    <a:pt x="417" y="106"/>
                  </a:cubicBezTo>
                  <a:lnTo>
                    <a:pt x="26" y="1131"/>
                  </a:lnTo>
                  <a:cubicBezTo>
                    <a:pt x="0" y="1203"/>
                    <a:pt x="36" y="1285"/>
                    <a:pt x="108" y="1311"/>
                  </a:cubicBezTo>
                  <a:cubicBezTo>
                    <a:pt x="124" y="1317"/>
                    <a:pt x="141" y="1320"/>
                    <a:pt x="157" y="1320"/>
                  </a:cubicBezTo>
                  <a:cubicBezTo>
                    <a:pt x="213" y="1320"/>
                    <a:pt x="266" y="1286"/>
                    <a:pt x="288" y="1230"/>
                  </a:cubicBezTo>
                  <a:lnTo>
                    <a:pt x="350" y="1064"/>
                  </a:lnTo>
                  <a:lnTo>
                    <a:pt x="786" y="1064"/>
                  </a:lnTo>
                  <a:lnTo>
                    <a:pt x="849" y="1230"/>
                  </a:lnTo>
                  <a:cubicBezTo>
                    <a:pt x="871" y="1286"/>
                    <a:pt x="923" y="1321"/>
                    <a:pt x="979" y="1321"/>
                  </a:cubicBezTo>
                  <a:cubicBezTo>
                    <a:pt x="994" y="1321"/>
                    <a:pt x="1010" y="1316"/>
                    <a:pt x="1028" y="1311"/>
                  </a:cubicBezTo>
                  <a:cubicBezTo>
                    <a:pt x="1101" y="1282"/>
                    <a:pt x="1137" y="1201"/>
                    <a:pt x="1110" y="1131"/>
                  </a:cubicBezTo>
                  <a:lnTo>
                    <a:pt x="722" y="106"/>
                  </a:lnTo>
                  <a:cubicBezTo>
                    <a:pt x="722" y="105"/>
                    <a:pt x="721" y="105"/>
                    <a:pt x="721" y="102"/>
                  </a:cubicBezTo>
                  <a:cubicBezTo>
                    <a:pt x="695" y="41"/>
                    <a:pt x="636" y="1"/>
                    <a:pt x="5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12"/>
            <p:cNvSpPr/>
            <p:nvPr/>
          </p:nvSpPr>
          <p:spPr>
            <a:xfrm>
              <a:off x="5477681" y="3021919"/>
              <a:ext cx="32449" cy="46760"/>
            </a:xfrm>
            <a:custGeom>
              <a:rect b="b" l="l" r="r" t="t"/>
              <a:pathLst>
                <a:path extrusionOk="0" h="1317" w="914">
                  <a:moveTo>
                    <a:pt x="439" y="277"/>
                  </a:moveTo>
                  <a:cubicBezTo>
                    <a:pt x="495" y="277"/>
                    <a:pt x="540" y="323"/>
                    <a:pt x="540" y="377"/>
                  </a:cubicBezTo>
                  <a:cubicBezTo>
                    <a:pt x="540" y="433"/>
                    <a:pt x="495" y="478"/>
                    <a:pt x="439" y="478"/>
                  </a:cubicBezTo>
                  <a:lnTo>
                    <a:pt x="275" y="478"/>
                  </a:lnTo>
                  <a:lnTo>
                    <a:pt x="275" y="277"/>
                  </a:lnTo>
                  <a:close/>
                  <a:moveTo>
                    <a:pt x="492" y="756"/>
                  </a:moveTo>
                  <a:cubicBezTo>
                    <a:pt x="570" y="756"/>
                    <a:pt x="633" y="819"/>
                    <a:pt x="633" y="895"/>
                  </a:cubicBezTo>
                  <a:cubicBezTo>
                    <a:pt x="633" y="973"/>
                    <a:pt x="570" y="1038"/>
                    <a:pt x="492" y="1038"/>
                  </a:cubicBezTo>
                  <a:lnTo>
                    <a:pt x="277" y="1038"/>
                  </a:lnTo>
                  <a:lnTo>
                    <a:pt x="277" y="756"/>
                  </a:lnTo>
                  <a:close/>
                  <a:moveTo>
                    <a:pt x="138" y="0"/>
                  </a:moveTo>
                  <a:cubicBezTo>
                    <a:pt x="61" y="0"/>
                    <a:pt x="0" y="64"/>
                    <a:pt x="0" y="138"/>
                  </a:cubicBezTo>
                  <a:lnTo>
                    <a:pt x="0" y="618"/>
                  </a:lnTo>
                  <a:lnTo>
                    <a:pt x="0" y="1179"/>
                  </a:lnTo>
                  <a:cubicBezTo>
                    <a:pt x="0" y="1216"/>
                    <a:pt x="15" y="1251"/>
                    <a:pt x="41" y="1277"/>
                  </a:cubicBezTo>
                  <a:cubicBezTo>
                    <a:pt x="66" y="1303"/>
                    <a:pt x="102" y="1317"/>
                    <a:pt x="140" y="1317"/>
                  </a:cubicBezTo>
                  <a:cubicBezTo>
                    <a:pt x="140" y="1317"/>
                    <a:pt x="418" y="1315"/>
                    <a:pt x="495" y="1315"/>
                  </a:cubicBezTo>
                  <a:cubicBezTo>
                    <a:pt x="724" y="1315"/>
                    <a:pt x="914" y="1126"/>
                    <a:pt x="914" y="895"/>
                  </a:cubicBezTo>
                  <a:cubicBezTo>
                    <a:pt x="913" y="769"/>
                    <a:pt x="852" y="654"/>
                    <a:pt x="760" y="576"/>
                  </a:cubicBezTo>
                  <a:cubicBezTo>
                    <a:pt x="796" y="518"/>
                    <a:pt x="819" y="449"/>
                    <a:pt x="819" y="377"/>
                  </a:cubicBezTo>
                  <a:cubicBezTo>
                    <a:pt x="819" y="169"/>
                    <a:pt x="649" y="0"/>
                    <a:pt x="4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12"/>
            <p:cNvSpPr/>
            <p:nvPr/>
          </p:nvSpPr>
          <p:spPr>
            <a:xfrm>
              <a:off x="5549363" y="2912284"/>
              <a:ext cx="54745" cy="9835"/>
            </a:xfrm>
            <a:custGeom>
              <a:rect b="b" l="l" r="r" t="t"/>
              <a:pathLst>
                <a:path extrusionOk="0" h="277" w="1542">
                  <a:moveTo>
                    <a:pt x="140" y="0"/>
                  </a:moveTo>
                  <a:cubicBezTo>
                    <a:pt x="64" y="0"/>
                    <a:pt x="0" y="60"/>
                    <a:pt x="0" y="138"/>
                  </a:cubicBezTo>
                  <a:cubicBezTo>
                    <a:pt x="0" y="213"/>
                    <a:pt x="62" y="276"/>
                    <a:pt x="140" y="276"/>
                  </a:cubicBezTo>
                  <a:lnTo>
                    <a:pt x="1402" y="276"/>
                  </a:lnTo>
                  <a:cubicBezTo>
                    <a:pt x="1478" y="276"/>
                    <a:pt x="1541" y="216"/>
                    <a:pt x="1541" y="138"/>
                  </a:cubicBezTo>
                  <a:cubicBezTo>
                    <a:pt x="1541" y="62"/>
                    <a:pt x="1480" y="0"/>
                    <a:pt x="140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12"/>
            <p:cNvSpPr/>
            <p:nvPr/>
          </p:nvSpPr>
          <p:spPr>
            <a:xfrm>
              <a:off x="5549363" y="2931669"/>
              <a:ext cx="88011" cy="9870"/>
            </a:xfrm>
            <a:custGeom>
              <a:rect b="b" l="l" r="r" t="t"/>
              <a:pathLst>
                <a:path extrusionOk="0" h="278" w="2479">
                  <a:moveTo>
                    <a:pt x="140" y="1"/>
                  </a:moveTo>
                  <a:cubicBezTo>
                    <a:pt x="64" y="1"/>
                    <a:pt x="0" y="61"/>
                    <a:pt x="0" y="139"/>
                  </a:cubicBezTo>
                  <a:cubicBezTo>
                    <a:pt x="0" y="214"/>
                    <a:pt x="62" y="277"/>
                    <a:pt x="140" y="277"/>
                  </a:cubicBezTo>
                  <a:lnTo>
                    <a:pt x="2339" y="277"/>
                  </a:lnTo>
                  <a:cubicBezTo>
                    <a:pt x="2416" y="277"/>
                    <a:pt x="2478" y="217"/>
                    <a:pt x="2478" y="139"/>
                  </a:cubicBezTo>
                  <a:cubicBezTo>
                    <a:pt x="2478" y="63"/>
                    <a:pt x="2416" y="1"/>
                    <a:pt x="23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12"/>
            <p:cNvSpPr/>
            <p:nvPr/>
          </p:nvSpPr>
          <p:spPr>
            <a:xfrm>
              <a:off x="5549363" y="2951089"/>
              <a:ext cx="88011" cy="9870"/>
            </a:xfrm>
            <a:custGeom>
              <a:rect b="b" l="l" r="r" t="t"/>
              <a:pathLst>
                <a:path extrusionOk="0" h="278" w="2479">
                  <a:moveTo>
                    <a:pt x="140" y="1"/>
                  </a:moveTo>
                  <a:cubicBezTo>
                    <a:pt x="64" y="1"/>
                    <a:pt x="0" y="61"/>
                    <a:pt x="0" y="139"/>
                  </a:cubicBezTo>
                  <a:cubicBezTo>
                    <a:pt x="0" y="214"/>
                    <a:pt x="62" y="277"/>
                    <a:pt x="140" y="277"/>
                  </a:cubicBezTo>
                  <a:lnTo>
                    <a:pt x="2339" y="277"/>
                  </a:lnTo>
                  <a:cubicBezTo>
                    <a:pt x="2416" y="277"/>
                    <a:pt x="2478" y="217"/>
                    <a:pt x="2478" y="139"/>
                  </a:cubicBezTo>
                  <a:cubicBezTo>
                    <a:pt x="2478" y="63"/>
                    <a:pt x="2416" y="1"/>
                    <a:pt x="23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12"/>
            <p:cNvSpPr/>
            <p:nvPr/>
          </p:nvSpPr>
          <p:spPr>
            <a:xfrm>
              <a:off x="5549363" y="2970545"/>
              <a:ext cx="88011" cy="9870"/>
            </a:xfrm>
            <a:custGeom>
              <a:rect b="b" l="l" r="r" t="t"/>
              <a:pathLst>
                <a:path extrusionOk="0" h="278" w="2479">
                  <a:moveTo>
                    <a:pt x="140" y="1"/>
                  </a:moveTo>
                  <a:cubicBezTo>
                    <a:pt x="64" y="1"/>
                    <a:pt x="0" y="61"/>
                    <a:pt x="0" y="139"/>
                  </a:cubicBezTo>
                  <a:cubicBezTo>
                    <a:pt x="0" y="215"/>
                    <a:pt x="62" y="277"/>
                    <a:pt x="140" y="277"/>
                  </a:cubicBezTo>
                  <a:lnTo>
                    <a:pt x="2339" y="277"/>
                  </a:lnTo>
                  <a:cubicBezTo>
                    <a:pt x="2416" y="277"/>
                    <a:pt x="2478" y="215"/>
                    <a:pt x="2478" y="139"/>
                  </a:cubicBezTo>
                  <a:cubicBezTo>
                    <a:pt x="2478" y="64"/>
                    <a:pt x="2416" y="1"/>
                    <a:pt x="23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12"/>
            <p:cNvSpPr/>
            <p:nvPr/>
          </p:nvSpPr>
          <p:spPr>
            <a:xfrm>
              <a:off x="5549363" y="3022274"/>
              <a:ext cx="54745" cy="9906"/>
            </a:xfrm>
            <a:custGeom>
              <a:rect b="b" l="l" r="r" t="t"/>
              <a:pathLst>
                <a:path extrusionOk="0" h="279" w="1542">
                  <a:moveTo>
                    <a:pt x="140" y="0"/>
                  </a:moveTo>
                  <a:cubicBezTo>
                    <a:pt x="64" y="0"/>
                    <a:pt x="0" y="64"/>
                    <a:pt x="0" y="140"/>
                  </a:cubicBezTo>
                  <a:cubicBezTo>
                    <a:pt x="0" y="215"/>
                    <a:pt x="62" y="278"/>
                    <a:pt x="140" y="278"/>
                  </a:cubicBezTo>
                  <a:lnTo>
                    <a:pt x="1402" y="278"/>
                  </a:lnTo>
                  <a:cubicBezTo>
                    <a:pt x="1478" y="278"/>
                    <a:pt x="1541" y="215"/>
                    <a:pt x="1541" y="140"/>
                  </a:cubicBezTo>
                  <a:cubicBezTo>
                    <a:pt x="1541" y="64"/>
                    <a:pt x="1480" y="0"/>
                    <a:pt x="140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 name="Google Shape;1935;p12"/>
            <p:cNvSpPr/>
            <p:nvPr/>
          </p:nvSpPr>
          <p:spPr>
            <a:xfrm>
              <a:off x="5549363" y="3041695"/>
              <a:ext cx="88011" cy="9870"/>
            </a:xfrm>
            <a:custGeom>
              <a:rect b="b" l="l" r="r" t="t"/>
              <a:pathLst>
                <a:path extrusionOk="0" h="278" w="2479">
                  <a:moveTo>
                    <a:pt x="140" y="0"/>
                  </a:moveTo>
                  <a:cubicBezTo>
                    <a:pt x="64" y="0"/>
                    <a:pt x="0" y="62"/>
                    <a:pt x="0" y="140"/>
                  </a:cubicBezTo>
                  <a:cubicBezTo>
                    <a:pt x="0" y="215"/>
                    <a:pt x="62" y="278"/>
                    <a:pt x="140" y="278"/>
                  </a:cubicBezTo>
                  <a:lnTo>
                    <a:pt x="2339" y="278"/>
                  </a:lnTo>
                  <a:cubicBezTo>
                    <a:pt x="2416" y="278"/>
                    <a:pt x="2478" y="215"/>
                    <a:pt x="2478" y="140"/>
                  </a:cubicBezTo>
                  <a:cubicBezTo>
                    <a:pt x="2478" y="63"/>
                    <a:pt x="2416" y="0"/>
                    <a:pt x="23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12"/>
            <p:cNvSpPr/>
            <p:nvPr/>
          </p:nvSpPr>
          <p:spPr>
            <a:xfrm>
              <a:off x="5549363" y="3061080"/>
              <a:ext cx="88011" cy="9906"/>
            </a:xfrm>
            <a:custGeom>
              <a:rect b="b" l="l" r="r" t="t"/>
              <a:pathLst>
                <a:path extrusionOk="0" h="279" w="2479">
                  <a:moveTo>
                    <a:pt x="140" y="1"/>
                  </a:moveTo>
                  <a:cubicBezTo>
                    <a:pt x="64" y="1"/>
                    <a:pt x="0" y="63"/>
                    <a:pt x="0" y="141"/>
                  </a:cubicBezTo>
                  <a:cubicBezTo>
                    <a:pt x="0" y="215"/>
                    <a:pt x="62" y="279"/>
                    <a:pt x="140" y="279"/>
                  </a:cubicBezTo>
                  <a:lnTo>
                    <a:pt x="2339" y="279"/>
                  </a:lnTo>
                  <a:cubicBezTo>
                    <a:pt x="2416" y="279"/>
                    <a:pt x="2478" y="215"/>
                    <a:pt x="2478" y="141"/>
                  </a:cubicBezTo>
                  <a:cubicBezTo>
                    <a:pt x="2478" y="64"/>
                    <a:pt x="2416" y="1"/>
                    <a:pt x="23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12"/>
            <p:cNvSpPr/>
            <p:nvPr/>
          </p:nvSpPr>
          <p:spPr>
            <a:xfrm>
              <a:off x="5549363" y="3080501"/>
              <a:ext cx="88011" cy="9906"/>
            </a:xfrm>
            <a:custGeom>
              <a:rect b="b" l="l" r="r" t="t"/>
              <a:pathLst>
                <a:path extrusionOk="0" h="279" w="2479">
                  <a:moveTo>
                    <a:pt x="140" y="1"/>
                  </a:moveTo>
                  <a:cubicBezTo>
                    <a:pt x="64" y="1"/>
                    <a:pt x="0" y="64"/>
                    <a:pt x="0" y="140"/>
                  </a:cubicBezTo>
                  <a:cubicBezTo>
                    <a:pt x="0" y="215"/>
                    <a:pt x="62" y="279"/>
                    <a:pt x="140" y="279"/>
                  </a:cubicBezTo>
                  <a:lnTo>
                    <a:pt x="2339" y="279"/>
                  </a:lnTo>
                  <a:cubicBezTo>
                    <a:pt x="2416" y="279"/>
                    <a:pt x="2478" y="215"/>
                    <a:pt x="2478" y="140"/>
                  </a:cubicBezTo>
                  <a:cubicBezTo>
                    <a:pt x="2478" y="64"/>
                    <a:pt x="2416" y="1"/>
                    <a:pt x="23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8" name="Google Shape;1938;p12"/>
          <p:cNvGrpSpPr/>
          <p:nvPr/>
        </p:nvGrpSpPr>
        <p:grpSpPr>
          <a:xfrm>
            <a:off x="3441248" y="1925276"/>
            <a:ext cx="308314" cy="327001"/>
            <a:chOff x="4741548" y="2831051"/>
            <a:chExt cx="308314" cy="327001"/>
          </a:xfrm>
        </p:grpSpPr>
        <p:sp>
          <p:nvSpPr>
            <p:cNvPr id="1939" name="Google Shape;1939;p12"/>
            <p:cNvSpPr/>
            <p:nvPr/>
          </p:nvSpPr>
          <p:spPr>
            <a:xfrm>
              <a:off x="4741548" y="2835524"/>
              <a:ext cx="308304" cy="322527"/>
            </a:xfrm>
            <a:custGeom>
              <a:rect b="b" l="l" r="r" t="t"/>
              <a:pathLst>
                <a:path extrusionOk="0" h="9084" w="8684">
                  <a:moveTo>
                    <a:pt x="100" y="1"/>
                  </a:moveTo>
                  <a:cubicBezTo>
                    <a:pt x="47" y="1"/>
                    <a:pt x="1" y="47"/>
                    <a:pt x="1" y="100"/>
                  </a:cubicBezTo>
                  <a:lnTo>
                    <a:pt x="1" y="8984"/>
                  </a:lnTo>
                  <a:cubicBezTo>
                    <a:pt x="1" y="9038"/>
                    <a:pt x="47" y="9084"/>
                    <a:pt x="100" y="9084"/>
                  </a:cubicBezTo>
                  <a:lnTo>
                    <a:pt x="8584" y="9084"/>
                  </a:lnTo>
                  <a:cubicBezTo>
                    <a:pt x="8639" y="9084"/>
                    <a:pt x="8684" y="9041"/>
                    <a:pt x="8684" y="8984"/>
                  </a:cubicBezTo>
                  <a:lnTo>
                    <a:pt x="8684" y="100"/>
                  </a:lnTo>
                  <a:cubicBezTo>
                    <a:pt x="8684" y="47"/>
                    <a:pt x="8639" y="1"/>
                    <a:pt x="858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12"/>
            <p:cNvSpPr/>
            <p:nvPr/>
          </p:nvSpPr>
          <p:spPr>
            <a:xfrm>
              <a:off x="5032785" y="2831051"/>
              <a:ext cx="17077" cy="327001"/>
            </a:xfrm>
            <a:custGeom>
              <a:rect b="b" l="l" r="r" t="t"/>
              <a:pathLst>
                <a:path extrusionOk="0" h="9210" w="481">
                  <a:moveTo>
                    <a:pt x="0" y="0"/>
                  </a:moveTo>
                  <a:cubicBezTo>
                    <a:pt x="27" y="0"/>
                    <a:pt x="52" y="10"/>
                    <a:pt x="71" y="29"/>
                  </a:cubicBezTo>
                  <a:cubicBezTo>
                    <a:pt x="88" y="46"/>
                    <a:pt x="99" y="72"/>
                    <a:pt x="99" y="98"/>
                  </a:cubicBezTo>
                  <a:lnTo>
                    <a:pt x="99" y="9110"/>
                  </a:lnTo>
                  <a:cubicBezTo>
                    <a:pt x="99" y="9164"/>
                    <a:pt x="55" y="9210"/>
                    <a:pt x="0" y="9210"/>
                  </a:cubicBezTo>
                  <a:lnTo>
                    <a:pt x="381" y="9210"/>
                  </a:lnTo>
                  <a:cubicBezTo>
                    <a:pt x="436" y="9210"/>
                    <a:pt x="481" y="9164"/>
                    <a:pt x="481" y="9110"/>
                  </a:cubicBezTo>
                  <a:lnTo>
                    <a:pt x="481" y="98"/>
                  </a:lnTo>
                  <a:cubicBezTo>
                    <a:pt x="481" y="75"/>
                    <a:pt x="472" y="53"/>
                    <a:pt x="459" y="36"/>
                  </a:cubicBezTo>
                  <a:cubicBezTo>
                    <a:pt x="456" y="33"/>
                    <a:pt x="453" y="30"/>
                    <a:pt x="452" y="29"/>
                  </a:cubicBezTo>
                  <a:cubicBezTo>
                    <a:pt x="435" y="10"/>
                    <a:pt x="409" y="0"/>
                    <a:pt x="38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12"/>
            <p:cNvSpPr/>
            <p:nvPr/>
          </p:nvSpPr>
          <p:spPr>
            <a:xfrm>
              <a:off x="4741548" y="2831051"/>
              <a:ext cx="308304" cy="42748"/>
            </a:xfrm>
            <a:custGeom>
              <a:rect b="b" l="l" r="r" t="t"/>
              <a:pathLst>
                <a:path extrusionOk="0" h="1204" w="8684">
                  <a:moveTo>
                    <a:pt x="100" y="0"/>
                  </a:moveTo>
                  <a:cubicBezTo>
                    <a:pt x="47" y="0"/>
                    <a:pt x="1" y="45"/>
                    <a:pt x="1" y="98"/>
                  </a:cubicBezTo>
                  <a:lnTo>
                    <a:pt x="1" y="1203"/>
                  </a:lnTo>
                  <a:lnTo>
                    <a:pt x="8684" y="1203"/>
                  </a:lnTo>
                  <a:lnTo>
                    <a:pt x="8684" y="98"/>
                  </a:lnTo>
                  <a:cubicBezTo>
                    <a:pt x="8684" y="45"/>
                    <a:pt x="8639" y="0"/>
                    <a:pt x="858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12"/>
            <p:cNvSpPr/>
            <p:nvPr/>
          </p:nvSpPr>
          <p:spPr>
            <a:xfrm>
              <a:off x="5032785" y="2831051"/>
              <a:ext cx="17077" cy="42748"/>
            </a:xfrm>
            <a:custGeom>
              <a:rect b="b" l="l" r="r" t="t"/>
              <a:pathLst>
                <a:path extrusionOk="0" h="1204" w="481">
                  <a:moveTo>
                    <a:pt x="0" y="0"/>
                  </a:moveTo>
                  <a:cubicBezTo>
                    <a:pt x="27" y="0"/>
                    <a:pt x="52" y="10"/>
                    <a:pt x="71" y="29"/>
                  </a:cubicBezTo>
                  <a:cubicBezTo>
                    <a:pt x="88" y="46"/>
                    <a:pt x="99" y="72"/>
                    <a:pt x="99" y="98"/>
                  </a:cubicBezTo>
                  <a:lnTo>
                    <a:pt x="99" y="1203"/>
                  </a:lnTo>
                  <a:lnTo>
                    <a:pt x="481" y="1203"/>
                  </a:lnTo>
                  <a:lnTo>
                    <a:pt x="481" y="98"/>
                  </a:lnTo>
                  <a:cubicBezTo>
                    <a:pt x="481" y="75"/>
                    <a:pt x="472" y="53"/>
                    <a:pt x="459" y="36"/>
                  </a:cubicBezTo>
                  <a:cubicBezTo>
                    <a:pt x="456" y="33"/>
                    <a:pt x="453" y="30"/>
                    <a:pt x="452" y="29"/>
                  </a:cubicBezTo>
                  <a:cubicBezTo>
                    <a:pt x="435" y="10"/>
                    <a:pt x="409" y="0"/>
                    <a:pt x="38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12"/>
            <p:cNvSpPr/>
            <p:nvPr/>
          </p:nvSpPr>
          <p:spPr>
            <a:xfrm>
              <a:off x="4803786" y="2900496"/>
              <a:ext cx="183903" cy="230996"/>
            </a:xfrm>
            <a:custGeom>
              <a:rect b="b" l="l" r="r" t="t"/>
              <a:pathLst>
                <a:path extrusionOk="0" h="6506" w="5180">
                  <a:moveTo>
                    <a:pt x="2590" y="0"/>
                  </a:moveTo>
                  <a:cubicBezTo>
                    <a:pt x="2552" y="0"/>
                    <a:pt x="2513" y="11"/>
                    <a:pt x="2478" y="33"/>
                  </a:cubicBezTo>
                  <a:cubicBezTo>
                    <a:pt x="2168" y="228"/>
                    <a:pt x="1238" y="775"/>
                    <a:pt x="264" y="972"/>
                  </a:cubicBezTo>
                  <a:cubicBezTo>
                    <a:pt x="167" y="991"/>
                    <a:pt x="98" y="1076"/>
                    <a:pt x="98" y="1175"/>
                  </a:cubicBezTo>
                  <a:lnTo>
                    <a:pt x="98" y="3997"/>
                  </a:lnTo>
                  <a:cubicBezTo>
                    <a:pt x="98" y="3997"/>
                    <a:pt x="0" y="5845"/>
                    <a:pt x="2591" y="6505"/>
                  </a:cubicBezTo>
                  <a:cubicBezTo>
                    <a:pt x="5179" y="5846"/>
                    <a:pt x="5080" y="3997"/>
                    <a:pt x="5080" y="3997"/>
                  </a:cubicBezTo>
                  <a:lnTo>
                    <a:pt x="5080" y="1175"/>
                  </a:lnTo>
                  <a:cubicBezTo>
                    <a:pt x="5080" y="1076"/>
                    <a:pt x="5010" y="991"/>
                    <a:pt x="4915" y="972"/>
                  </a:cubicBezTo>
                  <a:cubicBezTo>
                    <a:pt x="3942" y="775"/>
                    <a:pt x="3011" y="228"/>
                    <a:pt x="2700" y="33"/>
                  </a:cubicBezTo>
                  <a:cubicBezTo>
                    <a:pt x="2667" y="11"/>
                    <a:pt x="2629" y="0"/>
                    <a:pt x="259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12"/>
            <p:cNvSpPr/>
            <p:nvPr/>
          </p:nvSpPr>
          <p:spPr>
            <a:xfrm>
              <a:off x="4888995" y="2900425"/>
              <a:ext cx="96141" cy="231067"/>
            </a:xfrm>
            <a:custGeom>
              <a:rect b="b" l="l" r="r" t="t"/>
              <a:pathLst>
                <a:path extrusionOk="0" h="6508" w="2708">
                  <a:moveTo>
                    <a:pt x="188" y="1"/>
                  </a:moveTo>
                  <a:cubicBezTo>
                    <a:pt x="150" y="1"/>
                    <a:pt x="112" y="12"/>
                    <a:pt x="78" y="33"/>
                  </a:cubicBezTo>
                  <a:cubicBezTo>
                    <a:pt x="55" y="48"/>
                    <a:pt x="31" y="64"/>
                    <a:pt x="1" y="81"/>
                  </a:cubicBezTo>
                  <a:cubicBezTo>
                    <a:pt x="368" y="330"/>
                    <a:pt x="1237" y="983"/>
                    <a:pt x="2143" y="1164"/>
                  </a:cubicBezTo>
                  <a:cubicBezTo>
                    <a:pt x="2240" y="1185"/>
                    <a:pt x="2309" y="1268"/>
                    <a:pt x="2309" y="1367"/>
                  </a:cubicBezTo>
                  <a:lnTo>
                    <a:pt x="2309" y="3999"/>
                  </a:lnTo>
                  <a:cubicBezTo>
                    <a:pt x="2309" y="3999"/>
                    <a:pt x="2338" y="4530"/>
                    <a:pt x="1966" y="5123"/>
                  </a:cubicBezTo>
                  <a:cubicBezTo>
                    <a:pt x="1660" y="5611"/>
                    <a:pt x="1086" y="6142"/>
                    <a:pt x="4" y="6456"/>
                  </a:cubicBezTo>
                  <a:cubicBezTo>
                    <a:pt x="63" y="6474"/>
                    <a:pt x="126" y="6490"/>
                    <a:pt x="189" y="6507"/>
                  </a:cubicBezTo>
                  <a:cubicBezTo>
                    <a:pt x="1392" y="6201"/>
                    <a:pt x="2014" y="5638"/>
                    <a:pt x="2336" y="5123"/>
                  </a:cubicBezTo>
                  <a:cubicBezTo>
                    <a:pt x="2708" y="4530"/>
                    <a:pt x="2680" y="3999"/>
                    <a:pt x="2680" y="3998"/>
                  </a:cubicBezTo>
                  <a:lnTo>
                    <a:pt x="2680" y="1173"/>
                  </a:lnTo>
                  <a:cubicBezTo>
                    <a:pt x="2680" y="1077"/>
                    <a:pt x="2611" y="992"/>
                    <a:pt x="2515" y="972"/>
                  </a:cubicBezTo>
                  <a:cubicBezTo>
                    <a:pt x="1542" y="776"/>
                    <a:pt x="611" y="229"/>
                    <a:pt x="300" y="33"/>
                  </a:cubicBezTo>
                  <a:cubicBezTo>
                    <a:pt x="265" y="12"/>
                    <a:pt x="227" y="1"/>
                    <a:pt x="18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12"/>
            <p:cNvSpPr/>
            <p:nvPr/>
          </p:nvSpPr>
          <p:spPr>
            <a:xfrm>
              <a:off x="4825479" y="2925101"/>
              <a:ext cx="140377" cy="182389"/>
            </a:xfrm>
            <a:custGeom>
              <a:rect b="b" l="l" r="r" t="t"/>
              <a:pathLst>
                <a:path extrusionOk="0" h="5137" w="3954">
                  <a:moveTo>
                    <a:pt x="1977" y="1"/>
                  </a:moveTo>
                  <a:cubicBezTo>
                    <a:pt x="1948" y="1"/>
                    <a:pt x="1919" y="9"/>
                    <a:pt x="1893" y="25"/>
                  </a:cubicBezTo>
                  <a:cubicBezTo>
                    <a:pt x="1656" y="174"/>
                    <a:pt x="945" y="592"/>
                    <a:pt x="202" y="743"/>
                  </a:cubicBezTo>
                  <a:cubicBezTo>
                    <a:pt x="129" y="757"/>
                    <a:pt x="76" y="822"/>
                    <a:pt x="76" y="898"/>
                  </a:cubicBezTo>
                  <a:lnTo>
                    <a:pt x="76" y="3052"/>
                  </a:lnTo>
                  <a:cubicBezTo>
                    <a:pt x="76" y="3052"/>
                    <a:pt x="1" y="4632"/>
                    <a:pt x="1978" y="5136"/>
                  </a:cubicBezTo>
                  <a:cubicBezTo>
                    <a:pt x="3954" y="4632"/>
                    <a:pt x="3879" y="3052"/>
                    <a:pt x="3879" y="3052"/>
                  </a:cubicBezTo>
                  <a:lnTo>
                    <a:pt x="3879" y="898"/>
                  </a:lnTo>
                  <a:cubicBezTo>
                    <a:pt x="3879" y="822"/>
                    <a:pt x="3827" y="757"/>
                    <a:pt x="3753" y="743"/>
                  </a:cubicBezTo>
                  <a:cubicBezTo>
                    <a:pt x="3010" y="593"/>
                    <a:pt x="2301" y="176"/>
                    <a:pt x="2062" y="25"/>
                  </a:cubicBezTo>
                  <a:cubicBezTo>
                    <a:pt x="2036" y="9"/>
                    <a:pt x="2007" y="1"/>
                    <a:pt x="197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12"/>
            <p:cNvSpPr/>
            <p:nvPr/>
          </p:nvSpPr>
          <p:spPr>
            <a:xfrm>
              <a:off x="4884876" y="2925030"/>
              <a:ext cx="79100" cy="182354"/>
            </a:xfrm>
            <a:custGeom>
              <a:rect b="b" l="l" r="r" t="t"/>
              <a:pathLst>
                <a:path extrusionOk="0" h="5136" w="2228">
                  <a:moveTo>
                    <a:pt x="306" y="0"/>
                  </a:moveTo>
                  <a:cubicBezTo>
                    <a:pt x="277" y="0"/>
                    <a:pt x="248" y="9"/>
                    <a:pt x="222" y="25"/>
                  </a:cubicBezTo>
                  <a:cubicBezTo>
                    <a:pt x="170" y="57"/>
                    <a:pt x="94" y="103"/>
                    <a:pt x="0" y="156"/>
                  </a:cubicBezTo>
                  <a:cubicBezTo>
                    <a:pt x="291" y="335"/>
                    <a:pt x="1026" y="866"/>
                    <a:pt x="1718" y="1004"/>
                  </a:cubicBezTo>
                  <a:cubicBezTo>
                    <a:pt x="1792" y="1018"/>
                    <a:pt x="1844" y="1083"/>
                    <a:pt x="1844" y="1158"/>
                  </a:cubicBezTo>
                  <a:lnTo>
                    <a:pt x="1844" y="3053"/>
                  </a:lnTo>
                  <a:cubicBezTo>
                    <a:pt x="1844" y="3053"/>
                    <a:pt x="1865" y="3506"/>
                    <a:pt x="1582" y="4004"/>
                  </a:cubicBezTo>
                  <a:cubicBezTo>
                    <a:pt x="1351" y="4407"/>
                    <a:pt x="923" y="4839"/>
                    <a:pt x="122" y="5085"/>
                  </a:cubicBezTo>
                  <a:cubicBezTo>
                    <a:pt x="181" y="5104"/>
                    <a:pt x="242" y="5119"/>
                    <a:pt x="304" y="5135"/>
                  </a:cubicBezTo>
                  <a:cubicBezTo>
                    <a:pt x="1222" y="4902"/>
                    <a:pt x="1697" y="4436"/>
                    <a:pt x="1943" y="4004"/>
                  </a:cubicBezTo>
                  <a:cubicBezTo>
                    <a:pt x="2228" y="3508"/>
                    <a:pt x="2206" y="3054"/>
                    <a:pt x="2208" y="3053"/>
                  </a:cubicBezTo>
                  <a:lnTo>
                    <a:pt x="2208" y="897"/>
                  </a:lnTo>
                  <a:cubicBezTo>
                    <a:pt x="2208" y="823"/>
                    <a:pt x="2156" y="758"/>
                    <a:pt x="2082" y="743"/>
                  </a:cubicBezTo>
                  <a:cubicBezTo>
                    <a:pt x="1338" y="592"/>
                    <a:pt x="629" y="175"/>
                    <a:pt x="392" y="25"/>
                  </a:cubicBezTo>
                  <a:cubicBezTo>
                    <a:pt x="365" y="9"/>
                    <a:pt x="335" y="0"/>
                    <a:pt x="30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12"/>
            <p:cNvSpPr/>
            <p:nvPr/>
          </p:nvSpPr>
          <p:spPr>
            <a:xfrm>
              <a:off x="4848520" y="2969125"/>
              <a:ext cx="94366" cy="94301"/>
            </a:xfrm>
            <a:custGeom>
              <a:rect b="b" l="l" r="r" t="t"/>
              <a:pathLst>
                <a:path extrusionOk="0" h="2656" w="2658">
                  <a:moveTo>
                    <a:pt x="1073" y="1"/>
                  </a:moveTo>
                  <a:cubicBezTo>
                    <a:pt x="981" y="1"/>
                    <a:pt x="906" y="77"/>
                    <a:pt x="906" y="169"/>
                  </a:cubicBezTo>
                  <a:lnTo>
                    <a:pt x="906" y="739"/>
                  </a:lnTo>
                  <a:cubicBezTo>
                    <a:pt x="906" y="831"/>
                    <a:pt x="830" y="906"/>
                    <a:pt x="739" y="906"/>
                  </a:cubicBezTo>
                  <a:lnTo>
                    <a:pt x="168" y="906"/>
                  </a:lnTo>
                  <a:cubicBezTo>
                    <a:pt x="77" y="906"/>
                    <a:pt x="1" y="982"/>
                    <a:pt x="1" y="1073"/>
                  </a:cubicBezTo>
                  <a:lnTo>
                    <a:pt x="1" y="1584"/>
                  </a:lnTo>
                  <a:cubicBezTo>
                    <a:pt x="1" y="1676"/>
                    <a:pt x="77" y="1752"/>
                    <a:pt x="168" y="1752"/>
                  </a:cubicBezTo>
                  <a:lnTo>
                    <a:pt x="739" y="1752"/>
                  </a:lnTo>
                  <a:cubicBezTo>
                    <a:pt x="830" y="1752"/>
                    <a:pt x="906" y="1827"/>
                    <a:pt x="906" y="1919"/>
                  </a:cubicBezTo>
                  <a:lnTo>
                    <a:pt x="906" y="2489"/>
                  </a:lnTo>
                  <a:cubicBezTo>
                    <a:pt x="906" y="2581"/>
                    <a:pt x="981" y="2656"/>
                    <a:pt x="1073" y="2656"/>
                  </a:cubicBezTo>
                  <a:lnTo>
                    <a:pt x="1584" y="2656"/>
                  </a:lnTo>
                  <a:cubicBezTo>
                    <a:pt x="1676" y="2656"/>
                    <a:pt x="1751" y="2581"/>
                    <a:pt x="1751" y="2489"/>
                  </a:cubicBezTo>
                  <a:lnTo>
                    <a:pt x="1751" y="1919"/>
                  </a:lnTo>
                  <a:cubicBezTo>
                    <a:pt x="1751" y="1827"/>
                    <a:pt x="1827" y="1752"/>
                    <a:pt x="1918" y="1752"/>
                  </a:cubicBezTo>
                  <a:lnTo>
                    <a:pt x="2489" y="1752"/>
                  </a:lnTo>
                  <a:cubicBezTo>
                    <a:pt x="2580" y="1752"/>
                    <a:pt x="2656" y="1676"/>
                    <a:pt x="2656" y="1584"/>
                  </a:cubicBezTo>
                  <a:lnTo>
                    <a:pt x="2656" y="1073"/>
                  </a:lnTo>
                  <a:cubicBezTo>
                    <a:pt x="2657" y="979"/>
                    <a:pt x="2583" y="906"/>
                    <a:pt x="2491" y="906"/>
                  </a:cubicBezTo>
                  <a:lnTo>
                    <a:pt x="1919" y="906"/>
                  </a:lnTo>
                  <a:cubicBezTo>
                    <a:pt x="1827" y="906"/>
                    <a:pt x="1751" y="831"/>
                    <a:pt x="1751" y="739"/>
                  </a:cubicBezTo>
                  <a:lnTo>
                    <a:pt x="1751" y="169"/>
                  </a:lnTo>
                  <a:cubicBezTo>
                    <a:pt x="1751" y="77"/>
                    <a:pt x="1676" y="1"/>
                    <a:pt x="15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12"/>
            <p:cNvSpPr/>
            <p:nvPr/>
          </p:nvSpPr>
          <p:spPr>
            <a:xfrm>
              <a:off x="4891622" y="3031292"/>
              <a:ext cx="25065" cy="32132"/>
            </a:xfrm>
            <a:custGeom>
              <a:rect b="b" l="l" r="r" t="t"/>
              <a:pathLst>
                <a:path extrusionOk="0" h="905" w="706">
                  <a:moveTo>
                    <a:pt x="334" y="1"/>
                  </a:moveTo>
                  <a:cubicBezTo>
                    <a:pt x="242" y="1"/>
                    <a:pt x="167" y="74"/>
                    <a:pt x="167" y="168"/>
                  </a:cubicBezTo>
                  <a:lnTo>
                    <a:pt x="167" y="738"/>
                  </a:lnTo>
                  <a:cubicBezTo>
                    <a:pt x="167" y="830"/>
                    <a:pt x="91" y="905"/>
                    <a:pt x="0" y="905"/>
                  </a:cubicBezTo>
                  <a:lnTo>
                    <a:pt x="370" y="905"/>
                  </a:lnTo>
                  <a:cubicBezTo>
                    <a:pt x="462" y="905"/>
                    <a:pt x="537" y="830"/>
                    <a:pt x="537" y="738"/>
                  </a:cubicBezTo>
                  <a:lnTo>
                    <a:pt x="537" y="168"/>
                  </a:lnTo>
                  <a:cubicBezTo>
                    <a:pt x="537" y="76"/>
                    <a:pt x="610" y="1"/>
                    <a:pt x="70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12"/>
            <p:cNvSpPr/>
            <p:nvPr/>
          </p:nvSpPr>
          <p:spPr>
            <a:xfrm>
              <a:off x="4891622" y="2969125"/>
              <a:ext cx="25065" cy="32168"/>
            </a:xfrm>
            <a:custGeom>
              <a:rect b="b" l="l" r="r" t="t"/>
              <a:pathLst>
                <a:path extrusionOk="0" h="906" w="706">
                  <a:moveTo>
                    <a:pt x="0" y="1"/>
                  </a:moveTo>
                  <a:cubicBezTo>
                    <a:pt x="91" y="1"/>
                    <a:pt x="167" y="77"/>
                    <a:pt x="167" y="169"/>
                  </a:cubicBezTo>
                  <a:lnTo>
                    <a:pt x="167" y="739"/>
                  </a:lnTo>
                  <a:cubicBezTo>
                    <a:pt x="167" y="831"/>
                    <a:pt x="240" y="906"/>
                    <a:pt x="334" y="906"/>
                  </a:cubicBezTo>
                  <a:lnTo>
                    <a:pt x="705" y="906"/>
                  </a:lnTo>
                  <a:cubicBezTo>
                    <a:pt x="613" y="906"/>
                    <a:pt x="537" y="831"/>
                    <a:pt x="537" y="739"/>
                  </a:cubicBezTo>
                  <a:lnTo>
                    <a:pt x="537" y="169"/>
                  </a:lnTo>
                  <a:cubicBezTo>
                    <a:pt x="537" y="77"/>
                    <a:pt x="463" y="1"/>
                    <a:pt x="3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12"/>
            <p:cNvSpPr/>
            <p:nvPr/>
          </p:nvSpPr>
          <p:spPr>
            <a:xfrm>
              <a:off x="4923788" y="3001256"/>
              <a:ext cx="19100" cy="30073"/>
            </a:xfrm>
            <a:custGeom>
              <a:rect b="b" l="l" r="r" t="t"/>
              <a:pathLst>
                <a:path extrusionOk="0" h="847" w="538">
                  <a:moveTo>
                    <a:pt x="1" y="1"/>
                  </a:moveTo>
                  <a:cubicBezTo>
                    <a:pt x="91" y="1"/>
                    <a:pt x="168" y="77"/>
                    <a:pt x="168" y="168"/>
                  </a:cubicBezTo>
                  <a:lnTo>
                    <a:pt x="168" y="679"/>
                  </a:lnTo>
                  <a:cubicBezTo>
                    <a:pt x="168" y="771"/>
                    <a:pt x="94" y="847"/>
                    <a:pt x="1" y="847"/>
                  </a:cubicBezTo>
                  <a:lnTo>
                    <a:pt x="371" y="847"/>
                  </a:lnTo>
                  <a:cubicBezTo>
                    <a:pt x="463" y="847"/>
                    <a:pt x="537" y="771"/>
                    <a:pt x="537" y="679"/>
                  </a:cubicBezTo>
                  <a:lnTo>
                    <a:pt x="537" y="168"/>
                  </a:lnTo>
                  <a:cubicBezTo>
                    <a:pt x="537" y="74"/>
                    <a:pt x="463" y="1"/>
                    <a:pt x="3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1" name="Google Shape;1951;p12"/>
          <p:cNvGrpSpPr/>
          <p:nvPr/>
        </p:nvGrpSpPr>
        <p:grpSpPr>
          <a:xfrm>
            <a:off x="1475234" y="1925219"/>
            <a:ext cx="327022" cy="327108"/>
            <a:chOff x="4084872" y="2830944"/>
            <a:chExt cx="327022" cy="327108"/>
          </a:xfrm>
        </p:grpSpPr>
        <p:sp>
          <p:nvSpPr>
            <p:cNvPr id="1952" name="Google Shape;1952;p12"/>
            <p:cNvSpPr/>
            <p:nvPr/>
          </p:nvSpPr>
          <p:spPr>
            <a:xfrm>
              <a:off x="4084872" y="2830944"/>
              <a:ext cx="322221" cy="327108"/>
            </a:xfrm>
            <a:custGeom>
              <a:rect b="b" l="l" r="r" t="t"/>
              <a:pathLst>
                <a:path extrusionOk="0" h="9213" w="9076">
                  <a:moveTo>
                    <a:pt x="4606" y="0"/>
                  </a:moveTo>
                  <a:cubicBezTo>
                    <a:pt x="3357" y="0"/>
                    <a:pt x="2226" y="497"/>
                    <a:pt x="1397" y="1302"/>
                  </a:cubicBezTo>
                  <a:cubicBezTo>
                    <a:pt x="1341" y="1357"/>
                    <a:pt x="1269" y="1553"/>
                    <a:pt x="1217" y="1610"/>
                  </a:cubicBezTo>
                  <a:cubicBezTo>
                    <a:pt x="679" y="2187"/>
                    <a:pt x="486" y="2701"/>
                    <a:pt x="300" y="3496"/>
                  </a:cubicBezTo>
                  <a:cubicBezTo>
                    <a:pt x="281" y="3582"/>
                    <a:pt x="81" y="3732"/>
                    <a:pt x="67" y="3819"/>
                  </a:cubicBezTo>
                  <a:cubicBezTo>
                    <a:pt x="24" y="4077"/>
                    <a:pt x="1" y="4339"/>
                    <a:pt x="1" y="4608"/>
                  </a:cubicBezTo>
                  <a:cubicBezTo>
                    <a:pt x="1" y="7151"/>
                    <a:pt x="2061" y="9213"/>
                    <a:pt x="4606" y="9213"/>
                  </a:cubicBezTo>
                  <a:cubicBezTo>
                    <a:pt x="5764" y="9213"/>
                    <a:pt x="6823" y="8784"/>
                    <a:pt x="7632" y="8077"/>
                  </a:cubicBezTo>
                  <a:cubicBezTo>
                    <a:pt x="7681" y="8034"/>
                    <a:pt x="7690" y="7803"/>
                    <a:pt x="7737" y="7756"/>
                  </a:cubicBezTo>
                  <a:cubicBezTo>
                    <a:pt x="8621" y="6919"/>
                    <a:pt x="9075" y="5922"/>
                    <a:pt x="9075" y="4608"/>
                  </a:cubicBezTo>
                  <a:cubicBezTo>
                    <a:pt x="9075" y="2963"/>
                    <a:pt x="8297" y="1639"/>
                    <a:pt x="7000" y="823"/>
                  </a:cubicBezTo>
                  <a:cubicBezTo>
                    <a:pt x="6938" y="784"/>
                    <a:pt x="6927" y="626"/>
                    <a:pt x="6862" y="590"/>
                  </a:cubicBezTo>
                  <a:cubicBezTo>
                    <a:pt x="6194" y="215"/>
                    <a:pt x="5426" y="0"/>
                    <a:pt x="46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12"/>
            <p:cNvSpPr/>
            <p:nvPr/>
          </p:nvSpPr>
          <p:spPr>
            <a:xfrm>
              <a:off x="4186696" y="2837584"/>
              <a:ext cx="225192" cy="320468"/>
            </a:xfrm>
            <a:custGeom>
              <a:rect b="b" l="l" r="r" t="t"/>
              <a:pathLst>
                <a:path extrusionOk="0" h="9026" w="6343">
                  <a:moveTo>
                    <a:pt x="3034" y="0"/>
                  </a:moveTo>
                  <a:lnTo>
                    <a:pt x="3034" y="0"/>
                  </a:lnTo>
                  <a:cubicBezTo>
                    <a:pt x="4716" y="688"/>
                    <a:pt x="5901" y="2339"/>
                    <a:pt x="5901" y="4267"/>
                  </a:cubicBezTo>
                  <a:cubicBezTo>
                    <a:pt x="5901" y="6811"/>
                    <a:pt x="3840" y="8872"/>
                    <a:pt x="1296" y="8872"/>
                  </a:cubicBezTo>
                  <a:cubicBezTo>
                    <a:pt x="847" y="8872"/>
                    <a:pt x="411" y="8807"/>
                    <a:pt x="1" y="8688"/>
                  </a:cubicBezTo>
                  <a:lnTo>
                    <a:pt x="1" y="8688"/>
                  </a:lnTo>
                  <a:cubicBezTo>
                    <a:pt x="538" y="8905"/>
                    <a:pt x="1123" y="9026"/>
                    <a:pt x="1738" y="9026"/>
                  </a:cubicBezTo>
                  <a:cubicBezTo>
                    <a:pt x="4280" y="9026"/>
                    <a:pt x="6343" y="6964"/>
                    <a:pt x="6343" y="4421"/>
                  </a:cubicBezTo>
                  <a:cubicBezTo>
                    <a:pt x="6343" y="2329"/>
                    <a:pt x="4944" y="561"/>
                    <a:pt x="303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 name="Google Shape;1954;p12"/>
            <p:cNvSpPr/>
            <p:nvPr/>
          </p:nvSpPr>
          <p:spPr>
            <a:xfrm>
              <a:off x="4237751" y="2851998"/>
              <a:ext cx="174140" cy="265755"/>
            </a:xfrm>
            <a:custGeom>
              <a:rect b="b" l="l" r="r" t="t"/>
              <a:pathLst>
                <a:path extrusionOk="0" h="7485" w="4905">
                  <a:moveTo>
                    <a:pt x="2556" y="0"/>
                  </a:moveTo>
                  <a:cubicBezTo>
                    <a:pt x="2168" y="419"/>
                    <a:pt x="1756" y="814"/>
                    <a:pt x="1326" y="1190"/>
                  </a:cubicBezTo>
                  <a:cubicBezTo>
                    <a:pt x="1252" y="1253"/>
                    <a:pt x="1175" y="1320"/>
                    <a:pt x="1081" y="1350"/>
                  </a:cubicBezTo>
                  <a:cubicBezTo>
                    <a:pt x="1054" y="1359"/>
                    <a:pt x="1020" y="1363"/>
                    <a:pt x="983" y="1363"/>
                  </a:cubicBezTo>
                  <a:cubicBezTo>
                    <a:pt x="820" y="1363"/>
                    <a:pt x="577" y="1291"/>
                    <a:pt x="379" y="1291"/>
                  </a:cubicBezTo>
                  <a:cubicBezTo>
                    <a:pt x="216" y="1291"/>
                    <a:pt x="83" y="1339"/>
                    <a:pt x="48" y="1514"/>
                  </a:cubicBezTo>
                  <a:cubicBezTo>
                    <a:pt x="0" y="1744"/>
                    <a:pt x="375" y="1872"/>
                    <a:pt x="367" y="2110"/>
                  </a:cubicBezTo>
                  <a:cubicBezTo>
                    <a:pt x="366" y="2170"/>
                    <a:pt x="336" y="2228"/>
                    <a:pt x="317" y="2290"/>
                  </a:cubicBezTo>
                  <a:cubicBezTo>
                    <a:pt x="225" y="2602"/>
                    <a:pt x="498" y="2900"/>
                    <a:pt x="769" y="3084"/>
                  </a:cubicBezTo>
                  <a:cubicBezTo>
                    <a:pt x="1038" y="3269"/>
                    <a:pt x="1359" y="3458"/>
                    <a:pt x="1424" y="3779"/>
                  </a:cubicBezTo>
                  <a:cubicBezTo>
                    <a:pt x="1455" y="3940"/>
                    <a:pt x="1416" y="4119"/>
                    <a:pt x="1483" y="4271"/>
                  </a:cubicBezTo>
                  <a:cubicBezTo>
                    <a:pt x="1624" y="4592"/>
                    <a:pt x="2107" y="4576"/>
                    <a:pt x="2340" y="4835"/>
                  </a:cubicBezTo>
                  <a:cubicBezTo>
                    <a:pt x="2499" y="5009"/>
                    <a:pt x="2510" y="5274"/>
                    <a:pt x="2467" y="5507"/>
                  </a:cubicBezTo>
                  <a:cubicBezTo>
                    <a:pt x="2424" y="5742"/>
                    <a:pt x="2339" y="5968"/>
                    <a:pt x="2339" y="6205"/>
                  </a:cubicBezTo>
                  <a:cubicBezTo>
                    <a:pt x="2340" y="6576"/>
                    <a:pt x="2556" y="6922"/>
                    <a:pt x="2840" y="7162"/>
                  </a:cubicBezTo>
                  <a:cubicBezTo>
                    <a:pt x="2988" y="7290"/>
                    <a:pt x="3153" y="7392"/>
                    <a:pt x="3326" y="7484"/>
                  </a:cubicBezTo>
                  <a:cubicBezTo>
                    <a:pt x="4293" y="6641"/>
                    <a:pt x="4905" y="5399"/>
                    <a:pt x="4905" y="4015"/>
                  </a:cubicBezTo>
                  <a:cubicBezTo>
                    <a:pt x="4905" y="2291"/>
                    <a:pt x="3956" y="789"/>
                    <a:pt x="255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12"/>
            <p:cNvSpPr/>
            <p:nvPr/>
          </p:nvSpPr>
          <p:spPr>
            <a:xfrm>
              <a:off x="4325871" y="2852034"/>
              <a:ext cx="86023" cy="265719"/>
            </a:xfrm>
            <a:custGeom>
              <a:rect b="b" l="l" r="r" t="t"/>
              <a:pathLst>
                <a:path extrusionOk="0" h="7484" w="2423">
                  <a:moveTo>
                    <a:pt x="74" y="0"/>
                  </a:moveTo>
                  <a:cubicBezTo>
                    <a:pt x="50" y="25"/>
                    <a:pt x="27" y="51"/>
                    <a:pt x="1" y="75"/>
                  </a:cubicBezTo>
                  <a:cubicBezTo>
                    <a:pt x="1199" y="907"/>
                    <a:pt x="1984" y="2291"/>
                    <a:pt x="1984" y="3860"/>
                  </a:cubicBezTo>
                  <a:cubicBezTo>
                    <a:pt x="1984" y="5205"/>
                    <a:pt x="1404" y="6419"/>
                    <a:pt x="483" y="7260"/>
                  </a:cubicBezTo>
                  <a:cubicBezTo>
                    <a:pt x="596" y="7345"/>
                    <a:pt x="719" y="7417"/>
                    <a:pt x="844" y="7483"/>
                  </a:cubicBezTo>
                  <a:cubicBezTo>
                    <a:pt x="1811" y="6640"/>
                    <a:pt x="2423" y="5398"/>
                    <a:pt x="2423" y="4014"/>
                  </a:cubicBezTo>
                  <a:cubicBezTo>
                    <a:pt x="2423" y="2290"/>
                    <a:pt x="1474" y="788"/>
                    <a:pt x="7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12"/>
            <p:cNvSpPr/>
            <p:nvPr/>
          </p:nvSpPr>
          <p:spPr>
            <a:xfrm>
              <a:off x="4087215" y="2877277"/>
              <a:ext cx="111371" cy="111876"/>
            </a:xfrm>
            <a:custGeom>
              <a:rect b="b" l="l" r="r" t="t"/>
              <a:pathLst>
                <a:path extrusionOk="0" h="3151" w="3137">
                  <a:moveTo>
                    <a:pt x="1331" y="0"/>
                  </a:moveTo>
                  <a:cubicBezTo>
                    <a:pt x="647" y="664"/>
                    <a:pt x="169" y="1537"/>
                    <a:pt x="1" y="2516"/>
                  </a:cubicBezTo>
                  <a:cubicBezTo>
                    <a:pt x="57" y="2507"/>
                    <a:pt x="112" y="2504"/>
                    <a:pt x="169" y="2501"/>
                  </a:cubicBezTo>
                  <a:cubicBezTo>
                    <a:pt x="174" y="2501"/>
                    <a:pt x="179" y="2501"/>
                    <a:pt x="183" y="2501"/>
                  </a:cubicBezTo>
                  <a:cubicBezTo>
                    <a:pt x="587" y="2501"/>
                    <a:pt x="964" y="2687"/>
                    <a:pt x="1342" y="2829"/>
                  </a:cubicBezTo>
                  <a:cubicBezTo>
                    <a:pt x="1749" y="2983"/>
                    <a:pt x="2174" y="3088"/>
                    <a:pt x="2606" y="3145"/>
                  </a:cubicBezTo>
                  <a:cubicBezTo>
                    <a:pt x="2631" y="3147"/>
                    <a:pt x="2656" y="3150"/>
                    <a:pt x="2682" y="3150"/>
                  </a:cubicBezTo>
                  <a:cubicBezTo>
                    <a:pt x="2707" y="3150"/>
                    <a:pt x="2732" y="3147"/>
                    <a:pt x="2757" y="3139"/>
                  </a:cubicBezTo>
                  <a:cubicBezTo>
                    <a:pt x="2878" y="3094"/>
                    <a:pt x="2952" y="2955"/>
                    <a:pt x="2964" y="2838"/>
                  </a:cubicBezTo>
                  <a:cubicBezTo>
                    <a:pt x="2996" y="2477"/>
                    <a:pt x="3043" y="2119"/>
                    <a:pt x="3095" y="1767"/>
                  </a:cubicBezTo>
                  <a:cubicBezTo>
                    <a:pt x="3137" y="1497"/>
                    <a:pt x="3129" y="1235"/>
                    <a:pt x="2886" y="1051"/>
                  </a:cubicBezTo>
                  <a:cubicBezTo>
                    <a:pt x="2565" y="802"/>
                    <a:pt x="2211" y="526"/>
                    <a:pt x="1867" y="305"/>
                  </a:cubicBezTo>
                  <a:cubicBezTo>
                    <a:pt x="1693" y="195"/>
                    <a:pt x="1513" y="91"/>
                    <a:pt x="133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12"/>
            <p:cNvSpPr/>
            <p:nvPr/>
          </p:nvSpPr>
          <p:spPr>
            <a:xfrm>
              <a:off x="4173879" y="2907065"/>
              <a:ext cx="24710" cy="82088"/>
            </a:xfrm>
            <a:custGeom>
              <a:rect b="b" l="l" r="r" t="t"/>
              <a:pathLst>
                <a:path extrusionOk="0" h="2312" w="696">
                  <a:moveTo>
                    <a:pt x="170" y="0"/>
                  </a:moveTo>
                  <a:cubicBezTo>
                    <a:pt x="347" y="206"/>
                    <a:pt x="350" y="468"/>
                    <a:pt x="309" y="740"/>
                  </a:cubicBezTo>
                  <a:cubicBezTo>
                    <a:pt x="247" y="1149"/>
                    <a:pt x="193" y="1563"/>
                    <a:pt x="156" y="1983"/>
                  </a:cubicBezTo>
                  <a:cubicBezTo>
                    <a:pt x="144" y="2087"/>
                    <a:pt x="91" y="2209"/>
                    <a:pt x="1" y="2281"/>
                  </a:cubicBezTo>
                  <a:cubicBezTo>
                    <a:pt x="55" y="2291"/>
                    <a:pt x="110" y="2298"/>
                    <a:pt x="165" y="2306"/>
                  </a:cubicBezTo>
                  <a:cubicBezTo>
                    <a:pt x="190" y="2308"/>
                    <a:pt x="216" y="2311"/>
                    <a:pt x="241" y="2311"/>
                  </a:cubicBezTo>
                  <a:cubicBezTo>
                    <a:pt x="267" y="2311"/>
                    <a:pt x="292" y="2308"/>
                    <a:pt x="316" y="2300"/>
                  </a:cubicBezTo>
                  <a:cubicBezTo>
                    <a:pt x="437" y="2255"/>
                    <a:pt x="511" y="2116"/>
                    <a:pt x="523" y="1999"/>
                  </a:cubicBezTo>
                  <a:cubicBezTo>
                    <a:pt x="555" y="1638"/>
                    <a:pt x="602" y="1280"/>
                    <a:pt x="654" y="928"/>
                  </a:cubicBezTo>
                  <a:cubicBezTo>
                    <a:pt x="696" y="658"/>
                    <a:pt x="688" y="396"/>
                    <a:pt x="445" y="213"/>
                  </a:cubicBezTo>
                  <a:cubicBezTo>
                    <a:pt x="355" y="144"/>
                    <a:pt x="264" y="72"/>
                    <a:pt x="1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12"/>
            <p:cNvSpPr/>
            <p:nvPr/>
          </p:nvSpPr>
          <p:spPr>
            <a:xfrm>
              <a:off x="4214460" y="2933160"/>
              <a:ext cx="9976" cy="10048"/>
            </a:xfrm>
            <a:custGeom>
              <a:rect b="b" l="l" r="r" t="t"/>
              <a:pathLst>
                <a:path extrusionOk="0" h="283" w="281">
                  <a:moveTo>
                    <a:pt x="140" y="1"/>
                  </a:moveTo>
                  <a:cubicBezTo>
                    <a:pt x="62" y="1"/>
                    <a:pt x="0" y="64"/>
                    <a:pt x="0" y="142"/>
                  </a:cubicBezTo>
                  <a:cubicBezTo>
                    <a:pt x="0" y="219"/>
                    <a:pt x="62" y="283"/>
                    <a:pt x="140" y="283"/>
                  </a:cubicBezTo>
                  <a:cubicBezTo>
                    <a:pt x="217" y="283"/>
                    <a:pt x="281" y="219"/>
                    <a:pt x="281" y="142"/>
                  </a:cubicBezTo>
                  <a:cubicBezTo>
                    <a:pt x="281" y="64"/>
                    <a:pt x="217"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12"/>
            <p:cNvSpPr/>
            <p:nvPr/>
          </p:nvSpPr>
          <p:spPr>
            <a:xfrm>
              <a:off x="4279396" y="3050784"/>
              <a:ext cx="9976" cy="9977"/>
            </a:xfrm>
            <a:custGeom>
              <a:rect b="b" l="l" r="r" t="t"/>
              <a:pathLst>
                <a:path extrusionOk="0" h="281" w="281">
                  <a:moveTo>
                    <a:pt x="141" y="0"/>
                  </a:moveTo>
                  <a:cubicBezTo>
                    <a:pt x="63" y="0"/>
                    <a:pt x="0" y="62"/>
                    <a:pt x="0" y="140"/>
                  </a:cubicBezTo>
                  <a:cubicBezTo>
                    <a:pt x="0" y="218"/>
                    <a:pt x="63" y="281"/>
                    <a:pt x="141" y="281"/>
                  </a:cubicBezTo>
                  <a:cubicBezTo>
                    <a:pt x="217" y="281"/>
                    <a:pt x="281" y="218"/>
                    <a:pt x="281" y="140"/>
                  </a:cubicBezTo>
                  <a:cubicBezTo>
                    <a:pt x="281" y="62"/>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12"/>
            <p:cNvSpPr/>
            <p:nvPr/>
          </p:nvSpPr>
          <p:spPr>
            <a:xfrm>
              <a:off x="4243112" y="2855229"/>
              <a:ext cx="10757" cy="9977"/>
            </a:xfrm>
            <a:custGeom>
              <a:rect b="b" l="l" r="r" t="t"/>
              <a:pathLst>
                <a:path extrusionOk="0" h="281" w="303">
                  <a:moveTo>
                    <a:pt x="151" y="1"/>
                  </a:moveTo>
                  <a:cubicBezTo>
                    <a:pt x="84" y="1"/>
                    <a:pt x="24" y="49"/>
                    <a:pt x="13" y="118"/>
                  </a:cubicBezTo>
                  <a:cubicBezTo>
                    <a:pt x="0" y="195"/>
                    <a:pt x="52" y="267"/>
                    <a:pt x="129" y="279"/>
                  </a:cubicBezTo>
                  <a:cubicBezTo>
                    <a:pt x="137" y="280"/>
                    <a:pt x="145" y="281"/>
                    <a:pt x="152" y="281"/>
                  </a:cubicBezTo>
                  <a:cubicBezTo>
                    <a:pt x="220" y="281"/>
                    <a:pt x="279" y="232"/>
                    <a:pt x="290" y="164"/>
                  </a:cubicBezTo>
                  <a:cubicBezTo>
                    <a:pt x="303" y="87"/>
                    <a:pt x="251" y="14"/>
                    <a:pt x="175" y="3"/>
                  </a:cubicBezTo>
                  <a:cubicBezTo>
                    <a:pt x="167" y="1"/>
                    <a:pt x="159" y="1"/>
                    <a:pt x="15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12"/>
            <p:cNvSpPr/>
            <p:nvPr/>
          </p:nvSpPr>
          <p:spPr>
            <a:xfrm>
              <a:off x="4217407" y="2878129"/>
              <a:ext cx="10047" cy="10012"/>
            </a:xfrm>
            <a:custGeom>
              <a:rect b="b" l="l" r="r" t="t"/>
              <a:pathLst>
                <a:path extrusionOk="0" h="282" w="283">
                  <a:moveTo>
                    <a:pt x="142" y="1"/>
                  </a:moveTo>
                  <a:cubicBezTo>
                    <a:pt x="64" y="1"/>
                    <a:pt x="1" y="64"/>
                    <a:pt x="1" y="140"/>
                  </a:cubicBezTo>
                  <a:cubicBezTo>
                    <a:pt x="1" y="218"/>
                    <a:pt x="64" y="281"/>
                    <a:pt x="142" y="281"/>
                  </a:cubicBezTo>
                  <a:cubicBezTo>
                    <a:pt x="219" y="281"/>
                    <a:pt x="283" y="218"/>
                    <a:pt x="283" y="140"/>
                  </a:cubicBezTo>
                  <a:cubicBezTo>
                    <a:pt x="283" y="64"/>
                    <a:pt x="219" y="1"/>
                    <a:pt x="1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12"/>
            <p:cNvSpPr/>
            <p:nvPr/>
          </p:nvSpPr>
          <p:spPr>
            <a:xfrm>
              <a:off x="4252307" y="3077909"/>
              <a:ext cx="10012" cy="9977"/>
            </a:xfrm>
            <a:custGeom>
              <a:rect b="b" l="l" r="r" t="t"/>
              <a:pathLst>
                <a:path extrusionOk="0" h="281" w="282">
                  <a:moveTo>
                    <a:pt x="142" y="0"/>
                  </a:moveTo>
                  <a:cubicBezTo>
                    <a:pt x="64" y="0"/>
                    <a:pt x="0" y="64"/>
                    <a:pt x="0" y="141"/>
                  </a:cubicBezTo>
                  <a:cubicBezTo>
                    <a:pt x="0" y="218"/>
                    <a:pt x="64" y="281"/>
                    <a:pt x="142" y="281"/>
                  </a:cubicBezTo>
                  <a:cubicBezTo>
                    <a:pt x="218" y="281"/>
                    <a:pt x="281" y="218"/>
                    <a:pt x="281" y="141"/>
                  </a:cubicBezTo>
                  <a:cubicBezTo>
                    <a:pt x="281" y="64"/>
                    <a:pt x="218" y="0"/>
                    <a:pt x="14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12"/>
            <p:cNvSpPr/>
            <p:nvPr/>
          </p:nvSpPr>
          <p:spPr>
            <a:xfrm>
              <a:off x="4275775" y="3101341"/>
              <a:ext cx="9976" cy="10012"/>
            </a:xfrm>
            <a:custGeom>
              <a:rect b="b" l="l" r="r" t="t"/>
              <a:pathLst>
                <a:path extrusionOk="0" h="282" w="281">
                  <a:moveTo>
                    <a:pt x="140" y="1"/>
                  </a:moveTo>
                  <a:cubicBezTo>
                    <a:pt x="62" y="1"/>
                    <a:pt x="0" y="63"/>
                    <a:pt x="0" y="140"/>
                  </a:cubicBezTo>
                  <a:cubicBezTo>
                    <a:pt x="0" y="218"/>
                    <a:pt x="62" y="282"/>
                    <a:pt x="140" y="282"/>
                  </a:cubicBezTo>
                  <a:cubicBezTo>
                    <a:pt x="217" y="282"/>
                    <a:pt x="281" y="218"/>
                    <a:pt x="281" y="140"/>
                  </a:cubicBezTo>
                  <a:cubicBezTo>
                    <a:pt x="281" y="63"/>
                    <a:pt x="217"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12"/>
            <p:cNvSpPr/>
            <p:nvPr/>
          </p:nvSpPr>
          <p:spPr>
            <a:xfrm>
              <a:off x="4150802" y="2928260"/>
              <a:ext cx="20556" cy="9906"/>
            </a:xfrm>
            <a:custGeom>
              <a:rect b="b" l="l" r="r" t="t"/>
              <a:pathLst>
                <a:path extrusionOk="0" h="279" w="579">
                  <a:moveTo>
                    <a:pt x="138" y="0"/>
                  </a:moveTo>
                  <a:cubicBezTo>
                    <a:pt x="62" y="0"/>
                    <a:pt x="0" y="62"/>
                    <a:pt x="0" y="140"/>
                  </a:cubicBezTo>
                  <a:cubicBezTo>
                    <a:pt x="0" y="215"/>
                    <a:pt x="61" y="278"/>
                    <a:pt x="138" y="278"/>
                  </a:cubicBezTo>
                  <a:lnTo>
                    <a:pt x="440" y="278"/>
                  </a:lnTo>
                  <a:cubicBezTo>
                    <a:pt x="518" y="278"/>
                    <a:pt x="579" y="215"/>
                    <a:pt x="579" y="140"/>
                  </a:cubicBezTo>
                  <a:cubicBezTo>
                    <a:pt x="579" y="64"/>
                    <a:pt x="518" y="0"/>
                    <a:pt x="4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12"/>
            <p:cNvSpPr/>
            <p:nvPr/>
          </p:nvSpPr>
          <p:spPr>
            <a:xfrm>
              <a:off x="4335528" y="2989575"/>
              <a:ext cx="20591" cy="9906"/>
            </a:xfrm>
            <a:custGeom>
              <a:rect b="b" l="l" r="r" t="t"/>
              <a:pathLst>
                <a:path extrusionOk="0" h="279" w="580">
                  <a:moveTo>
                    <a:pt x="139" y="0"/>
                  </a:moveTo>
                  <a:cubicBezTo>
                    <a:pt x="64" y="0"/>
                    <a:pt x="1" y="62"/>
                    <a:pt x="1" y="140"/>
                  </a:cubicBezTo>
                  <a:cubicBezTo>
                    <a:pt x="1" y="215"/>
                    <a:pt x="61" y="278"/>
                    <a:pt x="139" y="278"/>
                  </a:cubicBezTo>
                  <a:lnTo>
                    <a:pt x="441" y="278"/>
                  </a:lnTo>
                  <a:cubicBezTo>
                    <a:pt x="519" y="278"/>
                    <a:pt x="579" y="215"/>
                    <a:pt x="579" y="140"/>
                  </a:cubicBezTo>
                  <a:cubicBezTo>
                    <a:pt x="579" y="64"/>
                    <a:pt x="519" y="0"/>
                    <a:pt x="4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12"/>
            <p:cNvSpPr/>
            <p:nvPr/>
          </p:nvSpPr>
          <p:spPr>
            <a:xfrm>
              <a:off x="4354629" y="3008712"/>
              <a:ext cx="20591" cy="9906"/>
            </a:xfrm>
            <a:custGeom>
              <a:rect b="b" l="l" r="r" t="t"/>
              <a:pathLst>
                <a:path extrusionOk="0" h="279" w="580">
                  <a:moveTo>
                    <a:pt x="139" y="1"/>
                  </a:moveTo>
                  <a:cubicBezTo>
                    <a:pt x="63" y="1"/>
                    <a:pt x="1" y="63"/>
                    <a:pt x="1" y="141"/>
                  </a:cubicBezTo>
                  <a:cubicBezTo>
                    <a:pt x="1" y="215"/>
                    <a:pt x="61" y="279"/>
                    <a:pt x="139" y="279"/>
                  </a:cubicBezTo>
                  <a:lnTo>
                    <a:pt x="441" y="279"/>
                  </a:lnTo>
                  <a:cubicBezTo>
                    <a:pt x="519" y="279"/>
                    <a:pt x="579" y="215"/>
                    <a:pt x="579" y="141"/>
                  </a:cubicBezTo>
                  <a:cubicBezTo>
                    <a:pt x="579" y="64"/>
                    <a:pt x="519" y="1"/>
                    <a:pt x="4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12"/>
            <p:cNvSpPr/>
            <p:nvPr/>
          </p:nvSpPr>
          <p:spPr>
            <a:xfrm>
              <a:off x="4349268" y="3054405"/>
              <a:ext cx="20591" cy="9906"/>
            </a:xfrm>
            <a:custGeom>
              <a:rect b="b" l="l" r="r" t="t"/>
              <a:pathLst>
                <a:path extrusionOk="0" h="279" w="580">
                  <a:moveTo>
                    <a:pt x="139" y="0"/>
                  </a:moveTo>
                  <a:cubicBezTo>
                    <a:pt x="63" y="0"/>
                    <a:pt x="1" y="62"/>
                    <a:pt x="1" y="139"/>
                  </a:cubicBezTo>
                  <a:cubicBezTo>
                    <a:pt x="1" y="215"/>
                    <a:pt x="61" y="278"/>
                    <a:pt x="139" y="278"/>
                  </a:cubicBezTo>
                  <a:lnTo>
                    <a:pt x="441" y="278"/>
                  </a:lnTo>
                  <a:cubicBezTo>
                    <a:pt x="519" y="278"/>
                    <a:pt x="579" y="216"/>
                    <a:pt x="579" y="139"/>
                  </a:cubicBezTo>
                  <a:cubicBezTo>
                    <a:pt x="579" y="64"/>
                    <a:pt x="519" y="0"/>
                    <a:pt x="4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12"/>
            <p:cNvSpPr/>
            <p:nvPr/>
          </p:nvSpPr>
          <p:spPr>
            <a:xfrm>
              <a:off x="4127192" y="2942959"/>
              <a:ext cx="20627" cy="9870"/>
            </a:xfrm>
            <a:custGeom>
              <a:rect b="b" l="l" r="r" t="t"/>
              <a:pathLst>
                <a:path extrusionOk="0" h="278" w="581">
                  <a:moveTo>
                    <a:pt x="140" y="1"/>
                  </a:moveTo>
                  <a:cubicBezTo>
                    <a:pt x="64" y="1"/>
                    <a:pt x="0" y="61"/>
                    <a:pt x="0" y="139"/>
                  </a:cubicBezTo>
                  <a:cubicBezTo>
                    <a:pt x="0" y="215"/>
                    <a:pt x="62" y="277"/>
                    <a:pt x="140" y="277"/>
                  </a:cubicBezTo>
                  <a:lnTo>
                    <a:pt x="442" y="277"/>
                  </a:lnTo>
                  <a:cubicBezTo>
                    <a:pt x="518" y="277"/>
                    <a:pt x="580" y="217"/>
                    <a:pt x="580" y="139"/>
                  </a:cubicBezTo>
                  <a:cubicBezTo>
                    <a:pt x="580" y="64"/>
                    <a:pt x="518" y="1"/>
                    <a:pt x="4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12"/>
            <p:cNvSpPr/>
            <p:nvPr/>
          </p:nvSpPr>
          <p:spPr>
            <a:xfrm>
              <a:off x="4352747" y="2866697"/>
              <a:ext cx="32875" cy="32878"/>
            </a:xfrm>
            <a:custGeom>
              <a:rect b="b" l="l" r="r" t="t"/>
              <a:pathLst>
                <a:path extrusionOk="0" h="926" w="926">
                  <a:moveTo>
                    <a:pt x="463" y="0"/>
                  </a:moveTo>
                  <a:cubicBezTo>
                    <a:pt x="208" y="0"/>
                    <a:pt x="1" y="208"/>
                    <a:pt x="1" y="462"/>
                  </a:cubicBezTo>
                  <a:cubicBezTo>
                    <a:pt x="1" y="719"/>
                    <a:pt x="208" y="926"/>
                    <a:pt x="463" y="926"/>
                  </a:cubicBezTo>
                  <a:cubicBezTo>
                    <a:pt x="719" y="926"/>
                    <a:pt x="926" y="719"/>
                    <a:pt x="926" y="462"/>
                  </a:cubicBezTo>
                  <a:cubicBezTo>
                    <a:pt x="926" y="208"/>
                    <a:pt x="719" y="0"/>
                    <a:pt x="46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12"/>
            <p:cNvSpPr/>
            <p:nvPr/>
          </p:nvSpPr>
          <p:spPr>
            <a:xfrm>
              <a:off x="4355410" y="2866945"/>
              <a:ext cx="30284" cy="32700"/>
            </a:xfrm>
            <a:custGeom>
              <a:rect b="b" l="l" r="r" t="t"/>
              <a:pathLst>
                <a:path extrusionOk="0" h="921" w="853">
                  <a:moveTo>
                    <a:pt x="458" y="1"/>
                  </a:moveTo>
                  <a:lnTo>
                    <a:pt x="458" y="1"/>
                  </a:lnTo>
                  <a:cubicBezTo>
                    <a:pt x="504" y="73"/>
                    <a:pt x="530" y="157"/>
                    <a:pt x="530" y="250"/>
                  </a:cubicBezTo>
                  <a:cubicBezTo>
                    <a:pt x="530" y="504"/>
                    <a:pt x="324" y="712"/>
                    <a:pt x="68" y="712"/>
                  </a:cubicBezTo>
                  <a:cubicBezTo>
                    <a:pt x="45" y="712"/>
                    <a:pt x="23" y="710"/>
                    <a:pt x="0" y="706"/>
                  </a:cubicBezTo>
                  <a:lnTo>
                    <a:pt x="0" y="706"/>
                  </a:lnTo>
                  <a:cubicBezTo>
                    <a:pt x="82" y="835"/>
                    <a:pt x="226" y="920"/>
                    <a:pt x="390" y="920"/>
                  </a:cubicBezTo>
                  <a:cubicBezTo>
                    <a:pt x="645" y="920"/>
                    <a:pt x="852" y="713"/>
                    <a:pt x="852" y="458"/>
                  </a:cubicBezTo>
                  <a:cubicBezTo>
                    <a:pt x="852" y="227"/>
                    <a:pt x="681" y="34"/>
                    <a:pt x="4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12"/>
            <p:cNvSpPr/>
            <p:nvPr/>
          </p:nvSpPr>
          <p:spPr>
            <a:xfrm>
              <a:off x="4252769" y="2982155"/>
              <a:ext cx="14485" cy="13279"/>
            </a:xfrm>
            <a:custGeom>
              <a:rect b="b" l="l" r="r" t="t"/>
              <a:pathLst>
                <a:path extrusionOk="0" h="374" w="408">
                  <a:moveTo>
                    <a:pt x="254" y="0"/>
                  </a:moveTo>
                  <a:cubicBezTo>
                    <a:pt x="220" y="0"/>
                    <a:pt x="187" y="12"/>
                    <a:pt x="160" y="37"/>
                  </a:cubicBezTo>
                  <a:lnTo>
                    <a:pt x="59" y="133"/>
                  </a:lnTo>
                  <a:cubicBezTo>
                    <a:pt x="3" y="185"/>
                    <a:pt x="0" y="273"/>
                    <a:pt x="52" y="329"/>
                  </a:cubicBezTo>
                  <a:cubicBezTo>
                    <a:pt x="80" y="359"/>
                    <a:pt x="116" y="373"/>
                    <a:pt x="153" y="373"/>
                  </a:cubicBezTo>
                  <a:cubicBezTo>
                    <a:pt x="186" y="373"/>
                    <a:pt x="219" y="360"/>
                    <a:pt x="248" y="336"/>
                  </a:cubicBezTo>
                  <a:lnTo>
                    <a:pt x="349" y="241"/>
                  </a:lnTo>
                  <a:cubicBezTo>
                    <a:pt x="405" y="188"/>
                    <a:pt x="408" y="100"/>
                    <a:pt x="356" y="44"/>
                  </a:cubicBezTo>
                  <a:cubicBezTo>
                    <a:pt x="329" y="15"/>
                    <a:pt x="291" y="0"/>
                    <a:pt x="254"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12"/>
            <p:cNvSpPr/>
            <p:nvPr/>
          </p:nvSpPr>
          <p:spPr>
            <a:xfrm>
              <a:off x="4269988" y="2924994"/>
              <a:ext cx="58721" cy="54358"/>
            </a:xfrm>
            <a:custGeom>
              <a:rect b="b" l="l" r="r" t="t"/>
              <a:pathLst>
                <a:path extrusionOk="0" h="1531" w="1654">
                  <a:moveTo>
                    <a:pt x="1500" y="0"/>
                  </a:moveTo>
                  <a:cubicBezTo>
                    <a:pt x="1466" y="0"/>
                    <a:pt x="1432" y="13"/>
                    <a:pt x="1406" y="38"/>
                  </a:cubicBezTo>
                  <a:lnTo>
                    <a:pt x="1213" y="215"/>
                  </a:lnTo>
                  <a:cubicBezTo>
                    <a:pt x="1157" y="268"/>
                    <a:pt x="1154" y="356"/>
                    <a:pt x="1206" y="412"/>
                  </a:cubicBezTo>
                  <a:cubicBezTo>
                    <a:pt x="1234" y="442"/>
                    <a:pt x="1270" y="457"/>
                    <a:pt x="1307" y="457"/>
                  </a:cubicBezTo>
                  <a:cubicBezTo>
                    <a:pt x="1342" y="457"/>
                    <a:pt x="1373" y="445"/>
                    <a:pt x="1402" y="419"/>
                  </a:cubicBezTo>
                  <a:lnTo>
                    <a:pt x="1595" y="241"/>
                  </a:lnTo>
                  <a:cubicBezTo>
                    <a:pt x="1650" y="189"/>
                    <a:pt x="1654" y="100"/>
                    <a:pt x="1602" y="45"/>
                  </a:cubicBezTo>
                  <a:cubicBezTo>
                    <a:pt x="1575" y="15"/>
                    <a:pt x="1537" y="0"/>
                    <a:pt x="1500" y="0"/>
                  </a:cubicBezTo>
                  <a:close/>
                  <a:moveTo>
                    <a:pt x="922" y="538"/>
                  </a:moveTo>
                  <a:cubicBezTo>
                    <a:pt x="888" y="538"/>
                    <a:pt x="854" y="550"/>
                    <a:pt x="828" y="575"/>
                  </a:cubicBezTo>
                  <a:lnTo>
                    <a:pt x="635" y="753"/>
                  </a:lnTo>
                  <a:cubicBezTo>
                    <a:pt x="580" y="805"/>
                    <a:pt x="576" y="894"/>
                    <a:pt x="629" y="949"/>
                  </a:cubicBezTo>
                  <a:cubicBezTo>
                    <a:pt x="655" y="980"/>
                    <a:pt x="691" y="995"/>
                    <a:pt x="730" y="995"/>
                  </a:cubicBezTo>
                  <a:cubicBezTo>
                    <a:pt x="763" y="995"/>
                    <a:pt x="798" y="982"/>
                    <a:pt x="825" y="956"/>
                  </a:cubicBezTo>
                  <a:lnTo>
                    <a:pt x="1016" y="779"/>
                  </a:lnTo>
                  <a:cubicBezTo>
                    <a:pt x="1072" y="726"/>
                    <a:pt x="1077" y="638"/>
                    <a:pt x="1024" y="582"/>
                  </a:cubicBezTo>
                  <a:cubicBezTo>
                    <a:pt x="996" y="553"/>
                    <a:pt x="959" y="538"/>
                    <a:pt x="922" y="538"/>
                  </a:cubicBezTo>
                  <a:close/>
                  <a:moveTo>
                    <a:pt x="347" y="1074"/>
                  </a:moveTo>
                  <a:cubicBezTo>
                    <a:pt x="313" y="1074"/>
                    <a:pt x="279" y="1087"/>
                    <a:pt x="252" y="1111"/>
                  </a:cubicBezTo>
                  <a:lnTo>
                    <a:pt x="59" y="1290"/>
                  </a:lnTo>
                  <a:cubicBezTo>
                    <a:pt x="5" y="1342"/>
                    <a:pt x="0" y="1429"/>
                    <a:pt x="54" y="1485"/>
                  </a:cubicBezTo>
                  <a:cubicBezTo>
                    <a:pt x="80" y="1516"/>
                    <a:pt x="116" y="1530"/>
                    <a:pt x="154" y="1530"/>
                  </a:cubicBezTo>
                  <a:cubicBezTo>
                    <a:pt x="186" y="1530"/>
                    <a:pt x="221" y="1517"/>
                    <a:pt x="249" y="1493"/>
                  </a:cubicBezTo>
                  <a:lnTo>
                    <a:pt x="441" y="1314"/>
                  </a:lnTo>
                  <a:cubicBezTo>
                    <a:pt x="497" y="1262"/>
                    <a:pt x="501" y="1175"/>
                    <a:pt x="448" y="1119"/>
                  </a:cubicBezTo>
                  <a:cubicBezTo>
                    <a:pt x="421" y="1089"/>
                    <a:pt x="384" y="1074"/>
                    <a:pt x="347" y="1074"/>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12"/>
            <p:cNvSpPr/>
            <p:nvPr/>
          </p:nvSpPr>
          <p:spPr>
            <a:xfrm>
              <a:off x="4331409" y="2908875"/>
              <a:ext cx="14485" cy="13279"/>
            </a:xfrm>
            <a:custGeom>
              <a:rect b="b" l="l" r="r" t="t"/>
              <a:pathLst>
                <a:path extrusionOk="0" h="374" w="408">
                  <a:moveTo>
                    <a:pt x="254" y="1"/>
                  </a:moveTo>
                  <a:cubicBezTo>
                    <a:pt x="220" y="1"/>
                    <a:pt x="186" y="13"/>
                    <a:pt x="160" y="38"/>
                  </a:cubicBezTo>
                  <a:lnTo>
                    <a:pt x="59" y="133"/>
                  </a:lnTo>
                  <a:cubicBezTo>
                    <a:pt x="3" y="185"/>
                    <a:pt x="0" y="273"/>
                    <a:pt x="52" y="329"/>
                  </a:cubicBezTo>
                  <a:cubicBezTo>
                    <a:pt x="79" y="359"/>
                    <a:pt x="115" y="374"/>
                    <a:pt x="153" y="374"/>
                  </a:cubicBezTo>
                  <a:cubicBezTo>
                    <a:pt x="187" y="374"/>
                    <a:pt x="220" y="362"/>
                    <a:pt x="248" y="336"/>
                  </a:cubicBezTo>
                  <a:lnTo>
                    <a:pt x="348" y="241"/>
                  </a:lnTo>
                  <a:cubicBezTo>
                    <a:pt x="404" y="190"/>
                    <a:pt x="407" y="100"/>
                    <a:pt x="356" y="46"/>
                  </a:cubicBezTo>
                  <a:cubicBezTo>
                    <a:pt x="328" y="16"/>
                    <a:pt x="291" y="1"/>
                    <a:pt x="254"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12"/>
            <p:cNvSpPr/>
            <p:nvPr/>
          </p:nvSpPr>
          <p:spPr>
            <a:xfrm>
              <a:off x="4133263" y="3021351"/>
              <a:ext cx="57408" cy="38665"/>
            </a:xfrm>
            <a:custGeom>
              <a:rect b="b" l="l" r="r" t="t"/>
              <a:pathLst>
                <a:path extrusionOk="0" h="1089" w="1617">
                  <a:moveTo>
                    <a:pt x="522" y="0"/>
                  </a:moveTo>
                  <a:cubicBezTo>
                    <a:pt x="468" y="0"/>
                    <a:pt x="414" y="16"/>
                    <a:pt x="369" y="46"/>
                  </a:cubicBezTo>
                  <a:lnTo>
                    <a:pt x="166" y="182"/>
                  </a:lnTo>
                  <a:cubicBezTo>
                    <a:pt x="1" y="293"/>
                    <a:pt x="5" y="536"/>
                    <a:pt x="173" y="642"/>
                  </a:cubicBezTo>
                  <a:lnTo>
                    <a:pt x="891" y="1088"/>
                  </a:lnTo>
                  <a:lnTo>
                    <a:pt x="1617" y="274"/>
                  </a:lnTo>
                  <a:lnTo>
                    <a:pt x="591" y="9"/>
                  </a:lnTo>
                  <a:cubicBezTo>
                    <a:pt x="568" y="3"/>
                    <a:pt x="545" y="0"/>
                    <a:pt x="52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12"/>
            <p:cNvSpPr/>
            <p:nvPr/>
          </p:nvSpPr>
          <p:spPr>
            <a:xfrm>
              <a:off x="4148494" y="3025647"/>
              <a:ext cx="42177" cy="34404"/>
            </a:xfrm>
            <a:custGeom>
              <a:rect b="b" l="l" r="r" t="t"/>
              <a:pathLst>
                <a:path extrusionOk="0" h="969" w="1188">
                  <a:moveTo>
                    <a:pt x="600" y="0"/>
                  </a:moveTo>
                  <a:lnTo>
                    <a:pt x="0" y="679"/>
                  </a:lnTo>
                  <a:lnTo>
                    <a:pt x="464" y="969"/>
                  </a:lnTo>
                  <a:lnTo>
                    <a:pt x="1188" y="153"/>
                  </a:lnTo>
                  <a:lnTo>
                    <a:pt x="60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12"/>
            <p:cNvSpPr/>
            <p:nvPr/>
          </p:nvSpPr>
          <p:spPr>
            <a:xfrm>
              <a:off x="4190531" y="3059909"/>
              <a:ext cx="39088" cy="55849"/>
            </a:xfrm>
            <a:custGeom>
              <a:rect b="b" l="l" r="r" t="t"/>
              <a:pathLst>
                <a:path extrusionOk="0" h="1573" w="1101">
                  <a:moveTo>
                    <a:pt x="817" y="1"/>
                  </a:moveTo>
                  <a:lnTo>
                    <a:pt x="1" y="725"/>
                  </a:lnTo>
                  <a:lnTo>
                    <a:pt x="447" y="1443"/>
                  </a:lnTo>
                  <a:cubicBezTo>
                    <a:pt x="501" y="1529"/>
                    <a:pt x="590" y="1572"/>
                    <a:pt x="679" y="1572"/>
                  </a:cubicBezTo>
                  <a:cubicBezTo>
                    <a:pt x="766" y="1572"/>
                    <a:pt x="853" y="1531"/>
                    <a:pt x="907" y="1450"/>
                  </a:cubicBezTo>
                  <a:lnTo>
                    <a:pt x="1043" y="1247"/>
                  </a:lnTo>
                  <a:cubicBezTo>
                    <a:pt x="1086" y="1182"/>
                    <a:pt x="1100" y="1102"/>
                    <a:pt x="1080" y="1025"/>
                  </a:cubicBezTo>
                  <a:lnTo>
                    <a:pt x="817"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12"/>
            <p:cNvSpPr/>
            <p:nvPr/>
          </p:nvSpPr>
          <p:spPr>
            <a:xfrm>
              <a:off x="4197134" y="3077838"/>
              <a:ext cx="32414" cy="37848"/>
            </a:xfrm>
            <a:custGeom>
              <a:rect b="b" l="l" r="r" t="t"/>
              <a:pathLst>
                <a:path extrusionOk="0" h="1066" w="913">
                  <a:moveTo>
                    <a:pt x="760" y="1"/>
                  </a:moveTo>
                  <a:cubicBezTo>
                    <a:pt x="750" y="40"/>
                    <a:pt x="733" y="80"/>
                    <a:pt x="710" y="115"/>
                  </a:cubicBezTo>
                  <a:lnTo>
                    <a:pt x="518" y="400"/>
                  </a:lnTo>
                  <a:cubicBezTo>
                    <a:pt x="443" y="514"/>
                    <a:pt x="320" y="570"/>
                    <a:pt x="197" y="570"/>
                  </a:cubicBezTo>
                  <a:cubicBezTo>
                    <a:pt x="129" y="570"/>
                    <a:pt x="60" y="553"/>
                    <a:pt x="0" y="518"/>
                  </a:cubicBezTo>
                  <a:lnTo>
                    <a:pt x="0" y="518"/>
                  </a:lnTo>
                  <a:lnTo>
                    <a:pt x="261" y="936"/>
                  </a:lnTo>
                  <a:cubicBezTo>
                    <a:pt x="315" y="1022"/>
                    <a:pt x="404" y="1065"/>
                    <a:pt x="494" y="1065"/>
                  </a:cubicBezTo>
                  <a:cubicBezTo>
                    <a:pt x="580" y="1065"/>
                    <a:pt x="667" y="1025"/>
                    <a:pt x="721" y="944"/>
                  </a:cubicBezTo>
                  <a:lnTo>
                    <a:pt x="857" y="741"/>
                  </a:lnTo>
                  <a:cubicBezTo>
                    <a:pt x="900" y="676"/>
                    <a:pt x="913" y="594"/>
                    <a:pt x="893" y="519"/>
                  </a:cubicBezTo>
                  <a:lnTo>
                    <a:pt x="76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12"/>
            <p:cNvSpPr/>
            <p:nvPr/>
          </p:nvSpPr>
          <p:spPr>
            <a:xfrm>
              <a:off x="4099286" y="3095377"/>
              <a:ext cx="56555" cy="54252"/>
            </a:xfrm>
            <a:custGeom>
              <a:rect b="b" l="l" r="r" t="t"/>
              <a:pathLst>
                <a:path extrusionOk="0" h="1528" w="1593">
                  <a:moveTo>
                    <a:pt x="580" y="1"/>
                  </a:moveTo>
                  <a:cubicBezTo>
                    <a:pt x="501" y="1"/>
                    <a:pt x="423" y="26"/>
                    <a:pt x="356" y="74"/>
                  </a:cubicBezTo>
                  <a:lnTo>
                    <a:pt x="152" y="226"/>
                  </a:lnTo>
                  <a:cubicBezTo>
                    <a:pt x="1" y="340"/>
                    <a:pt x="19" y="572"/>
                    <a:pt x="186" y="660"/>
                  </a:cubicBezTo>
                  <a:lnTo>
                    <a:pt x="664" y="911"/>
                  </a:lnTo>
                  <a:lnTo>
                    <a:pt x="916" y="1391"/>
                  </a:lnTo>
                  <a:cubicBezTo>
                    <a:pt x="963" y="1481"/>
                    <a:pt x="1053" y="1527"/>
                    <a:pt x="1143" y="1527"/>
                  </a:cubicBezTo>
                  <a:cubicBezTo>
                    <a:pt x="1220" y="1527"/>
                    <a:pt x="1298" y="1493"/>
                    <a:pt x="1350" y="1424"/>
                  </a:cubicBezTo>
                  <a:lnTo>
                    <a:pt x="1503" y="1219"/>
                  </a:lnTo>
                  <a:cubicBezTo>
                    <a:pt x="1571" y="1122"/>
                    <a:pt x="1592" y="998"/>
                    <a:pt x="1556" y="883"/>
                  </a:cubicBezTo>
                  <a:lnTo>
                    <a:pt x="1350" y="225"/>
                  </a:lnTo>
                  <a:lnTo>
                    <a:pt x="691" y="18"/>
                  </a:lnTo>
                  <a:cubicBezTo>
                    <a:pt x="655" y="6"/>
                    <a:pt x="617" y="1"/>
                    <a:pt x="58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12"/>
            <p:cNvSpPr/>
            <p:nvPr/>
          </p:nvSpPr>
          <p:spPr>
            <a:xfrm>
              <a:off x="4126589" y="3111105"/>
              <a:ext cx="29254" cy="38487"/>
            </a:xfrm>
            <a:custGeom>
              <a:rect b="b" l="l" r="r" t="t"/>
              <a:pathLst>
                <a:path extrusionOk="0" h="1084" w="824">
                  <a:moveTo>
                    <a:pt x="649" y="1"/>
                  </a:moveTo>
                  <a:cubicBezTo>
                    <a:pt x="640" y="93"/>
                    <a:pt x="602" y="186"/>
                    <a:pt x="541" y="266"/>
                  </a:cubicBezTo>
                  <a:lnTo>
                    <a:pt x="337" y="532"/>
                  </a:lnTo>
                  <a:cubicBezTo>
                    <a:pt x="261" y="628"/>
                    <a:pt x="154" y="676"/>
                    <a:pt x="53" y="676"/>
                  </a:cubicBezTo>
                  <a:cubicBezTo>
                    <a:pt x="35" y="676"/>
                    <a:pt x="18" y="674"/>
                    <a:pt x="0" y="671"/>
                  </a:cubicBezTo>
                  <a:lnTo>
                    <a:pt x="0" y="671"/>
                  </a:lnTo>
                  <a:lnTo>
                    <a:pt x="144" y="945"/>
                  </a:lnTo>
                  <a:cubicBezTo>
                    <a:pt x="191" y="1036"/>
                    <a:pt x="281" y="1083"/>
                    <a:pt x="371" y="1083"/>
                  </a:cubicBezTo>
                  <a:cubicBezTo>
                    <a:pt x="448" y="1083"/>
                    <a:pt x="525" y="1049"/>
                    <a:pt x="577" y="979"/>
                  </a:cubicBezTo>
                  <a:lnTo>
                    <a:pt x="730" y="775"/>
                  </a:lnTo>
                  <a:cubicBezTo>
                    <a:pt x="802" y="679"/>
                    <a:pt x="823" y="555"/>
                    <a:pt x="787" y="441"/>
                  </a:cubicBezTo>
                  <a:lnTo>
                    <a:pt x="64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12"/>
            <p:cNvSpPr/>
            <p:nvPr/>
          </p:nvSpPr>
          <p:spPr>
            <a:xfrm>
              <a:off x="4131524" y="2998380"/>
              <a:ext cx="130152" cy="118906"/>
            </a:xfrm>
            <a:custGeom>
              <a:rect b="b" l="l" r="r" t="t"/>
              <a:pathLst>
                <a:path extrusionOk="0" h="3349" w="3666">
                  <a:moveTo>
                    <a:pt x="2702" y="0"/>
                  </a:moveTo>
                  <a:cubicBezTo>
                    <a:pt x="2550" y="0"/>
                    <a:pt x="2393" y="57"/>
                    <a:pt x="2250" y="191"/>
                  </a:cubicBezTo>
                  <a:cubicBezTo>
                    <a:pt x="2224" y="216"/>
                    <a:pt x="2199" y="240"/>
                    <a:pt x="2174" y="267"/>
                  </a:cubicBezTo>
                  <a:lnTo>
                    <a:pt x="176" y="2522"/>
                  </a:lnTo>
                  <a:cubicBezTo>
                    <a:pt x="1" y="2720"/>
                    <a:pt x="11" y="3017"/>
                    <a:pt x="195" y="3203"/>
                  </a:cubicBezTo>
                  <a:cubicBezTo>
                    <a:pt x="291" y="3300"/>
                    <a:pt x="419" y="3348"/>
                    <a:pt x="546" y="3348"/>
                  </a:cubicBezTo>
                  <a:cubicBezTo>
                    <a:pt x="664" y="3348"/>
                    <a:pt x="782" y="3307"/>
                    <a:pt x="876" y="3223"/>
                  </a:cubicBezTo>
                  <a:lnTo>
                    <a:pt x="3131" y="1224"/>
                  </a:lnTo>
                  <a:cubicBezTo>
                    <a:pt x="3158" y="1199"/>
                    <a:pt x="3184" y="1174"/>
                    <a:pt x="3207" y="1148"/>
                  </a:cubicBezTo>
                  <a:cubicBezTo>
                    <a:pt x="3665" y="661"/>
                    <a:pt x="3219" y="0"/>
                    <a:pt x="270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12"/>
            <p:cNvSpPr/>
            <p:nvPr/>
          </p:nvSpPr>
          <p:spPr>
            <a:xfrm>
              <a:off x="4133973" y="3000262"/>
              <a:ext cx="124969" cy="116953"/>
            </a:xfrm>
            <a:custGeom>
              <a:rect b="b" l="l" r="r" t="t"/>
              <a:pathLst>
                <a:path extrusionOk="0" h="3294" w="3520">
                  <a:moveTo>
                    <a:pt x="2886" y="0"/>
                  </a:moveTo>
                  <a:cubicBezTo>
                    <a:pt x="3001" y="225"/>
                    <a:pt x="2995" y="509"/>
                    <a:pt x="2769" y="750"/>
                  </a:cubicBezTo>
                  <a:cubicBezTo>
                    <a:pt x="2745" y="776"/>
                    <a:pt x="2720" y="800"/>
                    <a:pt x="2693" y="826"/>
                  </a:cubicBezTo>
                  <a:lnTo>
                    <a:pt x="438" y="2825"/>
                  </a:lnTo>
                  <a:cubicBezTo>
                    <a:pt x="345" y="2908"/>
                    <a:pt x="225" y="2950"/>
                    <a:pt x="109" y="2950"/>
                  </a:cubicBezTo>
                  <a:cubicBezTo>
                    <a:pt x="73" y="2950"/>
                    <a:pt x="37" y="2944"/>
                    <a:pt x="1" y="2937"/>
                  </a:cubicBezTo>
                  <a:lnTo>
                    <a:pt x="1" y="2937"/>
                  </a:lnTo>
                  <a:cubicBezTo>
                    <a:pt x="24" y="3015"/>
                    <a:pt x="65" y="3087"/>
                    <a:pt x="126" y="3149"/>
                  </a:cubicBezTo>
                  <a:cubicBezTo>
                    <a:pt x="224" y="3245"/>
                    <a:pt x="349" y="3294"/>
                    <a:pt x="477" y="3294"/>
                  </a:cubicBezTo>
                  <a:cubicBezTo>
                    <a:pt x="594" y="3294"/>
                    <a:pt x="713" y="3252"/>
                    <a:pt x="807" y="3170"/>
                  </a:cubicBezTo>
                  <a:lnTo>
                    <a:pt x="3062" y="1171"/>
                  </a:lnTo>
                  <a:cubicBezTo>
                    <a:pt x="3089" y="1146"/>
                    <a:pt x="3115" y="1121"/>
                    <a:pt x="3138" y="1095"/>
                  </a:cubicBezTo>
                  <a:cubicBezTo>
                    <a:pt x="3519" y="689"/>
                    <a:pt x="3276" y="166"/>
                    <a:pt x="28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5" name="Shape 1985"/>
        <p:cNvGrpSpPr/>
        <p:nvPr/>
      </p:nvGrpSpPr>
      <p:grpSpPr>
        <a:xfrm>
          <a:off x="0" y="0"/>
          <a:ext cx="0" cy="0"/>
          <a:chOff x="0" y="0"/>
          <a:chExt cx="0" cy="0"/>
        </a:xfrm>
      </p:grpSpPr>
      <p:sp>
        <p:nvSpPr>
          <p:cNvPr id="1986" name="Google Shape;1986;p13"/>
          <p:cNvSpPr/>
          <p:nvPr/>
        </p:nvSpPr>
        <p:spPr>
          <a:xfrm>
            <a:off x="720000" y="1649100"/>
            <a:ext cx="2305500" cy="1127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87" name="Google Shape;1987;p13"/>
          <p:cNvGrpSpPr/>
          <p:nvPr/>
        </p:nvGrpSpPr>
        <p:grpSpPr>
          <a:xfrm>
            <a:off x="720025" y="1431000"/>
            <a:ext cx="2305500" cy="218100"/>
            <a:chOff x="1290777" y="1427521"/>
            <a:chExt cx="2305500" cy="218100"/>
          </a:xfrm>
        </p:grpSpPr>
        <p:sp>
          <p:nvSpPr>
            <p:cNvPr id="1988" name="Google Shape;1988;p13"/>
            <p:cNvSpPr/>
            <p:nvPr/>
          </p:nvSpPr>
          <p:spPr>
            <a:xfrm>
              <a:off x="1290777" y="1427521"/>
              <a:ext cx="23055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13"/>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13"/>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13"/>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92" name="Google Shape;1992;p13"/>
          <p:cNvSpPr/>
          <p:nvPr/>
        </p:nvSpPr>
        <p:spPr>
          <a:xfrm>
            <a:off x="3419262" y="1649100"/>
            <a:ext cx="2305500" cy="1127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93" name="Google Shape;1993;p13"/>
          <p:cNvGrpSpPr/>
          <p:nvPr/>
        </p:nvGrpSpPr>
        <p:grpSpPr>
          <a:xfrm>
            <a:off x="3419287" y="1431000"/>
            <a:ext cx="2305500" cy="218100"/>
            <a:chOff x="1290777" y="1427521"/>
            <a:chExt cx="2305500" cy="218100"/>
          </a:xfrm>
        </p:grpSpPr>
        <p:sp>
          <p:nvSpPr>
            <p:cNvPr id="1994" name="Google Shape;1994;p13"/>
            <p:cNvSpPr/>
            <p:nvPr/>
          </p:nvSpPr>
          <p:spPr>
            <a:xfrm>
              <a:off x="1290777" y="1427521"/>
              <a:ext cx="23055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13"/>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13"/>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13"/>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98" name="Google Shape;1998;p13"/>
          <p:cNvSpPr/>
          <p:nvPr/>
        </p:nvSpPr>
        <p:spPr>
          <a:xfrm>
            <a:off x="6118537" y="1649100"/>
            <a:ext cx="2305500" cy="1127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99" name="Google Shape;1999;p13"/>
          <p:cNvGrpSpPr/>
          <p:nvPr/>
        </p:nvGrpSpPr>
        <p:grpSpPr>
          <a:xfrm>
            <a:off x="6118562" y="1431000"/>
            <a:ext cx="2305500" cy="218100"/>
            <a:chOff x="1290777" y="1427521"/>
            <a:chExt cx="2305500" cy="218100"/>
          </a:xfrm>
        </p:grpSpPr>
        <p:sp>
          <p:nvSpPr>
            <p:cNvPr id="2000" name="Google Shape;2000;p13"/>
            <p:cNvSpPr/>
            <p:nvPr/>
          </p:nvSpPr>
          <p:spPr>
            <a:xfrm>
              <a:off x="1290777" y="1427521"/>
              <a:ext cx="23055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13"/>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13"/>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13"/>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04" name="Google Shape;2004;p13"/>
          <p:cNvSpPr/>
          <p:nvPr/>
        </p:nvSpPr>
        <p:spPr>
          <a:xfrm>
            <a:off x="720000" y="3339125"/>
            <a:ext cx="2305500" cy="1127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05" name="Google Shape;2005;p13"/>
          <p:cNvGrpSpPr/>
          <p:nvPr/>
        </p:nvGrpSpPr>
        <p:grpSpPr>
          <a:xfrm>
            <a:off x="720025" y="3121025"/>
            <a:ext cx="2305500" cy="218100"/>
            <a:chOff x="1290777" y="1427521"/>
            <a:chExt cx="2305500" cy="218100"/>
          </a:xfrm>
        </p:grpSpPr>
        <p:sp>
          <p:nvSpPr>
            <p:cNvPr id="2006" name="Google Shape;2006;p13"/>
            <p:cNvSpPr/>
            <p:nvPr/>
          </p:nvSpPr>
          <p:spPr>
            <a:xfrm>
              <a:off x="1290777" y="1427521"/>
              <a:ext cx="23055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13"/>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13"/>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13"/>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10" name="Google Shape;2010;p13"/>
          <p:cNvSpPr/>
          <p:nvPr/>
        </p:nvSpPr>
        <p:spPr>
          <a:xfrm>
            <a:off x="3419262" y="3339125"/>
            <a:ext cx="2305500" cy="1127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11" name="Google Shape;2011;p13"/>
          <p:cNvGrpSpPr/>
          <p:nvPr/>
        </p:nvGrpSpPr>
        <p:grpSpPr>
          <a:xfrm>
            <a:off x="3419287" y="3121025"/>
            <a:ext cx="2305500" cy="218100"/>
            <a:chOff x="1290777" y="1427521"/>
            <a:chExt cx="2305500" cy="218100"/>
          </a:xfrm>
        </p:grpSpPr>
        <p:sp>
          <p:nvSpPr>
            <p:cNvPr id="2012" name="Google Shape;2012;p13"/>
            <p:cNvSpPr/>
            <p:nvPr/>
          </p:nvSpPr>
          <p:spPr>
            <a:xfrm>
              <a:off x="1290777" y="1427521"/>
              <a:ext cx="23055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13"/>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13"/>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13"/>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16" name="Google Shape;2016;p13"/>
          <p:cNvSpPr/>
          <p:nvPr/>
        </p:nvSpPr>
        <p:spPr>
          <a:xfrm>
            <a:off x="6118537" y="3339125"/>
            <a:ext cx="2305500" cy="1127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17" name="Google Shape;2017;p13"/>
          <p:cNvGrpSpPr/>
          <p:nvPr/>
        </p:nvGrpSpPr>
        <p:grpSpPr>
          <a:xfrm>
            <a:off x="6118562" y="3121025"/>
            <a:ext cx="2305500" cy="218100"/>
            <a:chOff x="1290777" y="1427521"/>
            <a:chExt cx="2305500" cy="218100"/>
          </a:xfrm>
        </p:grpSpPr>
        <p:sp>
          <p:nvSpPr>
            <p:cNvPr id="2018" name="Google Shape;2018;p13"/>
            <p:cNvSpPr/>
            <p:nvPr/>
          </p:nvSpPr>
          <p:spPr>
            <a:xfrm>
              <a:off x="1290777" y="1427521"/>
              <a:ext cx="23055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13"/>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13"/>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13"/>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22" name="Google Shape;2022;p13"/>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Next</a:t>
            </a:r>
            <a:r>
              <a:rPr lang="en"/>
              <a:t> steps</a:t>
            </a:r>
            <a:endParaRPr/>
          </a:p>
        </p:txBody>
      </p:sp>
      <p:sp>
        <p:nvSpPr>
          <p:cNvPr id="2023" name="Google Shape;2023;p13"/>
          <p:cNvSpPr txBox="1"/>
          <p:nvPr>
            <p:ph idx="2" type="title"/>
          </p:nvPr>
        </p:nvSpPr>
        <p:spPr>
          <a:xfrm>
            <a:off x="720000" y="1639250"/>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Request info</a:t>
            </a:r>
            <a:endParaRPr/>
          </a:p>
        </p:txBody>
      </p:sp>
      <p:sp>
        <p:nvSpPr>
          <p:cNvPr id="2024" name="Google Shape;2024;p13"/>
          <p:cNvSpPr txBox="1"/>
          <p:nvPr>
            <p:ph idx="1" type="subTitle"/>
          </p:nvPr>
        </p:nvSpPr>
        <p:spPr>
          <a:xfrm>
            <a:off x="720000" y="2166950"/>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b="1" lang="en">
                <a:solidFill>
                  <a:schemeClr val="accent6"/>
                </a:solidFill>
                <a:highlight>
                  <a:schemeClr val="accent3"/>
                </a:highlight>
              </a:rPr>
              <a:t>Earth</a:t>
            </a:r>
            <a:r>
              <a:rPr b="1" lang="en"/>
              <a:t> </a:t>
            </a:r>
            <a:r>
              <a:rPr lang="en"/>
              <a:t>is the third planet from the Sun</a:t>
            </a:r>
            <a:endParaRPr/>
          </a:p>
        </p:txBody>
      </p:sp>
      <p:sp>
        <p:nvSpPr>
          <p:cNvPr id="2025" name="Google Shape;2025;p13"/>
          <p:cNvSpPr txBox="1"/>
          <p:nvPr>
            <p:ph idx="3" type="title"/>
          </p:nvPr>
        </p:nvSpPr>
        <p:spPr>
          <a:xfrm>
            <a:off x="3419269" y="1639250"/>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Ask around</a:t>
            </a:r>
            <a:endParaRPr/>
          </a:p>
        </p:txBody>
      </p:sp>
      <p:sp>
        <p:nvSpPr>
          <p:cNvPr id="2026" name="Google Shape;2026;p13"/>
          <p:cNvSpPr txBox="1"/>
          <p:nvPr>
            <p:ph idx="4" type="subTitle"/>
          </p:nvPr>
        </p:nvSpPr>
        <p:spPr>
          <a:xfrm>
            <a:off x="3419271" y="2166950"/>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b="1" lang="en">
                <a:solidFill>
                  <a:schemeClr val="accent6"/>
                </a:solidFill>
                <a:highlight>
                  <a:schemeClr val="accent3"/>
                </a:highlight>
              </a:rPr>
              <a:t>Venus</a:t>
            </a:r>
            <a:r>
              <a:rPr b="1" lang="en"/>
              <a:t> </a:t>
            </a:r>
            <a:r>
              <a:rPr lang="en"/>
              <a:t>has a beautiful name, but it’s very hot</a:t>
            </a:r>
            <a:endParaRPr/>
          </a:p>
        </p:txBody>
      </p:sp>
      <p:sp>
        <p:nvSpPr>
          <p:cNvPr id="2027" name="Google Shape;2027;p13"/>
          <p:cNvSpPr txBox="1"/>
          <p:nvPr>
            <p:ph idx="5" type="title"/>
          </p:nvPr>
        </p:nvSpPr>
        <p:spPr>
          <a:xfrm>
            <a:off x="720000" y="3325325"/>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Take exam</a:t>
            </a:r>
            <a:endParaRPr/>
          </a:p>
        </p:txBody>
      </p:sp>
      <p:sp>
        <p:nvSpPr>
          <p:cNvPr id="2028" name="Google Shape;2028;p13"/>
          <p:cNvSpPr txBox="1"/>
          <p:nvPr>
            <p:ph idx="6" type="subTitle"/>
          </p:nvPr>
        </p:nvSpPr>
        <p:spPr>
          <a:xfrm>
            <a:off x="720000" y="3853025"/>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b="1" lang="en">
                <a:solidFill>
                  <a:schemeClr val="accent6"/>
                </a:solidFill>
                <a:highlight>
                  <a:schemeClr val="accent3"/>
                </a:highlight>
              </a:rPr>
              <a:t>Jupiter</a:t>
            </a:r>
            <a:r>
              <a:rPr b="1" lang="en"/>
              <a:t> </a:t>
            </a:r>
            <a:r>
              <a:rPr lang="en"/>
              <a:t>is the biggest planet of them all</a:t>
            </a:r>
            <a:endParaRPr/>
          </a:p>
        </p:txBody>
      </p:sp>
      <p:sp>
        <p:nvSpPr>
          <p:cNvPr id="2029" name="Google Shape;2029;p13"/>
          <p:cNvSpPr txBox="1"/>
          <p:nvPr>
            <p:ph idx="7" type="title"/>
          </p:nvPr>
        </p:nvSpPr>
        <p:spPr>
          <a:xfrm>
            <a:off x="3419269" y="3325325"/>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Receive letter</a:t>
            </a:r>
            <a:endParaRPr/>
          </a:p>
        </p:txBody>
      </p:sp>
      <p:sp>
        <p:nvSpPr>
          <p:cNvPr id="2030" name="Google Shape;2030;p13"/>
          <p:cNvSpPr txBox="1"/>
          <p:nvPr>
            <p:ph idx="8" type="subTitle"/>
          </p:nvPr>
        </p:nvSpPr>
        <p:spPr>
          <a:xfrm>
            <a:off x="3419271" y="3853025"/>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b="1" lang="en">
                <a:solidFill>
                  <a:schemeClr val="accent6"/>
                </a:solidFill>
                <a:highlight>
                  <a:schemeClr val="accent3"/>
                </a:highlight>
              </a:rPr>
              <a:t>Ceres</a:t>
            </a:r>
            <a:r>
              <a:rPr b="1" lang="en"/>
              <a:t> </a:t>
            </a:r>
            <a:r>
              <a:rPr lang="en"/>
              <a:t>is located in the main asteroid belt</a:t>
            </a:r>
            <a:endParaRPr/>
          </a:p>
        </p:txBody>
      </p:sp>
      <p:sp>
        <p:nvSpPr>
          <p:cNvPr id="2031" name="Google Shape;2031;p13"/>
          <p:cNvSpPr txBox="1"/>
          <p:nvPr>
            <p:ph idx="9" type="title"/>
          </p:nvPr>
        </p:nvSpPr>
        <p:spPr>
          <a:xfrm>
            <a:off x="6118545" y="1639250"/>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Study</a:t>
            </a:r>
            <a:endParaRPr/>
          </a:p>
        </p:txBody>
      </p:sp>
      <p:sp>
        <p:nvSpPr>
          <p:cNvPr id="2032" name="Google Shape;2032;p13"/>
          <p:cNvSpPr txBox="1"/>
          <p:nvPr>
            <p:ph idx="13" type="subTitle"/>
          </p:nvPr>
        </p:nvSpPr>
        <p:spPr>
          <a:xfrm>
            <a:off x="6118549" y="2166950"/>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Despite being red, </a:t>
            </a:r>
            <a:r>
              <a:rPr b="1" lang="en">
                <a:solidFill>
                  <a:schemeClr val="accent6"/>
                </a:solidFill>
                <a:highlight>
                  <a:schemeClr val="accent3"/>
                </a:highlight>
              </a:rPr>
              <a:t>Mars</a:t>
            </a:r>
            <a:r>
              <a:rPr b="1" lang="en"/>
              <a:t> </a:t>
            </a:r>
            <a:r>
              <a:rPr lang="en"/>
              <a:t>is actually a cold place</a:t>
            </a:r>
            <a:endParaRPr/>
          </a:p>
        </p:txBody>
      </p:sp>
      <p:sp>
        <p:nvSpPr>
          <p:cNvPr id="2033" name="Google Shape;2033;p13"/>
          <p:cNvSpPr txBox="1"/>
          <p:nvPr>
            <p:ph idx="14" type="title"/>
          </p:nvPr>
        </p:nvSpPr>
        <p:spPr>
          <a:xfrm>
            <a:off x="6118545" y="3325325"/>
            <a:ext cx="23055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Join us!</a:t>
            </a:r>
            <a:endParaRPr/>
          </a:p>
        </p:txBody>
      </p:sp>
      <p:sp>
        <p:nvSpPr>
          <p:cNvPr id="2034" name="Google Shape;2034;p13"/>
          <p:cNvSpPr txBox="1"/>
          <p:nvPr>
            <p:ph idx="15" type="subTitle"/>
          </p:nvPr>
        </p:nvSpPr>
        <p:spPr>
          <a:xfrm>
            <a:off x="6118550" y="3853025"/>
            <a:ext cx="2305500" cy="61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b="1" lang="en">
                <a:solidFill>
                  <a:schemeClr val="accent6"/>
                </a:solidFill>
                <a:highlight>
                  <a:schemeClr val="accent3"/>
                </a:highlight>
              </a:rPr>
              <a:t>Saturn</a:t>
            </a:r>
            <a:r>
              <a:rPr b="1" lang="en"/>
              <a:t> </a:t>
            </a:r>
            <a:r>
              <a:rPr lang="en"/>
              <a:t>is a gas giant and has several rings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8" name="Shape 2038"/>
        <p:cNvGrpSpPr/>
        <p:nvPr/>
      </p:nvGrpSpPr>
      <p:grpSpPr>
        <a:xfrm>
          <a:off x="0" y="0"/>
          <a:ext cx="0" cy="0"/>
          <a:chOff x="0" y="0"/>
          <a:chExt cx="0" cy="0"/>
        </a:xfrm>
      </p:grpSpPr>
      <p:grpSp>
        <p:nvGrpSpPr>
          <p:cNvPr id="2039" name="Google Shape;2039;p15"/>
          <p:cNvGrpSpPr/>
          <p:nvPr/>
        </p:nvGrpSpPr>
        <p:grpSpPr>
          <a:xfrm>
            <a:off x="1123350" y="1198050"/>
            <a:ext cx="6897300" cy="2747400"/>
            <a:chOff x="1123325" y="1089000"/>
            <a:chExt cx="6897300" cy="2747400"/>
          </a:xfrm>
        </p:grpSpPr>
        <p:sp>
          <p:nvSpPr>
            <p:cNvPr id="2040" name="Google Shape;2040;p15"/>
            <p:cNvSpPr/>
            <p:nvPr/>
          </p:nvSpPr>
          <p:spPr>
            <a:xfrm>
              <a:off x="1123325" y="1089000"/>
              <a:ext cx="6897300" cy="27474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15"/>
            <p:cNvSpPr/>
            <p:nvPr/>
          </p:nvSpPr>
          <p:spPr>
            <a:xfrm>
              <a:off x="1123325" y="1089000"/>
              <a:ext cx="6897300" cy="218100"/>
            </a:xfrm>
            <a:prstGeom prst="rect">
              <a:avLst/>
            </a:pr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15"/>
            <p:cNvSpPr/>
            <p:nvPr/>
          </p:nvSpPr>
          <p:spPr>
            <a:xfrm>
              <a:off x="1237750" y="1147925"/>
              <a:ext cx="100200" cy="1002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15"/>
            <p:cNvSpPr/>
            <p:nvPr/>
          </p:nvSpPr>
          <p:spPr>
            <a:xfrm>
              <a:off x="1421200" y="1147925"/>
              <a:ext cx="100200" cy="1002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15"/>
            <p:cNvSpPr/>
            <p:nvPr/>
          </p:nvSpPr>
          <p:spPr>
            <a:xfrm>
              <a:off x="1604650" y="1147925"/>
              <a:ext cx="100200" cy="1002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45" name="Google Shape;2045;p15"/>
          <p:cNvSpPr txBox="1"/>
          <p:nvPr>
            <p:ph type="title"/>
          </p:nvPr>
        </p:nvSpPr>
        <p:spPr>
          <a:xfrm>
            <a:off x="1123350" y="1555504"/>
            <a:ext cx="6897300" cy="1806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9600"/>
              <a:buNone/>
            </a:pPr>
            <a:r>
              <a:rPr lang="en"/>
              <a:t>2,405.8</a:t>
            </a:r>
            <a:endParaRPr/>
          </a:p>
        </p:txBody>
      </p:sp>
      <p:sp>
        <p:nvSpPr>
          <p:cNvPr id="2046" name="Google Shape;2046;p15"/>
          <p:cNvSpPr txBox="1"/>
          <p:nvPr>
            <p:ph idx="1" type="subTitle"/>
          </p:nvPr>
        </p:nvSpPr>
        <p:spPr>
          <a:xfrm>
            <a:off x="1123350" y="3516925"/>
            <a:ext cx="6897300" cy="428400"/>
          </a:xfrm>
          <a:prstGeom prst="rect">
            <a:avLst/>
          </a:prstGeom>
          <a:solidFill>
            <a:schemeClr val="accent6"/>
          </a:solid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lang="en"/>
              <a:t>Big numbers catch your audience’s attention</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0" name="Shape 2050"/>
        <p:cNvGrpSpPr/>
        <p:nvPr/>
      </p:nvGrpSpPr>
      <p:grpSpPr>
        <a:xfrm>
          <a:off x="0" y="0"/>
          <a:ext cx="0" cy="0"/>
          <a:chOff x="0" y="0"/>
          <a:chExt cx="0" cy="0"/>
        </a:xfrm>
      </p:grpSpPr>
      <p:sp>
        <p:nvSpPr>
          <p:cNvPr id="2051" name="Google Shape;2051;g3b3d817690b_0_75"/>
          <p:cNvSpPr/>
          <p:nvPr/>
        </p:nvSpPr>
        <p:spPr>
          <a:xfrm>
            <a:off x="5556863" y="3367383"/>
            <a:ext cx="2867100" cy="1127100"/>
          </a:xfrm>
          <a:prstGeom prst="rect">
            <a:avLst/>
          </a:prstGeom>
          <a:solidFill>
            <a:srgbClr val="7C7C7C">
              <a:alpha val="141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52" name="Google Shape;2052;g3b3d817690b_0_75"/>
          <p:cNvGrpSpPr/>
          <p:nvPr/>
        </p:nvGrpSpPr>
        <p:grpSpPr>
          <a:xfrm>
            <a:off x="5556888" y="3149283"/>
            <a:ext cx="2867100" cy="218100"/>
            <a:chOff x="1290775" y="1427529"/>
            <a:chExt cx="2867100" cy="218100"/>
          </a:xfrm>
        </p:grpSpPr>
        <p:sp>
          <p:nvSpPr>
            <p:cNvPr id="2053" name="Google Shape;2053;g3b3d817690b_0_75"/>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 name="Google Shape;2054;g3b3d817690b_0_75"/>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g3b3d817690b_0_75"/>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g3b3d817690b_0_75"/>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57" name="Google Shape;2057;g3b3d817690b_0_75"/>
          <p:cNvSpPr/>
          <p:nvPr/>
        </p:nvSpPr>
        <p:spPr>
          <a:xfrm>
            <a:off x="5556863" y="1649108"/>
            <a:ext cx="2867100" cy="1127100"/>
          </a:xfrm>
          <a:prstGeom prst="rect">
            <a:avLst/>
          </a:prstGeom>
          <a:solidFill>
            <a:srgbClr val="7C7C7C">
              <a:alpha val="141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58" name="Google Shape;2058;g3b3d817690b_0_75"/>
          <p:cNvGrpSpPr/>
          <p:nvPr/>
        </p:nvGrpSpPr>
        <p:grpSpPr>
          <a:xfrm>
            <a:off x="5556888" y="1431008"/>
            <a:ext cx="2867100" cy="218100"/>
            <a:chOff x="1290775" y="1427529"/>
            <a:chExt cx="2867100" cy="218100"/>
          </a:xfrm>
        </p:grpSpPr>
        <p:sp>
          <p:nvSpPr>
            <p:cNvPr id="2059" name="Google Shape;2059;g3b3d817690b_0_75"/>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g3b3d817690b_0_75"/>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g3b3d817690b_0_75"/>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 name="Google Shape;2062;g3b3d817690b_0_75"/>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63" name="Google Shape;2063;g3b3d817690b_0_75"/>
          <p:cNvSpPr/>
          <p:nvPr/>
        </p:nvSpPr>
        <p:spPr>
          <a:xfrm>
            <a:off x="1544823" y="1649108"/>
            <a:ext cx="2867100" cy="1127100"/>
          </a:xfrm>
          <a:prstGeom prst="rect">
            <a:avLst/>
          </a:prstGeom>
          <a:solidFill>
            <a:srgbClr val="7C7C7C">
              <a:alpha val="141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64" name="Google Shape;2064;g3b3d817690b_0_75"/>
          <p:cNvGrpSpPr/>
          <p:nvPr/>
        </p:nvGrpSpPr>
        <p:grpSpPr>
          <a:xfrm>
            <a:off x="1544848" y="1431008"/>
            <a:ext cx="2867100" cy="218100"/>
            <a:chOff x="1290775" y="1427529"/>
            <a:chExt cx="2867100" cy="218100"/>
          </a:xfrm>
        </p:grpSpPr>
        <p:sp>
          <p:nvSpPr>
            <p:cNvPr id="2065" name="Google Shape;2065;g3b3d817690b_0_75"/>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g3b3d817690b_0_75"/>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g3b3d817690b_0_75"/>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g3b3d817690b_0_75"/>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69" name="Google Shape;2069;g3b3d817690b_0_75"/>
          <p:cNvSpPr/>
          <p:nvPr/>
        </p:nvSpPr>
        <p:spPr>
          <a:xfrm>
            <a:off x="1544823" y="3367383"/>
            <a:ext cx="2867100" cy="1127100"/>
          </a:xfrm>
          <a:prstGeom prst="rect">
            <a:avLst/>
          </a:prstGeom>
          <a:solidFill>
            <a:srgbClr val="7C7C7C">
              <a:alpha val="141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70" name="Google Shape;2070;g3b3d817690b_0_75"/>
          <p:cNvGrpSpPr/>
          <p:nvPr/>
        </p:nvGrpSpPr>
        <p:grpSpPr>
          <a:xfrm>
            <a:off x="1544848" y="3149283"/>
            <a:ext cx="2867100" cy="218100"/>
            <a:chOff x="1290775" y="1427529"/>
            <a:chExt cx="2867100" cy="218100"/>
          </a:xfrm>
        </p:grpSpPr>
        <p:sp>
          <p:nvSpPr>
            <p:cNvPr id="2071" name="Google Shape;2071;g3b3d817690b_0_75"/>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g3b3d817690b_0_75"/>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g3b3d817690b_0_75"/>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g3b3d817690b_0_75"/>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75" name="Google Shape;2075;g3b3d817690b_0_75"/>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t>Resources</a:t>
            </a:r>
            <a:endParaRPr/>
          </a:p>
        </p:txBody>
      </p:sp>
      <p:sp>
        <p:nvSpPr>
          <p:cNvPr id="2076" name="Google Shape;2076;g3b3d817690b_0_75"/>
          <p:cNvSpPr txBox="1"/>
          <p:nvPr>
            <p:ph idx="2" type="title"/>
          </p:nvPr>
        </p:nvSpPr>
        <p:spPr>
          <a:xfrm>
            <a:off x="1544823" y="1649108"/>
            <a:ext cx="28671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
              <a:t>Course catalog </a:t>
            </a:r>
            <a:endParaRPr/>
          </a:p>
        </p:txBody>
      </p:sp>
      <p:sp>
        <p:nvSpPr>
          <p:cNvPr id="2077" name="Google Shape;2077;g3b3d817690b_0_75"/>
          <p:cNvSpPr txBox="1"/>
          <p:nvPr>
            <p:ph idx="1" type="subTitle"/>
          </p:nvPr>
        </p:nvSpPr>
        <p:spPr>
          <a:xfrm>
            <a:off x="1544848" y="2176808"/>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b="1" lang="en">
                <a:highlight>
                  <a:schemeClr val="accent2"/>
                </a:highlight>
              </a:rPr>
              <a:t>Mercury</a:t>
            </a:r>
            <a:r>
              <a:rPr b="1" lang="en"/>
              <a:t> </a:t>
            </a:r>
            <a:r>
              <a:rPr lang="en"/>
              <a:t>is the closest planet to the Sun and the smallest one</a:t>
            </a:r>
            <a:endParaRPr/>
          </a:p>
        </p:txBody>
      </p:sp>
      <p:sp>
        <p:nvSpPr>
          <p:cNvPr id="2078" name="Google Shape;2078;g3b3d817690b_0_75"/>
          <p:cNvSpPr txBox="1"/>
          <p:nvPr>
            <p:ph idx="3" type="title"/>
          </p:nvPr>
        </p:nvSpPr>
        <p:spPr>
          <a:xfrm>
            <a:off x="5556855" y="1649108"/>
            <a:ext cx="28671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
              <a:t>Faculty</a:t>
            </a:r>
            <a:endParaRPr/>
          </a:p>
        </p:txBody>
      </p:sp>
      <p:sp>
        <p:nvSpPr>
          <p:cNvPr id="2079" name="Google Shape;2079;g3b3d817690b_0_75"/>
          <p:cNvSpPr txBox="1"/>
          <p:nvPr>
            <p:ph idx="4" type="subTitle"/>
          </p:nvPr>
        </p:nvSpPr>
        <p:spPr>
          <a:xfrm>
            <a:off x="5556877" y="2176808"/>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b="1" lang="en">
                <a:highlight>
                  <a:schemeClr val="accent2"/>
                </a:highlight>
              </a:rPr>
              <a:t>Earth</a:t>
            </a:r>
            <a:r>
              <a:rPr b="1" lang="en"/>
              <a:t> </a:t>
            </a:r>
            <a:r>
              <a:rPr lang="en"/>
              <a:t>is the only known planet to harbor life</a:t>
            </a:r>
            <a:endParaRPr/>
          </a:p>
        </p:txBody>
      </p:sp>
      <p:sp>
        <p:nvSpPr>
          <p:cNvPr id="2080" name="Google Shape;2080;g3b3d817690b_0_75"/>
          <p:cNvSpPr txBox="1"/>
          <p:nvPr>
            <p:ph idx="5" type="title"/>
          </p:nvPr>
        </p:nvSpPr>
        <p:spPr>
          <a:xfrm>
            <a:off x="1544823" y="3367383"/>
            <a:ext cx="28671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
              <a:t>Student org.</a:t>
            </a:r>
            <a:endParaRPr/>
          </a:p>
        </p:txBody>
      </p:sp>
      <p:sp>
        <p:nvSpPr>
          <p:cNvPr id="2081" name="Google Shape;2081;g3b3d817690b_0_75"/>
          <p:cNvSpPr txBox="1"/>
          <p:nvPr>
            <p:ph idx="6" type="subTitle"/>
          </p:nvPr>
        </p:nvSpPr>
        <p:spPr>
          <a:xfrm>
            <a:off x="1544848" y="3895083"/>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b="1" lang="en">
                <a:highlight>
                  <a:schemeClr val="accent2"/>
                </a:highlight>
              </a:rPr>
              <a:t>Venus</a:t>
            </a:r>
            <a:r>
              <a:rPr b="1" lang="en"/>
              <a:t> </a:t>
            </a:r>
            <a:r>
              <a:rPr lang="en"/>
              <a:t>has a beautiful name and is the second planet from the Sun</a:t>
            </a:r>
            <a:endParaRPr/>
          </a:p>
        </p:txBody>
      </p:sp>
      <p:sp>
        <p:nvSpPr>
          <p:cNvPr id="2082" name="Google Shape;2082;g3b3d817690b_0_75"/>
          <p:cNvSpPr txBox="1"/>
          <p:nvPr>
            <p:ph idx="7" type="title"/>
          </p:nvPr>
        </p:nvSpPr>
        <p:spPr>
          <a:xfrm>
            <a:off x="5556855" y="3367383"/>
            <a:ext cx="28671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
              <a:t>Job center</a:t>
            </a:r>
            <a:endParaRPr/>
          </a:p>
        </p:txBody>
      </p:sp>
      <p:sp>
        <p:nvSpPr>
          <p:cNvPr id="2083" name="Google Shape;2083;g3b3d817690b_0_75"/>
          <p:cNvSpPr txBox="1"/>
          <p:nvPr>
            <p:ph idx="8" type="subTitle"/>
          </p:nvPr>
        </p:nvSpPr>
        <p:spPr>
          <a:xfrm>
            <a:off x="5556877" y="3895083"/>
            <a:ext cx="2867100" cy="5994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b="1" lang="en">
                <a:highlight>
                  <a:schemeClr val="accent2"/>
                </a:highlight>
              </a:rPr>
              <a:t>Saturn</a:t>
            </a:r>
            <a:r>
              <a:rPr b="1" lang="en"/>
              <a:t> </a:t>
            </a:r>
            <a:r>
              <a:rPr lang="en"/>
              <a:t>is a gas giant and has several rings around it</a:t>
            </a:r>
            <a:endParaRPr/>
          </a:p>
        </p:txBody>
      </p:sp>
      <p:grpSp>
        <p:nvGrpSpPr>
          <p:cNvPr id="2084" name="Google Shape;2084;g3b3d817690b_0_75"/>
          <p:cNvGrpSpPr/>
          <p:nvPr/>
        </p:nvGrpSpPr>
        <p:grpSpPr>
          <a:xfrm>
            <a:off x="720006" y="1727980"/>
            <a:ext cx="650997" cy="759684"/>
            <a:chOff x="4876875" y="1427500"/>
            <a:chExt cx="1130400" cy="1319125"/>
          </a:xfrm>
        </p:grpSpPr>
        <p:sp>
          <p:nvSpPr>
            <p:cNvPr id="2085" name="Google Shape;2085;g3b3d817690b_0_75"/>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g3b3d817690b_0_75"/>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2087" name="Google Shape;2087;g3b3d817690b_0_75"/>
          <p:cNvCxnSpPr>
            <a:stCxn id="2085" idx="3"/>
            <a:endCxn id="2076" idx="1"/>
          </p:cNvCxnSpPr>
          <p:nvPr/>
        </p:nvCxnSpPr>
        <p:spPr>
          <a:xfrm flipH="1" rot="10800000">
            <a:off x="1371003" y="1912931"/>
            <a:ext cx="173700" cy="257700"/>
          </a:xfrm>
          <a:prstGeom prst="bentConnector3">
            <a:avLst>
              <a:gd fmla="val 50036" name="adj1"/>
            </a:avLst>
          </a:prstGeom>
          <a:noFill/>
          <a:ln cap="flat" cmpd="sng" w="9525">
            <a:solidFill>
              <a:schemeClr val="dk2"/>
            </a:solidFill>
            <a:prstDash val="solid"/>
            <a:round/>
            <a:headEnd len="sm" w="sm" type="none"/>
            <a:tailEnd len="sm" w="sm" type="none"/>
          </a:ln>
        </p:spPr>
      </p:cxnSp>
      <p:grpSp>
        <p:nvGrpSpPr>
          <p:cNvPr id="2088" name="Google Shape;2088;g3b3d817690b_0_75"/>
          <p:cNvGrpSpPr/>
          <p:nvPr/>
        </p:nvGrpSpPr>
        <p:grpSpPr>
          <a:xfrm>
            <a:off x="720006" y="3442018"/>
            <a:ext cx="650997" cy="759684"/>
            <a:chOff x="4876875" y="1427500"/>
            <a:chExt cx="1130400" cy="1319125"/>
          </a:xfrm>
        </p:grpSpPr>
        <p:sp>
          <p:nvSpPr>
            <p:cNvPr id="2089" name="Google Shape;2089;g3b3d817690b_0_75"/>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g3b3d817690b_0_75"/>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1" name="Google Shape;2091;g3b3d817690b_0_75"/>
          <p:cNvGrpSpPr/>
          <p:nvPr/>
        </p:nvGrpSpPr>
        <p:grpSpPr>
          <a:xfrm>
            <a:off x="4722356" y="1727980"/>
            <a:ext cx="650997" cy="759684"/>
            <a:chOff x="4876875" y="1427500"/>
            <a:chExt cx="1130400" cy="1319125"/>
          </a:xfrm>
        </p:grpSpPr>
        <p:sp>
          <p:nvSpPr>
            <p:cNvPr id="2092" name="Google Shape;2092;g3b3d817690b_0_75"/>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g3b3d817690b_0_75"/>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4" name="Google Shape;2094;g3b3d817690b_0_75"/>
          <p:cNvGrpSpPr/>
          <p:nvPr/>
        </p:nvGrpSpPr>
        <p:grpSpPr>
          <a:xfrm>
            <a:off x="4722356" y="3442018"/>
            <a:ext cx="650997" cy="759684"/>
            <a:chOff x="4876875" y="1427500"/>
            <a:chExt cx="1130400" cy="1319125"/>
          </a:xfrm>
        </p:grpSpPr>
        <p:sp>
          <p:nvSpPr>
            <p:cNvPr id="2095" name="Google Shape;2095;g3b3d817690b_0_75"/>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g3b3d817690b_0_75"/>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2097" name="Google Shape;2097;g3b3d817690b_0_75"/>
          <p:cNvCxnSpPr>
            <a:stCxn id="2089" idx="3"/>
            <a:endCxn id="2080" idx="1"/>
          </p:cNvCxnSpPr>
          <p:nvPr/>
        </p:nvCxnSpPr>
        <p:spPr>
          <a:xfrm flipH="1" rot="10800000">
            <a:off x="1371003" y="3631169"/>
            <a:ext cx="173700" cy="253500"/>
          </a:xfrm>
          <a:prstGeom prst="bentConnector3">
            <a:avLst>
              <a:gd fmla="val 50036" name="adj1"/>
            </a:avLst>
          </a:prstGeom>
          <a:noFill/>
          <a:ln cap="flat" cmpd="sng" w="9525">
            <a:solidFill>
              <a:schemeClr val="dk2"/>
            </a:solidFill>
            <a:prstDash val="solid"/>
            <a:round/>
            <a:headEnd len="sm" w="sm" type="none"/>
            <a:tailEnd len="sm" w="sm" type="none"/>
          </a:ln>
        </p:spPr>
      </p:cxnSp>
      <p:cxnSp>
        <p:nvCxnSpPr>
          <p:cNvPr id="2098" name="Google Shape;2098;g3b3d817690b_0_75"/>
          <p:cNvCxnSpPr>
            <a:stCxn id="2092" idx="3"/>
            <a:endCxn id="2078" idx="1"/>
          </p:cNvCxnSpPr>
          <p:nvPr/>
        </p:nvCxnSpPr>
        <p:spPr>
          <a:xfrm flipH="1" rot="10800000">
            <a:off x="5373353" y="1912931"/>
            <a:ext cx="183600" cy="257700"/>
          </a:xfrm>
          <a:prstGeom prst="bentConnector3">
            <a:avLst>
              <a:gd fmla="val 49975" name="adj1"/>
            </a:avLst>
          </a:prstGeom>
          <a:noFill/>
          <a:ln cap="flat" cmpd="sng" w="9525">
            <a:solidFill>
              <a:schemeClr val="dk2"/>
            </a:solidFill>
            <a:prstDash val="solid"/>
            <a:round/>
            <a:headEnd len="sm" w="sm" type="none"/>
            <a:tailEnd len="sm" w="sm" type="none"/>
          </a:ln>
        </p:spPr>
      </p:cxnSp>
      <p:cxnSp>
        <p:nvCxnSpPr>
          <p:cNvPr id="2099" name="Google Shape;2099;g3b3d817690b_0_75"/>
          <p:cNvCxnSpPr>
            <a:stCxn id="2095" idx="3"/>
            <a:endCxn id="2082" idx="1"/>
          </p:cNvCxnSpPr>
          <p:nvPr/>
        </p:nvCxnSpPr>
        <p:spPr>
          <a:xfrm flipH="1" rot="10800000">
            <a:off x="5373353" y="3631169"/>
            <a:ext cx="183600" cy="253500"/>
          </a:xfrm>
          <a:prstGeom prst="bentConnector3">
            <a:avLst>
              <a:gd fmla="val 49975" name="adj1"/>
            </a:avLst>
          </a:prstGeom>
          <a:noFill/>
          <a:ln cap="flat" cmpd="sng" w="9525">
            <a:solidFill>
              <a:schemeClr val="dk2"/>
            </a:solidFill>
            <a:prstDash val="solid"/>
            <a:round/>
            <a:headEnd len="sm" w="sm" type="none"/>
            <a:tailEnd len="sm" w="sm" type="none"/>
          </a:ln>
        </p:spPr>
      </p:cxnSp>
      <p:grpSp>
        <p:nvGrpSpPr>
          <p:cNvPr id="2100" name="Google Shape;2100;g3b3d817690b_0_75"/>
          <p:cNvGrpSpPr/>
          <p:nvPr/>
        </p:nvGrpSpPr>
        <p:grpSpPr>
          <a:xfrm>
            <a:off x="4938229" y="3731934"/>
            <a:ext cx="219238" cy="297659"/>
            <a:chOff x="2876854" y="4126926"/>
            <a:chExt cx="219238" cy="297659"/>
          </a:xfrm>
        </p:grpSpPr>
        <p:sp>
          <p:nvSpPr>
            <p:cNvPr id="2101" name="Google Shape;2101;g3b3d817690b_0_75"/>
            <p:cNvSpPr/>
            <p:nvPr/>
          </p:nvSpPr>
          <p:spPr>
            <a:xfrm>
              <a:off x="2946981" y="4376465"/>
              <a:ext cx="97685" cy="31062"/>
            </a:xfrm>
            <a:custGeom>
              <a:rect b="b" l="l" r="r" t="t"/>
              <a:pathLst>
                <a:path extrusionOk="0" h="967" w="3041">
                  <a:moveTo>
                    <a:pt x="228" y="1"/>
                  </a:moveTo>
                  <a:lnTo>
                    <a:pt x="0" y="743"/>
                  </a:lnTo>
                  <a:lnTo>
                    <a:pt x="1520" y="966"/>
                  </a:lnTo>
                  <a:lnTo>
                    <a:pt x="3040" y="743"/>
                  </a:lnTo>
                  <a:lnTo>
                    <a:pt x="2732"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g3b3d817690b_0_75"/>
            <p:cNvSpPr/>
            <p:nvPr/>
          </p:nvSpPr>
          <p:spPr>
            <a:xfrm>
              <a:off x="2946821" y="4376465"/>
              <a:ext cx="97685" cy="25120"/>
            </a:xfrm>
            <a:custGeom>
              <a:rect b="b" l="l" r="r" t="t"/>
              <a:pathLst>
                <a:path extrusionOk="0" h="782" w="3041">
                  <a:moveTo>
                    <a:pt x="230" y="1"/>
                  </a:moveTo>
                  <a:lnTo>
                    <a:pt x="1" y="743"/>
                  </a:lnTo>
                  <a:lnTo>
                    <a:pt x="253" y="781"/>
                  </a:lnTo>
                  <a:lnTo>
                    <a:pt x="441" y="536"/>
                  </a:lnTo>
                  <a:cubicBezTo>
                    <a:pt x="477" y="492"/>
                    <a:pt x="531" y="464"/>
                    <a:pt x="589" y="464"/>
                  </a:cubicBezTo>
                  <a:lnTo>
                    <a:pt x="2456" y="464"/>
                  </a:lnTo>
                  <a:cubicBezTo>
                    <a:pt x="2514" y="464"/>
                    <a:pt x="2569" y="492"/>
                    <a:pt x="2605" y="536"/>
                  </a:cubicBezTo>
                  <a:lnTo>
                    <a:pt x="2789" y="781"/>
                  </a:lnTo>
                  <a:lnTo>
                    <a:pt x="3041" y="743"/>
                  </a:lnTo>
                  <a:lnTo>
                    <a:pt x="2734"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g3b3d817690b_0_75"/>
            <p:cNvSpPr/>
            <p:nvPr/>
          </p:nvSpPr>
          <p:spPr>
            <a:xfrm>
              <a:off x="2930341" y="4363647"/>
              <a:ext cx="132505" cy="36716"/>
            </a:xfrm>
            <a:custGeom>
              <a:rect b="b" l="l" r="r" t="t"/>
              <a:pathLst>
                <a:path extrusionOk="0" h="1143" w="4125">
                  <a:moveTo>
                    <a:pt x="3794" y="0"/>
                  </a:moveTo>
                  <a:lnTo>
                    <a:pt x="167" y="22"/>
                  </a:lnTo>
                  <a:lnTo>
                    <a:pt x="4" y="48"/>
                  </a:lnTo>
                  <a:lnTo>
                    <a:pt x="0" y="935"/>
                  </a:lnTo>
                  <a:cubicBezTo>
                    <a:pt x="0" y="1038"/>
                    <a:pt x="28" y="1103"/>
                    <a:pt x="130" y="1103"/>
                  </a:cubicBezTo>
                  <a:lnTo>
                    <a:pt x="224" y="1142"/>
                  </a:lnTo>
                  <a:lnTo>
                    <a:pt x="514" y="1142"/>
                  </a:lnTo>
                  <a:lnTo>
                    <a:pt x="860" y="694"/>
                  </a:lnTo>
                  <a:cubicBezTo>
                    <a:pt x="896" y="647"/>
                    <a:pt x="950" y="621"/>
                    <a:pt x="1008" y="621"/>
                  </a:cubicBezTo>
                  <a:lnTo>
                    <a:pt x="3062" y="621"/>
                  </a:lnTo>
                  <a:cubicBezTo>
                    <a:pt x="3120" y="621"/>
                    <a:pt x="3176" y="647"/>
                    <a:pt x="3209" y="694"/>
                  </a:cubicBezTo>
                  <a:lnTo>
                    <a:pt x="3555" y="1142"/>
                  </a:lnTo>
                  <a:lnTo>
                    <a:pt x="3938" y="1142"/>
                  </a:lnTo>
                  <a:cubicBezTo>
                    <a:pt x="4040" y="1142"/>
                    <a:pt x="4124" y="1058"/>
                    <a:pt x="4119" y="956"/>
                  </a:cubicBezTo>
                  <a:lnTo>
                    <a:pt x="4119" y="340"/>
                  </a:lnTo>
                  <a:lnTo>
                    <a:pt x="4062" y="60"/>
                  </a:lnTo>
                  <a:lnTo>
                    <a:pt x="379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g3b3d817690b_0_75"/>
            <p:cNvSpPr/>
            <p:nvPr/>
          </p:nvSpPr>
          <p:spPr>
            <a:xfrm>
              <a:off x="2928638" y="4363647"/>
              <a:ext cx="134208" cy="36716"/>
            </a:xfrm>
            <a:custGeom>
              <a:rect b="b" l="l" r="r" t="t"/>
              <a:pathLst>
                <a:path extrusionOk="0" h="1143" w="4178">
                  <a:moveTo>
                    <a:pt x="3853" y="0"/>
                  </a:moveTo>
                  <a:lnTo>
                    <a:pt x="225" y="22"/>
                  </a:lnTo>
                  <a:lnTo>
                    <a:pt x="1" y="60"/>
                  </a:lnTo>
                  <a:lnTo>
                    <a:pt x="1" y="956"/>
                  </a:lnTo>
                  <a:cubicBezTo>
                    <a:pt x="1" y="1058"/>
                    <a:pt x="83" y="1142"/>
                    <a:pt x="188" y="1142"/>
                  </a:cubicBezTo>
                  <a:lnTo>
                    <a:pt x="282" y="1142"/>
                  </a:lnTo>
                  <a:lnTo>
                    <a:pt x="282" y="435"/>
                  </a:lnTo>
                  <a:cubicBezTo>
                    <a:pt x="282" y="382"/>
                    <a:pt x="322" y="340"/>
                    <a:pt x="373" y="340"/>
                  </a:cubicBezTo>
                  <a:lnTo>
                    <a:pt x="4177" y="340"/>
                  </a:lnTo>
                  <a:lnTo>
                    <a:pt x="4177" y="60"/>
                  </a:lnTo>
                  <a:lnTo>
                    <a:pt x="3853"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g3b3d817690b_0_75"/>
            <p:cNvSpPr/>
            <p:nvPr/>
          </p:nvSpPr>
          <p:spPr>
            <a:xfrm>
              <a:off x="2946981" y="4400333"/>
              <a:ext cx="41053" cy="24252"/>
            </a:xfrm>
            <a:custGeom>
              <a:rect b="b" l="l" r="r" t="t"/>
              <a:pathLst>
                <a:path extrusionOk="0" h="755" w="1278">
                  <a:moveTo>
                    <a:pt x="0" y="0"/>
                  </a:moveTo>
                  <a:lnTo>
                    <a:pt x="160" y="616"/>
                  </a:lnTo>
                  <a:cubicBezTo>
                    <a:pt x="181" y="697"/>
                    <a:pt x="255" y="755"/>
                    <a:pt x="340" y="755"/>
                  </a:cubicBezTo>
                  <a:lnTo>
                    <a:pt x="1239" y="755"/>
                  </a:lnTo>
                  <a:lnTo>
                    <a:pt x="1277" y="378"/>
                  </a:lnTo>
                  <a:lnTo>
                    <a:pt x="123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g3b3d817690b_0_75"/>
            <p:cNvSpPr/>
            <p:nvPr/>
          </p:nvSpPr>
          <p:spPr>
            <a:xfrm>
              <a:off x="3003520" y="4400333"/>
              <a:ext cx="41053" cy="24252"/>
            </a:xfrm>
            <a:custGeom>
              <a:rect b="b" l="l" r="r" t="t"/>
              <a:pathLst>
                <a:path extrusionOk="0" h="755" w="1278">
                  <a:moveTo>
                    <a:pt x="38" y="0"/>
                  </a:moveTo>
                  <a:lnTo>
                    <a:pt x="1" y="378"/>
                  </a:lnTo>
                  <a:lnTo>
                    <a:pt x="38" y="755"/>
                  </a:lnTo>
                  <a:lnTo>
                    <a:pt x="937" y="755"/>
                  </a:lnTo>
                  <a:cubicBezTo>
                    <a:pt x="1023" y="755"/>
                    <a:pt x="1096" y="697"/>
                    <a:pt x="1118" y="616"/>
                  </a:cubicBezTo>
                  <a:lnTo>
                    <a:pt x="1277"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g3b3d817690b_0_75"/>
            <p:cNvSpPr/>
            <p:nvPr/>
          </p:nvSpPr>
          <p:spPr>
            <a:xfrm>
              <a:off x="2986783" y="4400333"/>
              <a:ext cx="17989" cy="24252"/>
            </a:xfrm>
            <a:custGeom>
              <a:rect b="b" l="l" r="r" t="t"/>
              <a:pathLst>
                <a:path extrusionOk="0" h="755" w="560">
                  <a:moveTo>
                    <a:pt x="0" y="0"/>
                  </a:moveTo>
                  <a:lnTo>
                    <a:pt x="0" y="755"/>
                  </a:lnTo>
                  <a:lnTo>
                    <a:pt x="559" y="755"/>
                  </a:lnTo>
                  <a:lnTo>
                    <a:pt x="559"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g3b3d817690b_0_75"/>
            <p:cNvSpPr/>
            <p:nvPr/>
          </p:nvSpPr>
          <p:spPr>
            <a:xfrm>
              <a:off x="2946981" y="4144016"/>
              <a:ext cx="97685" cy="31095"/>
            </a:xfrm>
            <a:custGeom>
              <a:rect b="b" l="l" r="r" t="t"/>
              <a:pathLst>
                <a:path extrusionOk="0" h="968" w="3041">
                  <a:moveTo>
                    <a:pt x="1520" y="0"/>
                  </a:moveTo>
                  <a:lnTo>
                    <a:pt x="0" y="224"/>
                  </a:lnTo>
                  <a:lnTo>
                    <a:pt x="228" y="967"/>
                  </a:lnTo>
                  <a:lnTo>
                    <a:pt x="2732" y="967"/>
                  </a:lnTo>
                  <a:lnTo>
                    <a:pt x="3040" y="224"/>
                  </a:lnTo>
                  <a:lnTo>
                    <a:pt x="1520"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g3b3d817690b_0_75"/>
            <p:cNvSpPr/>
            <p:nvPr/>
          </p:nvSpPr>
          <p:spPr>
            <a:xfrm>
              <a:off x="2946821" y="4149991"/>
              <a:ext cx="97685" cy="25120"/>
            </a:xfrm>
            <a:custGeom>
              <a:rect b="b" l="l" r="r" t="t"/>
              <a:pathLst>
                <a:path extrusionOk="0" h="782" w="3041">
                  <a:moveTo>
                    <a:pt x="253" y="1"/>
                  </a:moveTo>
                  <a:lnTo>
                    <a:pt x="1" y="38"/>
                  </a:lnTo>
                  <a:lnTo>
                    <a:pt x="230" y="781"/>
                  </a:lnTo>
                  <a:lnTo>
                    <a:pt x="2734" y="781"/>
                  </a:lnTo>
                  <a:lnTo>
                    <a:pt x="3041" y="38"/>
                  </a:lnTo>
                  <a:lnTo>
                    <a:pt x="2789" y="1"/>
                  </a:lnTo>
                  <a:lnTo>
                    <a:pt x="2605" y="245"/>
                  </a:lnTo>
                  <a:cubicBezTo>
                    <a:pt x="2569" y="290"/>
                    <a:pt x="2514" y="318"/>
                    <a:pt x="2456" y="318"/>
                  </a:cubicBezTo>
                  <a:lnTo>
                    <a:pt x="589" y="318"/>
                  </a:lnTo>
                  <a:cubicBezTo>
                    <a:pt x="531" y="318"/>
                    <a:pt x="477" y="290"/>
                    <a:pt x="441" y="245"/>
                  </a:cubicBezTo>
                  <a:lnTo>
                    <a:pt x="253"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 name="Google Shape;2110;g3b3d817690b_0_75"/>
            <p:cNvSpPr/>
            <p:nvPr/>
          </p:nvSpPr>
          <p:spPr>
            <a:xfrm>
              <a:off x="2930341" y="4151211"/>
              <a:ext cx="132505" cy="36716"/>
            </a:xfrm>
            <a:custGeom>
              <a:rect b="b" l="l" r="r" t="t"/>
              <a:pathLst>
                <a:path extrusionOk="0" h="1143" w="4125">
                  <a:moveTo>
                    <a:pt x="224" y="0"/>
                  </a:moveTo>
                  <a:lnTo>
                    <a:pt x="130" y="39"/>
                  </a:lnTo>
                  <a:cubicBezTo>
                    <a:pt x="28" y="39"/>
                    <a:pt x="0" y="105"/>
                    <a:pt x="0" y="207"/>
                  </a:cubicBezTo>
                  <a:lnTo>
                    <a:pt x="4" y="1093"/>
                  </a:lnTo>
                  <a:lnTo>
                    <a:pt x="167" y="1121"/>
                  </a:lnTo>
                  <a:lnTo>
                    <a:pt x="3794" y="1143"/>
                  </a:lnTo>
                  <a:lnTo>
                    <a:pt x="4062" y="1083"/>
                  </a:lnTo>
                  <a:lnTo>
                    <a:pt x="4119" y="802"/>
                  </a:lnTo>
                  <a:lnTo>
                    <a:pt x="4119" y="187"/>
                  </a:lnTo>
                  <a:cubicBezTo>
                    <a:pt x="4124" y="84"/>
                    <a:pt x="4040" y="0"/>
                    <a:pt x="3938" y="0"/>
                  </a:cubicBezTo>
                  <a:lnTo>
                    <a:pt x="3555" y="0"/>
                  </a:lnTo>
                  <a:lnTo>
                    <a:pt x="3209" y="449"/>
                  </a:lnTo>
                  <a:cubicBezTo>
                    <a:pt x="3176" y="495"/>
                    <a:pt x="3120" y="522"/>
                    <a:pt x="3062" y="522"/>
                  </a:cubicBezTo>
                  <a:lnTo>
                    <a:pt x="1008" y="522"/>
                  </a:lnTo>
                  <a:cubicBezTo>
                    <a:pt x="950" y="522"/>
                    <a:pt x="896" y="495"/>
                    <a:pt x="860" y="449"/>
                  </a:cubicBezTo>
                  <a:lnTo>
                    <a:pt x="51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g3b3d817690b_0_75"/>
            <p:cNvSpPr/>
            <p:nvPr/>
          </p:nvSpPr>
          <p:spPr>
            <a:xfrm>
              <a:off x="2928638" y="4151211"/>
              <a:ext cx="134208" cy="36684"/>
            </a:xfrm>
            <a:custGeom>
              <a:rect b="b" l="l" r="r" t="t"/>
              <a:pathLst>
                <a:path extrusionOk="0" h="1142" w="4178">
                  <a:moveTo>
                    <a:pt x="188" y="0"/>
                  </a:moveTo>
                  <a:cubicBezTo>
                    <a:pt x="83" y="0"/>
                    <a:pt x="1" y="84"/>
                    <a:pt x="1" y="187"/>
                  </a:cubicBezTo>
                  <a:lnTo>
                    <a:pt x="1" y="1082"/>
                  </a:lnTo>
                  <a:lnTo>
                    <a:pt x="225" y="1119"/>
                  </a:lnTo>
                  <a:lnTo>
                    <a:pt x="3853" y="1141"/>
                  </a:lnTo>
                  <a:lnTo>
                    <a:pt x="4177" y="1082"/>
                  </a:lnTo>
                  <a:lnTo>
                    <a:pt x="4177" y="801"/>
                  </a:lnTo>
                  <a:lnTo>
                    <a:pt x="373" y="801"/>
                  </a:lnTo>
                  <a:cubicBezTo>
                    <a:pt x="372" y="801"/>
                    <a:pt x="371" y="801"/>
                    <a:pt x="370" y="801"/>
                  </a:cubicBezTo>
                  <a:cubicBezTo>
                    <a:pt x="321" y="801"/>
                    <a:pt x="282" y="760"/>
                    <a:pt x="282" y="708"/>
                  </a:cubicBezTo>
                  <a:lnTo>
                    <a:pt x="282"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g3b3d817690b_0_75"/>
            <p:cNvSpPr/>
            <p:nvPr/>
          </p:nvSpPr>
          <p:spPr>
            <a:xfrm>
              <a:off x="2946981" y="4126926"/>
              <a:ext cx="41053" cy="24252"/>
            </a:xfrm>
            <a:custGeom>
              <a:rect b="b" l="l" r="r" t="t"/>
              <a:pathLst>
                <a:path extrusionOk="0" h="755" w="1278">
                  <a:moveTo>
                    <a:pt x="340" y="1"/>
                  </a:moveTo>
                  <a:cubicBezTo>
                    <a:pt x="255" y="1"/>
                    <a:pt x="181" y="59"/>
                    <a:pt x="160" y="140"/>
                  </a:cubicBezTo>
                  <a:lnTo>
                    <a:pt x="0" y="755"/>
                  </a:lnTo>
                  <a:lnTo>
                    <a:pt x="1239" y="755"/>
                  </a:lnTo>
                  <a:lnTo>
                    <a:pt x="1277" y="377"/>
                  </a:lnTo>
                  <a:lnTo>
                    <a:pt x="123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g3b3d817690b_0_75"/>
            <p:cNvSpPr/>
            <p:nvPr/>
          </p:nvSpPr>
          <p:spPr>
            <a:xfrm>
              <a:off x="3003520" y="4126926"/>
              <a:ext cx="41053" cy="24252"/>
            </a:xfrm>
            <a:custGeom>
              <a:rect b="b" l="l" r="r" t="t"/>
              <a:pathLst>
                <a:path extrusionOk="0" h="755" w="1278">
                  <a:moveTo>
                    <a:pt x="38" y="1"/>
                  </a:moveTo>
                  <a:lnTo>
                    <a:pt x="1" y="377"/>
                  </a:lnTo>
                  <a:lnTo>
                    <a:pt x="38" y="755"/>
                  </a:lnTo>
                  <a:lnTo>
                    <a:pt x="1277" y="755"/>
                  </a:lnTo>
                  <a:lnTo>
                    <a:pt x="1118" y="140"/>
                  </a:lnTo>
                  <a:cubicBezTo>
                    <a:pt x="1096" y="59"/>
                    <a:pt x="1023" y="1"/>
                    <a:pt x="93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g3b3d817690b_0_75"/>
            <p:cNvSpPr/>
            <p:nvPr/>
          </p:nvSpPr>
          <p:spPr>
            <a:xfrm>
              <a:off x="2986783" y="4126926"/>
              <a:ext cx="17989" cy="24252"/>
            </a:xfrm>
            <a:custGeom>
              <a:rect b="b" l="l" r="r" t="t"/>
              <a:pathLst>
                <a:path extrusionOk="0" h="755" w="560">
                  <a:moveTo>
                    <a:pt x="0" y="1"/>
                  </a:moveTo>
                  <a:lnTo>
                    <a:pt x="0" y="755"/>
                  </a:lnTo>
                  <a:lnTo>
                    <a:pt x="559" y="755"/>
                  </a:lnTo>
                  <a:lnTo>
                    <a:pt x="559"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g3b3d817690b_0_75"/>
            <p:cNvSpPr/>
            <p:nvPr/>
          </p:nvSpPr>
          <p:spPr>
            <a:xfrm>
              <a:off x="2878043" y="4240901"/>
              <a:ext cx="19241" cy="20494"/>
            </a:xfrm>
            <a:custGeom>
              <a:rect b="b" l="l" r="r" t="t"/>
              <a:pathLst>
                <a:path extrusionOk="0" h="638" w="599">
                  <a:moveTo>
                    <a:pt x="208" y="1"/>
                  </a:moveTo>
                  <a:lnTo>
                    <a:pt x="95" y="39"/>
                  </a:lnTo>
                  <a:cubicBezTo>
                    <a:pt x="43" y="39"/>
                    <a:pt x="1" y="82"/>
                    <a:pt x="1" y="133"/>
                  </a:cubicBezTo>
                  <a:lnTo>
                    <a:pt x="1" y="544"/>
                  </a:lnTo>
                  <a:cubicBezTo>
                    <a:pt x="1" y="596"/>
                    <a:pt x="44" y="638"/>
                    <a:pt x="95" y="638"/>
                  </a:cubicBezTo>
                  <a:lnTo>
                    <a:pt x="599" y="638"/>
                  </a:lnTo>
                  <a:lnTo>
                    <a:pt x="59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g3b3d817690b_0_75"/>
            <p:cNvSpPr/>
            <p:nvPr/>
          </p:nvSpPr>
          <p:spPr>
            <a:xfrm>
              <a:off x="2876854" y="4240966"/>
              <a:ext cx="20430" cy="21651"/>
            </a:xfrm>
            <a:custGeom>
              <a:rect b="b" l="l" r="r" t="t"/>
              <a:pathLst>
                <a:path extrusionOk="0" h="674" w="636">
                  <a:moveTo>
                    <a:pt x="94" y="0"/>
                  </a:moveTo>
                  <a:cubicBezTo>
                    <a:pt x="42" y="0"/>
                    <a:pt x="0" y="44"/>
                    <a:pt x="0" y="94"/>
                  </a:cubicBezTo>
                  <a:lnTo>
                    <a:pt x="0" y="579"/>
                  </a:lnTo>
                  <a:cubicBezTo>
                    <a:pt x="0" y="633"/>
                    <a:pt x="44" y="673"/>
                    <a:pt x="94" y="673"/>
                  </a:cubicBezTo>
                  <a:lnTo>
                    <a:pt x="636" y="673"/>
                  </a:lnTo>
                  <a:lnTo>
                    <a:pt x="636" y="432"/>
                  </a:lnTo>
                  <a:lnTo>
                    <a:pt x="636" y="430"/>
                  </a:lnTo>
                  <a:lnTo>
                    <a:pt x="281" y="430"/>
                  </a:lnTo>
                  <a:cubicBezTo>
                    <a:pt x="259" y="430"/>
                    <a:pt x="243" y="411"/>
                    <a:pt x="243" y="391"/>
                  </a:cubicBezTo>
                  <a:lnTo>
                    <a:pt x="243"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g3b3d817690b_0_75"/>
            <p:cNvSpPr/>
            <p:nvPr/>
          </p:nvSpPr>
          <p:spPr>
            <a:xfrm>
              <a:off x="2878043" y="4288863"/>
              <a:ext cx="19241" cy="20430"/>
            </a:xfrm>
            <a:custGeom>
              <a:rect b="b" l="l" r="r" t="t"/>
              <a:pathLst>
                <a:path extrusionOk="0" h="636" w="599">
                  <a:moveTo>
                    <a:pt x="208" y="0"/>
                  </a:moveTo>
                  <a:lnTo>
                    <a:pt x="95" y="39"/>
                  </a:lnTo>
                  <a:cubicBezTo>
                    <a:pt x="43" y="39"/>
                    <a:pt x="1" y="83"/>
                    <a:pt x="1" y="134"/>
                  </a:cubicBezTo>
                  <a:lnTo>
                    <a:pt x="1" y="524"/>
                  </a:lnTo>
                  <a:cubicBezTo>
                    <a:pt x="1" y="577"/>
                    <a:pt x="44" y="619"/>
                    <a:pt x="95" y="619"/>
                  </a:cubicBezTo>
                  <a:lnTo>
                    <a:pt x="599" y="636"/>
                  </a:lnTo>
                  <a:lnTo>
                    <a:pt x="59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g3b3d817690b_0_75"/>
            <p:cNvSpPr/>
            <p:nvPr/>
          </p:nvSpPr>
          <p:spPr>
            <a:xfrm>
              <a:off x="2876854" y="4288959"/>
              <a:ext cx="20430" cy="21554"/>
            </a:xfrm>
            <a:custGeom>
              <a:rect b="b" l="l" r="r" t="t"/>
              <a:pathLst>
                <a:path extrusionOk="0" h="671" w="636">
                  <a:moveTo>
                    <a:pt x="94" y="0"/>
                  </a:moveTo>
                  <a:cubicBezTo>
                    <a:pt x="42" y="0"/>
                    <a:pt x="0" y="44"/>
                    <a:pt x="0" y="94"/>
                  </a:cubicBezTo>
                  <a:lnTo>
                    <a:pt x="0" y="576"/>
                  </a:lnTo>
                  <a:cubicBezTo>
                    <a:pt x="0" y="630"/>
                    <a:pt x="44" y="671"/>
                    <a:pt x="94" y="671"/>
                  </a:cubicBezTo>
                  <a:lnTo>
                    <a:pt x="636" y="671"/>
                  </a:lnTo>
                  <a:lnTo>
                    <a:pt x="636" y="429"/>
                  </a:lnTo>
                  <a:lnTo>
                    <a:pt x="281" y="429"/>
                  </a:lnTo>
                  <a:cubicBezTo>
                    <a:pt x="259" y="429"/>
                    <a:pt x="243" y="410"/>
                    <a:pt x="243" y="391"/>
                  </a:cubicBezTo>
                  <a:lnTo>
                    <a:pt x="243"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g3b3d817690b_0_75"/>
            <p:cNvSpPr/>
            <p:nvPr/>
          </p:nvSpPr>
          <p:spPr>
            <a:xfrm>
              <a:off x="2897157" y="4186034"/>
              <a:ext cx="198935" cy="179565"/>
            </a:xfrm>
            <a:custGeom>
              <a:rect b="b" l="l" r="r" t="t"/>
              <a:pathLst>
                <a:path extrusionOk="0" h="5590" w="6193">
                  <a:moveTo>
                    <a:pt x="1380" y="1"/>
                  </a:moveTo>
                  <a:lnTo>
                    <a:pt x="981" y="103"/>
                  </a:lnTo>
                  <a:lnTo>
                    <a:pt x="188" y="963"/>
                  </a:lnTo>
                  <a:cubicBezTo>
                    <a:pt x="69" y="1099"/>
                    <a:pt x="1" y="1275"/>
                    <a:pt x="1" y="1456"/>
                  </a:cubicBezTo>
                  <a:lnTo>
                    <a:pt x="1" y="4135"/>
                  </a:lnTo>
                  <a:cubicBezTo>
                    <a:pt x="1" y="4316"/>
                    <a:pt x="69" y="4493"/>
                    <a:pt x="188" y="4627"/>
                  </a:cubicBezTo>
                  <a:lnTo>
                    <a:pt x="981" y="5484"/>
                  </a:lnTo>
                  <a:lnTo>
                    <a:pt x="1375" y="5590"/>
                  </a:lnTo>
                  <a:lnTo>
                    <a:pt x="5157" y="5590"/>
                  </a:lnTo>
                  <a:lnTo>
                    <a:pt x="6006" y="4627"/>
                  </a:lnTo>
                  <a:cubicBezTo>
                    <a:pt x="6126" y="4493"/>
                    <a:pt x="6192" y="4316"/>
                    <a:pt x="6192" y="4135"/>
                  </a:cubicBezTo>
                  <a:lnTo>
                    <a:pt x="6192" y="1456"/>
                  </a:lnTo>
                  <a:cubicBezTo>
                    <a:pt x="6192" y="1275"/>
                    <a:pt x="6126" y="1099"/>
                    <a:pt x="6006" y="963"/>
                  </a:cubicBezTo>
                  <a:lnTo>
                    <a:pt x="5157"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g3b3d817690b_0_75"/>
            <p:cNvSpPr/>
            <p:nvPr/>
          </p:nvSpPr>
          <p:spPr>
            <a:xfrm>
              <a:off x="2895390" y="4186034"/>
              <a:ext cx="46128" cy="179565"/>
            </a:xfrm>
            <a:custGeom>
              <a:rect b="b" l="l" r="r" t="t"/>
              <a:pathLst>
                <a:path extrusionOk="0" h="5590" w="1436">
                  <a:moveTo>
                    <a:pt x="1036" y="1"/>
                  </a:moveTo>
                  <a:lnTo>
                    <a:pt x="188" y="963"/>
                  </a:lnTo>
                  <a:cubicBezTo>
                    <a:pt x="67" y="1099"/>
                    <a:pt x="1" y="1275"/>
                    <a:pt x="1" y="1456"/>
                  </a:cubicBezTo>
                  <a:lnTo>
                    <a:pt x="1" y="4135"/>
                  </a:lnTo>
                  <a:cubicBezTo>
                    <a:pt x="1" y="4316"/>
                    <a:pt x="67" y="4493"/>
                    <a:pt x="188" y="4627"/>
                  </a:cubicBezTo>
                  <a:lnTo>
                    <a:pt x="1036" y="5590"/>
                  </a:lnTo>
                  <a:lnTo>
                    <a:pt x="1430" y="5590"/>
                  </a:lnTo>
                  <a:lnTo>
                    <a:pt x="412" y="4430"/>
                  </a:lnTo>
                  <a:cubicBezTo>
                    <a:pt x="340" y="4349"/>
                    <a:pt x="299" y="4244"/>
                    <a:pt x="299" y="4135"/>
                  </a:cubicBezTo>
                  <a:lnTo>
                    <a:pt x="299" y="1456"/>
                  </a:lnTo>
                  <a:cubicBezTo>
                    <a:pt x="299" y="1347"/>
                    <a:pt x="340" y="1243"/>
                    <a:pt x="412" y="1160"/>
                  </a:cubicBezTo>
                  <a:lnTo>
                    <a:pt x="1435"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g3b3d817690b_0_75"/>
            <p:cNvSpPr/>
            <p:nvPr/>
          </p:nvSpPr>
          <p:spPr>
            <a:xfrm>
              <a:off x="2913411" y="4203895"/>
              <a:ext cx="164724" cy="143780"/>
            </a:xfrm>
            <a:custGeom>
              <a:rect b="b" l="l" r="r" t="t"/>
              <a:pathLst>
                <a:path extrusionOk="0" h="4476" w="5128">
                  <a:moveTo>
                    <a:pt x="921" y="1"/>
                  </a:moveTo>
                  <a:cubicBezTo>
                    <a:pt x="817" y="1"/>
                    <a:pt x="715" y="45"/>
                    <a:pt x="644" y="124"/>
                  </a:cubicBezTo>
                  <a:lnTo>
                    <a:pt x="96" y="733"/>
                  </a:lnTo>
                  <a:cubicBezTo>
                    <a:pt x="35" y="803"/>
                    <a:pt x="0" y="891"/>
                    <a:pt x="0" y="984"/>
                  </a:cubicBezTo>
                  <a:lnTo>
                    <a:pt x="0" y="3492"/>
                  </a:lnTo>
                  <a:cubicBezTo>
                    <a:pt x="0" y="3585"/>
                    <a:pt x="35" y="3673"/>
                    <a:pt x="96" y="3743"/>
                  </a:cubicBezTo>
                  <a:lnTo>
                    <a:pt x="644" y="4352"/>
                  </a:lnTo>
                  <a:cubicBezTo>
                    <a:pt x="715" y="4430"/>
                    <a:pt x="817" y="4475"/>
                    <a:pt x="921" y="4475"/>
                  </a:cubicBezTo>
                  <a:lnTo>
                    <a:pt x="4205" y="4475"/>
                  </a:lnTo>
                  <a:cubicBezTo>
                    <a:pt x="4311" y="4475"/>
                    <a:pt x="4413" y="4430"/>
                    <a:pt x="4482" y="4352"/>
                  </a:cubicBezTo>
                  <a:lnTo>
                    <a:pt x="5031" y="3743"/>
                  </a:lnTo>
                  <a:cubicBezTo>
                    <a:pt x="5093" y="3673"/>
                    <a:pt x="5128" y="3585"/>
                    <a:pt x="5128" y="3492"/>
                  </a:cubicBezTo>
                  <a:lnTo>
                    <a:pt x="5128" y="984"/>
                  </a:lnTo>
                  <a:cubicBezTo>
                    <a:pt x="5128" y="891"/>
                    <a:pt x="5093" y="803"/>
                    <a:pt x="5031" y="733"/>
                  </a:cubicBezTo>
                  <a:lnTo>
                    <a:pt x="4482" y="124"/>
                  </a:lnTo>
                  <a:cubicBezTo>
                    <a:pt x="4413" y="45"/>
                    <a:pt x="4311" y="1"/>
                    <a:pt x="420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g3b3d817690b_0_75"/>
            <p:cNvSpPr/>
            <p:nvPr/>
          </p:nvSpPr>
          <p:spPr>
            <a:xfrm>
              <a:off x="2943351" y="4325227"/>
              <a:ext cx="104751" cy="8962"/>
            </a:xfrm>
            <a:custGeom>
              <a:rect b="b" l="l" r="r" t="t"/>
              <a:pathLst>
                <a:path extrusionOk="0" h="279" w="3261">
                  <a:moveTo>
                    <a:pt x="139" y="0"/>
                  </a:moveTo>
                  <a:cubicBezTo>
                    <a:pt x="64" y="0"/>
                    <a:pt x="0" y="63"/>
                    <a:pt x="0" y="139"/>
                  </a:cubicBezTo>
                  <a:cubicBezTo>
                    <a:pt x="0" y="215"/>
                    <a:pt x="61" y="278"/>
                    <a:pt x="139" y="278"/>
                  </a:cubicBezTo>
                  <a:lnTo>
                    <a:pt x="3121" y="278"/>
                  </a:lnTo>
                  <a:cubicBezTo>
                    <a:pt x="3200" y="278"/>
                    <a:pt x="3260" y="215"/>
                    <a:pt x="3260" y="139"/>
                  </a:cubicBezTo>
                  <a:cubicBezTo>
                    <a:pt x="3260" y="63"/>
                    <a:pt x="3200" y="0"/>
                    <a:pt x="3121"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g3b3d817690b_0_75"/>
            <p:cNvSpPr/>
            <p:nvPr/>
          </p:nvSpPr>
          <p:spPr>
            <a:xfrm>
              <a:off x="2943351" y="4217419"/>
              <a:ext cx="68678" cy="9026"/>
            </a:xfrm>
            <a:custGeom>
              <a:rect b="b" l="l" r="r" t="t"/>
              <a:pathLst>
                <a:path extrusionOk="0" h="281" w="2138">
                  <a:moveTo>
                    <a:pt x="139" y="1"/>
                  </a:moveTo>
                  <a:cubicBezTo>
                    <a:pt x="64" y="1"/>
                    <a:pt x="0" y="65"/>
                    <a:pt x="0" y="140"/>
                  </a:cubicBezTo>
                  <a:cubicBezTo>
                    <a:pt x="0" y="217"/>
                    <a:pt x="63" y="280"/>
                    <a:pt x="139" y="280"/>
                  </a:cubicBezTo>
                  <a:lnTo>
                    <a:pt x="1998" y="280"/>
                  </a:lnTo>
                  <a:cubicBezTo>
                    <a:pt x="2076" y="280"/>
                    <a:pt x="2137" y="217"/>
                    <a:pt x="2137" y="140"/>
                  </a:cubicBezTo>
                  <a:cubicBezTo>
                    <a:pt x="2137" y="65"/>
                    <a:pt x="2076" y="1"/>
                    <a:pt x="1998"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g3b3d817690b_0_75"/>
            <p:cNvSpPr/>
            <p:nvPr/>
          </p:nvSpPr>
          <p:spPr>
            <a:xfrm>
              <a:off x="3021252" y="4217419"/>
              <a:ext cx="26854" cy="9026"/>
            </a:xfrm>
            <a:custGeom>
              <a:rect b="b" l="l" r="r" t="t"/>
              <a:pathLst>
                <a:path extrusionOk="0" h="281" w="836">
                  <a:moveTo>
                    <a:pt x="139" y="1"/>
                  </a:moveTo>
                  <a:cubicBezTo>
                    <a:pt x="64" y="1"/>
                    <a:pt x="0" y="65"/>
                    <a:pt x="0" y="140"/>
                  </a:cubicBezTo>
                  <a:cubicBezTo>
                    <a:pt x="0" y="217"/>
                    <a:pt x="61" y="280"/>
                    <a:pt x="139" y="280"/>
                  </a:cubicBezTo>
                  <a:lnTo>
                    <a:pt x="696" y="280"/>
                  </a:lnTo>
                  <a:cubicBezTo>
                    <a:pt x="775" y="280"/>
                    <a:pt x="835" y="217"/>
                    <a:pt x="835" y="140"/>
                  </a:cubicBezTo>
                  <a:cubicBezTo>
                    <a:pt x="835" y="65"/>
                    <a:pt x="775" y="1"/>
                    <a:pt x="696"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g3b3d817690b_0_75"/>
            <p:cNvSpPr/>
            <p:nvPr/>
          </p:nvSpPr>
          <p:spPr>
            <a:xfrm>
              <a:off x="2937055" y="4239809"/>
              <a:ext cx="118564" cy="70702"/>
            </a:xfrm>
            <a:custGeom>
              <a:rect b="b" l="l" r="r" t="t"/>
              <a:pathLst>
                <a:path extrusionOk="0" h="2201" w="3691">
                  <a:moveTo>
                    <a:pt x="205" y="0"/>
                  </a:moveTo>
                  <a:lnTo>
                    <a:pt x="149" y="39"/>
                  </a:lnTo>
                  <a:cubicBezTo>
                    <a:pt x="49" y="39"/>
                    <a:pt x="1" y="122"/>
                    <a:pt x="1" y="225"/>
                  </a:cubicBezTo>
                  <a:lnTo>
                    <a:pt x="1" y="2015"/>
                  </a:lnTo>
                  <a:cubicBezTo>
                    <a:pt x="1" y="2118"/>
                    <a:pt x="85" y="2201"/>
                    <a:pt x="188" y="2201"/>
                  </a:cubicBezTo>
                  <a:lnTo>
                    <a:pt x="3468" y="2201"/>
                  </a:lnTo>
                  <a:cubicBezTo>
                    <a:pt x="3571" y="2201"/>
                    <a:pt x="3655" y="2154"/>
                    <a:pt x="3652" y="2051"/>
                  </a:cubicBezTo>
                  <a:lnTo>
                    <a:pt x="3691" y="1995"/>
                  </a:lnTo>
                  <a:lnTo>
                    <a:pt x="3691" y="187"/>
                  </a:lnTo>
                  <a:cubicBezTo>
                    <a:pt x="3691" y="84"/>
                    <a:pt x="3607" y="0"/>
                    <a:pt x="3504"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g3b3d817690b_0_75"/>
            <p:cNvSpPr/>
            <p:nvPr/>
          </p:nvSpPr>
          <p:spPr>
            <a:xfrm>
              <a:off x="2935898" y="4239906"/>
              <a:ext cx="119785" cy="71858"/>
            </a:xfrm>
            <a:custGeom>
              <a:rect b="b" l="l" r="r" t="t"/>
              <a:pathLst>
                <a:path extrusionOk="0" h="2237" w="3729">
                  <a:moveTo>
                    <a:pt x="188" y="0"/>
                  </a:moveTo>
                  <a:cubicBezTo>
                    <a:pt x="85" y="0"/>
                    <a:pt x="1" y="83"/>
                    <a:pt x="1" y="185"/>
                  </a:cubicBezTo>
                  <a:lnTo>
                    <a:pt x="1" y="2050"/>
                  </a:lnTo>
                  <a:cubicBezTo>
                    <a:pt x="1" y="2153"/>
                    <a:pt x="85" y="2237"/>
                    <a:pt x="188" y="2237"/>
                  </a:cubicBezTo>
                  <a:lnTo>
                    <a:pt x="3542" y="2237"/>
                  </a:lnTo>
                  <a:cubicBezTo>
                    <a:pt x="3646" y="2237"/>
                    <a:pt x="3728" y="2153"/>
                    <a:pt x="3728" y="2050"/>
                  </a:cubicBezTo>
                  <a:lnTo>
                    <a:pt x="3728" y="1995"/>
                  </a:lnTo>
                  <a:lnTo>
                    <a:pt x="355" y="1995"/>
                  </a:lnTo>
                  <a:cubicBezTo>
                    <a:pt x="295" y="1995"/>
                    <a:pt x="244" y="1944"/>
                    <a:pt x="244" y="1883"/>
                  </a:cubicBezTo>
                  <a:lnTo>
                    <a:pt x="244"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g3b3d817690b_0_75"/>
            <p:cNvSpPr/>
            <p:nvPr/>
          </p:nvSpPr>
          <p:spPr>
            <a:xfrm>
              <a:off x="2985241" y="4253366"/>
              <a:ext cx="56921" cy="8962"/>
            </a:xfrm>
            <a:custGeom>
              <a:rect b="b" l="l" r="r" t="t"/>
              <a:pathLst>
                <a:path extrusionOk="0" h="279" w="1772">
                  <a:moveTo>
                    <a:pt x="141" y="1"/>
                  </a:moveTo>
                  <a:cubicBezTo>
                    <a:pt x="64" y="1"/>
                    <a:pt x="1" y="63"/>
                    <a:pt x="1" y="140"/>
                  </a:cubicBezTo>
                  <a:cubicBezTo>
                    <a:pt x="1" y="215"/>
                    <a:pt x="63" y="279"/>
                    <a:pt x="141" y="279"/>
                  </a:cubicBezTo>
                  <a:lnTo>
                    <a:pt x="1632" y="279"/>
                  </a:lnTo>
                  <a:cubicBezTo>
                    <a:pt x="1709" y="279"/>
                    <a:pt x="1771" y="215"/>
                    <a:pt x="1771" y="140"/>
                  </a:cubicBezTo>
                  <a:cubicBezTo>
                    <a:pt x="1771" y="63"/>
                    <a:pt x="1709" y="1"/>
                    <a:pt x="1632"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g3b3d817690b_0_75"/>
            <p:cNvSpPr/>
            <p:nvPr/>
          </p:nvSpPr>
          <p:spPr>
            <a:xfrm>
              <a:off x="2953824" y="4275788"/>
              <a:ext cx="83872" cy="17989"/>
            </a:xfrm>
            <a:custGeom>
              <a:rect b="b" l="l" r="r" t="t"/>
              <a:pathLst>
                <a:path extrusionOk="0" h="560" w="2611">
                  <a:moveTo>
                    <a:pt x="74" y="1"/>
                  </a:moveTo>
                  <a:cubicBezTo>
                    <a:pt x="33" y="1"/>
                    <a:pt x="0" y="34"/>
                    <a:pt x="0" y="74"/>
                  </a:cubicBezTo>
                  <a:lnTo>
                    <a:pt x="0" y="486"/>
                  </a:lnTo>
                  <a:cubicBezTo>
                    <a:pt x="0" y="528"/>
                    <a:pt x="33" y="559"/>
                    <a:pt x="74" y="559"/>
                  </a:cubicBezTo>
                  <a:lnTo>
                    <a:pt x="2535" y="559"/>
                  </a:lnTo>
                  <a:cubicBezTo>
                    <a:pt x="2577" y="559"/>
                    <a:pt x="2610" y="526"/>
                    <a:pt x="2610" y="486"/>
                  </a:cubicBezTo>
                  <a:lnTo>
                    <a:pt x="2610" y="74"/>
                  </a:lnTo>
                  <a:cubicBezTo>
                    <a:pt x="2610" y="34"/>
                    <a:pt x="2577" y="1"/>
                    <a:pt x="2535"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29" name="Google Shape;2129;g3b3d817690b_0_75"/>
          <p:cNvGrpSpPr/>
          <p:nvPr/>
        </p:nvGrpSpPr>
        <p:grpSpPr>
          <a:xfrm>
            <a:off x="940670" y="3731896"/>
            <a:ext cx="209668" cy="297723"/>
            <a:chOff x="2246708" y="4126926"/>
            <a:chExt cx="209668" cy="297723"/>
          </a:xfrm>
        </p:grpSpPr>
        <p:sp>
          <p:nvSpPr>
            <p:cNvPr id="2130" name="Google Shape;2130;g3b3d817690b_0_75"/>
            <p:cNvSpPr/>
            <p:nvPr/>
          </p:nvSpPr>
          <p:spPr>
            <a:xfrm>
              <a:off x="2286895" y="4126926"/>
              <a:ext cx="43751" cy="35945"/>
            </a:xfrm>
            <a:custGeom>
              <a:rect b="b" l="l" r="r" t="t"/>
              <a:pathLst>
                <a:path extrusionOk="0" h="1119" w="1362">
                  <a:moveTo>
                    <a:pt x="225" y="1"/>
                  </a:moveTo>
                  <a:lnTo>
                    <a:pt x="187" y="38"/>
                  </a:lnTo>
                  <a:cubicBezTo>
                    <a:pt x="83" y="38"/>
                    <a:pt x="0" y="122"/>
                    <a:pt x="0" y="225"/>
                  </a:cubicBezTo>
                  <a:lnTo>
                    <a:pt x="0" y="1118"/>
                  </a:lnTo>
                  <a:lnTo>
                    <a:pt x="1324" y="1118"/>
                  </a:lnTo>
                  <a:lnTo>
                    <a:pt x="1361" y="858"/>
                  </a:lnTo>
                  <a:lnTo>
                    <a:pt x="1361" y="699"/>
                  </a:lnTo>
                  <a:lnTo>
                    <a:pt x="1324" y="560"/>
                  </a:lnTo>
                  <a:lnTo>
                    <a:pt x="1361" y="421"/>
                  </a:lnTo>
                  <a:lnTo>
                    <a:pt x="1361" y="187"/>
                  </a:lnTo>
                  <a:cubicBezTo>
                    <a:pt x="1361" y="83"/>
                    <a:pt x="1277" y="1"/>
                    <a:pt x="117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g3b3d817690b_0_75"/>
            <p:cNvSpPr/>
            <p:nvPr/>
          </p:nvSpPr>
          <p:spPr>
            <a:xfrm>
              <a:off x="2285675" y="4126926"/>
              <a:ext cx="44972" cy="37198"/>
            </a:xfrm>
            <a:custGeom>
              <a:rect b="b" l="l" r="r" t="t"/>
              <a:pathLst>
                <a:path extrusionOk="0" h="1158" w="1400">
                  <a:moveTo>
                    <a:pt x="186" y="1"/>
                  </a:moveTo>
                  <a:cubicBezTo>
                    <a:pt x="83" y="1"/>
                    <a:pt x="1" y="83"/>
                    <a:pt x="1" y="187"/>
                  </a:cubicBezTo>
                  <a:lnTo>
                    <a:pt x="1" y="1157"/>
                  </a:lnTo>
                  <a:lnTo>
                    <a:pt x="1399" y="1157"/>
                  </a:lnTo>
                  <a:lnTo>
                    <a:pt x="1399" y="858"/>
                  </a:lnTo>
                  <a:lnTo>
                    <a:pt x="335" y="858"/>
                  </a:lnTo>
                  <a:cubicBezTo>
                    <a:pt x="293" y="858"/>
                    <a:pt x="261" y="826"/>
                    <a:pt x="261" y="784"/>
                  </a:cubicBezTo>
                  <a:lnTo>
                    <a:pt x="261"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g3b3d817690b_0_75"/>
            <p:cNvSpPr/>
            <p:nvPr/>
          </p:nvSpPr>
          <p:spPr>
            <a:xfrm>
              <a:off x="2311759" y="4140482"/>
              <a:ext cx="18888" cy="8994"/>
            </a:xfrm>
            <a:custGeom>
              <a:rect b="b" l="l" r="r" t="t"/>
              <a:pathLst>
                <a:path extrusionOk="0" h="280" w="588">
                  <a:moveTo>
                    <a:pt x="140" y="0"/>
                  </a:moveTo>
                  <a:cubicBezTo>
                    <a:pt x="65" y="0"/>
                    <a:pt x="1" y="62"/>
                    <a:pt x="1" y="139"/>
                  </a:cubicBezTo>
                  <a:cubicBezTo>
                    <a:pt x="1" y="216"/>
                    <a:pt x="62" y="279"/>
                    <a:pt x="140" y="279"/>
                  </a:cubicBezTo>
                  <a:lnTo>
                    <a:pt x="587" y="279"/>
                  </a:lnTo>
                  <a:lnTo>
                    <a:pt x="587"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g3b3d817690b_0_75"/>
            <p:cNvSpPr/>
            <p:nvPr/>
          </p:nvSpPr>
          <p:spPr>
            <a:xfrm>
              <a:off x="2266850" y="4162840"/>
              <a:ext cx="83551" cy="29970"/>
            </a:xfrm>
            <a:custGeom>
              <a:rect b="b" l="l" r="r" t="t"/>
              <a:pathLst>
                <a:path extrusionOk="0" h="933" w="2601">
                  <a:moveTo>
                    <a:pt x="251" y="0"/>
                  </a:moveTo>
                  <a:cubicBezTo>
                    <a:pt x="98" y="0"/>
                    <a:pt x="1" y="251"/>
                    <a:pt x="1" y="406"/>
                  </a:cubicBezTo>
                  <a:lnTo>
                    <a:pt x="8" y="933"/>
                  </a:lnTo>
                  <a:lnTo>
                    <a:pt x="2544" y="933"/>
                  </a:lnTo>
                  <a:lnTo>
                    <a:pt x="2600" y="652"/>
                  </a:lnTo>
                  <a:lnTo>
                    <a:pt x="2600" y="280"/>
                  </a:lnTo>
                  <a:cubicBezTo>
                    <a:pt x="2600" y="128"/>
                    <a:pt x="2476" y="0"/>
                    <a:pt x="232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g3b3d817690b_0_75"/>
            <p:cNvSpPr/>
            <p:nvPr/>
          </p:nvSpPr>
          <p:spPr>
            <a:xfrm>
              <a:off x="2265918" y="4162840"/>
              <a:ext cx="84482" cy="31801"/>
            </a:xfrm>
            <a:custGeom>
              <a:rect b="b" l="l" r="r" t="t"/>
              <a:pathLst>
                <a:path extrusionOk="0" h="990" w="2630">
                  <a:moveTo>
                    <a:pt x="280" y="0"/>
                  </a:moveTo>
                  <a:cubicBezTo>
                    <a:pt x="125" y="0"/>
                    <a:pt x="1" y="128"/>
                    <a:pt x="1" y="281"/>
                  </a:cubicBezTo>
                  <a:lnTo>
                    <a:pt x="1" y="989"/>
                  </a:lnTo>
                  <a:lnTo>
                    <a:pt x="2629" y="989"/>
                  </a:lnTo>
                  <a:lnTo>
                    <a:pt x="2629" y="655"/>
                  </a:lnTo>
                  <a:lnTo>
                    <a:pt x="336" y="655"/>
                  </a:lnTo>
                  <a:cubicBezTo>
                    <a:pt x="306" y="655"/>
                    <a:pt x="280" y="629"/>
                    <a:pt x="280" y="598"/>
                  </a:cubicBezTo>
                  <a:lnTo>
                    <a:pt x="280"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g3b3d817690b_0_75"/>
            <p:cNvSpPr/>
            <p:nvPr/>
          </p:nvSpPr>
          <p:spPr>
            <a:xfrm>
              <a:off x="2247640" y="4192844"/>
              <a:ext cx="121905" cy="31159"/>
            </a:xfrm>
            <a:custGeom>
              <a:rect b="b" l="l" r="r" t="t"/>
              <a:pathLst>
                <a:path extrusionOk="0" h="970" w="3795">
                  <a:moveTo>
                    <a:pt x="274" y="0"/>
                  </a:moveTo>
                  <a:lnTo>
                    <a:pt x="253" y="15"/>
                  </a:lnTo>
                  <a:cubicBezTo>
                    <a:pt x="96" y="15"/>
                    <a:pt x="1" y="195"/>
                    <a:pt x="1" y="350"/>
                  </a:cubicBezTo>
                  <a:lnTo>
                    <a:pt x="12" y="924"/>
                  </a:lnTo>
                  <a:lnTo>
                    <a:pt x="50" y="969"/>
                  </a:lnTo>
                  <a:lnTo>
                    <a:pt x="3692" y="970"/>
                  </a:lnTo>
                  <a:lnTo>
                    <a:pt x="3795" y="932"/>
                  </a:lnTo>
                  <a:lnTo>
                    <a:pt x="3795" y="279"/>
                  </a:lnTo>
                  <a:cubicBezTo>
                    <a:pt x="3795" y="126"/>
                    <a:pt x="3669" y="0"/>
                    <a:pt x="35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g3b3d817690b_0_75"/>
            <p:cNvSpPr/>
            <p:nvPr/>
          </p:nvSpPr>
          <p:spPr>
            <a:xfrm>
              <a:off x="2246772" y="4192780"/>
              <a:ext cx="9637" cy="31833"/>
            </a:xfrm>
            <a:custGeom>
              <a:rect b="b" l="l" r="r" t="t"/>
              <a:pathLst>
                <a:path extrusionOk="0" h="991" w="300">
                  <a:moveTo>
                    <a:pt x="281" y="1"/>
                  </a:moveTo>
                  <a:cubicBezTo>
                    <a:pt x="126" y="1"/>
                    <a:pt x="0" y="128"/>
                    <a:pt x="0" y="281"/>
                  </a:cubicBezTo>
                  <a:lnTo>
                    <a:pt x="0" y="934"/>
                  </a:lnTo>
                  <a:lnTo>
                    <a:pt x="149" y="991"/>
                  </a:lnTo>
                  <a:lnTo>
                    <a:pt x="300" y="934"/>
                  </a:lnTo>
                  <a:lnTo>
                    <a:pt x="300" y="2"/>
                  </a:lnTo>
                  <a:lnTo>
                    <a:pt x="300"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g3b3d817690b_0_75"/>
            <p:cNvSpPr/>
            <p:nvPr/>
          </p:nvSpPr>
          <p:spPr>
            <a:xfrm>
              <a:off x="2247929" y="4393362"/>
              <a:ext cx="121616" cy="30067"/>
            </a:xfrm>
            <a:custGeom>
              <a:rect b="b" l="l" r="r" t="t"/>
              <a:pathLst>
                <a:path extrusionOk="0" h="936" w="3786">
                  <a:moveTo>
                    <a:pt x="3661" y="0"/>
                  </a:moveTo>
                  <a:lnTo>
                    <a:pt x="44" y="2"/>
                  </a:lnTo>
                  <a:lnTo>
                    <a:pt x="0" y="39"/>
                  </a:lnTo>
                  <a:lnTo>
                    <a:pt x="0" y="655"/>
                  </a:lnTo>
                  <a:cubicBezTo>
                    <a:pt x="0" y="811"/>
                    <a:pt x="128" y="935"/>
                    <a:pt x="281" y="935"/>
                  </a:cubicBezTo>
                  <a:lnTo>
                    <a:pt x="3507" y="935"/>
                  </a:lnTo>
                  <a:cubicBezTo>
                    <a:pt x="3661" y="935"/>
                    <a:pt x="3786" y="847"/>
                    <a:pt x="3786" y="692"/>
                  </a:cubicBezTo>
                  <a:lnTo>
                    <a:pt x="3786" y="39"/>
                  </a:lnTo>
                  <a:lnTo>
                    <a:pt x="366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g3b3d817690b_0_75"/>
            <p:cNvSpPr/>
            <p:nvPr/>
          </p:nvSpPr>
          <p:spPr>
            <a:xfrm>
              <a:off x="2246708" y="4393394"/>
              <a:ext cx="122836" cy="31255"/>
            </a:xfrm>
            <a:custGeom>
              <a:rect b="b" l="l" r="r" t="t"/>
              <a:pathLst>
                <a:path extrusionOk="0" h="973" w="3824">
                  <a:moveTo>
                    <a:pt x="145" y="1"/>
                  </a:moveTo>
                  <a:lnTo>
                    <a:pt x="1" y="38"/>
                  </a:lnTo>
                  <a:lnTo>
                    <a:pt x="1" y="691"/>
                  </a:lnTo>
                  <a:cubicBezTo>
                    <a:pt x="1" y="848"/>
                    <a:pt x="128" y="972"/>
                    <a:pt x="282" y="972"/>
                  </a:cubicBezTo>
                  <a:lnTo>
                    <a:pt x="2984" y="972"/>
                  </a:lnTo>
                  <a:lnTo>
                    <a:pt x="3545" y="916"/>
                  </a:lnTo>
                  <a:cubicBezTo>
                    <a:pt x="3699" y="916"/>
                    <a:pt x="3824" y="846"/>
                    <a:pt x="3824" y="691"/>
                  </a:cubicBezTo>
                  <a:lnTo>
                    <a:pt x="3824" y="674"/>
                  </a:lnTo>
                  <a:lnTo>
                    <a:pt x="393" y="674"/>
                  </a:lnTo>
                  <a:cubicBezTo>
                    <a:pt x="341" y="674"/>
                    <a:pt x="299" y="630"/>
                    <a:pt x="299" y="580"/>
                  </a:cubicBezTo>
                  <a:lnTo>
                    <a:pt x="299" y="38"/>
                  </a:lnTo>
                  <a:lnTo>
                    <a:pt x="145"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g3b3d817690b_0_75"/>
            <p:cNvSpPr/>
            <p:nvPr/>
          </p:nvSpPr>
          <p:spPr>
            <a:xfrm>
              <a:off x="2248025" y="4222719"/>
              <a:ext cx="121519" cy="171952"/>
            </a:xfrm>
            <a:custGeom>
              <a:rect b="b" l="l" r="r" t="t"/>
              <a:pathLst>
                <a:path extrusionOk="0" h="5353" w="3783">
                  <a:moveTo>
                    <a:pt x="261" y="1"/>
                  </a:moveTo>
                  <a:lnTo>
                    <a:pt x="0" y="39"/>
                  </a:lnTo>
                  <a:lnTo>
                    <a:pt x="0" y="5315"/>
                  </a:lnTo>
                  <a:lnTo>
                    <a:pt x="261" y="5353"/>
                  </a:lnTo>
                  <a:lnTo>
                    <a:pt x="3783" y="5353"/>
                  </a:lnTo>
                  <a:lnTo>
                    <a:pt x="3783" y="2"/>
                  </a:lnTo>
                  <a:lnTo>
                    <a:pt x="3783"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g3b3d817690b_0_75"/>
            <p:cNvSpPr/>
            <p:nvPr/>
          </p:nvSpPr>
          <p:spPr>
            <a:xfrm>
              <a:off x="2246772" y="4222784"/>
              <a:ext cx="9637" cy="171887"/>
            </a:xfrm>
            <a:custGeom>
              <a:rect b="b" l="l" r="r" t="t"/>
              <a:pathLst>
                <a:path extrusionOk="0" h="5351" w="300">
                  <a:moveTo>
                    <a:pt x="0" y="0"/>
                  </a:moveTo>
                  <a:lnTo>
                    <a:pt x="0" y="5351"/>
                  </a:lnTo>
                  <a:lnTo>
                    <a:pt x="300" y="5351"/>
                  </a:lnTo>
                  <a:lnTo>
                    <a:pt x="300"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g3b3d817690b_0_75"/>
            <p:cNvSpPr/>
            <p:nvPr/>
          </p:nvSpPr>
          <p:spPr>
            <a:xfrm>
              <a:off x="2266850" y="4240741"/>
              <a:ext cx="83775" cy="134786"/>
            </a:xfrm>
            <a:custGeom>
              <a:rect b="b" l="l" r="r" t="t"/>
              <a:pathLst>
                <a:path extrusionOk="0" h="4196" w="2608">
                  <a:moveTo>
                    <a:pt x="222" y="0"/>
                  </a:moveTo>
                  <a:lnTo>
                    <a:pt x="74" y="38"/>
                  </a:lnTo>
                  <a:cubicBezTo>
                    <a:pt x="32" y="38"/>
                    <a:pt x="1" y="71"/>
                    <a:pt x="1" y="113"/>
                  </a:cubicBezTo>
                  <a:lnTo>
                    <a:pt x="1" y="4122"/>
                  </a:lnTo>
                  <a:cubicBezTo>
                    <a:pt x="1" y="4162"/>
                    <a:pt x="32" y="4195"/>
                    <a:pt x="74" y="4195"/>
                  </a:cubicBezTo>
                  <a:lnTo>
                    <a:pt x="2498" y="4195"/>
                  </a:lnTo>
                  <a:cubicBezTo>
                    <a:pt x="2538" y="4195"/>
                    <a:pt x="2573" y="4161"/>
                    <a:pt x="2569" y="4119"/>
                  </a:cubicBezTo>
                  <a:lnTo>
                    <a:pt x="2608" y="3971"/>
                  </a:lnTo>
                  <a:lnTo>
                    <a:pt x="2608" y="74"/>
                  </a:lnTo>
                  <a:cubicBezTo>
                    <a:pt x="2608" y="33"/>
                    <a:pt x="2574" y="0"/>
                    <a:pt x="253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g3b3d817690b_0_75"/>
            <p:cNvSpPr/>
            <p:nvPr/>
          </p:nvSpPr>
          <p:spPr>
            <a:xfrm>
              <a:off x="2265693" y="4240741"/>
              <a:ext cx="84996" cy="135942"/>
            </a:xfrm>
            <a:custGeom>
              <a:rect b="b" l="l" r="r" t="t"/>
              <a:pathLst>
                <a:path extrusionOk="0" h="4232" w="2646">
                  <a:moveTo>
                    <a:pt x="74" y="0"/>
                  </a:moveTo>
                  <a:cubicBezTo>
                    <a:pt x="32" y="0"/>
                    <a:pt x="0" y="33"/>
                    <a:pt x="0" y="75"/>
                  </a:cubicBezTo>
                  <a:lnTo>
                    <a:pt x="0" y="4158"/>
                  </a:lnTo>
                  <a:cubicBezTo>
                    <a:pt x="0" y="4198"/>
                    <a:pt x="32" y="4232"/>
                    <a:pt x="74" y="4232"/>
                  </a:cubicBezTo>
                  <a:lnTo>
                    <a:pt x="2571" y="4232"/>
                  </a:lnTo>
                  <a:cubicBezTo>
                    <a:pt x="2613" y="4232"/>
                    <a:pt x="2645" y="4198"/>
                    <a:pt x="2645" y="4158"/>
                  </a:cubicBezTo>
                  <a:lnTo>
                    <a:pt x="2645" y="3971"/>
                  </a:lnTo>
                  <a:lnTo>
                    <a:pt x="335" y="3971"/>
                  </a:lnTo>
                  <a:cubicBezTo>
                    <a:pt x="293" y="3971"/>
                    <a:pt x="261" y="3938"/>
                    <a:pt x="261" y="3897"/>
                  </a:cubicBezTo>
                  <a:lnTo>
                    <a:pt x="261"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g3b3d817690b_0_75"/>
            <p:cNvSpPr/>
            <p:nvPr/>
          </p:nvSpPr>
          <p:spPr>
            <a:xfrm>
              <a:off x="2279732" y="4354203"/>
              <a:ext cx="69095" cy="8994"/>
            </a:xfrm>
            <a:custGeom>
              <a:rect b="b" l="l" r="r" t="t"/>
              <a:pathLst>
                <a:path extrusionOk="0" h="280" w="2151">
                  <a:moveTo>
                    <a:pt x="140" y="0"/>
                  </a:moveTo>
                  <a:cubicBezTo>
                    <a:pt x="64" y="0"/>
                    <a:pt x="1" y="63"/>
                    <a:pt x="1" y="141"/>
                  </a:cubicBezTo>
                  <a:cubicBezTo>
                    <a:pt x="1" y="216"/>
                    <a:pt x="63" y="280"/>
                    <a:pt x="140" y="280"/>
                  </a:cubicBezTo>
                  <a:lnTo>
                    <a:pt x="2011" y="280"/>
                  </a:lnTo>
                  <a:cubicBezTo>
                    <a:pt x="2089" y="280"/>
                    <a:pt x="2150" y="217"/>
                    <a:pt x="2150" y="141"/>
                  </a:cubicBezTo>
                  <a:cubicBezTo>
                    <a:pt x="2150" y="64"/>
                    <a:pt x="2089" y="0"/>
                    <a:pt x="2011"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g3b3d817690b_0_75"/>
            <p:cNvSpPr/>
            <p:nvPr/>
          </p:nvSpPr>
          <p:spPr>
            <a:xfrm>
              <a:off x="2283651" y="4295609"/>
              <a:ext cx="33022" cy="32829"/>
            </a:xfrm>
            <a:custGeom>
              <a:rect b="b" l="l" r="r" t="t"/>
              <a:pathLst>
                <a:path extrusionOk="0" h="1022" w="1028">
                  <a:moveTo>
                    <a:pt x="514" y="1"/>
                  </a:moveTo>
                  <a:cubicBezTo>
                    <a:pt x="508" y="1"/>
                    <a:pt x="502" y="4"/>
                    <a:pt x="498" y="10"/>
                  </a:cubicBezTo>
                  <a:lnTo>
                    <a:pt x="492" y="19"/>
                  </a:lnTo>
                  <a:cubicBezTo>
                    <a:pt x="377" y="213"/>
                    <a:pt x="214" y="374"/>
                    <a:pt x="22" y="490"/>
                  </a:cubicBezTo>
                  <a:lnTo>
                    <a:pt x="13" y="495"/>
                  </a:lnTo>
                  <a:cubicBezTo>
                    <a:pt x="0" y="503"/>
                    <a:pt x="0" y="520"/>
                    <a:pt x="13" y="527"/>
                  </a:cubicBezTo>
                  <a:lnTo>
                    <a:pt x="22" y="533"/>
                  </a:lnTo>
                  <a:cubicBezTo>
                    <a:pt x="214" y="649"/>
                    <a:pt x="377" y="810"/>
                    <a:pt x="492" y="1004"/>
                  </a:cubicBezTo>
                  <a:lnTo>
                    <a:pt x="498" y="1012"/>
                  </a:lnTo>
                  <a:cubicBezTo>
                    <a:pt x="502" y="1019"/>
                    <a:pt x="508" y="1022"/>
                    <a:pt x="514" y="1022"/>
                  </a:cubicBezTo>
                  <a:cubicBezTo>
                    <a:pt x="520" y="1022"/>
                    <a:pt x="526" y="1019"/>
                    <a:pt x="530" y="1012"/>
                  </a:cubicBezTo>
                  <a:lnTo>
                    <a:pt x="536" y="1004"/>
                  </a:lnTo>
                  <a:cubicBezTo>
                    <a:pt x="652" y="810"/>
                    <a:pt x="812" y="649"/>
                    <a:pt x="1006" y="533"/>
                  </a:cubicBezTo>
                  <a:lnTo>
                    <a:pt x="1015" y="527"/>
                  </a:lnTo>
                  <a:cubicBezTo>
                    <a:pt x="1028" y="520"/>
                    <a:pt x="1028" y="503"/>
                    <a:pt x="1015" y="495"/>
                  </a:cubicBezTo>
                  <a:cubicBezTo>
                    <a:pt x="821" y="381"/>
                    <a:pt x="659" y="220"/>
                    <a:pt x="542" y="26"/>
                  </a:cubicBezTo>
                  <a:lnTo>
                    <a:pt x="530" y="10"/>
                  </a:lnTo>
                  <a:cubicBezTo>
                    <a:pt x="526" y="4"/>
                    <a:pt x="520" y="1"/>
                    <a:pt x="51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g3b3d817690b_0_75"/>
            <p:cNvSpPr/>
            <p:nvPr/>
          </p:nvSpPr>
          <p:spPr>
            <a:xfrm>
              <a:off x="2308483" y="4258666"/>
              <a:ext cx="24124" cy="24028"/>
            </a:xfrm>
            <a:custGeom>
              <a:rect b="b" l="l" r="r" t="t"/>
              <a:pathLst>
                <a:path extrusionOk="0" h="748" w="751">
                  <a:moveTo>
                    <a:pt x="375" y="0"/>
                  </a:moveTo>
                  <a:cubicBezTo>
                    <a:pt x="371" y="0"/>
                    <a:pt x="366" y="2"/>
                    <a:pt x="364" y="7"/>
                  </a:cubicBezTo>
                  <a:lnTo>
                    <a:pt x="359" y="14"/>
                  </a:lnTo>
                  <a:cubicBezTo>
                    <a:pt x="275" y="156"/>
                    <a:pt x="157" y="273"/>
                    <a:pt x="16" y="358"/>
                  </a:cubicBezTo>
                  <a:lnTo>
                    <a:pt x="9" y="361"/>
                  </a:lnTo>
                  <a:cubicBezTo>
                    <a:pt x="0" y="367"/>
                    <a:pt x="0" y="380"/>
                    <a:pt x="9" y="386"/>
                  </a:cubicBezTo>
                  <a:lnTo>
                    <a:pt x="16" y="389"/>
                  </a:lnTo>
                  <a:cubicBezTo>
                    <a:pt x="157" y="474"/>
                    <a:pt x="275" y="592"/>
                    <a:pt x="359" y="733"/>
                  </a:cubicBezTo>
                  <a:lnTo>
                    <a:pt x="364" y="741"/>
                  </a:lnTo>
                  <a:cubicBezTo>
                    <a:pt x="366" y="745"/>
                    <a:pt x="371" y="747"/>
                    <a:pt x="375" y="747"/>
                  </a:cubicBezTo>
                  <a:cubicBezTo>
                    <a:pt x="379" y="747"/>
                    <a:pt x="384" y="745"/>
                    <a:pt x="387" y="741"/>
                  </a:cubicBezTo>
                  <a:lnTo>
                    <a:pt x="391" y="733"/>
                  </a:lnTo>
                  <a:cubicBezTo>
                    <a:pt x="475" y="592"/>
                    <a:pt x="592" y="474"/>
                    <a:pt x="734" y="389"/>
                  </a:cubicBezTo>
                  <a:lnTo>
                    <a:pt x="740" y="386"/>
                  </a:lnTo>
                  <a:cubicBezTo>
                    <a:pt x="750" y="380"/>
                    <a:pt x="750" y="367"/>
                    <a:pt x="741" y="361"/>
                  </a:cubicBezTo>
                  <a:cubicBezTo>
                    <a:pt x="599" y="279"/>
                    <a:pt x="481" y="162"/>
                    <a:pt x="394" y="20"/>
                  </a:cubicBezTo>
                  <a:lnTo>
                    <a:pt x="387" y="7"/>
                  </a:lnTo>
                  <a:cubicBezTo>
                    <a:pt x="384" y="2"/>
                    <a:pt x="379" y="0"/>
                    <a:pt x="37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g3b3d817690b_0_75"/>
            <p:cNvSpPr/>
            <p:nvPr/>
          </p:nvSpPr>
          <p:spPr>
            <a:xfrm>
              <a:off x="2334150" y="4322721"/>
              <a:ext cx="122226" cy="101250"/>
            </a:xfrm>
            <a:custGeom>
              <a:rect b="b" l="l" r="r" t="t"/>
              <a:pathLst>
                <a:path extrusionOk="0" h="3152" w="3805">
                  <a:moveTo>
                    <a:pt x="280" y="0"/>
                  </a:moveTo>
                  <a:lnTo>
                    <a:pt x="261" y="18"/>
                  </a:lnTo>
                  <a:cubicBezTo>
                    <a:pt x="107" y="18"/>
                    <a:pt x="0" y="145"/>
                    <a:pt x="0" y="299"/>
                  </a:cubicBezTo>
                  <a:lnTo>
                    <a:pt x="0" y="2872"/>
                  </a:lnTo>
                  <a:cubicBezTo>
                    <a:pt x="0" y="3027"/>
                    <a:pt x="128" y="3152"/>
                    <a:pt x="281" y="3152"/>
                  </a:cubicBezTo>
                  <a:lnTo>
                    <a:pt x="3488" y="3134"/>
                  </a:lnTo>
                  <a:cubicBezTo>
                    <a:pt x="3643" y="3134"/>
                    <a:pt x="3786" y="3046"/>
                    <a:pt x="3786" y="2890"/>
                  </a:cubicBezTo>
                  <a:lnTo>
                    <a:pt x="3805" y="2872"/>
                  </a:lnTo>
                  <a:lnTo>
                    <a:pt x="3805" y="281"/>
                  </a:lnTo>
                  <a:cubicBezTo>
                    <a:pt x="3805" y="125"/>
                    <a:pt x="3677" y="0"/>
                    <a:pt x="352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g3b3d817690b_0_75"/>
            <p:cNvSpPr/>
            <p:nvPr/>
          </p:nvSpPr>
          <p:spPr>
            <a:xfrm>
              <a:off x="2333507" y="4322753"/>
              <a:ext cx="122869" cy="101893"/>
            </a:xfrm>
            <a:custGeom>
              <a:rect b="b" l="l" r="r" t="t"/>
              <a:pathLst>
                <a:path extrusionOk="0" h="3172" w="3825">
                  <a:moveTo>
                    <a:pt x="281" y="1"/>
                  </a:moveTo>
                  <a:cubicBezTo>
                    <a:pt x="126" y="1"/>
                    <a:pt x="0" y="128"/>
                    <a:pt x="0" y="282"/>
                  </a:cubicBezTo>
                  <a:lnTo>
                    <a:pt x="0" y="2890"/>
                  </a:lnTo>
                  <a:cubicBezTo>
                    <a:pt x="0" y="3047"/>
                    <a:pt x="127" y="3171"/>
                    <a:pt x="281" y="3171"/>
                  </a:cubicBezTo>
                  <a:lnTo>
                    <a:pt x="3544" y="3171"/>
                  </a:lnTo>
                  <a:cubicBezTo>
                    <a:pt x="3699" y="3171"/>
                    <a:pt x="3825" y="3045"/>
                    <a:pt x="3825" y="2890"/>
                  </a:cubicBezTo>
                  <a:lnTo>
                    <a:pt x="3825" y="2873"/>
                  </a:lnTo>
                  <a:lnTo>
                    <a:pt x="3825" y="2871"/>
                  </a:lnTo>
                  <a:lnTo>
                    <a:pt x="447" y="2871"/>
                  </a:lnTo>
                  <a:cubicBezTo>
                    <a:pt x="366" y="2871"/>
                    <a:pt x="300" y="2806"/>
                    <a:pt x="300" y="2722"/>
                  </a:cubicBezTo>
                  <a:lnTo>
                    <a:pt x="300"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48" name="Google Shape;2148;g3b3d817690b_0_75"/>
          <p:cNvGrpSpPr/>
          <p:nvPr/>
        </p:nvGrpSpPr>
        <p:grpSpPr>
          <a:xfrm>
            <a:off x="895758" y="2027485"/>
            <a:ext cx="299484" cy="297684"/>
            <a:chOff x="2836796" y="3480977"/>
            <a:chExt cx="299484" cy="297684"/>
          </a:xfrm>
        </p:grpSpPr>
        <p:sp>
          <p:nvSpPr>
            <p:cNvPr id="2149" name="Google Shape;2149;g3b3d817690b_0_75"/>
            <p:cNvSpPr/>
            <p:nvPr/>
          </p:nvSpPr>
          <p:spPr>
            <a:xfrm>
              <a:off x="2952217" y="3581300"/>
              <a:ext cx="82780" cy="82715"/>
            </a:xfrm>
            <a:custGeom>
              <a:rect b="b" l="l" r="r" t="t"/>
              <a:pathLst>
                <a:path extrusionOk="0" h="2575" w="2577">
                  <a:moveTo>
                    <a:pt x="416" y="1"/>
                  </a:moveTo>
                  <a:lnTo>
                    <a:pt x="114" y="303"/>
                  </a:lnTo>
                  <a:lnTo>
                    <a:pt x="1" y="570"/>
                  </a:lnTo>
                  <a:lnTo>
                    <a:pt x="1990" y="2575"/>
                  </a:lnTo>
                  <a:lnTo>
                    <a:pt x="2274" y="2462"/>
                  </a:lnTo>
                  <a:lnTo>
                    <a:pt x="2576" y="2160"/>
                  </a:lnTo>
                  <a:lnTo>
                    <a:pt x="416" y="1"/>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g3b3d817690b_0_75"/>
            <p:cNvSpPr/>
            <p:nvPr/>
          </p:nvSpPr>
          <p:spPr>
            <a:xfrm>
              <a:off x="2949519" y="3589685"/>
              <a:ext cx="77062" cy="77062"/>
            </a:xfrm>
            <a:custGeom>
              <a:rect b="b" l="l" r="r" t="t"/>
              <a:pathLst>
                <a:path extrusionOk="0" h="2399" w="2399">
                  <a:moveTo>
                    <a:pt x="670" y="0"/>
                  </a:moveTo>
                  <a:lnTo>
                    <a:pt x="467" y="203"/>
                  </a:lnTo>
                  <a:cubicBezTo>
                    <a:pt x="453" y="217"/>
                    <a:pt x="434" y="225"/>
                    <a:pt x="415" y="225"/>
                  </a:cubicBezTo>
                  <a:cubicBezTo>
                    <a:pt x="396" y="225"/>
                    <a:pt x="377" y="217"/>
                    <a:pt x="363" y="203"/>
                  </a:cubicBezTo>
                  <a:lnTo>
                    <a:pt x="198" y="39"/>
                  </a:lnTo>
                  <a:lnTo>
                    <a:pt x="1" y="236"/>
                  </a:lnTo>
                  <a:lnTo>
                    <a:pt x="218" y="453"/>
                  </a:lnTo>
                  <a:lnTo>
                    <a:pt x="613" y="850"/>
                  </a:lnTo>
                  <a:lnTo>
                    <a:pt x="1550" y="1785"/>
                  </a:lnTo>
                  <a:lnTo>
                    <a:pt x="1945" y="2182"/>
                  </a:lnTo>
                  <a:lnTo>
                    <a:pt x="2162" y="2399"/>
                  </a:lnTo>
                  <a:lnTo>
                    <a:pt x="2359" y="2201"/>
                  </a:lnTo>
                  <a:lnTo>
                    <a:pt x="2197" y="2038"/>
                  </a:lnTo>
                  <a:cubicBezTo>
                    <a:pt x="2167" y="2008"/>
                    <a:pt x="2167" y="1960"/>
                    <a:pt x="2196" y="1931"/>
                  </a:cubicBezTo>
                  <a:lnTo>
                    <a:pt x="2398" y="1729"/>
                  </a:lnTo>
                  <a:lnTo>
                    <a:pt x="2002" y="1332"/>
                  </a:lnTo>
                  <a:lnTo>
                    <a:pt x="1066" y="397"/>
                  </a:lnTo>
                  <a:lnTo>
                    <a:pt x="670" y="0"/>
                  </a:lnTo>
                  <a:close/>
                </a:path>
              </a:pathLst>
            </a:custGeom>
            <a:solidFill>
              <a:srgbClr val="D1C7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g3b3d817690b_0_75"/>
            <p:cNvSpPr/>
            <p:nvPr/>
          </p:nvSpPr>
          <p:spPr>
            <a:xfrm>
              <a:off x="2960795" y="3482584"/>
              <a:ext cx="175485" cy="173301"/>
            </a:xfrm>
            <a:custGeom>
              <a:rect b="b" l="l" r="r" t="t"/>
              <a:pathLst>
                <a:path extrusionOk="0" h="5395" w="5463">
                  <a:moveTo>
                    <a:pt x="3087" y="1"/>
                  </a:moveTo>
                  <a:cubicBezTo>
                    <a:pt x="2933" y="1"/>
                    <a:pt x="2681" y="163"/>
                    <a:pt x="2590" y="255"/>
                  </a:cubicBezTo>
                  <a:lnTo>
                    <a:pt x="116" y="2726"/>
                  </a:lnTo>
                  <a:cubicBezTo>
                    <a:pt x="0" y="2842"/>
                    <a:pt x="0" y="3029"/>
                    <a:pt x="116" y="3145"/>
                  </a:cubicBezTo>
                  <a:lnTo>
                    <a:pt x="469" y="3498"/>
                  </a:lnTo>
                  <a:cubicBezTo>
                    <a:pt x="505" y="3534"/>
                    <a:pt x="505" y="3593"/>
                    <a:pt x="469" y="3630"/>
                  </a:cubicBezTo>
                  <a:lnTo>
                    <a:pt x="116" y="3983"/>
                  </a:lnTo>
                  <a:lnTo>
                    <a:pt x="1389" y="5226"/>
                  </a:lnTo>
                  <a:lnTo>
                    <a:pt x="1600" y="5108"/>
                  </a:lnTo>
                  <a:lnTo>
                    <a:pt x="1753" y="4954"/>
                  </a:lnTo>
                  <a:cubicBezTo>
                    <a:pt x="1771" y="4936"/>
                    <a:pt x="1796" y="4927"/>
                    <a:pt x="1820" y="4927"/>
                  </a:cubicBezTo>
                  <a:cubicBezTo>
                    <a:pt x="1844" y="4927"/>
                    <a:pt x="1868" y="4936"/>
                    <a:pt x="1887" y="4954"/>
                  </a:cubicBezTo>
                  <a:lnTo>
                    <a:pt x="2238" y="5307"/>
                  </a:lnTo>
                  <a:cubicBezTo>
                    <a:pt x="2296" y="5365"/>
                    <a:pt x="2372" y="5394"/>
                    <a:pt x="2447" y="5394"/>
                  </a:cubicBezTo>
                  <a:cubicBezTo>
                    <a:pt x="2523" y="5394"/>
                    <a:pt x="2599" y="5365"/>
                    <a:pt x="2657" y="5307"/>
                  </a:cubicBezTo>
                  <a:lnTo>
                    <a:pt x="5346" y="2618"/>
                  </a:lnTo>
                  <a:cubicBezTo>
                    <a:pt x="5462" y="2502"/>
                    <a:pt x="5462" y="2317"/>
                    <a:pt x="5346" y="2201"/>
                  </a:cubicBezTo>
                  <a:lnTo>
                    <a:pt x="3185" y="39"/>
                  </a:lnTo>
                  <a:lnTo>
                    <a:pt x="3175" y="29"/>
                  </a:lnTo>
                  <a:cubicBezTo>
                    <a:pt x="3153" y="9"/>
                    <a:pt x="3123" y="1"/>
                    <a:pt x="3087" y="1"/>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g3b3d817690b_0_75"/>
            <p:cNvSpPr/>
            <p:nvPr/>
          </p:nvSpPr>
          <p:spPr>
            <a:xfrm>
              <a:off x="2959542" y="3480977"/>
              <a:ext cx="103177" cy="173237"/>
            </a:xfrm>
            <a:custGeom>
              <a:rect b="b" l="l" r="r" t="t"/>
              <a:pathLst>
                <a:path extrusionOk="0" h="5393" w="3212">
                  <a:moveTo>
                    <a:pt x="3013" y="1"/>
                  </a:moveTo>
                  <a:cubicBezTo>
                    <a:pt x="2938" y="1"/>
                    <a:pt x="2862" y="30"/>
                    <a:pt x="2804" y="88"/>
                  </a:cubicBezTo>
                  <a:lnTo>
                    <a:pt x="115" y="2776"/>
                  </a:lnTo>
                  <a:cubicBezTo>
                    <a:pt x="0" y="2892"/>
                    <a:pt x="0" y="3079"/>
                    <a:pt x="115" y="3195"/>
                  </a:cubicBezTo>
                  <a:lnTo>
                    <a:pt x="468" y="3548"/>
                  </a:lnTo>
                  <a:cubicBezTo>
                    <a:pt x="504" y="3584"/>
                    <a:pt x="504" y="3643"/>
                    <a:pt x="468" y="3680"/>
                  </a:cubicBezTo>
                  <a:lnTo>
                    <a:pt x="81" y="4067"/>
                  </a:lnTo>
                  <a:lnTo>
                    <a:pt x="1406" y="5392"/>
                  </a:lnTo>
                  <a:lnTo>
                    <a:pt x="1639" y="5158"/>
                  </a:lnTo>
                  <a:lnTo>
                    <a:pt x="578" y="4098"/>
                  </a:lnTo>
                  <a:cubicBezTo>
                    <a:pt x="543" y="4060"/>
                    <a:pt x="543" y="4002"/>
                    <a:pt x="579" y="3966"/>
                  </a:cubicBezTo>
                  <a:lnTo>
                    <a:pt x="772" y="3772"/>
                  </a:lnTo>
                  <a:cubicBezTo>
                    <a:pt x="859" y="3685"/>
                    <a:pt x="859" y="3542"/>
                    <a:pt x="772" y="3455"/>
                  </a:cubicBezTo>
                  <a:lnTo>
                    <a:pt x="368" y="3051"/>
                  </a:lnTo>
                  <a:cubicBezTo>
                    <a:pt x="332" y="3015"/>
                    <a:pt x="332" y="2956"/>
                    <a:pt x="368" y="2920"/>
                  </a:cubicBezTo>
                  <a:lnTo>
                    <a:pt x="3201" y="88"/>
                  </a:lnTo>
                  <a:lnTo>
                    <a:pt x="3211" y="76"/>
                  </a:lnTo>
                  <a:cubicBezTo>
                    <a:pt x="3155" y="26"/>
                    <a:pt x="3084" y="1"/>
                    <a:pt x="3013"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g3b3d817690b_0_75"/>
            <p:cNvSpPr/>
            <p:nvPr/>
          </p:nvSpPr>
          <p:spPr>
            <a:xfrm>
              <a:off x="3066451" y="3514001"/>
              <a:ext cx="8994" cy="8962"/>
            </a:xfrm>
            <a:custGeom>
              <a:rect b="b" l="l" r="r" t="t"/>
              <a:pathLst>
                <a:path extrusionOk="0" h="279" w="280">
                  <a:moveTo>
                    <a:pt x="141" y="1"/>
                  </a:moveTo>
                  <a:cubicBezTo>
                    <a:pt x="64" y="1"/>
                    <a:pt x="0" y="63"/>
                    <a:pt x="0" y="140"/>
                  </a:cubicBezTo>
                  <a:cubicBezTo>
                    <a:pt x="0" y="217"/>
                    <a:pt x="64" y="279"/>
                    <a:pt x="141" y="279"/>
                  </a:cubicBezTo>
                  <a:cubicBezTo>
                    <a:pt x="217" y="279"/>
                    <a:pt x="280" y="217"/>
                    <a:pt x="280" y="140"/>
                  </a:cubicBezTo>
                  <a:cubicBezTo>
                    <a:pt x="280" y="63"/>
                    <a:pt x="217" y="1"/>
                    <a:pt x="141"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g3b3d817690b_0_75"/>
            <p:cNvSpPr/>
            <p:nvPr/>
          </p:nvSpPr>
          <p:spPr>
            <a:xfrm>
              <a:off x="3079879" y="3527461"/>
              <a:ext cx="9026" cy="8962"/>
            </a:xfrm>
            <a:custGeom>
              <a:rect b="b" l="l" r="r" t="t"/>
              <a:pathLst>
                <a:path extrusionOk="0" h="279" w="281">
                  <a:moveTo>
                    <a:pt x="141" y="0"/>
                  </a:moveTo>
                  <a:cubicBezTo>
                    <a:pt x="63" y="0"/>
                    <a:pt x="1" y="63"/>
                    <a:pt x="1" y="139"/>
                  </a:cubicBezTo>
                  <a:cubicBezTo>
                    <a:pt x="1" y="216"/>
                    <a:pt x="63" y="278"/>
                    <a:pt x="141" y="278"/>
                  </a:cubicBezTo>
                  <a:cubicBezTo>
                    <a:pt x="218" y="278"/>
                    <a:pt x="280" y="216"/>
                    <a:pt x="280" y="139"/>
                  </a:cubicBezTo>
                  <a:cubicBezTo>
                    <a:pt x="280" y="63"/>
                    <a:pt x="218" y="0"/>
                    <a:pt x="141"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g3b3d817690b_0_75"/>
            <p:cNvSpPr/>
            <p:nvPr/>
          </p:nvSpPr>
          <p:spPr>
            <a:xfrm>
              <a:off x="3093339" y="3540856"/>
              <a:ext cx="8994" cy="8994"/>
            </a:xfrm>
            <a:custGeom>
              <a:rect b="b" l="l" r="r" t="t"/>
              <a:pathLst>
                <a:path extrusionOk="0" h="280" w="280">
                  <a:moveTo>
                    <a:pt x="139" y="0"/>
                  </a:moveTo>
                  <a:cubicBezTo>
                    <a:pt x="62" y="0"/>
                    <a:pt x="0" y="62"/>
                    <a:pt x="0" y="141"/>
                  </a:cubicBezTo>
                  <a:cubicBezTo>
                    <a:pt x="0" y="217"/>
                    <a:pt x="62" y="280"/>
                    <a:pt x="139" y="280"/>
                  </a:cubicBezTo>
                  <a:cubicBezTo>
                    <a:pt x="216" y="280"/>
                    <a:pt x="279" y="217"/>
                    <a:pt x="279" y="141"/>
                  </a:cubicBezTo>
                  <a:cubicBezTo>
                    <a:pt x="279" y="62"/>
                    <a:pt x="216" y="0"/>
                    <a:pt x="139"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g3b3d817690b_0_75"/>
            <p:cNvSpPr/>
            <p:nvPr/>
          </p:nvSpPr>
          <p:spPr>
            <a:xfrm>
              <a:off x="2840297" y="3595596"/>
              <a:ext cx="182841" cy="181910"/>
            </a:xfrm>
            <a:custGeom>
              <a:rect b="b" l="l" r="r" t="t"/>
              <a:pathLst>
                <a:path extrusionOk="0" h="5663" w="5692">
                  <a:moveTo>
                    <a:pt x="3315" y="1"/>
                  </a:moveTo>
                  <a:cubicBezTo>
                    <a:pt x="3177" y="1"/>
                    <a:pt x="2962" y="148"/>
                    <a:pt x="2875" y="235"/>
                  </a:cubicBezTo>
                  <a:lnTo>
                    <a:pt x="109" y="3044"/>
                  </a:lnTo>
                  <a:cubicBezTo>
                    <a:pt x="0" y="3156"/>
                    <a:pt x="0" y="3333"/>
                    <a:pt x="109" y="3441"/>
                  </a:cubicBezTo>
                  <a:lnTo>
                    <a:pt x="2170" y="5513"/>
                  </a:lnTo>
                  <a:cubicBezTo>
                    <a:pt x="2246" y="5590"/>
                    <a:pt x="2360" y="5662"/>
                    <a:pt x="2460" y="5662"/>
                  </a:cubicBezTo>
                  <a:cubicBezTo>
                    <a:pt x="2504" y="5662"/>
                    <a:pt x="2545" y="5648"/>
                    <a:pt x="2579" y="5614"/>
                  </a:cubicBezTo>
                  <a:lnTo>
                    <a:pt x="5583" y="2610"/>
                  </a:lnTo>
                  <a:cubicBezTo>
                    <a:pt x="5691" y="2500"/>
                    <a:pt x="5691" y="2324"/>
                    <a:pt x="5583" y="2215"/>
                  </a:cubicBezTo>
                  <a:lnTo>
                    <a:pt x="3401" y="32"/>
                  </a:lnTo>
                  <a:cubicBezTo>
                    <a:pt x="3379" y="10"/>
                    <a:pt x="3349" y="1"/>
                    <a:pt x="3315" y="1"/>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g3b3d817690b_0_75"/>
            <p:cNvSpPr/>
            <p:nvPr/>
          </p:nvSpPr>
          <p:spPr>
            <a:xfrm>
              <a:off x="2836796" y="3594021"/>
              <a:ext cx="112750" cy="184640"/>
            </a:xfrm>
            <a:custGeom>
              <a:rect b="b" l="l" r="r" t="t"/>
              <a:pathLst>
                <a:path extrusionOk="0" h="5748" w="3510">
                  <a:moveTo>
                    <a:pt x="3312" y="1"/>
                  </a:moveTo>
                  <a:cubicBezTo>
                    <a:pt x="3240" y="1"/>
                    <a:pt x="3168" y="28"/>
                    <a:pt x="3113" y="82"/>
                  </a:cubicBezTo>
                  <a:lnTo>
                    <a:pt x="109" y="3086"/>
                  </a:lnTo>
                  <a:cubicBezTo>
                    <a:pt x="1" y="3195"/>
                    <a:pt x="1" y="3373"/>
                    <a:pt x="109" y="3483"/>
                  </a:cubicBezTo>
                  <a:lnTo>
                    <a:pt x="2291" y="5666"/>
                  </a:lnTo>
                  <a:cubicBezTo>
                    <a:pt x="2345" y="5720"/>
                    <a:pt x="2417" y="5747"/>
                    <a:pt x="2489" y="5747"/>
                  </a:cubicBezTo>
                  <a:cubicBezTo>
                    <a:pt x="2561" y="5747"/>
                    <a:pt x="2633" y="5720"/>
                    <a:pt x="2688" y="5666"/>
                  </a:cubicBezTo>
                  <a:lnTo>
                    <a:pt x="373" y="3351"/>
                  </a:lnTo>
                  <a:cubicBezTo>
                    <a:pt x="335" y="3315"/>
                    <a:pt x="335" y="3256"/>
                    <a:pt x="373" y="3219"/>
                  </a:cubicBezTo>
                  <a:lnTo>
                    <a:pt x="3510" y="82"/>
                  </a:lnTo>
                  <a:cubicBezTo>
                    <a:pt x="3456" y="28"/>
                    <a:pt x="3384" y="1"/>
                    <a:pt x="3312"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g3b3d817690b_0_75"/>
            <p:cNvSpPr/>
            <p:nvPr/>
          </p:nvSpPr>
          <p:spPr>
            <a:xfrm>
              <a:off x="2986173" y="3520393"/>
              <a:ext cx="111818" cy="109441"/>
            </a:xfrm>
            <a:custGeom>
              <a:rect b="b" l="l" r="r" t="t"/>
              <a:pathLst>
                <a:path extrusionOk="0" h="3407" w="3481">
                  <a:moveTo>
                    <a:pt x="1768" y="1"/>
                  </a:moveTo>
                  <a:cubicBezTo>
                    <a:pt x="1744" y="1"/>
                    <a:pt x="1720" y="10"/>
                    <a:pt x="1702" y="28"/>
                  </a:cubicBezTo>
                  <a:lnTo>
                    <a:pt x="37" y="1693"/>
                  </a:lnTo>
                  <a:cubicBezTo>
                    <a:pt x="1" y="1729"/>
                    <a:pt x="1" y="1788"/>
                    <a:pt x="37" y="1824"/>
                  </a:cubicBezTo>
                  <a:lnTo>
                    <a:pt x="1592" y="3379"/>
                  </a:lnTo>
                  <a:cubicBezTo>
                    <a:pt x="1610" y="3397"/>
                    <a:pt x="1633" y="3406"/>
                    <a:pt x="1657" y="3406"/>
                  </a:cubicBezTo>
                  <a:cubicBezTo>
                    <a:pt x="1681" y="3406"/>
                    <a:pt x="1705" y="3397"/>
                    <a:pt x="1723" y="3379"/>
                  </a:cubicBezTo>
                  <a:lnTo>
                    <a:pt x="1857" y="3304"/>
                  </a:lnTo>
                  <a:lnTo>
                    <a:pt x="3445" y="1714"/>
                  </a:lnTo>
                  <a:cubicBezTo>
                    <a:pt x="3481" y="1678"/>
                    <a:pt x="3481" y="1619"/>
                    <a:pt x="3445" y="1582"/>
                  </a:cubicBezTo>
                  <a:lnTo>
                    <a:pt x="1967" y="104"/>
                  </a:lnTo>
                  <a:lnTo>
                    <a:pt x="1835" y="28"/>
                  </a:lnTo>
                  <a:cubicBezTo>
                    <a:pt x="1817" y="10"/>
                    <a:pt x="1792" y="1"/>
                    <a:pt x="176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g3b3d817690b_0_75"/>
            <p:cNvSpPr/>
            <p:nvPr/>
          </p:nvSpPr>
          <p:spPr>
            <a:xfrm>
              <a:off x="2984374" y="3518530"/>
              <a:ext cx="64984" cy="113071"/>
            </a:xfrm>
            <a:custGeom>
              <a:rect b="b" l="l" r="r" t="t"/>
              <a:pathLst>
                <a:path extrusionOk="0" h="3520" w="2023">
                  <a:moveTo>
                    <a:pt x="1824" y="1"/>
                  </a:moveTo>
                  <a:cubicBezTo>
                    <a:pt x="1800" y="1"/>
                    <a:pt x="1776" y="10"/>
                    <a:pt x="1758" y="28"/>
                  </a:cubicBezTo>
                  <a:lnTo>
                    <a:pt x="36" y="1749"/>
                  </a:lnTo>
                  <a:cubicBezTo>
                    <a:pt x="0" y="1785"/>
                    <a:pt x="0" y="1845"/>
                    <a:pt x="36" y="1881"/>
                  </a:cubicBezTo>
                  <a:lnTo>
                    <a:pt x="1648" y="3492"/>
                  </a:lnTo>
                  <a:cubicBezTo>
                    <a:pt x="1666" y="3510"/>
                    <a:pt x="1690" y="3519"/>
                    <a:pt x="1713" y="3519"/>
                  </a:cubicBezTo>
                  <a:cubicBezTo>
                    <a:pt x="1737" y="3519"/>
                    <a:pt x="1761" y="3510"/>
                    <a:pt x="1779" y="3492"/>
                  </a:cubicBezTo>
                  <a:lnTo>
                    <a:pt x="1911" y="3359"/>
                  </a:lnTo>
                  <a:lnTo>
                    <a:pt x="406" y="1856"/>
                  </a:lnTo>
                  <a:cubicBezTo>
                    <a:pt x="385" y="1834"/>
                    <a:pt x="385" y="1798"/>
                    <a:pt x="406" y="1777"/>
                  </a:cubicBezTo>
                  <a:lnTo>
                    <a:pt x="2023" y="160"/>
                  </a:lnTo>
                  <a:lnTo>
                    <a:pt x="1889" y="28"/>
                  </a:lnTo>
                  <a:cubicBezTo>
                    <a:pt x="1871" y="10"/>
                    <a:pt x="1847" y="1"/>
                    <a:pt x="1824"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g3b3d817690b_0_75"/>
            <p:cNvSpPr/>
            <p:nvPr/>
          </p:nvSpPr>
          <p:spPr>
            <a:xfrm>
              <a:off x="2985209" y="3605939"/>
              <a:ext cx="25570" cy="24702"/>
            </a:xfrm>
            <a:custGeom>
              <a:rect b="b" l="l" r="r" t="t"/>
              <a:pathLst>
                <a:path extrusionOk="0" h="769" w="796">
                  <a:moveTo>
                    <a:pt x="153" y="0"/>
                  </a:moveTo>
                  <a:cubicBezTo>
                    <a:pt x="117" y="0"/>
                    <a:pt x="81" y="14"/>
                    <a:pt x="54" y="41"/>
                  </a:cubicBezTo>
                  <a:cubicBezTo>
                    <a:pt x="0" y="95"/>
                    <a:pt x="0" y="185"/>
                    <a:pt x="54" y="238"/>
                  </a:cubicBezTo>
                  <a:lnTo>
                    <a:pt x="543" y="728"/>
                  </a:lnTo>
                  <a:cubicBezTo>
                    <a:pt x="571" y="754"/>
                    <a:pt x="607" y="768"/>
                    <a:pt x="643" y="768"/>
                  </a:cubicBezTo>
                  <a:cubicBezTo>
                    <a:pt x="678" y="768"/>
                    <a:pt x="714" y="754"/>
                    <a:pt x="740" y="728"/>
                  </a:cubicBezTo>
                  <a:cubicBezTo>
                    <a:pt x="795" y="673"/>
                    <a:pt x="795" y="584"/>
                    <a:pt x="740" y="529"/>
                  </a:cubicBezTo>
                  <a:lnTo>
                    <a:pt x="252" y="41"/>
                  </a:lnTo>
                  <a:cubicBezTo>
                    <a:pt x="225" y="14"/>
                    <a:pt x="189" y="0"/>
                    <a:pt x="153"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g3b3d817690b_0_75"/>
            <p:cNvSpPr/>
            <p:nvPr/>
          </p:nvSpPr>
          <p:spPr>
            <a:xfrm>
              <a:off x="2951543" y="3643332"/>
              <a:ext cx="23321" cy="17218"/>
            </a:xfrm>
            <a:custGeom>
              <a:rect b="b" l="l" r="r" t="t"/>
              <a:pathLst>
                <a:path extrusionOk="0" h="536" w="726">
                  <a:moveTo>
                    <a:pt x="303" y="1"/>
                  </a:moveTo>
                  <a:cubicBezTo>
                    <a:pt x="303" y="1"/>
                    <a:pt x="0" y="199"/>
                    <a:pt x="213" y="465"/>
                  </a:cubicBezTo>
                  <a:cubicBezTo>
                    <a:pt x="259" y="524"/>
                    <a:pt x="358" y="536"/>
                    <a:pt x="433" y="536"/>
                  </a:cubicBezTo>
                  <a:cubicBezTo>
                    <a:pt x="490" y="536"/>
                    <a:pt x="533" y="529"/>
                    <a:pt x="533" y="529"/>
                  </a:cubicBezTo>
                  <a:cubicBezTo>
                    <a:pt x="562" y="516"/>
                    <a:pt x="586" y="499"/>
                    <a:pt x="611" y="476"/>
                  </a:cubicBezTo>
                  <a:cubicBezTo>
                    <a:pt x="725" y="360"/>
                    <a:pt x="725" y="173"/>
                    <a:pt x="611" y="57"/>
                  </a:cubicBezTo>
                  <a:cubicBezTo>
                    <a:pt x="586" y="33"/>
                    <a:pt x="562" y="15"/>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g3b3d817690b_0_75"/>
            <p:cNvSpPr/>
            <p:nvPr/>
          </p:nvSpPr>
          <p:spPr>
            <a:xfrm>
              <a:off x="2953984" y="3642368"/>
              <a:ext cx="14680" cy="19017"/>
            </a:xfrm>
            <a:custGeom>
              <a:rect b="b" l="l" r="r" t="t"/>
              <a:pathLst>
                <a:path extrusionOk="0" h="592" w="457">
                  <a:moveTo>
                    <a:pt x="326" y="0"/>
                  </a:moveTo>
                  <a:cubicBezTo>
                    <a:pt x="251" y="0"/>
                    <a:pt x="175" y="29"/>
                    <a:pt x="117" y="87"/>
                  </a:cubicBezTo>
                  <a:cubicBezTo>
                    <a:pt x="1" y="203"/>
                    <a:pt x="1" y="388"/>
                    <a:pt x="117" y="506"/>
                  </a:cubicBezTo>
                  <a:cubicBezTo>
                    <a:pt x="175" y="563"/>
                    <a:pt x="250" y="591"/>
                    <a:pt x="326" y="591"/>
                  </a:cubicBezTo>
                  <a:cubicBezTo>
                    <a:pt x="371" y="591"/>
                    <a:pt x="416" y="581"/>
                    <a:pt x="457" y="561"/>
                  </a:cubicBezTo>
                  <a:cubicBezTo>
                    <a:pt x="429" y="546"/>
                    <a:pt x="402" y="529"/>
                    <a:pt x="379" y="506"/>
                  </a:cubicBezTo>
                  <a:cubicBezTo>
                    <a:pt x="263" y="390"/>
                    <a:pt x="263" y="203"/>
                    <a:pt x="379" y="87"/>
                  </a:cubicBezTo>
                  <a:cubicBezTo>
                    <a:pt x="402" y="63"/>
                    <a:pt x="428" y="45"/>
                    <a:pt x="457" y="31"/>
                  </a:cubicBezTo>
                  <a:cubicBezTo>
                    <a:pt x="416" y="10"/>
                    <a:pt x="371" y="0"/>
                    <a:pt x="326"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g3b3d817690b_0_75"/>
            <p:cNvSpPr/>
            <p:nvPr/>
          </p:nvSpPr>
          <p:spPr>
            <a:xfrm>
              <a:off x="2938179" y="3612686"/>
              <a:ext cx="20591" cy="19755"/>
            </a:xfrm>
            <a:custGeom>
              <a:rect b="b" l="l" r="r" t="t"/>
              <a:pathLst>
                <a:path extrusionOk="0" h="615" w="641">
                  <a:moveTo>
                    <a:pt x="153" y="0"/>
                  </a:moveTo>
                  <a:cubicBezTo>
                    <a:pt x="118" y="0"/>
                    <a:pt x="82" y="14"/>
                    <a:pt x="54" y="41"/>
                  </a:cubicBezTo>
                  <a:cubicBezTo>
                    <a:pt x="1" y="95"/>
                    <a:pt x="1" y="185"/>
                    <a:pt x="54" y="238"/>
                  </a:cubicBezTo>
                  <a:lnTo>
                    <a:pt x="390" y="573"/>
                  </a:lnTo>
                  <a:cubicBezTo>
                    <a:pt x="416" y="600"/>
                    <a:pt x="452" y="615"/>
                    <a:pt x="489" y="615"/>
                  </a:cubicBezTo>
                  <a:cubicBezTo>
                    <a:pt x="525" y="615"/>
                    <a:pt x="561" y="600"/>
                    <a:pt x="587" y="573"/>
                  </a:cubicBezTo>
                  <a:cubicBezTo>
                    <a:pt x="641" y="519"/>
                    <a:pt x="641" y="431"/>
                    <a:pt x="587" y="376"/>
                  </a:cubicBezTo>
                  <a:lnTo>
                    <a:pt x="251" y="41"/>
                  </a:lnTo>
                  <a:cubicBezTo>
                    <a:pt x="224" y="14"/>
                    <a:pt x="189" y="0"/>
                    <a:pt x="15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g3b3d817690b_0_75"/>
            <p:cNvSpPr/>
            <p:nvPr/>
          </p:nvSpPr>
          <p:spPr>
            <a:xfrm>
              <a:off x="2924751" y="3626113"/>
              <a:ext cx="20591" cy="19755"/>
            </a:xfrm>
            <a:custGeom>
              <a:rect b="b" l="l" r="r" t="t"/>
              <a:pathLst>
                <a:path extrusionOk="0" h="615" w="641">
                  <a:moveTo>
                    <a:pt x="153" y="0"/>
                  </a:moveTo>
                  <a:cubicBezTo>
                    <a:pt x="117" y="0"/>
                    <a:pt x="81" y="14"/>
                    <a:pt x="54" y="42"/>
                  </a:cubicBezTo>
                  <a:cubicBezTo>
                    <a:pt x="0" y="95"/>
                    <a:pt x="0" y="184"/>
                    <a:pt x="54" y="239"/>
                  </a:cubicBezTo>
                  <a:lnTo>
                    <a:pt x="390" y="573"/>
                  </a:lnTo>
                  <a:cubicBezTo>
                    <a:pt x="416" y="600"/>
                    <a:pt x="452" y="615"/>
                    <a:pt x="488" y="615"/>
                  </a:cubicBezTo>
                  <a:cubicBezTo>
                    <a:pt x="524" y="615"/>
                    <a:pt x="561" y="600"/>
                    <a:pt x="587" y="573"/>
                  </a:cubicBezTo>
                  <a:cubicBezTo>
                    <a:pt x="640" y="519"/>
                    <a:pt x="640" y="430"/>
                    <a:pt x="587" y="376"/>
                  </a:cubicBezTo>
                  <a:lnTo>
                    <a:pt x="252" y="42"/>
                  </a:lnTo>
                  <a:cubicBezTo>
                    <a:pt x="225" y="14"/>
                    <a:pt x="189" y="0"/>
                    <a:pt x="15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 name="Google Shape;2165;g3b3d817690b_0_75"/>
            <p:cNvSpPr/>
            <p:nvPr/>
          </p:nvSpPr>
          <p:spPr>
            <a:xfrm>
              <a:off x="2983378" y="3657852"/>
              <a:ext cx="20655" cy="19755"/>
            </a:xfrm>
            <a:custGeom>
              <a:rect b="b" l="l" r="r" t="t"/>
              <a:pathLst>
                <a:path extrusionOk="0" h="615" w="643">
                  <a:moveTo>
                    <a:pt x="154" y="1"/>
                  </a:moveTo>
                  <a:cubicBezTo>
                    <a:pt x="118" y="1"/>
                    <a:pt x="83" y="14"/>
                    <a:pt x="56" y="41"/>
                  </a:cubicBezTo>
                  <a:cubicBezTo>
                    <a:pt x="1" y="96"/>
                    <a:pt x="1" y="184"/>
                    <a:pt x="56" y="238"/>
                  </a:cubicBezTo>
                  <a:lnTo>
                    <a:pt x="390" y="574"/>
                  </a:lnTo>
                  <a:cubicBezTo>
                    <a:pt x="418" y="600"/>
                    <a:pt x="454" y="614"/>
                    <a:pt x="490" y="614"/>
                  </a:cubicBezTo>
                  <a:cubicBezTo>
                    <a:pt x="526" y="614"/>
                    <a:pt x="562" y="603"/>
                    <a:pt x="587" y="574"/>
                  </a:cubicBezTo>
                  <a:cubicBezTo>
                    <a:pt x="642" y="519"/>
                    <a:pt x="642" y="430"/>
                    <a:pt x="587" y="375"/>
                  </a:cubicBezTo>
                  <a:lnTo>
                    <a:pt x="253" y="41"/>
                  </a:lnTo>
                  <a:cubicBezTo>
                    <a:pt x="226" y="14"/>
                    <a:pt x="190" y="1"/>
                    <a:pt x="1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g3b3d817690b_0_75"/>
            <p:cNvSpPr/>
            <p:nvPr/>
          </p:nvSpPr>
          <p:spPr>
            <a:xfrm>
              <a:off x="2969982" y="3671280"/>
              <a:ext cx="20591" cy="19755"/>
            </a:xfrm>
            <a:custGeom>
              <a:rect b="b" l="l" r="r" t="t"/>
              <a:pathLst>
                <a:path extrusionOk="0" h="615" w="641">
                  <a:moveTo>
                    <a:pt x="153" y="0"/>
                  </a:moveTo>
                  <a:cubicBezTo>
                    <a:pt x="118" y="0"/>
                    <a:pt x="82" y="14"/>
                    <a:pt x="54" y="41"/>
                  </a:cubicBezTo>
                  <a:cubicBezTo>
                    <a:pt x="1" y="95"/>
                    <a:pt x="1" y="185"/>
                    <a:pt x="54" y="238"/>
                  </a:cubicBezTo>
                  <a:lnTo>
                    <a:pt x="389" y="573"/>
                  </a:lnTo>
                  <a:cubicBezTo>
                    <a:pt x="416" y="600"/>
                    <a:pt x="453" y="615"/>
                    <a:pt x="489" y="615"/>
                  </a:cubicBezTo>
                  <a:cubicBezTo>
                    <a:pt x="525" y="615"/>
                    <a:pt x="561" y="602"/>
                    <a:pt x="586" y="573"/>
                  </a:cubicBezTo>
                  <a:cubicBezTo>
                    <a:pt x="641" y="519"/>
                    <a:pt x="641" y="431"/>
                    <a:pt x="586" y="376"/>
                  </a:cubicBezTo>
                  <a:lnTo>
                    <a:pt x="251" y="41"/>
                  </a:lnTo>
                  <a:cubicBezTo>
                    <a:pt x="225" y="14"/>
                    <a:pt x="189" y="0"/>
                    <a:pt x="15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g3b3d817690b_0_75"/>
            <p:cNvSpPr/>
            <p:nvPr/>
          </p:nvSpPr>
          <p:spPr>
            <a:xfrm>
              <a:off x="2932140" y="3663891"/>
              <a:ext cx="20591" cy="19755"/>
            </a:xfrm>
            <a:custGeom>
              <a:rect b="b" l="l" r="r" t="t"/>
              <a:pathLst>
                <a:path extrusionOk="0" h="615" w="641">
                  <a:moveTo>
                    <a:pt x="153" y="1"/>
                  </a:moveTo>
                  <a:cubicBezTo>
                    <a:pt x="117" y="1"/>
                    <a:pt x="82" y="14"/>
                    <a:pt x="54" y="41"/>
                  </a:cubicBezTo>
                  <a:cubicBezTo>
                    <a:pt x="0" y="96"/>
                    <a:pt x="0" y="184"/>
                    <a:pt x="54" y="238"/>
                  </a:cubicBezTo>
                  <a:lnTo>
                    <a:pt x="390" y="574"/>
                  </a:lnTo>
                  <a:cubicBezTo>
                    <a:pt x="416" y="600"/>
                    <a:pt x="452" y="614"/>
                    <a:pt x="488" y="614"/>
                  </a:cubicBezTo>
                  <a:cubicBezTo>
                    <a:pt x="525" y="614"/>
                    <a:pt x="561" y="603"/>
                    <a:pt x="587" y="574"/>
                  </a:cubicBezTo>
                  <a:cubicBezTo>
                    <a:pt x="640" y="519"/>
                    <a:pt x="640" y="431"/>
                    <a:pt x="587" y="376"/>
                  </a:cubicBezTo>
                  <a:lnTo>
                    <a:pt x="252" y="41"/>
                  </a:lnTo>
                  <a:cubicBezTo>
                    <a:pt x="225" y="14"/>
                    <a:pt x="189" y="1"/>
                    <a:pt x="153"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g3b3d817690b_0_75"/>
            <p:cNvSpPr/>
            <p:nvPr/>
          </p:nvSpPr>
          <p:spPr>
            <a:xfrm>
              <a:off x="2909589" y="3641340"/>
              <a:ext cx="20591" cy="19755"/>
            </a:xfrm>
            <a:custGeom>
              <a:rect b="b" l="l" r="r" t="t"/>
              <a:pathLst>
                <a:path extrusionOk="0" h="615" w="641">
                  <a:moveTo>
                    <a:pt x="153" y="1"/>
                  </a:moveTo>
                  <a:cubicBezTo>
                    <a:pt x="117" y="1"/>
                    <a:pt x="81" y="14"/>
                    <a:pt x="54" y="41"/>
                  </a:cubicBezTo>
                  <a:cubicBezTo>
                    <a:pt x="0" y="96"/>
                    <a:pt x="0" y="184"/>
                    <a:pt x="54" y="238"/>
                  </a:cubicBezTo>
                  <a:lnTo>
                    <a:pt x="390" y="574"/>
                  </a:lnTo>
                  <a:cubicBezTo>
                    <a:pt x="416" y="600"/>
                    <a:pt x="452" y="614"/>
                    <a:pt x="488" y="614"/>
                  </a:cubicBezTo>
                  <a:cubicBezTo>
                    <a:pt x="523" y="614"/>
                    <a:pt x="559" y="600"/>
                    <a:pt x="587" y="574"/>
                  </a:cubicBezTo>
                  <a:cubicBezTo>
                    <a:pt x="640" y="519"/>
                    <a:pt x="640" y="430"/>
                    <a:pt x="587" y="375"/>
                  </a:cubicBezTo>
                  <a:lnTo>
                    <a:pt x="252" y="41"/>
                  </a:lnTo>
                  <a:cubicBezTo>
                    <a:pt x="225" y="14"/>
                    <a:pt x="189" y="1"/>
                    <a:pt x="153"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g3b3d817690b_0_75"/>
            <p:cNvSpPr/>
            <p:nvPr/>
          </p:nvSpPr>
          <p:spPr>
            <a:xfrm>
              <a:off x="2954755" y="3686506"/>
              <a:ext cx="20558" cy="19787"/>
            </a:xfrm>
            <a:custGeom>
              <a:rect b="b" l="l" r="r" t="t"/>
              <a:pathLst>
                <a:path extrusionOk="0" h="616" w="640">
                  <a:moveTo>
                    <a:pt x="153" y="1"/>
                  </a:moveTo>
                  <a:cubicBezTo>
                    <a:pt x="117" y="1"/>
                    <a:pt x="82" y="14"/>
                    <a:pt x="55" y="41"/>
                  </a:cubicBezTo>
                  <a:cubicBezTo>
                    <a:pt x="0" y="96"/>
                    <a:pt x="0" y="184"/>
                    <a:pt x="55" y="239"/>
                  </a:cubicBezTo>
                  <a:lnTo>
                    <a:pt x="389" y="573"/>
                  </a:lnTo>
                  <a:cubicBezTo>
                    <a:pt x="417" y="601"/>
                    <a:pt x="453" y="615"/>
                    <a:pt x="489" y="615"/>
                  </a:cubicBezTo>
                  <a:cubicBezTo>
                    <a:pt x="526" y="615"/>
                    <a:pt x="562" y="602"/>
                    <a:pt x="586" y="573"/>
                  </a:cubicBezTo>
                  <a:cubicBezTo>
                    <a:pt x="640" y="518"/>
                    <a:pt x="640" y="430"/>
                    <a:pt x="586" y="377"/>
                  </a:cubicBezTo>
                  <a:lnTo>
                    <a:pt x="252" y="41"/>
                  </a:lnTo>
                  <a:cubicBezTo>
                    <a:pt x="224" y="14"/>
                    <a:pt x="189" y="1"/>
                    <a:pt x="153"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g3b3d817690b_0_75"/>
            <p:cNvSpPr/>
            <p:nvPr/>
          </p:nvSpPr>
          <p:spPr>
            <a:xfrm>
              <a:off x="2918712" y="3677319"/>
              <a:ext cx="20558" cy="19755"/>
            </a:xfrm>
            <a:custGeom>
              <a:rect b="b" l="l" r="r" t="t"/>
              <a:pathLst>
                <a:path extrusionOk="0" h="615" w="640">
                  <a:moveTo>
                    <a:pt x="153" y="0"/>
                  </a:moveTo>
                  <a:cubicBezTo>
                    <a:pt x="117" y="0"/>
                    <a:pt x="82" y="14"/>
                    <a:pt x="55" y="42"/>
                  </a:cubicBezTo>
                  <a:cubicBezTo>
                    <a:pt x="0" y="95"/>
                    <a:pt x="0" y="185"/>
                    <a:pt x="55" y="238"/>
                  </a:cubicBezTo>
                  <a:lnTo>
                    <a:pt x="390" y="573"/>
                  </a:lnTo>
                  <a:cubicBezTo>
                    <a:pt x="417" y="600"/>
                    <a:pt x="453" y="615"/>
                    <a:pt x="489" y="615"/>
                  </a:cubicBezTo>
                  <a:cubicBezTo>
                    <a:pt x="526" y="615"/>
                    <a:pt x="562" y="602"/>
                    <a:pt x="586" y="573"/>
                  </a:cubicBezTo>
                  <a:cubicBezTo>
                    <a:pt x="640" y="519"/>
                    <a:pt x="640" y="431"/>
                    <a:pt x="586" y="376"/>
                  </a:cubicBezTo>
                  <a:lnTo>
                    <a:pt x="252" y="42"/>
                  </a:lnTo>
                  <a:cubicBezTo>
                    <a:pt x="225" y="14"/>
                    <a:pt x="189" y="0"/>
                    <a:pt x="153"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g3b3d817690b_0_75"/>
            <p:cNvSpPr/>
            <p:nvPr/>
          </p:nvSpPr>
          <p:spPr>
            <a:xfrm>
              <a:off x="2896161" y="3654768"/>
              <a:ext cx="20558" cy="19755"/>
            </a:xfrm>
            <a:custGeom>
              <a:rect b="b" l="l" r="r" t="t"/>
              <a:pathLst>
                <a:path extrusionOk="0" h="615" w="640">
                  <a:moveTo>
                    <a:pt x="153" y="0"/>
                  </a:moveTo>
                  <a:cubicBezTo>
                    <a:pt x="117" y="0"/>
                    <a:pt x="82" y="14"/>
                    <a:pt x="55" y="41"/>
                  </a:cubicBezTo>
                  <a:cubicBezTo>
                    <a:pt x="0" y="95"/>
                    <a:pt x="0" y="185"/>
                    <a:pt x="55" y="238"/>
                  </a:cubicBezTo>
                  <a:lnTo>
                    <a:pt x="389" y="573"/>
                  </a:lnTo>
                  <a:cubicBezTo>
                    <a:pt x="417" y="600"/>
                    <a:pt x="453" y="615"/>
                    <a:pt x="489" y="615"/>
                  </a:cubicBezTo>
                  <a:cubicBezTo>
                    <a:pt x="523" y="615"/>
                    <a:pt x="559" y="600"/>
                    <a:pt x="586" y="573"/>
                  </a:cubicBezTo>
                  <a:cubicBezTo>
                    <a:pt x="640" y="519"/>
                    <a:pt x="640" y="431"/>
                    <a:pt x="586" y="376"/>
                  </a:cubicBezTo>
                  <a:lnTo>
                    <a:pt x="252" y="41"/>
                  </a:lnTo>
                  <a:cubicBezTo>
                    <a:pt x="224" y="14"/>
                    <a:pt x="189" y="0"/>
                    <a:pt x="153"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g3b3d817690b_0_75"/>
            <p:cNvSpPr/>
            <p:nvPr/>
          </p:nvSpPr>
          <p:spPr>
            <a:xfrm>
              <a:off x="2941295" y="3699934"/>
              <a:ext cx="20623" cy="19755"/>
            </a:xfrm>
            <a:custGeom>
              <a:rect b="b" l="l" r="r" t="t"/>
              <a:pathLst>
                <a:path extrusionOk="0" h="615" w="642">
                  <a:moveTo>
                    <a:pt x="154" y="1"/>
                  </a:moveTo>
                  <a:cubicBezTo>
                    <a:pt x="118" y="1"/>
                    <a:pt x="82" y="14"/>
                    <a:pt x="56" y="41"/>
                  </a:cubicBezTo>
                  <a:cubicBezTo>
                    <a:pt x="1" y="96"/>
                    <a:pt x="1" y="184"/>
                    <a:pt x="56" y="238"/>
                  </a:cubicBezTo>
                  <a:lnTo>
                    <a:pt x="390" y="574"/>
                  </a:lnTo>
                  <a:cubicBezTo>
                    <a:pt x="418" y="600"/>
                    <a:pt x="454" y="614"/>
                    <a:pt x="490" y="614"/>
                  </a:cubicBezTo>
                  <a:cubicBezTo>
                    <a:pt x="526" y="614"/>
                    <a:pt x="562" y="603"/>
                    <a:pt x="587" y="574"/>
                  </a:cubicBezTo>
                  <a:cubicBezTo>
                    <a:pt x="642" y="519"/>
                    <a:pt x="642" y="430"/>
                    <a:pt x="587" y="375"/>
                  </a:cubicBezTo>
                  <a:lnTo>
                    <a:pt x="253" y="41"/>
                  </a:lnTo>
                  <a:cubicBezTo>
                    <a:pt x="225" y="14"/>
                    <a:pt x="189" y="1"/>
                    <a:pt x="154"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g3b3d817690b_0_75"/>
            <p:cNvSpPr/>
            <p:nvPr/>
          </p:nvSpPr>
          <p:spPr>
            <a:xfrm>
              <a:off x="2905348" y="3690811"/>
              <a:ext cx="20591" cy="19723"/>
            </a:xfrm>
            <a:custGeom>
              <a:rect b="b" l="l" r="r" t="t"/>
              <a:pathLst>
                <a:path extrusionOk="0" h="614" w="641">
                  <a:moveTo>
                    <a:pt x="153" y="0"/>
                  </a:moveTo>
                  <a:cubicBezTo>
                    <a:pt x="118" y="0"/>
                    <a:pt x="82" y="14"/>
                    <a:pt x="54" y="41"/>
                  </a:cubicBezTo>
                  <a:cubicBezTo>
                    <a:pt x="1" y="95"/>
                    <a:pt x="1" y="185"/>
                    <a:pt x="54" y="238"/>
                  </a:cubicBezTo>
                  <a:lnTo>
                    <a:pt x="387" y="571"/>
                  </a:lnTo>
                  <a:cubicBezTo>
                    <a:pt x="415" y="599"/>
                    <a:pt x="451" y="613"/>
                    <a:pt x="487" y="613"/>
                  </a:cubicBezTo>
                  <a:cubicBezTo>
                    <a:pt x="523" y="613"/>
                    <a:pt x="559" y="600"/>
                    <a:pt x="586" y="573"/>
                  </a:cubicBezTo>
                  <a:cubicBezTo>
                    <a:pt x="641" y="519"/>
                    <a:pt x="641" y="431"/>
                    <a:pt x="586" y="376"/>
                  </a:cubicBezTo>
                  <a:lnTo>
                    <a:pt x="251" y="41"/>
                  </a:lnTo>
                  <a:cubicBezTo>
                    <a:pt x="224" y="14"/>
                    <a:pt x="189" y="0"/>
                    <a:pt x="153"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g3b3d817690b_0_75"/>
            <p:cNvSpPr/>
            <p:nvPr/>
          </p:nvSpPr>
          <p:spPr>
            <a:xfrm>
              <a:off x="2882701" y="3668196"/>
              <a:ext cx="20623" cy="19787"/>
            </a:xfrm>
            <a:custGeom>
              <a:rect b="b" l="l" r="r" t="t"/>
              <a:pathLst>
                <a:path extrusionOk="0" h="616" w="642">
                  <a:moveTo>
                    <a:pt x="154" y="1"/>
                  </a:moveTo>
                  <a:cubicBezTo>
                    <a:pt x="118" y="1"/>
                    <a:pt x="82" y="14"/>
                    <a:pt x="56" y="42"/>
                  </a:cubicBezTo>
                  <a:cubicBezTo>
                    <a:pt x="1" y="95"/>
                    <a:pt x="1" y="184"/>
                    <a:pt x="56" y="239"/>
                  </a:cubicBezTo>
                  <a:lnTo>
                    <a:pt x="390" y="573"/>
                  </a:lnTo>
                  <a:cubicBezTo>
                    <a:pt x="418" y="601"/>
                    <a:pt x="454" y="615"/>
                    <a:pt x="490" y="615"/>
                  </a:cubicBezTo>
                  <a:cubicBezTo>
                    <a:pt x="525" y="615"/>
                    <a:pt x="561" y="601"/>
                    <a:pt x="587" y="573"/>
                  </a:cubicBezTo>
                  <a:cubicBezTo>
                    <a:pt x="642" y="520"/>
                    <a:pt x="642" y="430"/>
                    <a:pt x="587" y="376"/>
                  </a:cubicBezTo>
                  <a:lnTo>
                    <a:pt x="253" y="42"/>
                  </a:lnTo>
                  <a:cubicBezTo>
                    <a:pt x="226" y="14"/>
                    <a:pt x="190" y="1"/>
                    <a:pt x="154"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g3b3d817690b_0_75"/>
            <p:cNvSpPr/>
            <p:nvPr/>
          </p:nvSpPr>
          <p:spPr>
            <a:xfrm>
              <a:off x="2927899" y="3713362"/>
              <a:ext cx="20591" cy="19755"/>
            </a:xfrm>
            <a:custGeom>
              <a:rect b="b" l="l" r="r" t="t"/>
              <a:pathLst>
                <a:path extrusionOk="0" h="615" w="641">
                  <a:moveTo>
                    <a:pt x="153" y="0"/>
                  </a:moveTo>
                  <a:cubicBezTo>
                    <a:pt x="118" y="0"/>
                    <a:pt x="82" y="14"/>
                    <a:pt x="54" y="41"/>
                  </a:cubicBezTo>
                  <a:cubicBezTo>
                    <a:pt x="1" y="95"/>
                    <a:pt x="1" y="185"/>
                    <a:pt x="54" y="238"/>
                  </a:cubicBezTo>
                  <a:lnTo>
                    <a:pt x="389" y="573"/>
                  </a:lnTo>
                  <a:cubicBezTo>
                    <a:pt x="416" y="600"/>
                    <a:pt x="452" y="615"/>
                    <a:pt x="489" y="615"/>
                  </a:cubicBezTo>
                  <a:cubicBezTo>
                    <a:pt x="525" y="615"/>
                    <a:pt x="561" y="602"/>
                    <a:pt x="587" y="573"/>
                  </a:cubicBezTo>
                  <a:cubicBezTo>
                    <a:pt x="641" y="519"/>
                    <a:pt x="641" y="431"/>
                    <a:pt x="587" y="376"/>
                  </a:cubicBezTo>
                  <a:lnTo>
                    <a:pt x="251" y="41"/>
                  </a:lnTo>
                  <a:cubicBezTo>
                    <a:pt x="224" y="14"/>
                    <a:pt x="189" y="0"/>
                    <a:pt x="153"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g3b3d817690b_0_75"/>
            <p:cNvSpPr/>
            <p:nvPr/>
          </p:nvSpPr>
          <p:spPr>
            <a:xfrm>
              <a:off x="2891856" y="3704175"/>
              <a:ext cx="20591" cy="19787"/>
            </a:xfrm>
            <a:custGeom>
              <a:rect b="b" l="l" r="r" t="t"/>
              <a:pathLst>
                <a:path extrusionOk="0" h="616" w="641">
                  <a:moveTo>
                    <a:pt x="153" y="1"/>
                  </a:moveTo>
                  <a:cubicBezTo>
                    <a:pt x="118" y="1"/>
                    <a:pt x="82" y="14"/>
                    <a:pt x="54" y="41"/>
                  </a:cubicBezTo>
                  <a:cubicBezTo>
                    <a:pt x="1" y="96"/>
                    <a:pt x="1" y="184"/>
                    <a:pt x="54" y="239"/>
                  </a:cubicBezTo>
                  <a:lnTo>
                    <a:pt x="389" y="574"/>
                  </a:lnTo>
                  <a:cubicBezTo>
                    <a:pt x="416" y="601"/>
                    <a:pt x="453" y="616"/>
                    <a:pt x="489" y="616"/>
                  </a:cubicBezTo>
                  <a:cubicBezTo>
                    <a:pt x="525" y="616"/>
                    <a:pt x="561" y="602"/>
                    <a:pt x="587" y="574"/>
                  </a:cubicBezTo>
                  <a:cubicBezTo>
                    <a:pt x="641" y="519"/>
                    <a:pt x="641" y="430"/>
                    <a:pt x="587" y="377"/>
                  </a:cubicBezTo>
                  <a:lnTo>
                    <a:pt x="251" y="41"/>
                  </a:lnTo>
                  <a:cubicBezTo>
                    <a:pt x="224" y="14"/>
                    <a:pt x="189" y="1"/>
                    <a:pt x="153"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g3b3d817690b_0_75"/>
            <p:cNvSpPr/>
            <p:nvPr/>
          </p:nvSpPr>
          <p:spPr>
            <a:xfrm>
              <a:off x="2869209" y="3681624"/>
              <a:ext cx="20655" cy="19787"/>
            </a:xfrm>
            <a:custGeom>
              <a:rect b="b" l="l" r="r" t="t"/>
              <a:pathLst>
                <a:path extrusionOk="0" h="616" w="643">
                  <a:moveTo>
                    <a:pt x="154" y="1"/>
                  </a:moveTo>
                  <a:cubicBezTo>
                    <a:pt x="118" y="1"/>
                    <a:pt x="83" y="14"/>
                    <a:pt x="56" y="41"/>
                  </a:cubicBezTo>
                  <a:cubicBezTo>
                    <a:pt x="1" y="96"/>
                    <a:pt x="1" y="184"/>
                    <a:pt x="56" y="239"/>
                  </a:cubicBezTo>
                  <a:lnTo>
                    <a:pt x="390" y="573"/>
                  </a:lnTo>
                  <a:cubicBezTo>
                    <a:pt x="418" y="601"/>
                    <a:pt x="454" y="615"/>
                    <a:pt x="490" y="615"/>
                  </a:cubicBezTo>
                  <a:cubicBezTo>
                    <a:pt x="526" y="615"/>
                    <a:pt x="563" y="601"/>
                    <a:pt x="587" y="573"/>
                  </a:cubicBezTo>
                  <a:cubicBezTo>
                    <a:pt x="642" y="518"/>
                    <a:pt x="642" y="430"/>
                    <a:pt x="587" y="377"/>
                  </a:cubicBezTo>
                  <a:lnTo>
                    <a:pt x="253" y="41"/>
                  </a:lnTo>
                  <a:cubicBezTo>
                    <a:pt x="225" y="14"/>
                    <a:pt x="189" y="1"/>
                    <a:pt x="154"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g3b3d817690b_0_75"/>
            <p:cNvSpPr/>
            <p:nvPr/>
          </p:nvSpPr>
          <p:spPr>
            <a:xfrm>
              <a:off x="2914472" y="3726790"/>
              <a:ext cx="20591" cy="19787"/>
            </a:xfrm>
            <a:custGeom>
              <a:rect b="b" l="l" r="r" t="t"/>
              <a:pathLst>
                <a:path extrusionOk="0" h="616" w="641">
                  <a:moveTo>
                    <a:pt x="153" y="1"/>
                  </a:moveTo>
                  <a:cubicBezTo>
                    <a:pt x="117" y="1"/>
                    <a:pt x="81" y="14"/>
                    <a:pt x="54" y="42"/>
                  </a:cubicBezTo>
                  <a:cubicBezTo>
                    <a:pt x="0" y="95"/>
                    <a:pt x="0" y="184"/>
                    <a:pt x="54" y="239"/>
                  </a:cubicBezTo>
                  <a:lnTo>
                    <a:pt x="390" y="573"/>
                  </a:lnTo>
                  <a:cubicBezTo>
                    <a:pt x="416" y="601"/>
                    <a:pt x="452" y="615"/>
                    <a:pt x="488" y="615"/>
                  </a:cubicBezTo>
                  <a:cubicBezTo>
                    <a:pt x="524" y="615"/>
                    <a:pt x="561" y="602"/>
                    <a:pt x="587" y="573"/>
                  </a:cubicBezTo>
                  <a:cubicBezTo>
                    <a:pt x="640" y="520"/>
                    <a:pt x="640" y="430"/>
                    <a:pt x="587" y="376"/>
                  </a:cubicBezTo>
                  <a:lnTo>
                    <a:pt x="251" y="42"/>
                  </a:lnTo>
                  <a:cubicBezTo>
                    <a:pt x="224" y="14"/>
                    <a:pt x="189" y="1"/>
                    <a:pt x="153"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g3b3d817690b_0_75"/>
            <p:cNvSpPr/>
            <p:nvPr/>
          </p:nvSpPr>
          <p:spPr>
            <a:xfrm>
              <a:off x="2870847" y="3709603"/>
              <a:ext cx="8994" cy="8962"/>
            </a:xfrm>
            <a:custGeom>
              <a:rect b="b" l="l" r="r" t="t"/>
              <a:pathLst>
                <a:path extrusionOk="0" h="279" w="280">
                  <a:moveTo>
                    <a:pt x="139" y="1"/>
                  </a:moveTo>
                  <a:cubicBezTo>
                    <a:pt x="63" y="1"/>
                    <a:pt x="1" y="63"/>
                    <a:pt x="1" y="140"/>
                  </a:cubicBezTo>
                  <a:cubicBezTo>
                    <a:pt x="1" y="216"/>
                    <a:pt x="63" y="279"/>
                    <a:pt x="139" y="279"/>
                  </a:cubicBezTo>
                  <a:cubicBezTo>
                    <a:pt x="218" y="279"/>
                    <a:pt x="280" y="216"/>
                    <a:pt x="280" y="140"/>
                  </a:cubicBezTo>
                  <a:cubicBezTo>
                    <a:pt x="280" y="63"/>
                    <a:pt x="218" y="1"/>
                    <a:pt x="139" y="1"/>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g3b3d817690b_0_75"/>
            <p:cNvSpPr/>
            <p:nvPr/>
          </p:nvSpPr>
          <p:spPr>
            <a:xfrm>
              <a:off x="2884275" y="3723063"/>
              <a:ext cx="8962" cy="8930"/>
            </a:xfrm>
            <a:custGeom>
              <a:rect b="b" l="l" r="r" t="t"/>
              <a:pathLst>
                <a:path extrusionOk="0" h="278" w="279">
                  <a:moveTo>
                    <a:pt x="140" y="0"/>
                  </a:moveTo>
                  <a:cubicBezTo>
                    <a:pt x="63" y="0"/>
                    <a:pt x="1" y="62"/>
                    <a:pt x="1" y="139"/>
                  </a:cubicBezTo>
                  <a:cubicBezTo>
                    <a:pt x="1" y="216"/>
                    <a:pt x="63" y="278"/>
                    <a:pt x="140" y="278"/>
                  </a:cubicBezTo>
                  <a:cubicBezTo>
                    <a:pt x="217" y="278"/>
                    <a:pt x="279" y="216"/>
                    <a:pt x="279" y="139"/>
                  </a:cubicBezTo>
                  <a:cubicBezTo>
                    <a:pt x="279" y="62"/>
                    <a:pt x="217" y="0"/>
                    <a:pt x="140"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g3b3d817690b_0_75"/>
            <p:cNvSpPr/>
            <p:nvPr/>
          </p:nvSpPr>
          <p:spPr>
            <a:xfrm>
              <a:off x="2897735" y="3736491"/>
              <a:ext cx="8962" cy="8962"/>
            </a:xfrm>
            <a:custGeom>
              <a:rect b="b" l="l" r="r" t="t"/>
              <a:pathLst>
                <a:path extrusionOk="0" h="279" w="279">
                  <a:moveTo>
                    <a:pt x="139" y="0"/>
                  </a:moveTo>
                  <a:cubicBezTo>
                    <a:pt x="62" y="0"/>
                    <a:pt x="0" y="63"/>
                    <a:pt x="0" y="139"/>
                  </a:cubicBezTo>
                  <a:cubicBezTo>
                    <a:pt x="0" y="216"/>
                    <a:pt x="62" y="278"/>
                    <a:pt x="139" y="278"/>
                  </a:cubicBezTo>
                  <a:cubicBezTo>
                    <a:pt x="216" y="278"/>
                    <a:pt x="278" y="216"/>
                    <a:pt x="278" y="139"/>
                  </a:cubicBezTo>
                  <a:cubicBezTo>
                    <a:pt x="278" y="63"/>
                    <a:pt x="216" y="0"/>
                    <a:pt x="139"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2" name="Google Shape;2182;g3b3d817690b_0_75"/>
          <p:cNvGrpSpPr/>
          <p:nvPr/>
        </p:nvGrpSpPr>
        <p:grpSpPr>
          <a:xfrm>
            <a:off x="4922045" y="2027517"/>
            <a:ext cx="251616" cy="297627"/>
            <a:chOff x="2225795" y="3481009"/>
            <a:chExt cx="251616" cy="297627"/>
          </a:xfrm>
        </p:grpSpPr>
        <p:sp>
          <p:nvSpPr>
            <p:cNvPr id="2183" name="Google Shape;2183;g3b3d817690b_0_75"/>
            <p:cNvSpPr/>
            <p:nvPr/>
          </p:nvSpPr>
          <p:spPr>
            <a:xfrm>
              <a:off x="2242018" y="3750754"/>
              <a:ext cx="220392" cy="26726"/>
            </a:xfrm>
            <a:custGeom>
              <a:rect b="b" l="l" r="r" t="t"/>
              <a:pathLst>
                <a:path extrusionOk="0" h="832" w="6861">
                  <a:moveTo>
                    <a:pt x="0" y="1"/>
                  </a:moveTo>
                  <a:lnTo>
                    <a:pt x="0" y="645"/>
                  </a:lnTo>
                  <a:cubicBezTo>
                    <a:pt x="0" y="748"/>
                    <a:pt x="83" y="832"/>
                    <a:pt x="187" y="832"/>
                  </a:cubicBezTo>
                  <a:lnTo>
                    <a:pt x="6636" y="832"/>
                  </a:lnTo>
                  <a:cubicBezTo>
                    <a:pt x="6739" y="832"/>
                    <a:pt x="6822" y="746"/>
                    <a:pt x="6822" y="645"/>
                  </a:cubicBezTo>
                  <a:lnTo>
                    <a:pt x="6861" y="589"/>
                  </a:lnTo>
                  <a:lnTo>
                    <a:pt x="686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g3b3d817690b_0_75"/>
            <p:cNvSpPr/>
            <p:nvPr/>
          </p:nvSpPr>
          <p:spPr>
            <a:xfrm>
              <a:off x="2240701" y="3750754"/>
              <a:ext cx="221613" cy="27882"/>
            </a:xfrm>
            <a:custGeom>
              <a:rect b="b" l="l" r="r" t="t"/>
              <a:pathLst>
                <a:path extrusionOk="0" h="868" w="6899">
                  <a:moveTo>
                    <a:pt x="1" y="1"/>
                  </a:moveTo>
                  <a:lnTo>
                    <a:pt x="1" y="681"/>
                  </a:lnTo>
                  <a:cubicBezTo>
                    <a:pt x="1" y="784"/>
                    <a:pt x="85" y="868"/>
                    <a:pt x="188" y="868"/>
                  </a:cubicBezTo>
                  <a:lnTo>
                    <a:pt x="6714" y="868"/>
                  </a:lnTo>
                  <a:cubicBezTo>
                    <a:pt x="6816" y="868"/>
                    <a:pt x="6899" y="784"/>
                    <a:pt x="6899" y="681"/>
                  </a:cubicBezTo>
                  <a:lnTo>
                    <a:pt x="6899" y="587"/>
                  </a:lnTo>
                  <a:lnTo>
                    <a:pt x="338" y="587"/>
                  </a:lnTo>
                  <a:lnTo>
                    <a:pt x="338" y="589"/>
                  </a:lnTo>
                  <a:cubicBezTo>
                    <a:pt x="308" y="589"/>
                    <a:pt x="282" y="564"/>
                    <a:pt x="282" y="534"/>
                  </a:cubicBezTo>
                  <a:lnTo>
                    <a:pt x="282"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g3b3d817690b_0_75"/>
            <p:cNvSpPr/>
            <p:nvPr/>
          </p:nvSpPr>
          <p:spPr>
            <a:xfrm>
              <a:off x="2243753" y="3531926"/>
              <a:ext cx="218561" cy="168322"/>
            </a:xfrm>
            <a:custGeom>
              <a:rect b="b" l="l" r="r" t="t"/>
              <a:pathLst>
                <a:path extrusionOk="0" h="5240" w="6804">
                  <a:moveTo>
                    <a:pt x="0" y="0"/>
                  </a:moveTo>
                  <a:lnTo>
                    <a:pt x="0" y="5239"/>
                  </a:lnTo>
                  <a:lnTo>
                    <a:pt x="6730" y="5239"/>
                  </a:lnTo>
                  <a:lnTo>
                    <a:pt x="6804" y="4958"/>
                  </a:lnTo>
                  <a:lnTo>
                    <a:pt x="6804" y="0"/>
                  </a:lnTo>
                  <a:close/>
                </a:path>
              </a:pathLst>
            </a:custGeom>
            <a:solidFill>
              <a:srgbClr val="8E73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g3b3d817690b_0_75"/>
            <p:cNvSpPr/>
            <p:nvPr/>
          </p:nvSpPr>
          <p:spPr>
            <a:xfrm>
              <a:off x="2240701" y="3531926"/>
              <a:ext cx="221613" cy="171245"/>
            </a:xfrm>
            <a:custGeom>
              <a:rect b="b" l="l" r="r" t="t"/>
              <a:pathLst>
                <a:path extrusionOk="0" h="5331" w="6899">
                  <a:moveTo>
                    <a:pt x="1" y="0"/>
                  </a:moveTo>
                  <a:lnTo>
                    <a:pt x="1" y="5330"/>
                  </a:lnTo>
                  <a:lnTo>
                    <a:pt x="6899" y="5330"/>
                  </a:lnTo>
                  <a:lnTo>
                    <a:pt x="6899" y="4958"/>
                  </a:lnTo>
                  <a:lnTo>
                    <a:pt x="374" y="4958"/>
                  </a:lnTo>
                  <a:cubicBezTo>
                    <a:pt x="324" y="4958"/>
                    <a:pt x="282" y="4916"/>
                    <a:pt x="282" y="4866"/>
                  </a:cubicBezTo>
                  <a:lnTo>
                    <a:pt x="282"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g3b3d817690b_0_75"/>
            <p:cNvSpPr/>
            <p:nvPr/>
          </p:nvSpPr>
          <p:spPr>
            <a:xfrm>
              <a:off x="2259911" y="3553353"/>
              <a:ext cx="184512" cy="89975"/>
            </a:xfrm>
            <a:custGeom>
              <a:rect b="b" l="l" r="r" t="t"/>
              <a:pathLst>
                <a:path extrusionOk="0" h="2801" w="5744">
                  <a:moveTo>
                    <a:pt x="243" y="1"/>
                  </a:moveTo>
                  <a:lnTo>
                    <a:pt x="95" y="38"/>
                  </a:lnTo>
                  <a:cubicBezTo>
                    <a:pt x="43" y="38"/>
                    <a:pt x="1" y="82"/>
                    <a:pt x="1" y="132"/>
                  </a:cubicBezTo>
                  <a:lnTo>
                    <a:pt x="1" y="2706"/>
                  </a:lnTo>
                  <a:cubicBezTo>
                    <a:pt x="1" y="2758"/>
                    <a:pt x="44" y="2800"/>
                    <a:pt x="95" y="2800"/>
                  </a:cubicBezTo>
                  <a:lnTo>
                    <a:pt x="5603" y="2782"/>
                  </a:lnTo>
                  <a:cubicBezTo>
                    <a:pt x="5655" y="2782"/>
                    <a:pt x="5697" y="2741"/>
                    <a:pt x="5697" y="2686"/>
                  </a:cubicBezTo>
                  <a:lnTo>
                    <a:pt x="5744" y="2275"/>
                  </a:lnTo>
                  <a:lnTo>
                    <a:pt x="5744" y="1138"/>
                  </a:lnTo>
                  <a:lnTo>
                    <a:pt x="5670" y="827"/>
                  </a:lnTo>
                  <a:lnTo>
                    <a:pt x="5744" y="580"/>
                  </a:lnTo>
                  <a:lnTo>
                    <a:pt x="5744" y="95"/>
                  </a:lnTo>
                  <a:cubicBezTo>
                    <a:pt x="5744" y="43"/>
                    <a:pt x="5700" y="1"/>
                    <a:pt x="565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g3b3d817690b_0_75"/>
            <p:cNvSpPr/>
            <p:nvPr/>
          </p:nvSpPr>
          <p:spPr>
            <a:xfrm>
              <a:off x="2258722" y="3553417"/>
              <a:ext cx="127912" cy="91099"/>
            </a:xfrm>
            <a:custGeom>
              <a:rect b="b" l="l" r="r" t="t"/>
              <a:pathLst>
                <a:path extrusionOk="0" h="2836" w="3982">
                  <a:moveTo>
                    <a:pt x="94" y="0"/>
                  </a:moveTo>
                  <a:cubicBezTo>
                    <a:pt x="44" y="0"/>
                    <a:pt x="0" y="42"/>
                    <a:pt x="0" y="94"/>
                  </a:cubicBezTo>
                  <a:lnTo>
                    <a:pt x="0" y="1698"/>
                  </a:lnTo>
                  <a:lnTo>
                    <a:pt x="74" y="1996"/>
                  </a:lnTo>
                  <a:lnTo>
                    <a:pt x="0" y="2257"/>
                  </a:lnTo>
                  <a:lnTo>
                    <a:pt x="0" y="2742"/>
                  </a:lnTo>
                  <a:cubicBezTo>
                    <a:pt x="0" y="2793"/>
                    <a:pt x="41" y="2836"/>
                    <a:pt x="94" y="2836"/>
                  </a:cubicBezTo>
                  <a:lnTo>
                    <a:pt x="3916" y="2836"/>
                  </a:lnTo>
                  <a:cubicBezTo>
                    <a:pt x="3916" y="2836"/>
                    <a:pt x="3981" y="2726"/>
                    <a:pt x="3981" y="2675"/>
                  </a:cubicBezTo>
                  <a:lnTo>
                    <a:pt x="3916" y="2558"/>
                  </a:lnTo>
                  <a:lnTo>
                    <a:pt x="374" y="2558"/>
                  </a:lnTo>
                  <a:lnTo>
                    <a:pt x="374" y="2555"/>
                  </a:lnTo>
                  <a:cubicBezTo>
                    <a:pt x="323" y="2555"/>
                    <a:pt x="280" y="2515"/>
                    <a:pt x="280" y="2461"/>
                  </a:cubicBezTo>
                  <a:lnTo>
                    <a:pt x="280"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g3b3d817690b_0_75"/>
            <p:cNvSpPr/>
            <p:nvPr/>
          </p:nvSpPr>
          <p:spPr>
            <a:xfrm>
              <a:off x="2260586" y="3607963"/>
              <a:ext cx="48505" cy="16158"/>
            </a:xfrm>
            <a:custGeom>
              <a:rect b="b" l="l" r="r" t="t"/>
              <a:pathLst>
                <a:path extrusionOk="0" h="503" w="1510">
                  <a:moveTo>
                    <a:pt x="224" y="0"/>
                  </a:moveTo>
                  <a:lnTo>
                    <a:pt x="0" y="57"/>
                  </a:lnTo>
                  <a:lnTo>
                    <a:pt x="0" y="502"/>
                  </a:lnTo>
                  <a:lnTo>
                    <a:pt x="1361" y="502"/>
                  </a:lnTo>
                  <a:cubicBezTo>
                    <a:pt x="1412" y="502"/>
                    <a:pt x="1452" y="462"/>
                    <a:pt x="1455" y="411"/>
                  </a:cubicBezTo>
                  <a:lnTo>
                    <a:pt x="1510" y="281"/>
                  </a:lnTo>
                  <a:lnTo>
                    <a:pt x="1510" y="94"/>
                  </a:lnTo>
                  <a:cubicBezTo>
                    <a:pt x="1510" y="42"/>
                    <a:pt x="1467" y="0"/>
                    <a:pt x="141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g3b3d817690b_0_75"/>
            <p:cNvSpPr/>
            <p:nvPr/>
          </p:nvSpPr>
          <p:spPr>
            <a:xfrm>
              <a:off x="2258722" y="3607963"/>
              <a:ext cx="50336" cy="17956"/>
            </a:xfrm>
            <a:custGeom>
              <a:rect b="b" l="l" r="r" t="t"/>
              <a:pathLst>
                <a:path extrusionOk="0" h="559" w="1567">
                  <a:moveTo>
                    <a:pt x="0" y="0"/>
                  </a:moveTo>
                  <a:lnTo>
                    <a:pt x="0" y="559"/>
                  </a:lnTo>
                  <a:lnTo>
                    <a:pt x="1472" y="559"/>
                  </a:lnTo>
                  <a:cubicBezTo>
                    <a:pt x="1523" y="559"/>
                    <a:pt x="1567" y="517"/>
                    <a:pt x="1567" y="465"/>
                  </a:cubicBezTo>
                  <a:lnTo>
                    <a:pt x="1567" y="278"/>
                  </a:lnTo>
                  <a:lnTo>
                    <a:pt x="374" y="278"/>
                  </a:lnTo>
                  <a:cubicBezTo>
                    <a:pt x="372" y="278"/>
                    <a:pt x="370" y="278"/>
                    <a:pt x="369" y="278"/>
                  </a:cubicBezTo>
                  <a:cubicBezTo>
                    <a:pt x="319" y="278"/>
                    <a:pt x="280" y="237"/>
                    <a:pt x="280" y="187"/>
                  </a:cubicBezTo>
                  <a:lnTo>
                    <a:pt x="280"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g3b3d817690b_0_75"/>
            <p:cNvSpPr/>
            <p:nvPr/>
          </p:nvSpPr>
          <p:spPr>
            <a:xfrm>
              <a:off x="2298235" y="3571920"/>
              <a:ext cx="49147" cy="16864"/>
            </a:xfrm>
            <a:custGeom>
              <a:rect b="b" l="l" r="r" t="t"/>
              <a:pathLst>
                <a:path extrusionOk="0" h="525" w="1530">
                  <a:moveTo>
                    <a:pt x="242" y="0"/>
                  </a:moveTo>
                  <a:lnTo>
                    <a:pt x="95" y="38"/>
                  </a:lnTo>
                  <a:cubicBezTo>
                    <a:pt x="41" y="38"/>
                    <a:pt x="1" y="81"/>
                    <a:pt x="1" y="132"/>
                  </a:cubicBezTo>
                  <a:lnTo>
                    <a:pt x="1" y="430"/>
                  </a:lnTo>
                  <a:cubicBezTo>
                    <a:pt x="1" y="484"/>
                    <a:pt x="44" y="524"/>
                    <a:pt x="95" y="524"/>
                  </a:cubicBezTo>
                  <a:lnTo>
                    <a:pt x="1399" y="524"/>
                  </a:lnTo>
                  <a:cubicBezTo>
                    <a:pt x="1451" y="524"/>
                    <a:pt x="1493" y="484"/>
                    <a:pt x="1492" y="429"/>
                  </a:cubicBezTo>
                  <a:lnTo>
                    <a:pt x="1529" y="281"/>
                  </a:lnTo>
                  <a:lnTo>
                    <a:pt x="1529" y="94"/>
                  </a:lnTo>
                  <a:cubicBezTo>
                    <a:pt x="1529" y="42"/>
                    <a:pt x="1486" y="0"/>
                    <a:pt x="143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g3b3d817690b_0_75"/>
            <p:cNvSpPr/>
            <p:nvPr/>
          </p:nvSpPr>
          <p:spPr>
            <a:xfrm>
              <a:off x="2296982" y="3572017"/>
              <a:ext cx="50400" cy="18053"/>
            </a:xfrm>
            <a:custGeom>
              <a:rect b="b" l="l" r="r" t="t"/>
              <a:pathLst>
                <a:path extrusionOk="0" h="562" w="1569">
                  <a:moveTo>
                    <a:pt x="95" y="0"/>
                  </a:moveTo>
                  <a:cubicBezTo>
                    <a:pt x="44" y="0"/>
                    <a:pt x="1" y="42"/>
                    <a:pt x="1" y="94"/>
                  </a:cubicBezTo>
                  <a:lnTo>
                    <a:pt x="1" y="468"/>
                  </a:lnTo>
                  <a:cubicBezTo>
                    <a:pt x="1" y="518"/>
                    <a:pt x="43" y="562"/>
                    <a:pt x="95" y="562"/>
                  </a:cubicBezTo>
                  <a:lnTo>
                    <a:pt x="1474" y="562"/>
                  </a:lnTo>
                  <a:cubicBezTo>
                    <a:pt x="1525" y="562"/>
                    <a:pt x="1568" y="520"/>
                    <a:pt x="1568" y="468"/>
                  </a:cubicBezTo>
                  <a:lnTo>
                    <a:pt x="1568" y="281"/>
                  </a:lnTo>
                  <a:lnTo>
                    <a:pt x="376" y="281"/>
                  </a:lnTo>
                  <a:cubicBezTo>
                    <a:pt x="325" y="281"/>
                    <a:pt x="281" y="239"/>
                    <a:pt x="281" y="187"/>
                  </a:cubicBezTo>
                  <a:lnTo>
                    <a:pt x="281"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g3b3d817690b_0_75"/>
            <p:cNvSpPr/>
            <p:nvPr/>
          </p:nvSpPr>
          <p:spPr>
            <a:xfrm>
              <a:off x="2427631" y="3571920"/>
              <a:ext cx="16800" cy="16864"/>
            </a:xfrm>
            <a:custGeom>
              <a:rect b="b" l="l" r="r" t="t"/>
              <a:pathLst>
                <a:path extrusionOk="0" h="525" w="523">
                  <a:moveTo>
                    <a:pt x="242" y="0"/>
                  </a:moveTo>
                  <a:lnTo>
                    <a:pt x="94" y="38"/>
                  </a:lnTo>
                  <a:cubicBezTo>
                    <a:pt x="42" y="38"/>
                    <a:pt x="0" y="81"/>
                    <a:pt x="0" y="132"/>
                  </a:cubicBezTo>
                  <a:lnTo>
                    <a:pt x="0" y="430"/>
                  </a:lnTo>
                  <a:cubicBezTo>
                    <a:pt x="0" y="484"/>
                    <a:pt x="43" y="524"/>
                    <a:pt x="94" y="524"/>
                  </a:cubicBezTo>
                  <a:lnTo>
                    <a:pt x="485" y="524"/>
                  </a:lnTo>
                  <a:lnTo>
                    <a:pt x="523" y="281"/>
                  </a:lnTo>
                  <a:lnTo>
                    <a:pt x="523"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g3b3d817690b_0_75"/>
            <p:cNvSpPr/>
            <p:nvPr/>
          </p:nvSpPr>
          <p:spPr>
            <a:xfrm>
              <a:off x="2426346" y="3572017"/>
              <a:ext cx="18053" cy="18053"/>
            </a:xfrm>
            <a:custGeom>
              <a:rect b="b" l="l" r="r" t="t"/>
              <a:pathLst>
                <a:path extrusionOk="0" h="562" w="562">
                  <a:moveTo>
                    <a:pt x="95" y="0"/>
                  </a:moveTo>
                  <a:cubicBezTo>
                    <a:pt x="43" y="0"/>
                    <a:pt x="1" y="42"/>
                    <a:pt x="1" y="94"/>
                  </a:cubicBezTo>
                  <a:lnTo>
                    <a:pt x="1" y="468"/>
                  </a:lnTo>
                  <a:cubicBezTo>
                    <a:pt x="1" y="518"/>
                    <a:pt x="41" y="562"/>
                    <a:pt x="95" y="562"/>
                  </a:cubicBezTo>
                  <a:lnTo>
                    <a:pt x="561" y="562"/>
                  </a:lnTo>
                  <a:lnTo>
                    <a:pt x="561" y="281"/>
                  </a:lnTo>
                  <a:lnTo>
                    <a:pt x="374" y="281"/>
                  </a:lnTo>
                  <a:cubicBezTo>
                    <a:pt x="324" y="281"/>
                    <a:pt x="280" y="239"/>
                    <a:pt x="280" y="187"/>
                  </a:cubicBezTo>
                  <a:lnTo>
                    <a:pt x="280"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g3b3d817690b_0_75"/>
            <p:cNvSpPr/>
            <p:nvPr/>
          </p:nvSpPr>
          <p:spPr>
            <a:xfrm>
              <a:off x="2385709" y="3626499"/>
              <a:ext cx="58720" cy="16832"/>
            </a:xfrm>
            <a:custGeom>
              <a:rect b="b" l="l" r="r" t="t"/>
              <a:pathLst>
                <a:path extrusionOk="0" h="524" w="1828">
                  <a:moveTo>
                    <a:pt x="242" y="1"/>
                  </a:moveTo>
                  <a:lnTo>
                    <a:pt x="95" y="38"/>
                  </a:lnTo>
                  <a:cubicBezTo>
                    <a:pt x="43" y="38"/>
                    <a:pt x="1" y="82"/>
                    <a:pt x="1" y="132"/>
                  </a:cubicBezTo>
                  <a:lnTo>
                    <a:pt x="1" y="523"/>
                  </a:lnTo>
                  <a:lnTo>
                    <a:pt x="1696" y="523"/>
                  </a:lnTo>
                  <a:cubicBezTo>
                    <a:pt x="1748" y="523"/>
                    <a:pt x="1790" y="481"/>
                    <a:pt x="1790" y="429"/>
                  </a:cubicBezTo>
                  <a:lnTo>
                    <a:pt x="1828" y="280"/>
                  </a:lnTo>
                  <a:lnTo>
                    <a:pt x="182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g3b3d817690b_0_75"/>
            <p:cNvSpPr/>
            <p:nvPr/>
          </p:nvSpPr>
          <p:spPr>
            <a:xfrm>
              <a:off x="2384520" y="3626499"/>
              <a:ext cx="59908" cy="18021"/>
            </a:xfrm>
            <a:custGeom>
              <a:rect b="b" l="l" r="r" t="t"/>
              <a:pathLst>
                <a:path extrusionOk="0" h="561" w="1865">
                  <a:moveTo>
                    <a:pt x="94" y="1"/>
                  </a:moveTo>
                  <a:cubicBezTo>
                    <a:pt x="42" y="1"/>
                    <a:pt x="0" y="41"/>
                    <a:pt x="0" y="95"/>
                  </a:cubicBezTo>
                  <a:lnTo>
                    <a:pt x="0" y="561"/>
                  </a:lnTo>
                  <a:lnTo>
                    <a:pt x="1771" y="561"/>
                  </a:lnTo>
                  <a:cubicBezTo>
                    <a:pt x="1821" y="561"/>
                    <a:pt x="1865" y="519"/>
                    <a:pt x="1865" y="467"/>
                  </a:cubicBezTo>
                  <a:lnTo>
                    <a:pt x="1865" y="280"/>
                  </a:lnTo>
                  <a:lnTo>
                    <a:pt x="374" y="280"/>
                  </a:lnTo>
                  <a:cubicBezTo>
                    <a:pt x="321" y="280"/>
                    <a:pt x="279" y="240"/>
                    <a:pt x="279" y="186"/>
                  </a:cubicBezTo>
                  <a:lnTo>
                    <a:pt x="279"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g3b3d817690b_0_75"/>
            <p:cNvSpPr/>
            <p:nvPr/>
          </p:nvSpPr>
          <p:spPr>
            <a:xfrm>
              <a:off x="2366820" y="3590552"/>
              <a:ext cx="16832" cy="16832"/>
            </a:xfrm>
            <a:custGeom>
              <a:rect b="b" l="l" r="r" t="t"/>
              <a:pathLst>
                <a:path extrusionOk="0" h="524" w="524">
                  <a:moveTo>
                    <a:pt x="243" y="1"/>
                  </a:moveTo>
                  <a:cubicBezTo>
                    <a:pt x="214" y="1"/>
                    <a:pt x="189" y="5"/>
                    <a:pt x="162" y="14"/>
                  </a:cubicBezTo>
                  <a:cubicBezTo>
                    <a:pt x="47" y="50"/>
                    <a:pt x="1" y="282"/>
                    <a:pt x="1" y="282"/>
                  </a:cubicBezTo>
                  <a:cubicBezTo>
                    <a:pt x="1" y="435"/>
                    <a:pt x="89" y="523"/>
                    <a:pt x="243" y="523"/>
                  </a:cubicBezTo>
                  <a:cubicBezTo>
                    <a:pt x="243" y="523"/>
                    <a:pt x="476" y="477"/>
                    <a:pt x="511" y="363"/>
                  </a:cubicBezTo>
                  <a:cubicBezTo>
                    <a:pt x="519" y="338"/>
                    <a:pt x="524" y="310"/>
                    <a:pt x="524" y="282"/>
                  </a:cubicBezTo>
                  <a:cubicBezTo>
                    <a:pt x="524" y="125"/>
                    <a:pt x="396" y="1"/>
                    <a:pt x="24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g3b3d817690b_0_75"/>
            <p:cNvSpPr/>
            <p:nvPr/>
          </p:nvSpPr>
          <p:spPr>
            <a:xfrm>
              <a:off x="2365567" y="3590938"/>
              <a:ext cx="17667" cy="17603"/>
            </a:xfrm>
            <a:custGeom>
              <a:rect b="b" l="l" r="r" t="t"/>
              <a:pathLst>
                <a:path extrusionOk="0" h="548" w="550">
                  <a:moveTo>
                    <a:pt x="201" y="0"/>
                  </a:moveTo>
                  <a:lnTo>
                    <a:pt x="201" y="0"/>
                  </a:lnTo>
                  <a:cubicBezTo>
                    <a:pt x="86" y="34"/>
                    <a:pt x="1" y="141"/>
                    <a:pt x="1" y="268"/>
                  </a:cubicBezTo>
                  <a:cubicBezTo>
                    <a:pt x="1" y="422"/>
                    <a:pt x="127" y="547"/>
                    <a:pt x="282" y="547"/>
                  </a:cubicBezTo>
                  <a:cubicBezTo>
                    <a:pt x="409" y="547"/>
                    <a:pt x="515" y="465"/>
                    <a:pt x="550" y="349"/>
                  </a:cubicBezTo>
                  <a:lnTo>
                    <a:pt x="550" y="349"/>
                  </a:lnTo>
                  <a:cubicBezTo>
                    <a:pt x="525" y="358"/>
                    <a:pt x="497" y="362"/>
                    <a:pt x="468" y="362"/>
                  </a:cubicBezTo>
                  <a:cubicBezTo>
                    <a:pt x="315" y="362"/>
                    <a:pt x="188" y="236"/>
                    <a:pt x="188" y="81"/>
                  </a:cubicBezTo>
                  <a:cubicBezTo>
                    <a:pt x="188" y="52"/>
                    <a:pt x="192" y="25"/>
                    <a:pt x="201"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g3b3d817690b_0_75"/>
            <p:cNvSpPr/>
            <p:nvPr/>
          </p:nvSpPr>
          <p:spPr>
            <a:xfrm>
              <a:off x="2268841" y="3663955"/>
              <a:ext cx="40828" cy="19177"/>
            </a:xfrm>
            <a:custGeom>
              <a:rect b="b" l="l" r="r" t="t"/>
              <a:pathLst>
                <a:path extrusionOk="0" h="597" w="1271">
                  <a:moveTo>
                    <a:pt x="244" y="0"/>
                  </a:moveTo>
                  <a:lnTo>
                    <a:pt x="95" y="17"/>
                  </a:lnTo>
                  <a:cubicBezTo>
                    <a:pt x="44" y="17"/>
                    <a:pt x="1" y="59"/>
                    <a:pt x="1" y="112"/>
                  </a:cubicBezTo>
                  <a:lnTo>
                    <a:pt x="1" y="597"/>
                  </a:lnTo>
                  <a:lnTo>
                    <a:pt x="1231" y="597"/>
                  </a:lnTo>
                  <a:lnTo>
                    <a:pt x="1270" y="316"/>
                  </a:lnTo>
                  <a:lnTo>
                    <a:pt x="1270" y="91"/>
                  </a:lnTo>
                  <a:cubicBezTo>
                    <a:pt x="1270" y="41"/>
                    <a:pt x="1228" y="0"/>
                    <a:pt x="11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g3b3d817690b_0_75"/>
            <p:cNvSpPr/>
            <p:nvPr/>
          </p:nvSpPr>
          <p:spPr>
            <a:xfrm>
              <a:off x="2267653" y="3663955"/>
              <a:ext cx="41920" cy="21554"/>
            </a:xfrm>
            <a:custGeom>
              <a:rect b="b" l="l" r="r" t="t"/>
              <a:pathLst>
                <a:path extrusionOk="0" h="671" w="1305">
                  <a:moveTo>
                    <a:pt x="94" y="0"/>
                  </a:moveTo>
                  <a:cubicBezTo>
                    <a:pt x="44" y="0"/>
                    <a:pt x="0" y="41"/>
                    <a:pt x="0" y="94"/>
                  </a:cubicBezTo>
                  <a:lnTo>
                    <a:pt x="0" y="670"/>
                  </a:lnTo>
                  <a:lnTo>
                    <a:pt x="1304" y="670"/>
                  </a:lnTo>
                  <a:lnTo>
                    <a:pt x="1304" y="316"/>
                  </a:lnTo>
                  <a:lnTo>
                    <a:pt x="374" y="316"/>
                  </a:lnTo>
                  <a:cubicBezTo>
                    <a:pt x="323" y="316"/>
                    <a:pt x="281" y="275"/>
                    <a:pt x="281" y="224"/>
                  </a:cubicBezTo>
                  <a:lnTo>
                    <a:pt x="281"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g3b3d817690b_0_75"/>
            <p:cNvSpPr/>
            <p:nvPr/>
          </p:nvSpPr>
          <p:spPr>
            <a:xfrm>
              <a:off x="2394639" y="3663955"/>
              <a:ext cx="40828" cy="19209"/>
            </a:xfrm>
            <a:custGeom>
              <a:rect b="b" l="l" r="r" t="t"/>
              <a:pathLst>
                <a:path extrusionOk="0" h="598" w="1271">
                  <a:moveTo>
                    <a:pt x="244" y="0"/>
                  </a:moveTo>
                  <a:lnTo>
                    <a:pt x="95" y="38"/>
                  </a:lnTo>
                  <a:cubicBezTo>
                    <a:pt x="44" y="38"/>
                    <a:pt x="1" y="80"/>
                    <a:pt x="1" y="132"/>
                  </a:cubicBezTo>
                  <a:lnTo>
                    <a:pt x="1" y="598"/>
                  </a:lnTo>
                  <a:lnTo>
                    <a:pt x="1231" y="598"/>
                  </a:lnTo>
                  <a:lnTo>
                    <a:pt x="1270" y="319"/>
                  </a:lnTo>
                  <a:lnTo>
                    <a:pt x="1270" y="94"/>
                  </a:lnTo>
                  <a:cubicBezTo>
                    <a:pt x="1267" y="41"/>
                    <a:pt x="1227"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g3b3d817690b_0_75"/>
            <p:cNvSpPr/>
            <p:nvPr/>
          </p:nvSpPr>
          <p:spPr>
            <a:xfrm>
              <a:off x="2393451" y="3663955"/>
              <a:ext cx="41920" cy="21554"/>
            </a:xfrm>
            <a:custGeom>
              <a:rect b="b" l="l" r="r" t="t"/>
              <a:pathLst>
                <a:path extrusionOk="0" h="671" w="1305">
                  <a:moveTo>
                    <a:pt x="94" y="0"/>
                  </a:moveTo>
                  <a:cubicBezTo>
                    <a:pt x="43" y="0"/>
                    <a:pt x="0" y="41"/>
                    <a:pt x="0" y="94"/>
                  </a:cubicBezTo>
                  <a:lnTo>
                    <a:pt x="0" y="670"/>
                  </a:lnTo>
                  <a:lnTo>
                    <a:pt x="1304" y="670"/>
                  </a:lnTo>
                  <a:lnTo>
                    <a:pt x="1304" y="316"/>
                  </a:lnTo>
                  <a:lnTo>
                    <a:pt x="374" y="316"/>
                  </a:lnTo>
                  <a:cubicBezTo>
                    <a:pt x="323" y="316"/>
                    <a:pt x="281" y="275"/>
                    <a:pt x="281" y="224"/>
                  </a:cubicBezTo>
                  <a:lnTo>
                    <a:pt x="281"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g3b3d817690b_0_75"/>
            <p:cNvSpPr/>
            <p:nvPr/>
          </p:nvSpPr>
          <p:spPr>
            <a:xfrm>
              <a:off x="2259911" y="3683101"/>
              <a:ext cx="58720" cy="17153"/>
            </a:xfrm>
            <a:custGeom>
              <a:rect b="b" l="l" r="r" t="t"/>
              <a:pathLst>
                <a:path extrusionOk="0" h="534" w="1828">
                  <a:moveTo>
                    <a:pt x="243" y="1"/>
                  </a:moveTo>
                  <a:lnTo>
                    <a:pt x="95" y="38"/>
                  </a:lnTo>
                  <a:cubicBezTo>
                    <a:pt x="44" y="38"/>
                    <a:pt x="1" y="80"/>
                    <a:pt x="1" y="132"/>
                  </a:cubicBezTo>
                  <a:lnTo>
                    <a:pt x="1" y="533"/>
                  </a:lnTo>
                  <a:lnTo>
                    <a:pt x="1790" y="533"/>
                  </a:lnTo>
                  <a:lnTo>
                    <a:pt x="1828" y="252"/>
                  </a:lnTo>
                  <a:lnTo>
                    <a:pt x="1828" y="93"/>
                  </a:lnTo>
                  <a:cubicBezTo>
                    <a:pt x="1826" y="42"/>
                    <a:pt x="1784" y="1"/>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g3b3d817690b_0_75"/>
            <p:cNvSpPr/>
            <p:nvPr/>
          </p:nvSpPr>
          <p:spPr>
            <a:xfrm>
              <a:off x="2258722" y="3683101"/>
              <a:ext cx="59876" cy="19530"/>
            </a:xfrm>
            <a:custGeom>
              <a:rect b="b" l="l" r="r" t="t"/>
              <a:pathLst>
                <a:path extrusionOk="0" h="608" w="1864">
                  <a:moveTo>
                    <a:pt x="94" y="1"/>
                  </a:moveTo>
                  <a:cubicBezTo>
                    <a:pt x="42" y="1"/>
                    <a:pt x="0" y="42"/>
                    <a:pt x="0" y="95"/>
                  </a:cubicBezTo>
                  <a:lnTo>
                    <a:pt x="0" y="607"/>
                  </a:lnTo>
                  <a:lnTo>
                    <a:pt x="1863" y="607"/>
                  </a:lnTo>
                  <a:lnTo>
                    <a:pt x="1863" y="252"/>
                  </a:lnTo>
                  <a:lnTo>
                    <a:pt x="372" y="252"/>
                  </a:lnTo>
                  <a:cubicBezTo>
                    <a:pt x="322" y="252"/>
                    <a:pt x="280" y="210"/>
                    <a:pt x="280" y="160"/>
                  </a:cubicBezTo>
                  <a:lnTo>
                    <a:pt x="280"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g3b3d817690b_0_75"/>
            <p:cNvSpPr/>
            <p:nvPr/>
          </p:nvSpPr>
          <p:spPr>
            <a:xfrm>
              <a:off x="2385677" y="3683101"/>
              <a:ext cx="58720" cy="17153"/>
            </a:xfrm>
            <a:custGeom>
              <a:rect b="b" l="l" r="r" t="t"/>
              <a:pathLst>
                <a:path extrusionOk="0" h="534" w="1828">
                  <a:moveTo>
                    <a:pt x="242" y="1"/>
                  </a:moveTo>
                  <a:lnTo>
                    <a:pt x="94" y="38"/>
                  </a:lnTo>
                  <a:cubicBezTo>
                    <a:pt x="44" y="38"/>
                    <a:pt x="0" y="80"/>
                    <a:pt x="0" y="132"/>
                  </a:cubicBezTo>
                  <a:lnTo>
                    <a:pt x="0" y="533"/>
                  </a:lnTo>
                  <a:lnTo>
                    <a:pt x="1790" y="533"/>
                  </a:lnTo>
                  <a:lnTo>
                    <a:pt x="1827" y="252"/>
                  </a:lnTo>
                  <a:lnTo>
                    <a:pt x="1827" y="93"/>
                  </a:lnTo>
                  <a:cubicBezTo>
                    <a:pt x="1827" y="42"/>
                    <a:pt x="1785"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g3b3d817690b_0_75"/>
            <p:cNvSpPr/>
            <p:nvPr/>
          </p:nvSpPr>
          <p:spPr>
            <a:xfrm>
              <a:off x="2384424" y="3683101"/>
              <a:ext cx="59908" cy="19530"/>
            </a:xfrm>
            <a:custGeom>
              <a:rect b="b" l="l" r="r" t="t"/>
              <a:pathLst>
                <a:path extrusionOk="0" h="608" w="1865">
                  <a:moveTo>
                    <a:pt x="94" y="1"/>
                  </a:moveTo>
                  <a:cubicBezTo>
                    <a:pt x="44" y="1"/>
                    <a:pt x="0" y="42"/>
                    <a:pt x="0" y="95"/>
                  </a:cubicBezTo>
                  <a:lnTo>
                    <a:pt x="0" y="607"/>
                  </a:lnTo>
                  <a:lnTo>
                    <a:pt x="1865" y="607"/>
                  </a:lnTo>
                  <a:lnTo>
                    <a:pt x="1865" y="252"/>
                  </a:lnTo>
                  <a:lnTo>
                    <a:pt x="374" y="252"/>
                  </a:lnTo>
                  <a:cubicBezTo>
                    <a:pt x="323" y="252"/>
                    <a:pt x="281" y="210"/>
                    <a:pt x="281" y="160"/>
                  </a:cubicBezTo>
                  <a:lnTo>
                    <a:pt x="281"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g3b3d817690b_0_75"/>
            <p:cNvSpPr/>
            <p:nvPr/>
          </p:nvSpPr>
          <p:spPr>
            <a:xfrm>
              <a:off x="2346453" y="3643749"/>
              <a:ext cx="12592" cy="44458"/>
            </a:xfrm>
            <a:custGeom>
              <a:rect b="b" l="l" r="r" t="t"/>
              <a:pathLst>
                <a:path extrusionOk="0" h="1384" w="392">
                  <a:moveTo>
                    <a:pt x="1" y="1"/>
                  </a:moveTo>
                  <a:lnTo>
                    <a:pt x="1" y="1383"/>
                  </a:lnTo>
                  <a:lnTo>
                    <a:pt x="318" y="1383"/>
                  </a:lnTo>
                  <a:lnTo>
                    <a:pt x="392" y="1082"/>
                  </a:lnTo>
                  <a:lnTo>
                    <a:pt x="392"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g3b3d817690b_0_75"/>
            <p:cNvSpPr/>
            <p:nvPr/>
          </p:nvSpPr>
          <p:spPr>
            <a:xfrm>
              <a:off x="2344108" y="3643717"/>
              <a:ext cx="14937" cy="49822"/>
            </a:xfrm>
            <a:custGeom>
              <a:rect b="b" l="l" r="r" t="t"/>
              <a:pathLst>
                <a:path extrusionOk="0" h="1551" w="465">
                  <a:moveTo>
                    <a:pt x="0" y="0"/>
                  </a:moveTo>
                  <a:lnTo>
                    <a:pt x="0" y="1082"/>
                  </a:lnTo>
                  <a:lnTo>
                    <a:pt x="0" y="1551"/>
                  </a:lnTo>
                  <a:lnTo>
                    <a:pt x="465" y="1551"/>
                  </a:lnTo>
                  <a:lnTo>
                    <a:pt x="465" y="1083"/>
                  </a:lnTo>
                  <a:cubicBezTo>
                    <a:pt x="395" y="1044"/>
                    <a:pt x="317" y="1021"/>
                    <a:pt x="232" y="1021"/>
                  </a:cubicBezTo>
                  <a:cubicBezTo>
                    <a:pt x="217" y="1021"/>
                    <a:pt x="204" y="1008"/>
                    <a:pt x="204" y="993"/>
                  </a:cubicBezTo>
                  <a:lnTo>
                    <a:pt x="204"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g3b3d817690b_0_75"/>
            <p:cNvSpPr/>
            <p:nvPr/>
          </p:nvSpPr>
          <p:spPr>
            <a:xfrm>
              <a:off x="2337716" y="3627527"/>
              <a:ext cx="28814" cy="28782"/>
            </a:xfrm>
            <a:custGeom>
              <a:rect b="b" l="l" r="r" t="t"/>
              <a:pathLst>
                <a:path extrusionOk="0" h="896" w="897">
                  <a:moveTo>
                    <a:pt x="431" y="1"/>
                  </a:moveTo>
                  <a:cubicBezTo>
                    <a:pt x="374" y="1"/>
                    <a:pt x="322" y="9"/>
                    <a:pt x="271" y="28"/>
                  </a:cubicBezTo>
                  <a:cubicBezTo>
                    <a:pt x="92" y="93"/>
                    <a:pt x="1" y="425"/>
                    <a:pt x="1" y="465"/>
                  </a:cubicBezTo>
                  <a:cubicBezTo>
                    <a:pt x="1" y="723"/>
                    <a:pt x="173" y="895"/>
                    <a:pt x="431" y="895"/>
                  </a:cubicBezTo>
                  <a:cubicBezTo>
                    <a:pt x="477" y="895"/>
                    <a:pt x="803" y="804"/>
                    <a:pt x="868" y="625"/>
                  </a:cubicBezTo>
                  <a:cubicBezTo>
                    <a:pt x="888" y="577"/>
                    <a:pt x="897" y="522"/>
                    <a:pt x="897" y="468"/>
                  </a:cubicBezTo>
                  <a:cubicBezTo>
                    <a:pt x="897" y="210"/>
                    <a:pt x="690" y="1"/>
                    <a:pt x="43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g3b3d817690b_0_75"/>
            <p:cNvSpPr/>
            <p:nvPr/>
          </p:nvSpPr>
          <p:spPr>
            <a:xfrm>
              <a:off x="2336527" y="3628426"/>
              <a:ext cx="29071" cy="29071"/>
            </a:xfrm>
            <a:custGeom>
              <a:rect b="b" l="l" r="r" t="t"/>
              <a:pathLst>
                <a:path extrusionOk="0" h="905" w="905">
                  <a:moveTo>
                    <a:pt x="308" y="0"/>
                  </a:moveTo>
                  <a:lnTo>
                    <a:pt x="308" y="0"/>
                  </a:lnTo>
                  <a:cubicBezTo>
                    <a:pt x="129" y="65"/>
                    <a:pt x="0" y="237"/>
                    <a:pt x="0" y="437"/>
                  </a:cubicBezTo>
                  <a:cubicBezTo>
                    <a:pt x="0" y="695"/>
                    <a:pt x="209" y="905"/>
                    <a:pt x="468" y="905"/>
                  </a:cubicBezTo>
                  <a:cubicBezTo>
                    <a:pt x="669" y="905"/>
                    <a:pt x="840" y="776"/>
                    <a:pt x="905" y="597"/>
                  </a:cubicBezTo>
                  <a:lnTo>
                    <a:pt x="905" y="597"/>
                  </a:lnTo>
                  <a:cubicBezTo>
                    <a:pt x="859" y="615"/>
                    <a:pt x="804" y="625"/>
                    <a:pt x="749" y="625"/>
                  </a:cubicBezTo>
                  <a:cubicBezTo>
                    <a:pt x="491" y="625"/>
                    <a:pt x="281" y="418"/>
                    <a:pt x="281" y="159"/>
                  </a:cubicBezTo>
                  <a:cubicBezTo>
                    <a:pt x="281" y="103"/>
                    <a:pt x="290" y="51"/>
                    <a:pt x="308"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g3b3d817690b_0_75"/>
            <p:cNvSpPr/>
            <p:nvPr/>
          </p:nvSpPr>
          <p:spPr>
            <a:xfrm>
              <a:off x="2338840" y="3683101"/>
              <a:ext cx="27144" cy="17057"/>
            </a:xfrm>
            <a:custGeom>
              <a:rect b="b" l="l" r="r" t="t"/>
              <a:pathLst>
                <a:path extrusionOk="0" h="531" w="845">
                  <a:moveTo>
                    <a:pt x="397" y="1"/>
                  </a:moveTo>
                  <a:cubicBezTo>
                    <a:pt x="341" y="1"/>
                    <a:pt x="289" y="9"/>
                    <a:pt x="238" y="28"/>
                  </a:cubicBezTo>
                  <a:cubicBezTo>
                    <a:pt x="58" y="93"/>
                    <a:pt x="0" y="442"/>
                    <a:pt x="0" y="530"/>
                  </a:cubicBezTo>
                  <a:lnTo>
                    <a:pt x="779" y="509"/>
                  </a:lnTo>
                  <a:cubicBezTo>
                    <a:pt x="779" y="432"/>
                    <a:pt x="844" y="316"/>
                    <a:pt x="811" y="251"/>
                  </a:cubicBezTo>
                  <a:cubicBezTo>
                    <a:pt x="732" y="102"/>
                    <a:pt x="577" y="1"/>
                    <a:pt x="39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g3b3d817690b_0_75"/>
            <p:cNvSpPr/>
            <p:nvPr/>
          </p:nvSpPr>
          <p:spPr>
            <a:xfrm>
              <a:off x="2336591" y="3684001"/>
              <a:ext cx="29938" cy="18535"/>
            </a:xfrm>
            <a:custGeom>
              <a:rect b="b" l="l" r="r" t="t"/>
              <a:pathLst>
                <a:path extrusionOk="0" h="577" w="932">
                  <a:moveTo>
                    <a:pt x="308" y="0"/>
                  </a:moveTo>
                  <a:lnTo>
                    <a:pt x="308" y="0"/>
                  </a:lnTo>
                  <a:cubicBezTo>
                    <a:pt x="128" y="65"/>
                    <a:pt x="1" y="237"/>
                    <a:pt x="1" y="437"/>
                  </a:cubicBezTo>
                  <a:lnTo>
                    <a:pt x="1" y="576"/>
                  </a:lnTo>
                  <a:lnTo>
                    <a:pt x="932" y="576"/>
                  </a:lnTo>
                  <a:lnTo>
                    <a:pt x="932" y="437"/>
                  </a:lnTo>
                  <a:cubicBezTo>
                    <a:pt x="932" y="359"/>
                    <a:pt x="914" y="287"/>
                    <a:pt x="880" y="224"/>
                  </a:cubicBezTo>
                  <a:lnTo>
                    <a:pt x="346" y="224"/>
                  </a:lnTo>
                  <a:cubicBezTo>
                    <a:pt x="309" y="224"/>
                    <a:pt x="280" y="195"/>
                    <a:pt x="280" y="159"/>
                  </a:cubicBezTo>
                  <a:cubicBezTo>
                    <a:pt x="280" y="103"/>
                    <a:pt x="291" y="51"/>
                    <a:pt x="30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g3b3d817690b_0_75"/>
            <p:cNvSpPr/>
            <p:nvPr/>
          </p:nvSpPr>
          <p:spPr>
            <a:xfrm>
              <a:off x="2226984" y="3700127"/>
              <a:ext cx="250427" cy="53034"/>
            </a:xfrm>
            <a:custGeom>
              <a:rect b="b" l="l" r="r" t="t"/>
              <a:pathLst>
                <a:path extrusionOk="0" h="1651" w="7796">
                  <a:moveTo>
                    <a:pt x="244" y="0"/>
                  </a:moveTo>
                  <a:cubicBezTo>
                    <a:pt x="88" y="0"/>
                    <a:pt x="20" y="181"/>
                    <a:pt x="20" y="336"/>
                  </a:cubicBezTo>
                  <a:lnTo>
                    <a:pt x="1" y="1371"/>
                  </a:lnTo>
                  <a:cubicBezTo>
                    <a:pt x="1" y="1526"/>
                    <a:pt x="128" y="1651"/>
                    <a:pt x="282" y="1651"/>
                  </a:cubicBezTo>
                  <a:lnTo>
                    <a:pt x="7459" y="1633"/>
                  </a:lnTo>
                  <a:cubicBezTo>
                    <a:pt x="7613" y="1633"/>
                    <a:pt x="7794" y="1564"/>
                    <a:pt x="7795" y="1409"/>
                  </a:cubicBezTo>
                  <a:lnTo>
                    <a:pt x="7795" y="281"/>
                  </a:lnTo>
                  <a:cubicBezTo>
                    <a:pt x="7795" y="126"/>
                    <a:pt x="7669" y="0"/>
                    <a:pt x="751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g3b3d817690b_0_75"/>
            <p:cNvSpPr/>
            <p:nvPr/>
          </p:nvSpPr>
          <p:spPr>
            <a:xfrm>
              <a:off x="2225795" y="3700223"/>
              <a:ext cx="251616" cy="54255"/>
            </a:xfrm>
            <a:custGeom>
              <a:rect b="b" l="l" r="r" t="t"/>
              <a:pathLst>
                <a:path extrusionOk="0" h="1689" w="7833">
                  <a:moveTo>
                    <a:pt x="281" y="0"/>
                  </a:moveTo>
                  <a:cubicBezTo>
                    <a:pt x="128" y="0"/>
                    <a:pt x="0" y="125"/>
                    <a:pt x="0" y="280"/>
                  </a:cubicBezTo>
                  <a:lnTo>
                    <a:pt x="0" y="1407"/>
                  </a:lnTo>
                  <a:cubicBezTo>
                    <a:pt x="0" y="1561"/>
                    <a:pt x="125" y="1688"/>
                    <a:pt x="281" y="1688"/>
                  </a:cubicBezTo>
                  <a:lnTo>
                    <a:pt x="7551" y="1688"/>
                  </a:lnTo>
                  <a:cubicBezTo>
                    <a:pt x="7706" y="1688"/>
                    <a:pt x="7832" y="1564"/>
                    <a:pt x="7832" y="1407"/>
                  </a:cubicBezTo>
                  <a:lnTo>
                    <a:pt x="375" y="1407"/>
                  </a:lnTo>
                  <a:cubicBezTo>
                    <a:pt x="325" y="1407"/>
                    <a:pt x="281" y="1365"/>
                    <a:pt x="281" y="1313"/>
                  </a:cubicBezTo>
                  <a:lnTo>
                    <a:pt x="281"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g3b3d817690b_0_75"/>
            <p:cNvSpPr/>
            <p:nvPr/>
          </p:nvSpPr>
          <p:spPr>
            <a:xfrm>
              <a:off x="2266207" y="3713844"/>
              <a:ext cx="9059" cy="26951"/>
            </a:xfrm>
            <a:custGeom>
              <a:rect b="b" l="l" r="r" t="t"/>
              <a:pathLst>
                <a:path extrusionOk="0" h="839" w="282">
                  <a:moveTo>
                    <a:pt x="139" y="0"/>
                  </a:moveTo>
                  <a:cubicBezTo>
                    <a:pt x="64" y="0"/>
                    <a:pt x="0" y="63"/>
                    <a:pt x="0" y="141"/>
                  </a:cubicBezTo>
                  <a:lnTo>
                    <a:pt x="0" y="700"/>
                  </a:lnTo>
                  <a:cubicBezTo>
                    <a:pt x="0" y="775"/>
                    <a:pt x="61" y="839"/>
                    <a:pt x="139" y="839"/>
                  </a:cubicBezTo>
                  <a:cubicBezTo>
                    <a:pt x="217" y="839"/>
                    <a:pt x="281" y="775"/>
                    <a:pt x="278" y="700"/>
                  </a:cubicBezTo>
                  <a:lnTo>
                    <a:pt x="278" y="141"/>
                  </a:lnTo>
                  <a:cubicBezTo>
                    <a:pt x="278" y="64"/>
                    <a:pt x="217" y="0"/>
                    <a:pt x="139"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g3b3d817690b_0_75"/>
            <p:cNvSpPr/>
            <p:nvPr/>
          </p:nvSpPr>
          <p:spPr>
            <a:xfrm>
              <a:off x="2284165" y="3713844"/>
              <a:ext cx="9026" cy="26951"/>
            </a:xfrm>
            <a:custGeom>
              <a:rect b="b" l="l" r="r" t="t"/>
              <a:pathLst>
                <a:path extrusionOk="0" h="839" w="281">
                  <a:moveTo>
                    <a:pt x="139" y="0"/>
                  </a:moveTo>
                  <a:cubicBezTo>
                    <a:pt x="64" y="0"/>
                    <a:pt x="0" y="63"/>
                    <a:pt x="0" y="141"/>
                  </a:cubicBezTo>
                  <a:lnTo>
                    <a:pt x="0" y="700"/>
                  </a:lnTo>
                  <a:cubicBezTo>
                    <a:pt x="0" y="775"/>
                    <a:pt x="62" y="839"/>
                    <a:pt x="139" y="839"/>
                  </a:cubicBezTo>
                  <a:cubicBezTo>
                    <a:pt x="217" y="839"/>
                    <a:pt x="281" y="775"/>
                    <a:pt x="279" y="700"/>
                  </a:cubicBezTo>
                  <a:lnTo>
                    <a:pt x="279" y="141"/>
                  </a:lnTo>
                  <a:cubicBezTo>
                    <a:pt x="279" y="64"/>
                    <a:pt x="217" y="0"/>
                    <a:pt x="139"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g3b3d817690b_0_75"/>
            <p:cNvSpPr/>
            <p:nvPr/>
          </p:nvSpPr>
          <p:spPr>
            <a:xfrm>
              <a:off x="2302090" y="3713844"/>
              <a:ext cx="9059" cy="26951"/>
            </a:xfrm>
            <a:custGeom>
              <a:rect b="b" l="l" r="r" t="t"/>
              <a:pathLst>
                <a:path extrusionOk="0" h="839" w="282">
                  <a:moveTo>
                    <a:pt x="141" y="0"/>
                  </a:moveTo>
                  <a:cubicBezTo>
                    <a:pt x="65" y="0"/>
                    <a:pt x="1" y="63"/>
                    <a:pt x="1" y="141"/>
                  </a:cubicBezTo>
                  <a:lnTo>
                    <a:pt x="1" y="700"/>
                  </a:lnTo>
                  <a:cubicBezTo>
                    <a:pt x="1" y="775"/>
                    <a:pt x="63" y="839"/>
                    <a:pt x="141" y="839"/>
                  </a:cubicBezTo>
                  <a:cubicBezTo>
                    <a:pt x="218" y="839"/>
                    <a:pt x="282" y="775"/>
                    <a:pt x="280" y="700"/>
                  </a:cubicBezTo>
                  <a:lnTo>
                    <a:pt x="280" y="141"/>
                  </a:lnTo>
                  <a:cubicBezTo>
                    <a:pt x="280" y="64"/>
                    <a:pt x="217" y="0"/>
                    <a:pt x="141"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g3b3d817690b_0_75"/>
            <p:cNvSpPr/>
            <p:nvPr/>
          </p:nvSpPr>
          <p:spPr>
            <a:xfrm>
              <a:off x="2406557" y="3718245"/>
              <a:ext cx="16864" cy="16864"/>
            </a:xfrm>
            <a:custGeom>
              <a:rect b="b" l="l" r="r" t="t"/>
              <a:pathLst>
                <a:path extrusionOk="0" h="525" w="525">
                  <a:moveTo>
                    <a:pt x="243" y="1"/>
                  </a:moveTo>
                  <a:cubicBezTo>
                    <a:pt x="215" y="1"/>
                    <a:pt x="187" y="5"/>
                    <a:pt x="162" y="14"/>
                  </a:cubicBezTo>
                  <a:cubicBezTo>
                    <a:pt x="162" y="14"/>
                    <a:pt x="0" y="156"/>
                    <a:pt x="0" y="282"/>
                  </a:cubicBezTo>
                  <a:cubicBezTo>
                    <a:pt x="0" y="435"/>
                    <a:pt x="90" y="525"/>
                    <a:pt x="243" y="525"/>
                  </a:cubicBezTo>
                  <a:cubicBezTo>
                    <a:pt x="369" y="525"/>
                    <a:pt x="511" y="363"/>
                    <a:pt x="511" y="363"/>
                  </a:cubicBezTo>
                  <a:cubicBezTo>
                    <a:pt x="520" y="337"/>
                    <a:pt x="524" y="309"/>
                    <a:pt x="524" y="282"/>
                  </a:cubicBezTo>
                  <a:cubicBezTo>
                    <a:pt x="524" y="128"/>
                    <a:pt x="400" y="1"/>
                    <a:pt x="24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g3b3d817690b_0_75"/>
            <p:cNvSpPr/>
            <p:nvPr/>
          </p:nvSpPr>
          <p:spPr>
            <a:xfrm>
              <a:off x="2405433" y="3718630"/>
              <a:ext cx="17603" cy="17667"/>
            </a:xfrm>
            <a:custGeom>
              <a:rect b="b" l="l" r="r" t="t"/>
              <a:pathLst>
                <a:path extrusionOk="0" h="550" w="548">
                  <a:moveTo>
                    <a:pt x="199" y="0"/>
                  </a:moveTo>
                  <a:lnTo>
                    <a:pt x="199" y="0"/>
                  </a:lnTo>
                  <a:cubicBezTo>
                    <a:pt x="84" y="35"/>
                    <a:pt x="1" y="141"/>
                    <a:pt x="1" y="268"/>
                  </a:cubicBezTo>
                  <a:cubicBezTo>
                    <a:pt x="1" y="422"/>
                    <a:pt x="125" y="549"/>
                    <a:pt x="280" y="549"/>
                  </a:cubicBezTo>
                  <a:cubicBezTo>
                    <a:pt x="407" y="549"/>
                    <a:pt x="513" y="465"/>
                    <a:pt x="548" y="349"/>
                  </a:cubicBezTo>
                  <a:lnTo>
                    <a:pt x="548" y="349"/>
                  </a:lnTo>
                  <a:cubicBezTo>
                    <a:pt x="522" y="358"/>
                    <a:pt x="494" y="362"/>
                    <a:pt x="467" y="362"/>
                  </a:cubicBezTo>
                  <a:cubicBezTo>
                    <a:pt x="313" y="362"/>
                    <a:pt x="186" y="238"/>
                    <a:pt x="186" y="82"/>
                  </a:cubicBezTo>
                  <a:cubicBezTo>
                    <a:pt x="186" y="53"/>
                    <a:pt x="190" y="25"/>
                    <a:pt x="199" y="0"/>
                  </a:cubicBez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g3b3d817690b_0_75"/>
            <p:cNvSpPr/>
            <p:nvPr/>
          </p:nvSpPr>
          <p:spPr>
            <a:xfrm>
              <a:off x="2227498" y="3481009"/>
              <a:ext cx="249849" cy="52745"/>
            </a:xfrm>
            <a:custGeom>
              <a:rect b="b" l="l" r="r" t="t"/>
              <a:pathLst>
                <a:path extrusionOk="0" h="1642" w="7778">
                  <a:moveTo>
                    <a:pt x="225" y="0"/>
                  </a:moveTo>
                  <a:cubicBezTo>
                    <a:pt x="70" y="0"/>
                    <a:pt x="1" y="256"/>
                    <a:pt x="1" y="411"/>
                  </a:cubicBezTo>
                  <a:lnTo>
                    <a:pt x="1" y="1342"/>
                  </a:lnTo>
                  <a:cubicBezTo>
                    <a:pt x="1" y="1498"/>
                    <a:pt x="128" y="1623"/>
                    <a:pt x="282" y="1623"/>
                  </a:cubicBezTo>
                  <a:lnTo>
                    <a:pt x="7310" y="1642"/>
                  </a:lnTo>
                  <a:cubicBezTo>
                    <a:pt x="7466" y="1642"/>
                    <a:pt x="7778" y="1552"/>
                    <a:pt x="7778" y="1398"/>
                  </a:cubicBezTo>
                  <a:lnTo>
                    <a:pt x="7778" y="281"/>
                  </a:lnTo>
                  <a:cubicBezTo>
                    <a:pt x="7778" y="125"/>
                    <a:pt x="7650" y="0"/>
                    <a:pt x="749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g3b3d817690b_0_75"/>
            <p:cNvSpPr/>
            <p:nvPr/>
          </p:nvSpPr>
          <p:spPr>
            <a:xfrm>
              <a:off x="2225795" y="3481009"/>
              <a:ext cx="251616" cy="53966"/>
            </a:xfrm>
            <a:custGeom>
              <a:rect b="b" l="l" r="r" t="t"/>
              <a:pathLst>
                <a:path extrusionOk="0" h="1680" w="7833">
                  <a:moveTo>
                    <a:pt x="281" y="0"/>
                  </a:moveTo>
                  <a:cubicBezTo>
                    <a:pt x="128" y="0"/>
                    <a:pt x="0" y="125"/>
                    <a:pt x="0" y="281"/>
                  </a:cubicBezTo>
                  <a:lnTo>
                    <a:pt x="0" y="1398"/>
                  </a:lnTo>
                  <a:cubicBezTo>
                    <a:pt x="0" y="1552"/>
                    <a:pt x="125" y="1679"/>
                    <a:pt x="281" y="1679"/>
                  </a:cubicBezTo>
                  <a:lnTo>
                    <a:pt x="7551" y="1679"/>
                  </a:lnTo>
                  <a:cubicBezTo>
                    <a:pt x="7706" y="1679"/>
                    <a:pt x="7832" y="1555"/>
                    <a:pt x="7832" y="1398"/>
                  </a:cubicBezTo>
                  <a:lnTo>
                    <a:pt x="375" y="1398"/>
                  </a:lnTo>
                  <a:cubicBezTo>
                    <a:pt x="325" y="1398"/>
                    <a:pt x="281" y="1357"/>
                    <a:pt x="281" y="1304"/>
                  </a:cubicBezTo>
                  <a:lnTo>
                    <a:pt x="281" y="0"/>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g3b3d817690b_0_75"/>
            <p:cNvSpPr/>
            <p:nvPr/>
          </p:nvSpPr>
          <p:spPr>
            <a:xfrm>
              <a:off x="2245005" y="3498902"/>
              <a:ext cx="214450" cy="16864"/>
            </a:xfrm>
            <a:custGeom>
              <a:rect b="b" l="l" r="r" t="t"/>
              <a:pathLst>
                <a:path extrusionOk="0" h="525" w="6676">
                  <a:moveTo>
                    <a:pt x="242" y="0"/>
                  </a:moveTo>
                  <a:lnTo>
                    <a:pt x="94" y="38"/>
                  </a:lnTo>
                  <a:cubicBezTo>
                    <a:pt x="41" y="38"/>
                    <a:pt x="0" y="81"/>
                    <a:pt x="0" y="132"/>
                  </a:cubicBezTo>
                  <a:lnTo>
                    <a:pt x="0" y="430"/>
                  </a:lnTo>
                  <a:cubicBezTo>
                    <a:pt x="0" y="484"/>
                    <a:pt x="44" y="524"/>
                    <a:pt x="94" y="524"/>
                  </a:cubicBezTo>
                  <a:lnTo>
                    <a:pt x="6543" y="524"/>
                  </a:lnTo>
                  <a:cubicBezTo>
                    <a:pt x="6593" y="524"/>
                    <a:pt x="6635" y="484"/>
                    <a:pt x="6636" y="429"/>
                  </a:cubicBezTo>
                  <a:lnTo>
                    <a:pt x="6675" y="281"/>
                  </a:lnTo>
                  <a:lnTo>
                    <a:pt x="6675" y="95"/>
                  </a:lnTo>
                  <a:cubicBezTo>
                    <a:pt x="6675" y="42"/>
                    <a:pt x="6632" y="0"/>
                    <a:pt x="65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g3b3d817690b_0_75"/>
            <p:cNvSpPr/>
            <p:nvPr/>
          </p:nvSpPr>
          <p:spPr>
            <a:xfrm>
              <a:off x="2243753" y="3498935"/>
              <a:ext cx="215703" cy="18085"/>
            </a:xfrm>
            <a:custGeom>
              <a:rect b="b" l="l" r="r" t="t"/>
              <a:pathLst>
                <a:path extrusionOk="0" h="563" w="6715">
                  <a:moveTo>
                    <a:pt x="94" y="1"/>
                  </a:moveTo>
                  <a:cubicBezTo>
                    <a:pt x="43" y="1"/>
                    <a:pt x="0" y="43"/>
                    <a:pt x="0" y="95"/>
                  </a:cubicBezTo>
                  <a:lnTo>
                    <a:pt x="0" y="468"/>
                  </a:lnTo>
                  <a:cubicBezTo>
                    <a:pt x="0" y="519"/>
                    <a:pt x="42" y="563"/>
                    <a:pt x="94" y="563"/>
                  </a:cubicBezTo>
                  <a:lnTo>
                    <a:pt x="6620" y="563"/>
                  </a:lnTo>
                  <a:cubicBezTo>
                    <a:pt x="6671" y="563"/>
                    <a:pt x="6714" y="521"/>
                    <a:pt x="6714" y="468"/>
                  </a:cubicBezTo>
                  <a:lnTo>
                    <a:pt x="6714" y="282"/>
                  </a:lnTo>
                  <a:lnTo>
                    <a:pt x="337" y="282"/>
                  </a:lnTo>
                  <a:cubicBezTo>
                    <a:pt x="307" y="282"/>
                    <a:pt x="281" y="256"/>
                    <a:pt x="281" y="225"/>
                  </a:cubicBezTo>
                  <a:lnTo>
                    <a:pt x="281" y="1"/>
                  </a:lnTo>
                  <a:close/>
                </a:path>
              </a:pathLst>
            </a:custGeom>
            <a:solidFill>
              <a:srgbClr val="000000">
                <a:alpha val="133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7" name="Shape 2227"/>
        <p:cNvGrpSpPr/>
        <p:nvPr/>
      </p:nvGrpSpPr>
      <p:grpSpPr>
        <a:xfrm>
          <a:off x="0" y="0"/>
          <a:ext cx="0" cy="0"/>
          <a:chOff x="0" y="0"/>
          <a:chExt cx="0" cy="0"/>
        </a:xfrm>
      </p:grpSpPr>
      <p:cxnSp>
        <p:nvCxnSpPr>
          <p:cNvPr id="2228" name="Google Shape;2228;p18"/>
          <p:cNvCxnSpPr>
            <a:stCxn id="2229" idx="0"/>
          </p:cNvCxnSpPr>
          <p:nvPr/>
        </p:nvCxnSpPr>
        <p:spPr>
          <a:xfrm rot="-5400000">
            <a:off x="2408850" y="1648325"/>
            <a:ext cx="1035600" cy="2068500"/>
          </a:xfrm>
          <a:prstGeom prst="bentConnector2">
            <a:avLst/>
          </a:prstGeom>
          <a:noFill/>
          <a:ln cap="flat" cmpd="sng" w="9525">
            <a:solidFill>
              <a:schemeClr val="dk2"/>
            </a:solidFill>
            <a:prstDash val="solid"/>
            <a:round/>
            <a:headEnd len="sm" w="sm" type="none"/>
            <a:tailEnd len="sm" w="sm" type="none"/>
          </a:ln>
        </p:spPr>
      </p:cxnSp>
      <p:cxnSp>
        <p:nvCxnSpPr>
          <p:cNvPr id="2230" name="Google Shape;2230;p18"/>
          <p:cNvCxnSpPr>
            <a:stCxn id="2231" idx="0"/>
          </p:cNvCxnSpPr>
          <p:nvPr/>
        </p:nvCxnSpPr>
        <p:spPr>
          <a:xfrm rot="-5400000">
            <a:off x="4327725" y="2583875"/>
            <a:ext cx="864900" cy="368100"/>
          </a:xfrm>
          <a:prstGeom prst="bentConnector3">
            <a:avLst>
              <a:gd fmla="val 31304" name="adj1"/>
            </a:avLst>
          </a:prstGeom>
          <a:noFill/>
          <a:ln cap="flat" cmpd="sng" w="9525">
            <a:solidFill>
              <a:schemeClr val="dk2"/>
            </a:solidFill>
            <a:prstDash val="solid"/>
            <a:round/>
            <a:headEnd len="sm" w="sm" type="none"/>
            <a:tailEnd len="sm" w="sm" type="none"/>
          </a:ln>
        </p:spPr>
      </p:cxnSp>
      <p:cxnSp>
        <p:nvCxnSpPr>
          <p:cNvPr id="2232" name="Google Shape;2232;p18"/>
          <p:cNvCxnSpPr>
            <a:stCxn id="2233" idx="0"/>
          </p:cNvCxnSpPr>
          <p:nvPr/>
        </p:nvCxnSpPr>
        <p:spPr>
          <a:xfrm flipH="1" rot="5400000">
            <a:off x="5536350" y="1476875"/>
            <a:ext cx="1035600" cy="2411400"/>
          </a:xfrm>
          <a:prstGeom prst="bentConnector2">
            <a:avLst/>
          </a:prstGeom>
          <a:noFill/>
          <a:ln cap="flat" cmpd="sng" w="9525">
            <a:solidFill>
              <a:schemeClr val="dk2"/>
            </a:solidFill>
            <a:prstDash val="solid"/>
            <a:round/>
            <a:headEnd len="sm" w="sm" type="none"/>
            <a:tailEnd len="sm" w="sm" type="none"/>
          </a:ln>
        </p:spPr>
      </p:cxnSp>
      <p:sp>
        <p:nvSpPr>
          <p:cNvPr id="2234" name="Google Shape;2234;p18"/>
          <p:cNvSpPr/>
          <p:nvPr/>
        </p:nvSpPr>
        <p:spPr>
          <a:xfrm>
            <a:off x="4008600" y="1578738"/>
            <a:ext cx="1132200" cy="1132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18"/>
          <p:cNvSpPr/>
          <p:nvPr/>
        </p:nvSpPr>
        <p:spPr>
          <a:xfrm>
            <a:off x="4180654" y="1748088"/>
            <a:ext cx="793500" cy="7935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18"/>
          <p:cNvSpPr/>
          <p:nvPr/>
        </p:nvSpPr>
        <p:spPr>
          <a:xfrm>
            <a:off x="720000" y="3418500"/>
            <a:ext cx="2328300" cy="11850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37" name="Google Shape;2237;p18"/>
          <p:cNvGrpSpPr/>
          <p:nvPr/>
        </p:nvGrpSpPr>
        <p:grpSpPr>
          <a:xfrm>
            <a:off x="728250" y="3200375"/>
            <a:ext cx="2328300" cy="218100"/>
            <a:chOff x="1290775" y="1427529"/>
            <a:chExt cx="2328300" cy="218100"/>
          </a:xfrm>
        </p:grpSpPr>
        <p:sp>
          <p:nvSpPr>
            <p:cNvPr id="2229" name="Google Shape;2229;p18"/>
            <p:cNvSpPr/>
            <p:nvPr/>
          </p:nvSpPr>
          <p:spPr>
            <a:xfrm>
              <a:off x="1290775" y="1427529"/>
              <a:ext cx="23283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18"/>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18"/>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18"/>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41" name="Google Shape;2241;p18"/>
          <p:cNvSpPr/>
          <p:nvPr/>
        </p:nvSpPr>
        <p:spPr>
          <a:xfrm>
            <a:off x="3403725" y="3418500"/>
            <a:ext cx="2328300" cy="11850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42" name="Google Shape;2242;p18"/>
          <p:cNvGrpSpPr/>
          <p:nvPr/>
        </p:nvGrpSpPr>
        <p:grpSpPr>
          <a:xfrm>
            <a:off x="3411975" y="3200375"/>
            <a:ext cx="2328300" cy="218100"/>
            <a:chOff x="1290775" y="1427529"/>
            <a:chExt cx="2328300" cy="218100"/>
          </a:xfrm>
        </p:grpSpPr>
        <p:sp>
          <p:nvSpPr>
            <p:cNvPr id="2231" name="Google Shape;2231;p18"/>
            <p:cNvSpPr/>
            <p:nvPr/>
          </p:nvSpPr>
          <p:spPr>
            <a:xfrm>
              <a:off x="1290775" y="1427529"/>
              <a:ext cx="23283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18"/>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18"/>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18"/>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46" name="Google Shape;2246;p18"/>
          <p:cNvSpPr/>
          <p:nvPr/>
        </p:nvSpPr>
        <p:spPr>
          <a:xfrm>
            <a:off x="6087450" y="3418500"/>
            <a:ext cx="2328300" cy="11850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47" name="Google Shape;2247;p18"/>
          <p:cNvGrpSpPr/>
          <p:nvPr/>
        </p:nvGrpSpPr>
        <p:grpSpPr>
          <a:xfrm>
            <a:off x="6095700" y="3200375"/>
            <a:ext cx="2328300" cy="218100"/>
            <a:chOff x="1290775" y="1427529"/>
            <a:chExt cx="2328300" cy="218100"/>
          </a:xfrm>
        </p:grpSpPr>
        <p:sp>
          <p:nvSpPr>
            <p:cNvPr id="2233" name="Google Shape;2233;p18"/>
            <p:cNvSpPr/>
            <p:nvPr/>
          </p:nvSpPr>
          <p:spPr>
            <a:xfrm>
              <a:off x="1290775" y="1427529"/>
              <a:ext cx="23283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18"/>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18"/>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18"/>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51" name="Google Shape;2251;p18"/>
          <p:cNvSpPr txBox="1"/>
          <p:nvPr>
            <p:ph idx="1" type="subTitle"/>
          </p:nvPr>
        </p:nvSpPr>
        <p:spPr>
          <a:xfrm>
            <a:off x="720000" y="3946209"/>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b="1" lang="en">
                <a:highlight>
                  <a:schemeClr val="lt2"/>
                </a:highlight>
              </a:rPr>
              <a:t>Neptune</a:t>
            </a:r>
            <a:r>
              <a:rPr b="1" lang="en"/>
              <a:t> </a:t>
            </a:r>
            <a:r>
              <a:rPr lang="en"/>
              <a:t>is the farthest planet from the Sun</a:t>
            </a:r>
            <a:endParaRPr/>
          </a:p>
        </p:txBody>
      </p:sp>
      <p:sp>
        <p:nvSpPr>
          <p:cNvPr id="2252" name="Google Shape;2252;p18"/>
          <p:cNvSpPr txBox="1"/>
          <p:nvPr>
            <p:ph idx="2" type="subTitle"/>
          </p:nvPr>
        </p:nvSpPr>
        <p:spPr>
          <a:xfrm>
            <a:off x="3403825" y="3946209"/>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Clr>
                <a:schemeClr val="dk1"/>
              </a:buClr>
              <a:buSzPts val="1100"/>
              <a:buFont typeface="Arial"/>
              <a:buNone/>
            </a:pPr>
            <a:r>
              <a:rPr b="1" lang="en">
                <a:highlight>
                  <a:schemeClr val="accent3"/>
                </a:highlight>
              </a:rPr>
              <a:t>Jupiter</a:t>
            </a:r>
            <a:r>
              <a:rPr b="1" lang="en"/>
              <a:t> </a:t>
            </a:r>
            <a:r>
              <a:rPr lang="en"/>
              <a:t>is the biggest planet of them all</a:t>
            </a:r>
            <a:endParaRPr/>
          </a:p>
        </p:txBody>
      </p:sp>
      <p:sp>
        <p:nvSpPr>
          <p:cNvPr id="2253" name="Google Shape;2253;p18"/>
          <p:cNvSpPr txBox="1"/>
          <p:nvPr>
            <p:ph idx="3" type="subTitle"/>
          </p:nvPr>
        </p:nvSpPr>
        <p:spPr>
          <a:xfrm>
            <a:off x="6087650" y="3946209"/>
            <a:ext cx="2336400" cy="6573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b="1" lang="en">
                <a:solidFill>
                  <a:schemeClr val="accent6"/>
                </a:solidFill>
                <a:highlight>
                  <a:schemeClr val="dk2"/>
                </a:highlight>
              </a:rPr>
              <a:t>Saturn</a:t>
            </a:r>
            <a:r>
              <a:rPr b="1" lang="en"/>
              <a:t> </a:t>
            </a:r>
            <a:r>
              <a:rPr lang="en"/>
              <a:t>is a gas giant and has several rings</a:t>
            </a:r>
            <a:endParaRPr/>
          </a:p>
        </p:txBody>
      </p:sp>
      <p:sp>
        <p:nvSpPr>
          <p:cNvPr id="2254" name="Google Shape;2254;p18"/>
          <p:cNvSpPr txBox="1"/>
          <p:nvPr>
            <p:ph type="title"/>
          </p:nvPr>
        </p:nvSpPr>
        <p:spPr>
          <a:xfrm>
            <a:off x="720000" y="34185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80%</a:t>
            </a:r>
            <a:endParaRPr/>
          </a:p>
        </p:txBody>
      </p:sp>
      <p:sp>
        <p:nvSpPr>
          <p:cNvPr id="2255" name="Google Shape;2255;p18"/>
          <p:cNvSpPr txBox="1"/>
          <p:nvPr>
            <p:ph idx="4" type="title"/>
          </p:nvPr>
        </p:nvSpPr>
        <p:spPr>
          <a:xfrm>
            <a:off x="3403800" y="34185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43%</a:t>
            </a:r>
            <a:endParaRPr/>
          </a:p>
        </p:txBody>
      </p:sp>
      <p:sp>
        <p:nvSpPr>
          <p:cNvPr id="2256" name="Google Shape;2256;p18"/>
          <p:cNvSpPr txBox="1"/>
          <p:nvPr>
            <p:ph idx="5" type="title"/>
          </p:nvPr>
        </p:nvSpPr>
        <p:spPr>
          <a:xfrm>
            <a:off x="6087600" y="3418500"/>
            <a:ext cx="2336400" cy="5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70%</a:t>
            </a:r>
            <a:endParaRPr/>
          </a:p>
        </p:txBody>
      </p:sp>
      <p:sp>
        <p:nvSpPr>
          <p:cNvPr id="2257" name="Google Shape;2257;p18"/>
          <p:cNvSpPr txBox="1"/>
          <p:nvPr>
            <p:ph idx="6"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Admission</a:t>
            </a:r>
            <a:r>
              <a:rPr lang="en"/>
              <a:t> rate</a:t>
            </a:r>
            <a:endParaRPr/>
          </a:p>
        </p:txBody>
      </p:sp>
      <p:sp>
        <p:nvSpPr>
          <p:cNvPr id="2258" name="Google Shape;2258;p18"/>
          <p:cNvSpPr/>
          <p:nvPr/>
        </p:nvSpPr>
        <p:spPr>
          <a:xfrm>
            <a:off x="4341754" y="1909175"/>
            <a:ext cx="471300" cy="4713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18"/>
          <p:cNvSpPr/>
          <p:nvPr/>
        </p:nvSpPr>
        <p:spPr>
          <a:xfrm>
            <a:off x="4001100" y="1578738"/>
            <a:ext cx="1147200" cy="1147200"/>
          </a:xfrm>
          <a:prstGeom prst="arc">
            <a:avLst>
              <a:gd fmla="val 16200000" name="adj1"/>
              <a:gd fmla="val 12842389" name="adj2"/>
            </a:avLst>
          </a:prstGeom>
          <a:no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18"/>
          <p:cNvSpPr/>
          <p:nvPr/>
        </p:nvSpPr>
        <p:spPr>
          <a:xfrm>
            <a:off x="4170450" y="1740588"/>
            <a:ext cx="808500" cy="808500"/>
          </a:xfrm>
          <a:prstGeom prst="arc">
            <a:avLst>
              <a:gd fmla="val 16200000" name="adj1"/>
              <a:gd fmla="val 3231223" name="adj2"/>
            </a:avLst>
          </a:prstGeom>
          <a:no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18"/>
          <p:cNvSpPr/>
          <p:nvPr/>
        </p:nvSpPr>
        <p:spPr>
          <a:xfrm>
            <a:off x="4341752" y="1909188"/>
            <a:ext cx="471300" cy="471300"/>
          </a:xfrm>
          <a:prstGeom prst="arc">
            <a:avLst>
              <a:gd fmla="val 16200000" name="adj1"/>
              <a:gd fmla="val 9612111" name="adj2"/>
            </a:avLst>
          </a:prstGeom>
          <a:noFill/>
          <a:ln cap="flat" cmpd="sng" w="762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5" name="Shape 2265"/>
        <p:cNvGrpSpPr/>
        <p:nvPr/>
      </p:nvGrpSpPr>
      <p:grpSpPr>
        <a:xfrm>
          <a:off x="0" y="0"/>
          <a:ext cx="0" cy="0"/>
          <a:chOff x="0" y="0"/>
          <a:chExt cx="0" cy="0"/>
        </a:xfrm>
      </p:grpSpPr>
      <p:sp>
        <p:nvSpPr>
          <p:cNvPr id="2266" name="Google Shape;2266;g3b3d817690b_0_383"/>
          <p:cNvSpPr txBox="1"/>
          <p:nvPr>
            <p:ph idx="1" type="subTitle"/>
          </p:nvPr>
        </p:nvSpPr>
        <p:spPr>
          <a:xfrm>
            <a:off x="720000" y="3946209"/>
            <a:ext cx="2336400" cy="65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2267" name="Google Shape;2267;g3b3d817690b_0_383"/>
          <p:cNvSpPr txBox="1"/>
          <p:nvPr>
            <p:ph idx="2" type="subTitle"/>
          </p:nvPr>
        </p:nvSpPr>
        <p:spPr>
          <a:xfrm>
            <a:off x="3403825" y="3946209"/>
            <a:ext cx="2336400" cy="65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2268" name="Google Shape;2268;g3b3d817690b_0_383"/>
          <p:cNvSpPr txBox="1"/>
          <p:nvPr>
            <p:ph idx="3" type="subTitle"/>
          </p:nvPr>
        </p:nvSpPr>
        <p:spPr>
          <a:xfrm>
            <a:off x="6087650" y="3946209"/>
            <a:ext cx="2336400" cy="65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2269" name="Google Shape;2269;g3b3d817690b_0_383"/>
          <p:cNvSpPr txBox="1"/>
          <p:nvPr>
            <p:ph type="title"/>
          </p:nvPr>
        </p:nvSpPr>
        <p:spPr>
          <a:xfrm>
            <a:off x="720000" y="3418500"/>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270" name="Google Shape;2270;g3b3d817690b_0_383"/>
          <p:cNvSpPr txBox="1"/>
          <p:nvPr>
            <p:ph idx="4" type="title"/>
          </p:nvPr>
        </p:nvSpPr>
        <p:spPr>
          <a:xfrm>
            <a:off x="3403800" y="3418500"/>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271" name="Google Shape;2271;g3b3d817690b_0_383"/>
          <p:cNvSpPr txBox="1"/>
          <p:nvPr>
            <p:ph idx="5" type="title"/>
          </p:nvPr>
        </p:nvSpPr>
        <p:spPr>
          <a:xfrm>
            <a:off x="6087600" y="3418500"/>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272" name="Google Shape;2272;g3b3d817690b_0_383"/>
          <p:cNvSpPr txBox="1"/>
          <p:nvPr>
            <p:ph idx="6"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6" name="Shape 2276"/>
        <p:cNvGrpSpPr/>
        <p:nvPr/>
      </p:nvGrpSpPr>
      <p:grpSpPr>
        <a:xfrm>
          <a:off x="0" y="0"/>
          <a:ext cx="0" cy="0"/>
          <a:chOff x="0" y="0"/>
          <a:chExt cx="0" cy="0"/>
        </a:xfrm>
      </p:grpSpPr>
      <p:sp>
        <p:nvSpPr>
          <p:cNvPr id="2277" name="Google Shape;2277;p20"/>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Preparing</a:t>
            </a:r>
            <a:r>
              <a:rPr lang="en"/>
              <a:t> for your degree</a:t>
            </a:r>
            <a:endParaRPr/>
          </a:p>
        </p:txBody>
      </p:sp>
      <p:sp>
        <p:nvSpPr>
          <p:cNvPr id="2278" name="Google Shape;2278;p20"/>
          <p:cNvSpPr/>
          <p:nvPr/>
        </p:nvSpPr>
        <p:spPr>
          <a:xfrm>
            <a:off x="720000" y="1620386"/>
            <a:ext cx="1833900" cy="11502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79" name="Google Shape;2279;p20"/>
          <p:cNvGrpSpPr/>
          <p:nvPr/>
        </p:nvGrpSpPr>
        <p:grpSpPr>
          <a:xfrm>
            <a:off x="728250" y="1402237"/>
            <a:ext cx="1821000" cy="218100"/>
            <a:chOff x="1290775" y="1427529"/>
            <a:chExt cx="1821000" cy="218100"/>
          </a:xfrm>
        </p:grpSpPr>
        <p:sp>
          <p:nvSpPr>
            <p:cNvPr id="2280" name="Google Shape;2280;p20"/>
            <p:cNvSpPr/>
            <p:nvPr/>
          </p:nvSpPr>
          <p:spPr>
            <a:xfrm>
              <a:off x="1290775" y="1427529"/>
              <a:ext cx="1821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20"/>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20"/>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 name="Google Shape;2283;p20"/>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84" name="Google Shape;2284;p20"/>
          <p:cNvSpPr txBox="1"/>
          <p:nvPr/>
        </p:nvSpPr>
        <p:spPr>
          <a:xfrm>
            <a:off x="726430" y="1620362"/>
            <a:ext cx="1821000" cy="527700"/>
          </a:xfrm>
          <a:prstGeom prst="rect">
            <a:avLst/>
          </a:prstGeom>
          <a:no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lt2"/>
                </a:solidFill>
                <a:latin typeface="Zen Dots"/>
                <a:ea typeface="Zen Dots"/>
                <a:cs typeface="Zen Dots"/>
                <a:sym typeface="Zen Dots"/>
              </a:rPr>
              <a:t>Step #01</a:t>
            </a:r>
            <a:endParaRPr b="0" i="0" sz="1600" u="none" cap="none" strike="noStrike">
              <a:solidFill>
                <a:srgbClr val="F673A9"/>
              </a:solidFill>
              <a:latin typeface="Zen Dots"/>
              <a:ea typeface="Zen Dots"/>
              <a:cs typeface="Zen Dots"/>
              <a:sym typeface="Zen Dots"/>
            </a:endParaRPr>
          </a:p>
        </p:txBody>
      </p:sp>
      <p:sp>
        <p:nvSpPr>
          <p:cNvPr id="2285" name="Google Shape;2285;p20"/>
          <p:cNvSpPr txBox="1"/>
          <p:nvPr/>
        </p:nvSpPr>
        <p:spPr>
          <a:xfrm>
            <a:off x="726425" y="2148086"/>
            <a:ext cx="1821000" cy="6225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chemeClr val="accent6"/>
                </a:solidFill>
                <a:highlight>
                  <a:schemeClr val="accent1"/>
                </a:highlight>
                <a:latin typeface="Anaheim"/>
                <a:ea typeface="Anaheim"/>
                <a:cs typeface="Anaheim"/>
                <a:sym typeface="Anaheim"/>
              </a:rPr>
              <a:t>Jupiter</a:t>
            </a:r>
            <a:r>
              <a:rPr b="1" i="0" lang="en" sz="1400" u="none" cap="none" strike="noStrike">
                <a:solidFill>
                  <a:srgbClr val="FFFFFF"/>
                </a:solidFill>
                <a:latin typeface="Anaheim"/>
                <a:ea typeface="Anaheim"/>
                <a:cs typeface="Anaheim"/>
                <a:sym typeface="Anaheim"/>
              </a:rPr>
              <a:t> </a:t>
            </a:r>
            <a:r>
              <a:rPr b="0" i="0" lang="en" sz="1400" u="none" cap="none" strike="noStrike">
                <a:solidFill>
                  <a:srgbClr val="FFFFFF"/>
                </a:solidFill>
                <a:latin typeface="Anaheim"/>
                <a:ea typeface="Anaheim"/>
                <a:cs typeface="Anaheim"/>
                <a:sym typeface="Anaheim"/>
              </a:rPr>
              <a:t>is the biggest planet of all</a:t>
            </a:r>
            <a:endParaRPr b="0" i="0" sz="1400" u="none" cap="none" strike="noStrike">
              <a:solidFill>
                <a:srgbClr val="FFFFFF"/>
              </a:solidFill>
              <a:latin typeface="Anaheim"/>
              <a:ea typeface="Anaheim"/>
              <a:cs typeface="Anaheim"/>
              <a:sym typeface="Anaheim"/>
            </a:endParaRPr>
          </a:p>
        </p:txBody>
      </p:sp>
      <p:grpSp>
        <p:nvGrpSpPr>
          <p:cNvPr id="2286" name="Google Shape;2286;p20"/>
          <p:cNvGrpSpPr/>
          <p:nvPr/>
        </p:nvGrpSpPr>
        <p:grpSpPr>
          <a:xfrm>
            <a:off x="4047775" y="2444814"/>
            <a:ext cx="1048785" cy="1223884"/>
            <a:chOff x="4876875" y="1427500"/>
            <a:chExt cx="1130400" cy="1319125"/>
          </a:xfrm>
        </p:grpSpPr>
        <p:sp>
          <p:nvSpPr>
            <p:cNvPr id="2287" name="Google Shape;2287;p20"/>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20"/>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2289" name="Google Shape;2289;p20"/>
          <p:cNvCxnSpPr>
            <a:stCxn id="2290" idx="3"/>
            <a:endCxn id="2287" idx="1"/>
          </p:cNvCxnSpPr>
          <p:nvPr/>
        </p:nvCxnSpPr>
        <p:spPr>
          <a:xfrm>
            <a:off x="3831087" y="3115368"/>
            <a:ext cx="216600" cy="42600"/>
          </a:xfrm>
          <a:prstGeom prst="bentConnector3">
            <a:avLst>
              <a:gd fmla="val 50020" name="adj1"/>
            </a:avLst>
          </a:prstGeom>
          <a:noFill/>
          <a:ln cap="flat" cmpd="sng" w="9525">
            <a:solidFill>
              <a:schemeClr val="dk2"/>
            </a:solidFill>
            <a:prstDash val="solid"/>
            <a:round/>
            <a:headEnd len="sm" w="sm" type="none"/>
            <a:tailEnd len="sm" w="sm" type="none"/>
          </a:ln>
        </p:spPr>
      </p:cxnSp>
      <p:grpSp>
        <p:nvGrpSpPr>
          <p:cNvPr id="2291" name="Google Shape;2291;p20"/>
          <p:cNvGrpSpPr/>
          <p:nvPr/>
        </p:nvGrpSpPr>
        <p:grpSpPr>
          <a:xfrm>
            <a:off x="4268435" y="1517297"/>
            <a:ext cx="607477" cy="708898"/>
            <a:chOff x="4876875" y="1427500"/>
            <a:chExt cx="1130400" cy="1319125"/>
          </a:xfrm>
        </p:grpSpPr>
        <p:sp>
          <p:nvSpPr>
            <p:cNvPr id="2292" name="Google Shape;2292;p20"/>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20"/>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4" name="Google Shape;2294;p20"/>
          <p:cNvGrpSpPr/>
          <p:nvPr/>
        </p:nvGrpSpPr>
        <p:grpSpPr>
          <a:xfrm>
            <a:off x="4268435" y="3887322"/>
            <a:ext cx="607477" cy="708898"/>
            <a:chOff x="4876875" y="1427500"/>
            <a:chExt cx="1130400" cy="1319125"/>
          </a:xfrm>
        </p:grpSpPr>
        <p:sp>
          <p:nvSpPr>
            <p:cNvPr id="2295" name="Google Shape;2295;p20"/>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20"/>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7" name="Google Shape;2297;p20"/>
          <p:cNvGrpSpPr/>
          <p:nvPr/>
        </p:nvGrpSpPr>
        <p:grpSpPr>
          <a:xfrm>
            <a:off x="5313260" y="2702309"/>
            <a:ext cx="607477" cy="708898"/>
            <a:chOff x="4876875" y="1427500"/>
            <a:chExt cx="1130400" cy="1319125"/>
          </a:xfrm>
        </p:grpSpPr>
        <p:sp>
          <p:nvSpPr>
            <p:cNvPr id="2298" name="Google Shape;2298;p20"/>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20"/>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0" name="Google Shape;2300;p20"/>
          <p:cNvGrpSpPr/>
          <p:nvPr/>
        </p:nvGrpSpPr>
        <p:grpSpPr>
          <a:xfrm>
            <a:off x="3223610" y="2702309"/>
            <a:ext cx="607477" cy="708898"/>
            <a:chOff x="4876875" y="1427500"/>
            <a:chExt cx="1130400" cy="1319125"/>
          </a:xfrm>
        </p:grpSpPr>
        <p:sp>
          <p:nvSpPr>
            <p:cNvPr id="2290" name="Google Shape;2290;p20"/>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20"/>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02" name="Google Shape;2302;p20"/>
          <p:cNvSpPr/>
          <p:nvPr/>
        </p:nvSpPr>
        <p:spPr>
          <a:xfrm>
            <a:off x="720000" y="3354961"/>
            <a:ext cx="1833900" cy="11502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03" name="Google Shape;2303;p20"/>
          <p:cNvGrpSpPr/>
          <p:nvPr/>
        </p:nvGrpSpPr>
        <p:grpSpPr>
          <a:xfrm>
            <a:off x="728250" y="3136812"/>
            <a:ext cx="1821000" cy="218100"/>
            <a:chOff x="1290775" y="1427529"/>
            <a:chExt cx="1821000" cy="218100"/>
          </a:xfrm>
        </p:grpSpPr>
        <p:sp>
          <p:nvSpPr>
            <p:cNvPr id="2304" name="Google Shape;2304;p20"/>
            <p:cNvSpPr/>
            <p:nvPr/>
          </p:nvSpPr>
          <p:spPr>
            <a:xfrm>
              <a:off x="1290775" y="1427529"/>
              <a:ext cx="1821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20"/>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20"/>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20"/>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08" name="Google Shape;2308;p20"/>
          <p:cNvSpPr txBox="1"/>
          <p:nvPr/>
        </p:nvSpPr>
        <p:spPr>
          <a:xfrm>
            <a:off x="726430" y="3354937"/>
            <a:ext cx="1821000" cy="527700"/>
          </a:xfrm>
          <a:prstGeom prst="rect">
            <a:avLst/>
          </a:prstGeom>
          <a:no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lt2"/>
                </a:solidFill>
                <a:latin typeface="Zen Dots"/>
                <a:ea typeface="Zen Dots"/>
                <a:cs typeface="Zen Dots"/>
                <a:sym typeface="Zen Dots"/>
              </a:rPr>
              <a:t>Step #02</a:t>
            </a:r>
            <a:endParaRPr b="0" i="0" sz="1600" u="none" cap="none" strike="noStrike">
              <a:solidFill>
                <a:srgbClr val="F673A9"/>
              </a:solidFill>
              <a:latin typeface="Zen Dots"/>
              <a:ea typeface="Zen Dots"/>
              <a:cs typeface="Zen Dots"/>
              <a:sym typeface="Zen Dots"/>
            </a:endParaRPr>
          </a:p>
        </p:txBody>
      </p:sp>
      <p:sp>
        <p:nvSpPr>
          <p:cNvPr id="2309" name="Google Shape;2309;p20"/>
          <p:cNvSpPr txBox="1"/>
          <p:nvPr/>
        </p:nvSpPr>
        <p:spPr>
          <a:xfrm>
            <a:off x="726425" y="3882661"/>
            <a:ext cx="1821000" cy="6225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chemeClr val="accent6"/>
                </a:solidFill>
                <a:highlight>
                  <a:schemeClr val="accent1"/>
                </a:highlight>
                <a:latin typeface="Anaheim"/>
                <a:ea typeface="Anaheim"/>
                <a:cs typeface="Anaheim"/>
                <a:sym typeface="Anaheim"/>
              </a:rPr>
              <a:t>Neptune</a:t>
            </a:r>
            <a:r>
              <a:rPr b="1" i="0" lang="en" sz="1400" u="none" cap="none" strike="noStrike">
                <a:solidFill>
                  <a:schemeClr val="lt1"/>
                </a:solidFill>
                <a:latin typeface="Anaheim"/>
                <a:ea typeface="Anaheim"/>
                <a:cs typeface="Anaheim"/>
                <a:sym typeface="Anaheim"/>
              </a:rPr>
              <a:t> </a:t>
            </a:r>
            <a:r>
              <a:rPr b="0" i="0" lang="en" sz="1400" u="none" cap="none" strike="noStrike">
                <a:solidFill>
                  <a:schemeClr val="lt1"/>
                </a:solidFill>
                <a:latin typeface="Anaheim"/>
                <a:ea typeface="Anaheim"/>
                <a:cs typeface="Anaheim"/>
                <a:sym typeface="Anaheim"/>
              </a:rPr>
              <a:t>is the farthest planet</a:t>
            </a:r>
            <a:endParaRPr b="1" i="0" sz="1400" u="none" cap="none" strike="noStrike">
              <a:solidFill>
                <a:schemeClr val="lt1"/>
              </a:solidFill>
              <a:highlight>
                <a:schemeClr val="accent5"/>
              </a:highlight>
              <a:latin typeface="Anaheim"/>
              <a:ea typeface="Anaheim"/>
              <a:cs typeface="Anaheim"/>
              <a:sym typeface="Anaheim"/>
            </a:endParaRPr>
          </a:p>
        </p:txBody>
      </p:sp>
      <p:sp>
        <p:nvSpPr>
          <p:cNvPr id="2310" name="Google Shape;2310;p20"/>
          <p:cNvSpPr/>
          <p:nvPr/>
        </p:nvSpPr>
        <p:spPr>
          <a:xfrm>
            <a:off x="6590425" y="1620386"/>
            <a:ext cx="1833900" cy="11502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11" name="Google Shape;2311;p20"/>
          <p:cNvGrpSpPr/>
          <p:nvPr/>
        </p:nvGrpSpPr>
        <p:grpSpPr>
          <a:xfrm>
            <a:off x="6598675" y="1402237"/>
            <a:ext cx="1821000" cy="218100"/>
            <a:chOff x="1290775" y="1427529"/>
            <a:chExt cx="1821000" cy="218100"/>
          </a:xfrm>
        </p:grpSpPr>
        <p:sp>
          <p:nvSpPr>
            <p:cNvPr id="2312" name="Google Shape;2312;p20"/>
            <p:cNvSpPr/>
            <p:nvPr/>
          </p:nvSpPr>
          <p:spPr>
            <a:xfrm>
              <a:off x="1290775" y="1427529"/>
              <a:ext cx="1821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20"/>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20"/>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20"/>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16" name="Google Shape;2316;p20"/>
          <p:cNvSpPr txBox="1"/>
          <p:nvPr/>
        </p:nvSpPr>
        <p:spPr>
          <a:xfrm>
            <a:off x="6596855" y="1620362"/>
            <a:ext cx="1821000" cy="527700"/>
          </a:xfrm>
          <a:prstGeom prst="rect">
            <a:avLst/>
          </a:prstGeom>
          <a:no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lt2"/>
                </a:solidFill>
                <a:latin typeface="Zen Dots"/>
                <a:ea typeface="Zen Dots"/>
                <a:cs typeface="Zen Dots"/>
                <a:sym typeface="Zen Dots"/>
              </a:rPr>
              <a:t>Step #03</a:t>
            </a:r>
            <a:endParaRPr b="0" i="0" sz="1600" u="none" cap="none" strike="noStrike">
              <a:solidFill>
                <a:srgbClr val="F673A9"/>
              </a:solidFill>
              <a:latin typeface="Zen Dots"/>
              <a:ea typeface="Zen Dots"/>
              <a:cs typeface="Zen Dots"/>
              <a:sym typeface="Zen Dots"/>
            </a:endParaRPr>
          </a:p>
        </p:txBody>
      </p:sp>
      <p:sp>
        <p:nvSpPr>
          <p:cNvPr id="2317" name="Google Shape;2317;p20"/>
          <p:cNvSpPr txBox="1"/>
          <p:nvPr/>
        </p:nvSpPr>
        <p:spPr>
          <a:xfrm>
            <a:off x="6596850" y="2148086"/>
            <a:ext cx="1821000" cy="6225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dk1"/>
              </a:buClr>
              <a:buSzPts val="1100"/>
              <a:buFont typeface="Arial"/>
              <a:buNone/>
            </a:pPr>
            <a:r>
              <a:rPr b="1" i="0" lang="en" sz="1400" u="none" cap="none" strike="noStrike">
                <a:solidFill>
                  <a:schemeClr val="accent6"/>
                </a:solidFill>
                <a:highlight>
                  <a:schemeClr val="accent1"/>
                </a:highlight>
                <a:latin typeface="Anaheim"/>
                <a:ea typeface="Anaheim"/>
                <a:cs typeface="Anaheim"/>
                <a:sym typeface="Anaheim"/>
              </a:rPr>
              <a:t>Earth</a:t>
            </a:r>
            <a:r>
              <a:rPr b="1" i="0" lang="en" sz="1400" u="none" cap="none" strike="noStrike">
                <a:solidFill>
                  <a:schemeClr val="lt1"/>
                </a:solidFill>
                <a:latin typeface="Anaheim"/>
                <a:ea typeface="Anaheim"/>
                <a:cs typeface="Anaheim"/>
                <a:sym typeface="Anaheim"/>
              </a:rPr>
              <a:t> </a:t>
            </a:r>
            <a:r>
              <a:rPr b="0" i="0" lang="en" sz="1400" u="none" cap="none" strike="noStrike">
                <a:solidFill>
                  <a:schemeClr val="lt1"/>
                </a:solidFill>
                <a:latin typeface="Anaheim"/>
                <a:ea typeface="Anaheim"/>
                <a:cs typeface="Anaheim"/>
                <a:sym typeface="Anaheim"/>
              </a:rPr>
              <a:t>is the beautiful planet we live on</a:t>
            </a:r>
            <a:endParaRPr b="1" i="0" sz="1400" u="none" cap="none" strike="noStrike">
              <a:solidFill>
                <a:schemeClr val="lt1"/>
              </a:solidFill>
              <a:highlight>
                <a:schemeClr val="accent5"/>
              </a:highlight>
              <a:latin typeface="Anaheim"/>
              <a:ea typeface="Anaheim"/>
              <a:cs typeface="Anaheim"/>
              <a:sym typeface="Anaheim"/>
            </a:endParaRPr>
          </a:p>
        </p:txBody>
      </p:sp>
      <p:sp>
        <p:nvSpPr>
          <p:cNvPr id="2318" name="Google Shape;2318;p20"/>
          <p:cNvSpPr/>
          <p:nvPr/>
        </p:nvSpPr>
        <p:spPr>
          <a:xfrm>
            <a:off x="6590425" y="3354961"/>
            <a:ext cx="1833900" cy="11502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19" name="Google Shape;2319;p20"/>
          <p:cNvGrpSpPr/>
          <p:nvPr/>
        </p:nvGrpSpPr>
        <p:grpSpPr>
          <a:xfrm>
            <a:off x="6598675" y="3136812"/>
            <a:ext cx="1821000" cy="218100"/>
            <a:chOff x="1290775" y="1427529"/>
            <a:chExt cx="1821000" cy="218100"/>
          </a:xfrm>
        </p:grpSpPr>
        <p:sp>
          <p:nvSpPr>
            <p:cNvPr id="2320" name="Google Shape;2320;p20"/>
            <p:cNvSpPr/>
            <p:nvPr/>
          </p:nvSpPr>
          <p:spPr>
            <a:xfrm>
              <a:off x="1290775" y="1427529"/>
              <a:ext cx="1821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20"/>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20"/>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20"/>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24" name="Google Shape;2324;p20"/>
          <p:cNvSpPr txBox="1"/>
          <p:nvPr/>
        </p:nvSpPr>
        <p:spPr>
          <a:xfrm>
            <a:off x="6596855" y="3354937"/>
            <a:ext cx="1821000" cy="527700"/>
          </a:xfrm>
          <a:prstGeom prst="rect">
            <a:avLst/>
          </a:prstGeom>
          <a:no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lt2"/>
                </a:solidFill>
                <a:latin typeface="Zen Dots"/>
                <a:ea typeface="Zen Dots"/>
                <a:cs typeface="Zen Dots"/>
                <a:sym typeface="Zen Dots"/>
              </a:rPr>
              <a:t>Step #04</a:t>
            </a:r>
            <a:endParaRPr b="0" i="0" sz="1600" u="none" cap="none" strike="noStrike">
              <a:solidFill>
                <a:srgbClr val="F673A9"/>
              </a:solidFill>
              <a:latin typeface="Zen Dots"/>
              <a:ea typeface="Zen Dots"/>
              <a:cs typeface="Zen Dots"/>
              <a:sym typeface="Zen Dots"/>
            </a:endParaRPr>
          </a:p>
        </p:txBody>
      </p:sp>
      <p:sp>
        <p:nvSpPr>
          <p:cNvPr id="2325" name="Google Shape;2325;p20"/>
          <p:cNvSpPr txBox="1"/>
          <p:nvPr/>
        </p:nvSpPr>
        <p:spPr>
          <a:xfrm>
            <a:off x="6596850" y="3882661"/>
            <a:ext cx="1821000" cy="6225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1" i="0" lang="en" sz="1400" u="none" cap="none" strike="noStrike">
                <a:solidFill>
                  <a:schemeClr val="accent6"/>
                </a:solidFill>
                <a:highlight>
                  <a:schemeClr val="accent1"/>
                </a:highlight>
                <a:latin typeface="Anaheim"/>
                <a:ea typeface="Anaheim"/>
                <a:cs typeface="Anaheim"/>
                <a:sym typeface="Anaheim"/>
              </a:rPr>
              <a:t>Pluto</a:t>
            </a:r>
            <a:r>
              <a:rPr b="1" i="0" lang="en" sz="1400" u="none" cap="none" strike="noStrike">
                <a:solidFill>
                  <a:schemeClr val="lt1"/>
                </a:solidFill>
                <a:latin typeface="Anaheim"/>
                <a:ea typeface="Anaheim"/>
                <a:cs typeface="Anaheim"/>
                <a:sym typeface="Anaheim"/>
              </a:rPr>
              <a:t> </a:t>
            </a:r>
            <a:r>
              <a:rPr b="0" i="0" lang="en" sz="1400" u="none" cap="none" strike="noStrike">
                <a:solidFill>
                  <a:schemeClr val="lt1"/>
                </a:solidFill>
                <a:latin typeface="Anaheim"/>
                <a:ea typeface="Anaheim"/>
                <a:cs typeface="Anaheim"/>
                <a:sym typeface="Anaheim"/>
              </a:rPr>
              <a:t>is considered a dwarf planet</a:t>
            </a:r>
            <a:endParaRPr b="1" i="0" sz="1400" u="none" cap="none" strike="noStrike">
              <a:solidFill>
                <a:schemeClr val="lt1"/>
              </a:solidFill>
              <a:highlight>
                <a:schemeClr val="accent5"/>
              </a:highlight>
              <a:latin typeface="Anaheim"/>
              <a:ea typeface="Anaheim"/>
              <a:cs typeface="Anaheim"/>
              <a:sym typeface="Anaheim"/>
            </a:endParaRPr>
          </a:p>
        </p:txBody>
      </p:sp>
      <p:cxnSp>
        <p:nvCxnSpPr>
          <p:cNvPr id="2326" name="Google Shape;2326;p20"/>
          <p:cNvCxnSpPr>
            <a:stCxn id="2284" idx="3"/>
            <a:endCxn id="2290" idx="1"/>
          </p:cNvCxnSpPr>
          <p:nvPr/>
        </p:nvCxnSpPr>
        <p:spPr>
          <a:xfrm>
            <a:off x="2547430" y="1884212"/>
            <a:ext cx="676200" cy="1231200"/>
          </a:xfrm>
          <a:prstGeom prst="bentConnector3">
            <a:avLst>
              <a:gd fmla="val 49999" name="adj1"/>
            </a:avLst>
          </a:prstGeom>
          <a:noFill/>
          <a:ln cap="flat" cmpd="sng" w="9525">
            <a:solidFill>
              <a:schemeClr val="dk2"/>
            </a:solidFill>
            <a:prstDash val="solid"/>
            <a:round/>
            <a:headEnd len="sm" w="sm" type="none"/>
            <a:tailEnd len="sm" w="sm" type="none"/>
          </a:ln>
        </p:spPr>
      </p:cxnSp>
      <p:cxnSp>
        <p:nvCxnSpPr>
          <p:cNvPr id="2327" name="Google Shape;2327;p20"/>
          <p:cNvCxnSpPr>
            <a:stCxn id="2308" idx="3"/>
            <a:endCxn id="2295" idx="1"/>
          </p:cNvCxnSpPr>
          <p:nvPr/>
        </p:nvCxnSpPr>
        <p:spPr>
          <a:xfrm>
            <a:off x="2547430" y="3618787"/>
            <a:ext cx="1721100" cy="681600"/>
          </a:xfrm>
          <a:prstGeom prst="bentConnector3">
            <a:avLst>
              <a:gd fmla="val 49997" name="adj1"/>
            </a:avLst>
          </a:prstGeom>
          <a:noFill/>
          <a:ln cap="flat" cmpd="sng" w="9525">
            <a:solidFill>
              <a:schemeClr val="dk2"/>
            </a:solidFill>
            <a:prstDash val="solid"/>
            <a:round/>
            <a:headEnd len="sm" w="sm" type="none"/>
            <a:tailEnd len="sm" w="sm" type="none"/>
          </a:ln>
        </p:spPr>
      </p:cxnSp>
      <p:cxnSp>
        <p:nvCxnSpPr>
          <p:cNvPr id="2328" name="Google Shape;2328;p20"/>
          <p:cNvCxnSpPr>
            <a:stCxn id="2316" idx="1"/>
            <a:endCxn id="2292" idx="3"/>
          </p:cNvCxnSpPr>
          <p:nvPr/>
        </p:nvCxnSpPr>
        <p:spPr>
          <a:xfrm flipH="1">
            <a:off x="4876055" y="1884212"/>
            <a:ext cx="1720800" cy="46200"/>
          </a:xfrm>
          <a:prstGeom prst="bentConnector3">
            <a:avLst>
              <a:gd fmla="val 50004" name="adj1"/>
            </a:avLst>
          </a:prstGeom>
          <a:noFill/>
          <a:ln cap="flat" cmpd="sng" w="9525">
            <a:solidFill>
              <a:schemeClr val="dk2"/>
            </a:solidFill>
            <a:prstDash val="solid"/>
            <a:round/>
            <a:headEnd len="sm" w="sm" type="none"/>
            <a:tailEnd len="sm" w="sm" type="none"/>
          </a:ln>
        </p:spPr>
      </p:cxnSp>
      <p:cxnSp>
        <p:nvCxnSpPr>
          <p:cNvPr id="2329" name="Google Shape;2329;p20"/>
          <p:cNvCxnSpPr>
            <a:stCxn id="2324" idx="1"/>
            <a:endCxn id="2298" idx="3"/>
          </p:cNvCxnSpPr>
          <p:nvPr/>
        </p:nvCxnSpPr>
        <p:spPr>
          <a:xfrm rot="10800000">
            <a:off x="5920655" y="3115387"/>
            <a:ext cx="676200" cy="503400"/>
          </a:xfrm>
          <a:prstGeom prst="bentConnector3">
            <a:avLst>
              <a:gd fmla="val 49994" name="adj1"/>
            </a:avLst>
          </a:prstGeom>
          <a:noFill/>
          <a:ln cap="flat" cmpd="sng" w="9525">
            <a:solidFill>
              <a:schemeClr val="dk2"/>
            </a:solidFill>
            <a:prstDash val="solid"/>
            <a:round/>
            <a:headEnd len="sm" w="sm" type="none"/>
            <a:tailEnd len="sm" w="sm" type="none"/>
          </a:ln>
        </p:spPr>
      </p:cxnSp>
      <p:cxnSp>
        <p:nvCxnSpPr>
          <p:cNvPr id="2330" name="Google Shape;2330;p20"/>
          <p:cNvCxnSpPr>
            <a:stCxn id="2287" idx="3"/>
            <a:endCxn id="2298" idx="1"/>
          </p:cNvCxnSpPr>
          <p:nvPr/>
        </p:nvCxnSpPr>
        <p:spPr>
          <a:xfrm flipH="1" rot="10800000">
            <a:off x="5096560" y="3115344"/>
            <a:ext cx="216600" cy="42600"/>
          </a:xfrm>
          <a:prstGeom prst="bentConnector3">
            <a:avLst>
              <a:gd fmla="val 50023" name="adj1"/>
            </a:avLst>
          </a:prstGeom>
          <a:noFill/>
          <a:ln cap="flat" cmpd="sng" w="9525">
            <a:solidFill>
              <a:schemeClr val="dk2"/>
            </a:solidFill>
            <a:prstDash val="solid"/>
            <a:round/>
            <a:headEnd len="sm" w="sm" type="none"/>
            <a:tailEnd len="sm" w="sm" type="none"/>
          </a:ln>
        </p:spPr>
      </p:cxnSp>
      <p:cxnSp>
        <p:nvCxnSpPr>
          <p:cNvPr id="2331" name="Google Shape;2331;p20"/>
          <p:cNvCxnSpPr>
            <a:stCxn id="2287" idx="2"/>
            <a:endCxn id="2295" idx="3"/>
          </p:cNvCxnSpPr>
          <p:nvPr/>
        </p:nvCxnSpPr>
        <p:spPr>
          <a:xfrm flipH="1" rot="-5400000">
            <a:off x="4408068" y="3832798"/>
            <a:ext cx="631800" cy="303600"/>
          </a:xfrm>
          <a:prstGeom prst="bentConnector4">
            <a:avLst>
              <a:gd fmla="val 17051" name="adj1"/>
              <a:gd fmla="val 178482" name="adj2"/>
            </a:avLst>
          </a:prstGeom>
          <a:noFill/>
          <a:ln cap="flat" cmpd="sng" w="9525">
            <a:solidFill>
              <a:schemeClr val="dk2"/>
            </a:solidFill>
            <a:prstDash val="solid"/>
            <a:round/>
            <a:headEnd len="sm" w="sm" type="none"/>
            <a:tailEnd len="sm" w="sm" type="none"/>
          </a:ln>
        </p:spPr>
      </p:cxnSp>
      <p:cxnSp>
        <p:nvCxnSpPr>
          <p:cNvPr id="2332" name="Google Shape;2332;p20"/>
          <p:cNvCxnSpPr>
            <a:stCxn id="2288" idx="0"/>
            <a:endCxn id="2292" idx="1"/>
          </p:cNvCxnSpPr>
          <p:nvPr/>
        </p:nvCxnSpPr>
        <p:spPr>
          <a:xfrm flipH="1" rot="5400000">
            <a:off x="4163118" y="2035764"/>
            <a:ext cx="514500" cy="303600"/>
          </a:xfrm>
          <a:prstGeom prst="bentConnector4">
            <a:avLst>
              <a:gd fmla="val 21246" name="adj1"/>
              <a:gd fmla="val 178477" name="adj2"/>
            </a:avLst>
          </a:prstGeom>
          <a:noFill/>
          <a:ln cap="flat" cmpd="sng" w="9525">
            <a:solidFill>
              <a:schemeClr val="dk2"/>
            </a:solidFill>
            <a:prstDash val="solid"/>
            <a:round/>
            <a:headEnd len="sm" w="sm" type="none"/>
            <a:tailEnd len="sm" w="sm" type="none"/>
          </a:ln>
        </p:spPr>
      </p:cxnSp>
      <p:grpSp>
        <p:nvGrpSpPr>
          <p:cNvPr id="2333" name="Google Shape;2333;p20"/>
          <p:cNvGrpSpPr/>
          <p:nvPr/>
        </p:nvGrpSpPr>
        <p:grpSpPr>
          <a:xfrm>
            <a:off x="5493057" y="2934385"/>
            <a:ext cx="247673" cy="327001"/>
            <a:chOff x="6713920" y="4147710"/>
            <a:chExt cx="247673" cy="327001"/>
          </a:xfrm>
        </p:grpSpPr>
        <p:sp>
          <p:nvSpPr>
            <p:cNvPr id="2334" name="Google Shape;2334;p20"/>
            <p:cNvSpPr/>
            <p:nvPr/>
          </p:nvSpPr>
          <p:spPr>
            <a:xfrm>
              <a:off x="6713920" y="4147710"/>
              <a:ext cx="247665" cy="327001"/>
            </a:xfrm>
            <a:custGeom>
              <a:rect b="b" l="l" r="r" t="t"/>
              <a:pathLst>
                <a:path extrusionOk="0" h="9210" w="6976">
                  <a:moveTo>
                    <a:pt x="360" y="0"/>
                  </a:moveTo>
                  <a:cubicBezTo>
                    <a:pt x="163" y="0"/>
                    <a:pt x="0" y="161"/>
                    <a:pt x="0" y="360"/>
                  </a:cubicBezTo>
                  <a:lnTo>
                    <a:pt x="0" y="8850"/>
                  </a:lnTo>
                  <a:cubicBezTo>
                    <a:pt x="0" y="9047"/>
                    <a:pt x="163" y="9210"/>
                    <a:pt x="360" y="9210"/>
                  </a:cubicBezTo>
                  <a:lnTo>
                    <a:pt x="6616" y="9210"/>
                  </a:lnTo>
                  <a:cubicBezTo>
                    <a:pt x="6813" y="9210"/>
                    <a:pt x="6975" y="9047"/>
                    <a:pt x="6975" y="8850"/>
                  </a:cubicBezTo>
                  <a:lnTo>
                    <a:pt x="6975" y="1419"/>
                  </a:lnTo>
                  <a:lnTo>
                    <a:pt x="5539"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20"/>
            <p:cNvSpPr/>
            <p:nvPr/>
          </p:nvSpPr>
          <p:spPr>
            <a:xfrm>
              <a:off x="6935605" y="4185060"/>
              <a:ext cx="25988" cy="289579"/>
            </a:xfrm>
            <a:custGeom>
              <a:rect b="b" l="l" r="r" t="t"/>
              <a:pathLst>
                <a:path extrusionOk="0" h="8156" w="732">
                  <a:moveTo>
                    <a:pt x="360" y="0"/>
                  </a:moveTo>
                  <a:lnTo>
                    <a:pt x="360" y="7795"/>
                  </a:lnTo>
                  <a:cubicBezTo>
                    <a:pt x="360" y="7994"/>
                    <a:pt x="200" y="8155"/>
                    <a:pt x="0" y="8155"/>
                  </a:cubicBezTo>
                  <a:lnTo>
                    <a:pt x="372" y="8155"/>
                  </a:lnTo>
                  <a:cubicBezTo>
                    <a:pt x="569" y="8155"/>
                    <a:pt x="731" y="7995"/>
                    <a:pt x="731" y="7797"/>
                  </a:cubicBezTo>
                  <a:lnTo>
                    <a:pt x="731" y="367"/>
                  </a:lnTo>
                  <a:lnTo>
                    <a:pt x="360" y="0"/>
                  </a:lnTo>
                  <a:close/>
                </a:path>
              </a:pathLst>
            </a:custGeom>
            <a:solidFill>
              <a:srgbClr val="E8ED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20"/>
            <p:cNvSpPr/>
            <p:nvPr/>
          </p:nvSpPr>
          <p:spPr>
            <a:xfrm>
              <a:off x="6910610" y="4147710"/>
              <a:ext cx="50982" cy="50417"/>
            </a:xfrm>
            <a:custGeom>
              <a:rect b="b" l="l" r="r" t="t"/>
              <a:pathLst>
                <a:path extrusionOk="0" h="1420" w="1436">
                  <a:moveTo>
                    <a:pt x="1" y="0"/>
                  </a:moveTo>
                  <a:lnTo>
                    <a:pt x="1" y="1239"/>
                  </a:lnTo>
                  <a:cubicBezTo>
                    <a:pt x="1" y="1338"/>
                    <a:pt x="83" y="1419"/>
                    <a:pt x="181" y="1419"/>
                  </a:cubicBezTo>
                  <a:lnTo>
                    <a:pt x="1435" y="1419"/>
                  </a:lnTo>
                  <a:lnTo>
                    <a:pt x="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20"/>
            <p:cNvSpPr/>
            <p:nvPr/>
          </p:nvSpPr>
          <p:spPr>
            <a:xfrm>
              <a:off x="6910610" y="4179237"/>
              <a:ext cx="50982" cy="18889"/>
            </a:xfrm>
            <a:custGeom>
              <a:rect b="b" l="l" r="r" t="t"/>
              <a:pathLst>
                <a:path extrusionOk="0" h="532" w="1436">
                  <a:moveTo>
                    <a:pt x="1" y="0"/>
                  </a:moveTo>
                  <a:lnTo>
                    <a:pt x="1" y="350"/>
                  </a:lnTo>
                  <a:cubicBezTo>
                    <a:pt x="1" y="450"/>
                    <a:pt x="83" y="531"/>
                    <a:pt x="181" y="531"/>
                  </a:cubicBezTo>
                  <a:lnTo>
                    <a:pt x="1435" y="531"/>
                  </a:lnTo>
                  <a:lnTo>
                    <a:pt x="1015" y="114"/>
                  </a:lnTo>
                  <a:lnTo>
                    <a:pt x="168" y="114"/>
                  </a:lnTo>
                  <a:cubicBezTo>
                    <a:pt x="93" y="114"/>
                    <a:pt x="28" y="68"/>
                    <a:pt x="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20"/>
            <p:cNvSpPr/>
            <p:nvPr/>
          </p:nvSpPr>
          <p:spPr>
            <a:xfrm>
              <a:off x="6747541" y="4174231"/>
              <a:ext cx="57621" cy="57589"/>
            </a:xfrm>
            <a:custGeom>
              <a:rect b="b" l="l" r="r" t="t"/>
              <a:pathLst>
                <a:path extrusionOk="0" h="1622" w="1623">
                  <a:moveTo>
                    <a:pt x="812" y="0"/>
                  </a:moveTo>
                  <a:cubicBezTo>
                    <a:pt x="363" y="0"/>
                    <a:pt x="0" y="363"/>
                    <a:pt x="0" y="810"/>
                  </a:cubicBezTo>
                  <a:cubicBezTo>
                    <a:pt x="0" y="1259"/>
                    <a:pt x="363" y="1622"/>
                    <a:pt x="812" y="1622"/>
                  </a:cubicBezTo>
                  <a:cubicBezTo>
                    <a:pt x="1260" y="1622"/>
                    <a:pt x="1622" y="1259"/>
                    <a:pt x="1622" y="810"/>
                  </a:cubicBezTo>
                  <a:cubicBezTo>
                    <a:pt x="1622" y="363"/>
                    <a:pt x="1260"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20"/>
            <p:cNvSpPr/>
            <p:nvPr/>
          </p:nvSpPr>
          <p:spPr>
            <a:xfrm>
              <a:off x="6755956" y="4175509"/>
              <a:ext cx="49206" cy="56275"/>
            </a:xfrm>
            <a:custGeom>
              <a:rect b="b" l="l" r="r" t="t"/>
              <a:pathLst>
                <a:path extrusionOk="0" h="1585" w="1386">
                  <a:moveTo>
                    <a:pt x="808" y="0"/>
                  </a:moveTo>
                  <a:lnTo>
                    <a:pt x="808" y="0"/>
                  </a:lnTo>
                  <a:cubicBezTo>
                    <a:pt x="952" y="145"/>
                    <a:pt x="1043" y="347"/>
                    <a:pt x="1043" y="570"/>
                  </a:cubicBezTo>
                  <a:cubicBezTo>
                    <a:pt x="1043" y="1016"/>
                    <a:pt x="680" y="1379"/>
                    <a:pt x="232" y="1379"/>
                  </a:cubicBezTo>
                  <a:cubicBezTo>
                    <a:pt x="152" y="1379"/>
                    <a:pt x="74" y="1367"/>
                    <a:pt x="1" y="1346"/>
                  </a:cubicBezTo>
                  <a:lnTo>
                    <a:pt x="1" y="1346"/>
                  </a:lnTo>
                  <a:cubicBezTo>
                    <a:pt x="148" y="1492"/>
                    <a:pt x="352" y="1584"/>
                    <a:pt x="576" y="1584"/>
                  </a:cubicBezTo>
                  <a:cubicBezTo>
                    <a:pt x="1023" y="1584"/>
                    <a:pt x="1385" y="1223"/>
                    <a:pt x="1385" y="774"/>
                  </a:cubicBezTo>
                  <a:cubicBezTo>
                    <a:pt x="1385" y="407"/>
                    <a:pt x="1141" y="96"/>
                    <a:pt x="80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20"/>
            <p:cNvSpPr/>
            <p:nvPr/>
          </p:nvSpPr>
          <p:spPr>
            <a:xfrm>
              <a:off x="6866372" y="4387254"/>
              <a:ext cx="61597" cy="58867"/>
            </a:xfrm>
            <a:custGeom>
              <a:rect b="b" l="l" r="r" t="t"/>
              <a:pathLst>
                <a:path extrusionOk="0" h="1658" w="1735">
                  <a:moveTo>
                    <a:pt x="1107" y="1"/>
                  </a:moveTo>
                  <a:cubicBezTo>
                    <a:pt x="1033" y="1"/>
                    <a:pt x="946" y="74"/>
                    <a:pt x="868" y="74"/>
                  </a:cubicBezTo>
                  <a:cubicBezTo>
                    <a:pt x="789" y="74"/>
                    <a:pt x="701" y="1"/>
                    <a:pt x="627" y="1"/>
                  </a:cubicBezTo>
                  <a:cubicBezTo>
                    <a:pt x="618" y="1"/>
                    <a:pt x="608" y="2"/>
                    <a:pt x="599" y="5"/>
                  </a:cubicBezTo>
                  <a:cubicBezTo>
                    <a:pt x="517" y="31"/>
                    <a:pt x="491" y="168"/>
                    <a:pt x="424" y="218"/>
                  </a:cubicBezTo>
                  <a:cubicBezTo>
                    <a:pt x="355" y="268"/>
                    <a:pt x="216" y="253"/>
                    <a:pt x="166" y="320"/>
                  </a:cubicBezTo>
                  <a:cubicBezTo>
                    <a:pt x="116" y="389"/>
                    <a:pt x="175" y="515"/>
                    <a:pt x="149" y="595"/>
                  </a:cubicBezTo>
                  <a:cubicBezTo>
                    <a:pt x="123" y="674"/>
                    <a:pt x="1" y="742"/>
                    <a:pt x="1" y="830"/>
                  </a:cubicBezTo>
                  <a:cubicBezTo>
                    <a:pt x="1" y="917"/>
                    <a:pt x="123" y="984"/>
                    <a:pt x="149" y="1063"/>
                  </a:cubicBezTo>
                  <a:cubicBezTo>
                    <a:pt x="175" y="1145"/>
                    <a:pt x="116" y="1270"/>
                    <a:pt x="166" y="1339"/>
                  </a:cubicBezTo>
                  <a:cubicBezTo>
                    <a:pt x="216" y="1408"/>
                    <a:pt x="355" y="1391"/>
                    <a:pt x="424" y="1441"/>
                  </a:cubicBezTo>
                  <a:cubicBezTo>
                    <a:pt x="491" y="1490"/>
                    <a:pt x="519" y="1627"/>
                    <a:pt x="599" y="1653"/>
                  </a:cubicBezTo>
                  <a:cubicBezTo>
                    <a:pt x="609" y="1656"/>
                    <a:pt x="619" y="1658"/>
                    <a:pt x="630" y="1658"/>
                  </a:cubicBezTo>
                  <a:cubicBezTo>
                    <a:pt x="704" y="1658"/>
                    <a:pt x="790" y="1585"/>
                    <a:pt x="868" y="1585"/>
                  </a:cubicBezTo>
                  <a:cubicBezTo>
                    <a:pt x="945" y="1585"/>
                    <a:pt x="1032" y="1657"/>
                    <a:pt x="1106" y="1657"/>
                  </a:cubicBezTo>
                  <a:cubicBezTo>
                    <a:pt x="1116" y="1657"/>
                    <a:pt x="1126" y="1656"/>
                    <a:pt x="1136" y="1653"/>
                  </a:cubicBezTo>
                  <a:cubicBezTo>
                    <a:pt x="1218" y="1628"/>
                    <a:pt x="1244" y="1492"/>
                    <a:pt x="1312" y="1441"/>
                  </a:cubicBezTo>
                  <a:cubicBezTo>
                    <a:pt x="1381" y="1391"/>
                    <a:pt x="1519" y="1407"/>
                    <a:pt x="1569" y="1339"/>
                  </a:cubicBezTo>
                  <a:cubicBezTo>
                    <a:pt x="1619" y="1270"/>
                    <a:pt x="1560" y="1145"/>
                    <a:pt x="1588" y="1063"/>
                  </a:cubicBezTo>
                  <a:cubicBezTo>
                    <a:pt x="1612" y="984"/>
                    <a:pt x="1735" y="917"/>
                    <a:pt x="1735" y="830"/>
                  </a:cubicBezTo>
                  <a:cubicBezTo>
                    <a:pt x="1735" y="743"/>
                    <a:pt x="1612" y="677"/>
                    <a:pt x="1588" y="595"/>
                  </a:cubicBezTo>
                  <a:cubicBezTo>
                    <a:pt x="1560" y="515"/>
                    <a:pt x="1619" y="389"/>
                    <a:pt x="1569" y="320"/>
                  </a:cubicBezTo>
                  <a:cubicBezTo>
                    <a:pt x="1519" y="250"/>
                    <a:pt x="1381" y="268"/>
                    <a:pt x="1312" y="218"/>
                  </a:cubicBezTo>
                  <a:cubicBezTo>
                    <a:pt x="1244" y="169"/>
                    <a:pt x="1217" y="32"/>
                    <a:pt x="1136" y="5"/>
                  </a:cubicBezTo>
                  <a:cubicBezTo>
                    <a:pt x="1126" y="2"/>
                    <a:pt x="1117" y="1"/>
                    <a:pt x="110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20"/>
            <p:cNvSpPr/>
            <p:nvPr/>
          </p:nvSpPr>
          <p:spPr>
            <a:xfrm>
              <a:off x="6874716" y="4389420"/>
              <a:ext cx="53254" cy="56808"/>
            </a:xfrm>
            <a:custGeom>
              <a:rect b="b" l="l" r="r" t="t"/>
              <a:pathLst>
                <a:path extrusionOk="0" h="1600" w="1500">
                  <a:moveTo>
                    <a:pt x="967" y="0"/>
                  </a:moveTo>
                  <a:cubicBezTo>
                    <a:pt x="960" y="56"/>
                    <a:pt x="953" y="112"/>
                    <a:pt x="967" y="157"/>
                  </a:cubicBezTo>
                  <a:cubicBezTo>
                    <a:pt x="996" y="245"/>
                    <a:pt x="1134" y="321"/>
                    <a:pt x="1134" y="419"/>
                  </a:cubicBezTo>
                  <a:cubicBezTo>
                    <a:pt x="1134" y="518"/>
                    <a:pt x="996" y="595"/>
                    <a:pt x="967" y="682"/>
                  </a:cubicBezTo>
                  <a:cubicBezTo>
                    <a:pt x="937" y="774"/>
                    <a:pt x="1003" y="915"/>
                    <a:pt x="947" y="993"/>
                  </a:cubicBezTo>
                  <a:cubicBezTo>
                    <a:pt x="892" y="1071"/>
                    <a:pt x="735" y="1052"/>
                    <a:pt x="658" y="1108"/>
                  </a:cubicBezTo>
                  <a:cubicBezTo>
                    <a:pt x="583" y="1164"/>
                    <a:pt x="551" y="1318"/>
                    <a:pt x="461" y="1350"/>
                  </a:cubicBezTo>
                  <a:cubicBezTo>
                    <a:pt x="450" y="1353"/>
                    <a:pt x="439" y="1355"/>
                    <a:pt x="427" y="1355"/>
                  </a:cubicBezTo>
                  <a:cubicBezTo>
                    <a:pt x="343" y="1355"/>
                    <a:pt x="245" y="1272"/>
                    <a:pt x="158" y="1272"/>
                  </a:cubicBezTo>
                  <a:cubicBezTo>
                    <a:pt x="108" y="1272"/>
                    <a:pt x="52" y="1300"/>
                    <a:pt x="0" y="1323"/>
                  </a:cubicBezTo>
                  <a:cubicBezTo>
                    <a:pt x="61" y="1343"/>
                    <a:pt x="141" y="1346"/>
                    <a:pt x="189" y="1380"/>
                  </a:cubicBezTo>
                  <a:cubicBezTo>
                    <a:pt x="256" y="1431"/>
                    <a:pt x="282" y="1567"/>
                    <a:pt x="364" y="1595"/>
                  </a:cubicBezTo>
                  <a:cubicBezTo>
                    <a:pt x="374" y="1598"/>
                    <a:pt x="383" y="1599"/>
                    <a:pt x="394" y="1599"/>
                  </a:cubicBezTo>
                  <a:cubicBezTo>
                    <a:pt x="467" y="1599"/>
                    <a:pt x="555" y="1526"/>
                    <a:pt x="633" y="1526"/>
                  </a:cubicBezTo>
                  <a:cubicBezTo>
                    <a:pt x="711" y="1526"/>
                    <a:pt x="799" y="1599"/>
                    <a:pt x="873" y="1599"/>
                  </a:cubicBezTo>
                  <a:cubicBezTo>
                    <a:pt x="882" y="1599"/>
                    <a:pt x="892" y="1598"/>
                    <a:pt x="901" y="1595"/>
                  </a:cubicBezTo>
                  <a:cubicBezTo>
                    <a:pt x="983" y="1567"/>
                    <a:pt x="1009" y="1431"/>
                    <a:pt x="1077" y="1380"/>
                  </a:cubicBezTo>
                  <a:cubicBezTo>
                    <a:pt x="1146" y="1331"/>
                    <a:pt x="1284" y="1347"/>
                    <a:pt x="1334" y="1280"/>
                  </a:cubicBezTo>
                  <a:cubicBezTo>
                    <a:pt x="1383" y="1210"/>
                    <a:pt x="1325" y="1085"/>
                    <a:pt x="1353" y="1005"/>
                  </a:cubicBezTo>
                  <a:cubicBezTo>
                    <a:pt x="1377" y="926"/>
                    <a:pt x="1500" y="858"/>
                    <a:pt x="1500" y="770"/>
                  </a:cubicBezTo>
                  <a:cubicBezTo>
                    <a:pt x="1500" y="682"/>
                    <a:pt x="1377" y="616"/>
                    <a:pt x="1353" y="537"/>
                  </a:cubicBezTo>
                  <a:cubicBezTo>
                    <a:pt x="1325" y="455"/>
                    <a:pt x="1384" y="330"/>
                    <a:pt x="1334" y="261"/>
                  </a:cubicBezTo>
                  <a:cubicBezTo>
                    <a:pt x="1284" y="192"/>
                    <a:pt x="1146" y="209"/>
                    <a:pt x="1077" y="159"/>
                  </a:cubicBezTo>
                  <a:cubicBezTo>
                    <a:pt x="1032" y="124"/>
                    <a:pt x="1005" y="52"/>
                    <a:pt x="96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20"/>
            <p:cNvSpPr/>
            <p:nvPr/>
          </p:nvSpPr>
          <p:spPr>
            <a:xfrm>
              <a:off x="6822490" y="4226883"/>
              <a:ext cx="108460" cy="9835"/>
            </a:xfrm>
            <a:custGeom>
              <a:rect b="b" l="l" r="r" t="t"/>
              <a:pathLst>
                <a:path extrusionOk="0" h="277" w="3055">
                  <a:moveTo>
                    <a:pt x="140" y="1"/>
                  </a:moveTo>
                  <a:cubicBezTo>
                    <a:pt x="62" y="1"/>
                    <a:pt x="0" y="64"/>
                    <a:pt x="0" y="139"/>
                  </a:cubicBezTo>
                  <a:cubicBezTo>
                    <a:pt x="0" y="215"/>
                    <a:pt x="62" y="277"/>
                    <a:pt x="140" y="277"/>
                  </a:cubicBezTo>
                  <a:lnTo>
                    <a:pt x="2914" y="277"/>
                  </a:lnTo>
                  <a:cubicBezTo>
                    <a:pt x="2992" y="277"/>
                    <a:pt x="3054" y="215"/>
                    <a:pt x="3054" y="139"/>
                  </a:cubicBezTo>
                  <a:cubicBezTo>
                    <a:pt x="3054" y="61"/>
                    <a:pt x="2991" y="1"/>
                    <a:pt x="291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20"/>
            <p:cNvSpPr/>
            <p:nvPr/>
          </p:nvSpPr>
          <p:spPr>
            <a:xfrm>
              <a:off x="6822490" y="4204516"/>
              <a:ext cx="67419" cy="9906"/>
            </a:xfrm>
            <a:custGeom>
              <a:rect b="b" l="l" r="r" t="t"/>
              <a:pathLst>
                <a:path extrusionOk="0" h="279" w="1899">
                  <a:moveTo>
                    <a:pt x="140" y="0"/>
                  </a:moveTo>
                  <a:cubicBezTo>
                    <a:pt x="62" y="0"/>
                    <a:pt x="0" y="64"/>
                    <a:pt x="0" y="140"/>
                  </a:cubicBezTo>
                  <a:cubicBezTo>
                    <a:pt x="0" y="216"/>
                    <a:pt x="62" y="278"/>
                    <a:pt x="140" y="278"/>
                  </a:cubicBezTo>
                  <a:lnTo>
                    <a:pt x="1760" y="278"/>
                  </a:lnTo>
                  <a:cubicBezTo>
                    <a:pt x="1838" y="278"/>
                    <a:pt x="1899" y="215"/>
                    <a:pt x="1899" y="140"/>
                  </a:cubicBezTo>
                  <a:cubicBezTo>
                    <a:pt x="1899" y="62"/>
                    <a:pt x="1835" y="0"/>
                    <a:pt x="176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20"/>
            <p:cNvSpPr/>
            <p:nvPr/>
          </p:nvSpPr>
          <p:spPr>
            <a:xfrm>
              <a:off x="6782726" y="4278577"/>
              <a:ext cx="71928" cy="9906"/>
            </a:xfrm>
            <a:custGeom>
              <a:rect b="b" l="l" r="r" t="t"/>
              <a:pathLst>
                <a:path extrusionOk="0" h="279" w="2026">
                  <a:moveTo>
                    <a:pt x="139" y="1"/>
                  </a:moveTo>
                  <a:cubicBezTo>
                    <a:pt x="61" y="1"/>
                    <a:pt x="1" y="64"/>
                    <a:pt x="1" y="141"/>
                  </a:cubicBezTo>
                  <a:cubicBezTo>
                    <a:pt x="1" y="215"/>
                    <a:pt x="61" y="279"/>
                    <a:pt x="139" y="279"/>
                  </a:cubicBezTo>
                  <a:lnTo>
                    <a:pt x="1887" y="279"/>
                  </a:lnTo>
                  <a:cubicBezTo>
                    <a:pt x="1965" y="279"/>
                    <a:pt x="2026" y="215"/>
                    <a:pt x="2026" y="141"/>
                  </a:cubicBezTo>
                  <a:cubicBezTo>
                    <a:pt x="2026" y="64"/>
                    <a:pt x="1962" y="1"/>
                    <a:pt x="188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20"/>
            <p:cNvSpPr/>
            <p:nvPr/>
          </p:nvSpPr>
          <p:spPr>
            <a:xfrm>
              <a:off x="6742677" y="4278577"/>
              <a:ext cx="27124" cy="9906"/>
            </a:xfrm>
            <a:custGeom>
              <a:rect b="b" l="l" r="r" t="t"/>
              <a:pathLst>
                <a:path extrusionOk="0" h="279" w="764">
                  <a:moveTo>
                    <a:pt x="139" y="1"/>
                  </a:moveTo>
                  <a:cubicBezTo>
                    <a:pt x="61" y="1"/>
                    <a:pt x="1" y="64"/>
                    <a:pt x="1" y="141"/>
                  </a:cubicBezTo>
                  <a:cubicBezTo>
                    <a:pt x="1" y="215"/>
                    <a:pt x="61" y="279"/>
                    <a:pt x="139" y="279"/>
                  </a:cubicBezTo>
                  <a:lnTo>
                    <a:pt x="625" y="279"/>
                  </a:lnTo>
                  <a:cubicBezTo>
                    <a:pt x="701" y="279"/>
                    <a:pt x="763" y="215"/>
                    <a:pt x="763" y="141"/>
                  </a:cubicBezTo>
                  <a:cubicBezTo>
                    <a:pt x="763" y="64"/>
                    <a:pt x="700" y="1"/>
                    <a:pt x="62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20"/>
            <p:cNvSpPr/>
            <p:nvPr/>
          </p:nvSpPr>
          <p:spPr>
            <a:xfrm>
              <a:off x="6816916" y="4304495"/>
              <a:ext cx="37739" cy="9835"/>
            </a:xfrm>
            <a:custGeom>
              <a:rect b="b" l="l" r="r" t="t"/>
              <a:pathLst>
                <a:path extrusionOk="0" h="277" w="1063">
                  <a:moveTo>
                    <a:pt x="140" y="1"/>
                  </a:moveTo>
                  <a:cubicBezTo>
                    <a:pt x="62" y="1"/>
                    <a:pt x="1" y="62"/>
                    <a:pt x="1" y="139"/>
                  </a:cubicBezTo>
                  <a:cubicBezTo>
                    <a:pt x="1" y="216"/>
                    <a:pt x="64" y="277"/>
                    <a:pt x="140" y="277"/>
                  </a:cubicBezTo>
                  <a:lnTo>
                    <a:pt x="924" y="277"/>
                  </a:lnTo>
                  <a:cubicBezTo>
                    <a:pt x="1002" y="277"/>
                    <a:pt x="1063" y="214"/>
                    <a:pt x="1063" y="139"/>
                  </a:cubicBezTo>
                  <a:cubicBezTo>
                    <a:pt x="1063" y="62"/>
                    <a:pt x="1002" y="1"/>
                    <a:pt x="92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20"/>
            <p:cNvSpPr/>
            <p:nvPr/>
          </p:nvSpPr>
          <p:spPr>
            <a:xfrm>
              <a:off x="6742642" y="4304566"/>
              <a:ext cx="60958" cy="9835"/>
            </a:xfrm>
            <a:custGeom>
              <a:rect b="b" l="l" r="r" t="t"/>
              <a:pathLst>
                <a:path extrusionOk="0" h="277" w="1717">
                  <a:moveTo>
                    <a:pt x="140" y="0"/>
                  </a:moveTo>
                  <a:cubicBezTo>
                    <a:pt x="62" y="0"/>
                    <a:pt x="2" y="63"/>
                    <a:pt x="2" y="138"/>
                  </a:cubicBezTo>
                  <a:cubicBezTo>
                    <a:pt x="0" y="214"/>
                    <a:pt x="62" y="276"/>
                    <a:pt x="140" y="276"/>
                  </a:cubicBezTo>
                  <a:lnTo>
                    <a:pt x="1579" y="276"/>
                  </a:lnTo>
                  <a:cubicBezTo>
                    <a:pt x="1657" y="276"/>
                    <a:pt x="1717" y="214"/>
                    <a:pt x="1717" y="138"/>
                  </a:cubicBezTo>
                  <a:cubicBezTo>
                    <a:pt x="1717" y="60"/>
                    <a:pt x="1655" y="0"/>
                    <a:pt x="157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20"/>
            <p:cNvSpPr/>
            <p:nvPr/>
          </p:nvSpPr>
          <p:spPr>
            <a:xfrm>
              <a:off x="6742677" y="4330413"/>
              <a:ext cx="188270" cy="9870"/>
            </a:xfrm>
            <a:custGeom>
              <a:rect b="b" l="l" r="r" t="t"/>
              <a:pathLst>
                <a:path extrusionOk="0" h="278" w="5303">
                  <a:moveTo>
                    <a:pt x="139" y="0"/>
                  </a:moveTo>
                  <a:cubicBezTo>
                    <a:pt x="61" y="0"/>
                    <a:pt x="1" y="63"/>
                    <a:pt x="1" y="138"/>
                  </a:cubicBezTo>
                  <a:cubicBezTo>
                    <a:pt x="1" y="215"/>
                    <a:pt x="64" y="278"/>
                    <a:pt x="139" y="278"/>
                  </a:cubicBezTo>
                  <a:lnTo>
                    <a:pt x="5162" y="278"/>
                  </a:lnTo>
                  <a:cubicBezTo>
                    <a:pt x="5240" y="278"/>
                    <a:pt x="5302" y="215"/>
                    <a:pt x="5302" y="138"/>
                  </a:cubicBezTo>
                  <a:cubicBezTo>
                    <a:pt x="5302" y="63"/>
                    <a:pt x="5240" y="0"/>
                    <a:pt x="516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20"/>
            <p:cNvSpPr/>
            <p:nvPr/>
          </p:nvSpPr>
          <p:spPr>
            <a:xfrm>
              <a:off x="6863426" y="4356259"/>
              <a:ext cx="67526" cy="9906"/>
            </a:xfrm>
            <a:custGeom>
              <a:rect b="b" l="l" r="r" t="t"/>
              <a:pathLst>
                <a:path extrusionOk="0" h="279" w="1902">
                  <a:moveTo>
                    <a:pt x="140" y="0"/>
                  </a:moveTo>
                  <a:cubicBezTo>
                    <a:pt x="62" y="0"/>
                    <a:pt x="0" y="64"/>
                    <a:pt x="0" y="140"/>
                  </a:cubicBezTo>
                  <a:cubicBezTo>
                    <a:pt x="0" y="215"/>
                    <a:pt x="63" y="278"/>
                    <a:pt x="140" y="278"/>
                  </a:cubicBezTo>
                  <a:lnTo>
                    <a:pt x="1761" y="278"/>
                  </a:lnTo>
                  <a:cubicBezTo>
                    <a:pt x="1839" y="278"/>
                    <a:pt x="1901" y="215"/>
                    <a:pt x="1901" y="140"/>
                  </a:cubicBezTo>
                  <a:cubicBezTo>
                    <a:pt x="1901" y="64"/>
                    <a:pt x="1839" y="0"/>
                    <a:pt x="176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20"/>
            <p:cNvSpPr/>
            <p:nvPr/>
          </p:nvSpPr>
          <p:spPr>
            <a:xfrm>
              <a:off x="6742677" y="4356259"/>
              <a:ext cx="107786" cy="9906"/>
            </a:xfrm>
            <a:custGeom>
              <a:rect b="b" l="l" r="r" t="t"/>
              <a:pathLst>
                <a:path extrusionOk="0" h="279" w="3036">
                  <a:moveTo>
                    <a:pt x="139" y="0"/>
                  </a:moveTo>
                  <a:cubicBezTo>
                    <a:pt x="61" y="0"/>
                    <a:pt x="1" y="64"/>
                    <a:pt x="1" y="140"/>
                  </a:cubicBezTo>
                  <a:cubicBezTo>
                    <a:pt x="1" y="215"/>
                    <a:pt x="64" y="278"/>
                    <a:pt x="139" y="278"/>
                  </a:cubicBezTo>
                  <a:lnTo>
                    <a:pt x="2896" y="278"/>
                  </a:lnTo>
                  <a:cubicBezTo>
                    <a:pt x="2974" y="278"/>
                    <a:pt x="3036" y="215"/>
                    <a:pt x="3036" y="140"/>
                  </a:cubicBezTo>
                  <a:cubicBezTo>
                    <a:pt x="3036" y="64"/>
                    <a:pt x="2972" y="0"/>
                    <a:pt x="28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20"/>
            <p:cNvSpPr/>
            <p:nvPr/>
          </p:nvSpPr>
          <p:spPr>
            <a:xfrm>
              <a:off x="6742216" y="4380047"/>
              <a:ext cx="104271" cy="72963"/>
            </a:xfrm>
            <a:custGeom>
              <a:rect b="b" l="l" r="r" t="t"/>
              <a:pathLst>
                <a:path extrusionOk="0" h="2055" w="2937">
                  <a:moveTo>
                    <a:pt x="1080" y="279"/>
                  </a:moveTo>
                  <a:cubicBezTo>
                    <a:pt x="1103" y="279"/>
                    <a:pt x="1127" y="286"/>
                    <a:pt x="1149" y="305"/>
                  </a:cubicBezTo>
                  <a:cubicBezTo>
                    <a:pt x="1195" y="345"/>
                    <a:pt x="1221" y="438"/>
                    <a:pt x="1178" y="536"/>
                  </a:cubicBezTo>
                  <a:cubicBezTo>
                    <a:pt x="1093" y="722"/>
                    <a:pt x="933" y="854"/>
                    <a:pt x="746" y="952"/>
                  </a:cubicBezTo>
                  <a:cubicBezTo>
                    <a:pt x="771" y="687"/>
                    <a:pt x="850" y="392"/>
                    <a:pt x="979" y="313"/>
                  </a:cubicBezTo>
                  <a:cubicBezTo>
                    <a:pt x="1008" y="294"/>
                    <a:pt x="1044" y="279"/>
                    <a:pt x="1080" y="279"/>
                  </a:cubicBezTo>
                  <a:close/>
                  <a:moveTo>
                    <a:pt x="1085" y="1"/>
                  </a:moveTo>
                  <a:cubicBezTo>
                    <a:pt x="1003" y="1"/>
                    <a:pt x="917" y="26"/>
                    <a:pt x="835" y="76"/>
                  </a:cubicBezTo>
                  <a:cubicBezTo>
                    <a:pt x="706" y="155"/>
                    <a:pt x="607" y="309"/>
                    <a:pt x="542" y="533"/>
                  </a:cubicBezTo>
                  <a:cubicBezTo>
                    <a:pt x="487" y="725"/>
                    <a:pt x="470" y="915"/>
                    <a:pt x="466" y="1013"/>
                  </a:cubicBezTo>
                  <a:cubicBezTo>
                    <a:pt x="463" y="1033"/>
                    <a:pt x="463" y="1051"/>
                    <a:pt x="463" y="1072"/>
                  </a:cubicBezTo>
                  <a:cubicBezTo>
                    <a:pt x="376" y="1102"/>
                    <a:pt x="290" y="1126"/>
                    <a:pt x="208" y="1149"/>
                  </a:cubicBezTo>
                  <a:cubicBezTo>
                    <a:pt x="179" y="1156"/>
                    <a:pt x="150" y="1164"/>
                    <a:pt x="123" y="1169"/>
                  </a:cubicBezTo>
                  <a:cubicBezTo>
                    <a:pt x="48" y="1185"/>
                    <a:pt x="1" y="1259"/>
                    <a:pt x="17" y="1335"/>
                  </a:cubicBezTo>
                  <a:cubicBezTo>
                    <a:pt x="31" y="1399"/>
                    <a:pt x="89" y="1443"/>
                    <a:pt x="152" y="1443"/>
                  </a:cubicBezTo>
                  <a:cubicBezTo>
                    <a:pt x="162" y="1443"/>
                    <a:pt x="172" y="1442"/>
                    <a:pt x="182" y="1440"/>
                  </a:cubicBezTo>
                  <a:cubicBezTo>
                    <a:pt x="214" y="1434"/>
                    <a:pt x="245" y="1426"/>
                    <a:pt x="278" y="1417"/>
                  </a:cubicBezTo>
                  <a:cubicBezTo>
                    <a:pt x="340" y="1401"/>
                    <a:pt x="409" y="1381"/>
                    <a:pt x="480" y="1358"/>
                  </a:cubicBezTo>
                  <a:cubicBezTo>
                    <a:pt x="520" y="1617"/>
                    <a:pt x="621" y="1748"/>
                    <a:pt x="674" y="1800"/>
                  </a:cubicBezTo>
                  <a:cubicBezTo>
                    <a:pt x="763" y="1890"/>
                    <a:pt x="880" y="1936"/>
                    <a:pt x="1011" y="1936"/>
                  </a:cubicBezTo>
                  <a:cubicBezTo>
                    <a:pt x="1023" y="1936"/>
                    <a:pt x="1034" y="1936"/>
                    <a:pt x="1045" y="1935"/>
                  </a:cubicBezTo>
                  <a:cubicBezTo>
                    <a:pt x="1122" y="1932"/>
                    <a:pt x="1194" y="1902"/>
                    <a:pt x="1258" y="1857"/>
                  </a:cubicBezTo>
                  <a:cubicBezTo>
                    <a:pt x="1266" y="1870"/>
                    <a:pt x="1274" y="1882"/>
                    <a:pt x="1283" y="1893"/>
                  </a:cubicBezTo>
                  <a:cubicBezTo>
                    <a:pt x="1341" y="1959"/>
                    <a:pt x="1418" y="1996"/>
                    <a:pt x="1500" y="1996"/>
                  </a:cubicBezTo>
                  <a:cubicBezTo>
                    <a:pt x="1506" y="1996"/>
                    <a:pt x="1512" y="1996"/>
                    <a:pt x="1517" y="1995"/>
                  </a:cubicBezTo>
                  <a:cubicBezTo>
                    <a:pt x="1611" y="1990"/>
                    <a:pt x="1684" y="1946"/>
                    <a:pt x="1742" y="1893"/>
                  </a:cubicBezTo>
                  <a:cubicBezTo>
                    <a:pt x="1746" y="1899"/>
                    <a:pt x="1749" y="1905"/>
                    <a:pt x="1755" y="1908"/>
                  </a:cubicBezTo>
                  <a:cubicBezTo>
                    <a:pt x="1801" y="1961"/>
                    <a:pt x="1866" y="1990"/>
                    <a:pt x="1935" y="1990"/>
                  </a:cubicBezTo>
                  <a:lnTo>
                    <a:pt x="1936" y="1990"/>
                  </a:lnTo>
                  <a:cubicBezTo>
                    <a:pt x="2010" y="1990"/>
                    <a:pt x="2080" y="1959"/>
                    <a:pt x="2149" y="1902"/>
                  </a:cubicBezTo>
                  <a:cubicBezTo>
                    <a:pt x="2153" y="1908"/>
                    <a:pt x="2161" y="1918"/>
                    <a:pt x="2168" y="1925"/>
                  </a:cubicBezTo>
                  <a:cubicBezTo>
                    <a:pt x="2240" y="2007"/>
                    <a:pt x="2355" y="2054"/>
                    <a:pt x="2482" y="2054"/>
                  </a:cubicBezTo>
                  <a:lnTo>
                    <a:pt x="2483" y="2054"/>
                  </a:lnTo>
                  <a:cubicBezTo>
                    <a:pt x="2607" y="2054"/>
                    <a:pt x="2719" y="2007"/>
                    <a:pt x="2791" y="1928"/>
                  </a:cubicBezTo>
                  <a:cubicBezTo>
                    <a:pt x="2854" y="1856"/>
                    <a:pt x="2897" y="1767"/>
                    <a:pt x="2920" y="1659"/>
                  </a:cubicBezTo>
                  <a:cubicBezTo>
                    <a:pt x="2936" y="1587"/>
                    <a:pt x="2890" y="1513"/>
                    <a:pt x="2814" y="1496"/>
                  </a:cubicBezTo>
                  <a:cubicBezTo>
                    <a:pt x="2804" y="1494"/>
                    <a:pt x="2795" y="1493"/>
                    <a:pt x="2785" y="1493"/>
                  </a:cubicBezTo>
                  <a:cubicBezTo>
                    <a:pt x="2721" y="1493"/>
                    <a:pt x="2662" y="1537"/>
                    <a:pt x="2649" y="1603"/>
                  </a:cubicBezTo>
                  <a:cubicBezTo>
                    <a:pt x="2636" y="1662"/>
                    <a:pt x="2613" y="1712"/>
                    <a:pt x="2581" y="1748"/>
                  </a:cubicBezTo>
                  <a:cubicBezTo>
                    <a:pt x="2566" y="1764"/>
                    <a:pt x="2531" y="1781"/>
                    <a:pt x="2482" y="1781"/>
                  </a:cubicBezTo>
                  <a:cubicBezTo>
                    <a:pt x="2431" y="1781"/>
                    <a:pt x="2391" y="1762"/>
                    <a:pt x="2377" y="1745"/>
                  </a:cubicBezTo>
                  <a:cubicBezTo>
                    <a:pt x="2339" y="1702"/>
                    <a:pt x="2358" y="1628"/>
                    <a:pt x="2395" y="1529"/>
                  </a:cubicBezTo>
                  <a:cubicBezTo>
                    <a:pt x="2410" y="1496"/>
                    <a:pt x="2420" y="1464"/>
                    <a:pt x="2433" y="1434"/>
                  </a:cubicBezTo>
                  <a:lnTo>
                    <a:pt x="2433" y="1431"/>
                  </a:lnTo>
                  <a:cubicBezTo>
                    <a:pt x="2460" y="1359"/>
                    <a:pt x="2425" y="1279"/>
                    <a:pt x="2354" y="1251"/>
                  </a:cubicBezTo>
                  <a:cubicBezTo>
                    <a:pt x="2337" y="1245"/>
                    <a:pt x="2320" y="1242"/>
                    <a:pt x="2303" y="1242"/>
                  </a:cubicBezTo>
                  <a:cubicBezTo>
                    <a:pt x="2247" y="1242"/>
                    <a:pt x="2195" y="1275"/>
                    <a:pt x="2174" y="1331"/>
                  </a:cubicBezTo>
                  <a:cubicBezTo>
                    <a:pt x="2168" y="1345"/>
                    <a:pt x="2164" y="1358"/>
                    <a:pt x="2158" y="1372"/>
                  </a:cubicBezTo>
                  <a:cubicBezTo>
                    <a:pt x="2151" y="1388"/>
                    <a:pt x="2143" y="1407"/>
                    <a:pt x="2136" y="1426"/>
                  </a:cubicBezTo>
                  <a:cubicBezTo>
                    <a:pt x="2096" y="1523"/>
                    <a:pt x="2048" y="1618"/>
                    <a:pt x="1976" y="1685"/>
                  </a:cubicBezTo>
                  <a:cubicBezTo>
                    <a:pt x="1966" y="1692"/>
                    <a:pt x="1959" y="1699"/>
                    <a:pt x="1955" y="1703"/>
                  </a:cubicBezTo>
                  <a:cubicBezTo>
                    <a:pt x="1951" y="1689"/>
                    <a:pt x="1951" y="1670"/>
                    <a:pt x="1952" y="1654"/>
                  </a:cubicBezTo>
                  <a:cubicBezTo>
                    <a:pt x="1956" y="1624"/>
                    <a:pt x="1965" y="1591"/>
                    <a:pt x="1978" y="1559"/>
                  </a:cubicBezTo>
                  <a:cubicBezTo>
                    <a:pt x="1998" y="1515"/>
                    <a:pt x="2015" y="1466"/>
                    <a:pt x="2034" y="1411"/>
                  </a:cubicBezTo>
                  <a:cubicBezTo>
                    <a:pt x="2057" y="1339"/>
                    <a:pt x="2020" y="1260"/>
                    <a:pt x="1945" y="1236"/>
                  </a:cubicBezTo>
                  <a:cubicBezTo>
                    <a:pt x="1930" y="1230"/>
                    <a:pt x="1915" y="1228"/>
                    <a:pt x="1900" y="1228"/>
                  </a:cubicBezTo>
                  <a:cubicBezTo>
                    <a:pt x="1843" y="1228"/>
                    <a:pt x="1789" y="1265"/>
                    <a:pt x="1769" y="1323"/>
                  </a:cubicBezTo>
                  <a:cubicBezTo>
                    <a:pt x="1761" y="1349"/>
                    <a:pt x="1751" y="1374"/>
                    <a:pt x="1740" y="1401"/>
                  </a:cubicBezTo>
                  <a:cubicBezTo>
                    <a:pt x="1733" y="1418"/>
                    <a:pt x="1726" y="1436"/>
                    <a:pt x="1719" y="1454"/>
                  </a:cubicBezTo>
                  <a:cubicBezTo>
                    <a:pt x="1693" y="1512"/>
                    <a:pt x="1667" y="1559"/>
                    <a:pt x="1635" y="1598"/>
                  </a:cubicBezTo>
                  <a:cubicBezTo>
                    <a:pt x="1599" y="1647"/>
                    <a:pt x="1545" y="1719"/>
                    <a:pt x="1502" y="1721"/>
                  </a:cubicBezTo>
                  <a:lnTo>
                    <a:pt x="1496" y="1716"/>
                  </a:lnTo>
                  <a:cubicBezTo>
                    <a:pt x="1492" y="1706"/>
                    <a:pt x="1489" y="1677"/>
                    <a:pt x="1499" y="1640"/>
                  </a:cubicBezTo>
                  <a:cubicBezTo>
                    <a:pt x="1510" y="1598"/>
                    <a:pt x="1532" y="1555"/>
                    <a:pt x="1553" y="1515"/>
                  </a:cubicBezTo>
                  <a:cubicBezTo>
                    <a:pt x="1589" y="1446"/>
                    <a:pt x="1562" y="1361"/>
                    <a:pt x="1494" y="1328"/>
                  </a:cubicBezTo>
                  <a:cubicBezTo>
                    <a:pt x="1473" y="1317"/>
                    <a:pt x="1451" y="1311"/>
                    <a:pt x="1429" y="1311"/>
                  </a:cubicBezTo>
                  <a:cubicBezTo>
                    <a:pt x="1378" y="1311"/>
                    <a:pt x="1330" y="1339"/>
                    <a:pt x="1307" y="1387"/>
                  </a:cubicBezTo>
                  <a:cubicBezTo>
                    <a:pt x="1233" y="1531"/>
                    <a:pt x="1106" y="1656"/>
                    <a:pt x="1031" y="1660"/>
                  </a:cubicBezTo>
                  <a:cubicBezTo>
                    <a:pt x="1026" y="1660"/>
                    <a:pt x="1021" y="1660"/>
                    <a:pt x="1016" y="1660"/>
                  </a:cubicBezTo>
                  <a:cubicBezTo>
                    <a:pt x="956" y="1660"/>
                    <a:pt x="910" y="1644"/>
                    <a:pt x="871" y="1605"/>
                  </a:cubicBezTo>
                  <a:cubicBezTo>
                    <a:pt x="799" y="1533"/>
                    <a:pt x="762" y="1401"/>
                    <a:pt x="748" y="1259"/>
                  </a:cubicBezTo>
                  <a:cubicBezTo>
                    <a:pt x="1028" y="1135"/>
                    <a:pt x="1297" y="949"/>
                    <a:pt x="1433" y="651"/>
                  </a:cubicBezTo>
                  <a:cubicBezTo>
                    <a:pt x="1523" y="453"/>
                    <a:pt x="1481" y="224"/>
                    <a:pt x="1336" y="94"/>
                  </a:cubicBezTo>
                  <a:cubicBezTo>
                    <a:pt x="1265" y="32"/>
                    <a:pt x="1177" y="1"/>
                    <a:pt x="108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2" name="Google Shape;2352;p20"/>
          <p:cNvGrpSpPr/>
          <p:nvPr/>
        </p:nvGrpSpPr>
        <p:grpSpPr>
          <a:xfrm>
            <a:off x="3363849" y="2958021"/>
            <a:ext cx="327023" cy="279700"/>
            <a:chOff x="6674262" y="2854696"/>
            <a:chExt cx="327023" cy="279700"/>
          </a:xfrm>
        </p:grpSpPr>
        <p:sp>
          <p:nvSpPr>
            <p:cNvPr id="2353" name="Google Shape;2353;p20"/>
            <p:cNvSpPr/>
            <p:nvPr/>
          </p:nvSpPr>
          <p:spPr>
            <a:xfrm>
              <a:off x="6806513" y="3066903"/>
              <a:ext cx="62449" cy="40618"/>
            </a:xfrm>
            <a:custGeom>
              <a:rect b="b" l="l" r="r" t="t"/>
              <a:pathLst>
                <a:path extrusionOk="0" h="1144" w="1759">
                  <a:moveTo>
                    <a:pt x="148" y="1"/>
                  </a:moveTo>
                  <a:cubicBezTo>
                    <a:pt x="148" y="1"/>
                    <a:pt x="98" y="741"/>
                    <a:pt x="0" y="1144"/>
                  </a:cubicBezTo>
                  <a:lnTo>
                    <a:pt x="1759" y="1144"/>
                  </a:lnTo>
                  <a:cubicBezTo>
                    <a:pt x="1662" y="742"/>
                    <a:pt x="1612" y="1"/>
                    <a:pt x="161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20"/>
            <p:cNvSpPr/>
            <p:nvPr/>
          </p:nvSpPr>
          <p:spPr>
            <a:xfrm>
              <a:off x="6849757" y="3066903"/>
              <a:ext cx="19242" cy="40618"/>
            </a:xfrm>
            <a:custGeom>
              <a:rect b="b" l="l" r="r" t="t"/>
              <a:pathLst>
                <a:path extrusionOk="0" h="1144" w="542">
                  <a:moveTo>
                    <a:pt x="1" y="1"/>
                  </a:moveTo>
                  <a:cubicBezTo>
                    <a:pt x="1" y="1"/>
                    <a:pt x="51" y="741"/>
                    <a:pt x="151" y="1144"/>
                  </a:cubicBezTo>
                  <a:lnTo>
                    <a:pt x="542" y="1144"/>
                  </a:lnTo>
                  <a:cubicBezTo>
                    <a:pt x="444" y="741"/>
                    <a:pt x="394" y="1"/>
                    <a:pt x="39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20"/>
            <p:cNvSpPr/>
            <p:nvPr/>
          </p:nvSpPr>
          <p:spPr>
            <a:xfrm>
              <a:off x="6674262" y="2854696"/>
              <a:ext cx="327014" cy="213598"/>
            </a:xfrm>
            <a:custGeom>
              <a:rect b="b" l="l" r="r" t="t"/>
              <a:pathLst>
                <a:path extrusionOk="0" h="6016" w="9211">
                  <a:moveTo>
                    <a:pt x="339" y="0"/>
                  </a:moveTo>
                  <a:cubicBezTo>
                    <a:pt x="152" y="0"/>
                    <a:pt x="1" y="151"/>
                    <a:pt x="1" y="338"/>
                  </a:cubicBezTo>
                  <a:lnTo>
                    <a:pt x="1" y="5677"/>
                  </a:lnTo>
                  <a:cubicBezTo>
                    <a:pt x="1" y="5864"/>
                    <a:pt x="152" y="6015"/>
                    <a:pt x="339" y="6015"/>
                  </a:cubicBezTo>
                  <a:lnTo>
                    <a:pt x="8872" y="6015"/>
                  </a:lnTo>
                  <a:cubicBezTo>
                    <a:pt x="9059" y="6015"/>
                    <a:pt x="9211" y="5864"/>
                    <a:pt x="9211" y="5677"/>
                  </a:cubicBezTo>
                  <a:lnTo>
                    <a:pt x="9211" y="338"/>
                  </a:lnTo>
                  <a:cubicBezTo>
                    <a:pt x="9211" y="151"/>
                    <a:pt x="9059" y="0"/>
                    <a:pt x="88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20"/>
            <p:cNvSpPr/>
            <p:nvPr/>
          </p:nvSpPr>
          <p:spPr>
            <a:xfrm>
              <a:off x="6976114" y="2854696"/>
              <a:ext cx="25171" cy="213598"/>
            </a:xfrm>
            <a:custGeom>
              <a:rect b="b" l="l" r="r" t="t"/>
              <a:pathLst>
                <a:path extrusionOk="0" h="6016" w="709">
                  <a:moveTo>
                    <a:pt x="1" y="0"/>
                  </a:moveTo>
                  <a:cubicBezTo>
                    <a:pt x="188" y="0"/>
                    <a:pt x="339" y="151"/>
                    <a:pt x="339" y="338"/>
                  </a:cubicBezTo>
                  <a:lnTo>
                    <a:pt x="339" y="5677"/>
                  </a:lnTo>
                  <a:cubicBezTo>
                    <a:pt x="339" y="5864"/>
                    <a:pt x="188" y="6015"/>
                    <a:pt x="1" y="6015"/>
                  </a:cubicBezTo>
                  <a:lnTo>
                    <a:pt x="370" y="6015"/>
                  </a:lnTo>
                  <a:cubicBezTo>
                    <a:pt x="557" y="6015"/>
                    <a:pt x="709" y="5864"/>
                    <a:pt x="709" y="5677"/>
                  </a:cubicBezTo>
                  <a:lnTo>
                    <a:pt x="709" y="338"/>
                  </a:lnTo>
                  <a:cubicBezTo>
                    <a:pt x="709" y="151"/>
                    <a:pt x="557" y="0"/>
                    <a:pt x="3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20"/>
            <p:cNvSpPr/>
            <p:nvPr/>
          </p:nvSpPr>
          <p:spPr>
            <a:xfrm>
              <a:off x="6674262" y="3033210"/>
              <a:ext cx="327014" cy="35079"/>
            </a:xfrm>
            <a:custGeom>
              <a:rect b="b" l="l" r="r" t="t"/>
              <a:pathLst>
                <a:path extrusionOk="0" h="988" w="9211">
                  <a:moveTo>
                    <a:pt x="1" y="0"/>
                  </a:moveTo>
                  <a:lnTo>
                    <a:pt x="1" y="649"/>
                  </a:lnTo>
                  <a:cubicBezTo>
                    <a:pt x="1" y="836"/>
                    <a:pt x="152" y="987"/>
                    <a:pt x="339" y="987"/>
                  </a:cubicBezTo>
                  <a:lnTo>
                    <a:pt x="8872" y="987"/>
                  </a:lnTo>
                  <a:cubicBezTo>
                    <a:pt x="9059" y="987"/>
                    <a:pt x="9211" y="836"/>
                    <a:pt x="9211" y="649"/>
                  </a:cubicBezTo>
                  <a:lnTo>
                    <a:pt x="9211"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20"/>
            <p:cNvSpPr/>
            <p:nvPr/>
          </p:nvSpPr>
          <p:spPr>
            <a:xfrm>
              <a:off x="6976114" y="3033210"/>
              <a:ext cx="25171" cy="35008"/>
            </a:xfrm>
            <a:custGeom>
              <a:rect b="b" l="l" r="r" t="t"/>
              <a:pathLst>
                <a:path extrusionOk="0" h="986" w="709">
                  <a:moveTo>
                    <a:pt x="339" y="0"/>
                  </a:moveTo>
                  <a:lnTo>
                    <a:pt x="339" y="648"/>
                  </a:lnTo>
                  <a:cubicBezTo>
                    <a:pt x="339" y="835"/>
                    <a:pt x="188" y="986"/>
                    <a:pt x="1" y="986"/>
                  </a:cubicBezTo>
                  <a:lnTo>
                    <a:pt x="370" y="986"/>
                  </a:lnTo>
                  <a:cubicBezTo>
                    <a:pt x="557" y="986"/>
                    <a:pt x="709" y="835"/>
                    <a:pt x="709" y="648"/>
                  </a:cubicBezTo>
                  <a:lnTo>
                    <a:pt x="70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20"/>
            <p:cNvSpPr/>
            <p:nvPr/>
          </p:nvSpPr>
          <p:spPr>
            <a:xfrm>
              <a:off x="6674262" y="2854696"/>
              <a:ext cx="100224" cy="178555"/>
            </a:xfrm>
            <a:custGeom>
              <a:rect b="b" l="l" r="r" t="t"/>
              <a:pathLst>
                <a:path extrusionOk="0" h="5029" w="2823">
                  <a:moveTo>
                    <a:pt x="339" y="0"/>
                  </a:moveTo>
                  <a:cubicBezTo>
                    <a:pt x="152" y="0"/>
                    <a:pt x="1" y="151"/>
                    <a:pt x="1" y="338"/>
                  </a:cubicBezTo>
                  <a:lnTo>
                    <a:pt x="1" y="5028"/>
                  </a:lnTo>
                  <a:lnTo>
                    <a:pt x="2823" y="5028"/>
                  </a:lnTo>
                  <a:lnTo>
                    <a:pt x="2823"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20"/>
            <p:cNvSpPr/>
            <p:nvPr/>
          </p:nvSpPr>
          <p:spPr>
            <a:xfrm>
              <a:off x="6761068" y="2854696"/>
              <a:ext cx="13420" cy="178555"/>
            </a:xfrm>
            <a:custGeom>
              <a:rect b="b" l="l" r="r" t="t"/>
              <a:pathLst>
                <a:path extrusionOk="0" h="5029" w="378">
                  <a:moveTo>
                    <a:pt x="1" y="0"/>
                  </a:moveTo>
                  <a:lnTo>
                    <a:pt x="1" y="5028"/>
                  </a:lnTo>
                  <a:lnTo>
                    <a:pt x="378" y="5028"/>
                  </a:lnTo>
                  <a:lnTo>
                    <a:pt x="37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20"/>
            <p:cNvSpPr/>
            <p:nvPr/>
          </p:nvSpPr>
          <p:spPr>
            <a:xfrm>
              <a:off x="6690310" y="2872981"/>
              <a:ext cx="17148" cy="9835"/>
            </a:xfrm>
            <a:custGeom>
              <a:rect b="b" l="l" r="r" t="t"/>
              <a:pathLst>
                <a:path extrusionOk="0" h="277" w="483">
                  <a:moveTo>
                    <a:pt x="139" y="0"/>
                  </a:moveTo>
                  <a:cubicBezTo>
                    <a:pt x="64" y="0"/>
                    <a:pt x="1" y="61"/>
                    <a:pt x="1" y="139"/>
                  </a:cubicBezTo>
                  <a:cubicBezTo>
                    <a:pt x="1" y="215"/>
                    <a:pt x="61" y="277"/>
                    <a:pt x="139" y="277"/>
                  </a:cubicBezTo>
                  <a:lnTo>
                    <a:pt x="345" y="277"/>
                  </a:lnTo>
                  <a:cubicBezTo>
                    <a:pt x="419" y="277"/>
                    <a:pt x="483" y="216"/>
                    <a:pt x="483" y="139"/>
                  </a:cubicBezTo>
                  <a:cubicBezTo>
                    <a:pt x="483" y="64"/>
                    <a:pt x="421" y="0"/>
                    <a:pt x="34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20"/>
            <p:cNvSpPr/>
            <p:nvPr/>
          </p:nvSpPr>
          <p:spPr>
            <a:xfrm>
              <a:off x="6713955" y="2872981"/>
              <a:ext cx="44556" cy="9835"/>
            </a:xfrm>
            <a:custGeom>
              <a:rect b="b" l="l" r="r" t="t"/>
              <a:pathLst>
                <a:path extrusionOk="0" h="277" w="1255">
                  <a:moveTo>
                    <a:pt x="141" y="0"/>
                  </a:moveTo>
                  <a:cubicBezTo>
                    <a:pt x="64" y="0"/>
                    <a:pt x="1" y="61"/>
                    <a:pt x="1" y="139"/>
                  </a:cubicBezTo>
                  <a:cubicBezTo>
                    <a:pt x="1" y="215"/>
                    <a:pt x="63" y="277"/>
                    <a:pt x="141" y="277"/>
                  </a:cubicBezTo>
                  <a:lnTo>
                    <a:pt x="1115" y="277"/>
                  </a:lnTo>
                  <a:cubicBezTo>
                    <a:pt x="1191" y="277"/>
                    <a:pt x="1254" y="216"/>
                    <a:pt x="1254" y="139"/>
                  </a:cubicBezTo>
                  <a:cubicBezTo>
                    <a:pt x="1254" y="64"/>
                    <a:pt x="1192" y="0"/>
                    <a:pt x="111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20"/>
            <p:cNvSpPr/>
            <p:nvPr/>
          </p:nvSpPr>
          <p:spPr>
            <a:xfrm>
              <a:off x="6699363" y="2899396"/>
              <a:ext cx="17148" cy="9906"/>
            </a:xfrm>
            <a:custGeom>
              <a:rect b="b" l="l" r="r" t="t"/>
              <a:pathLst>
                <a:path extrusionOk="0" h="279" w="483">
                  <a:moveTo>
                    <a:pt x="140" y="0"/>
                  </a:moveTo>
                  <a:cubicBezTo>
                    <a:pt x="64" y="0"/>
                    <a:pt x="0" y="64"/>
                    <a:pt x="0" y="140"/>
                  </a:cubicBezTo>
                  <a:cubicBezTo>
                    <a:pt x="0" y="215"/>
                    <a:pt x="62" y="278"/>
                    <a:pt x="140" y="278"/>
                  </a:cubicBezTo>
                  <a:lnTo>
                    <a:pt x="344" y="278"/>
                  </a:lnTo>
                  <a:cubicBezTo>
                    <a:pt x="422" y="278"/>
                    <a:pt x="482" y="215"/>
                    <a:pt x="482" y="140"/>
                  </a:cubicBezTo>
                  <a:cubicBezTo>
                    <a:pt x="482" y="64"/>
                    <a:pt x="422" y="0"/>
                    <a:pt x="34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20"/>
            <p:cNvSpPr/>
            <p:nvPr/>
          </p:nvSpPr>
          <p:spPr>
            <a:xfrm>
              <a:off x="6723079" y="2899396"/>
              <a:ext cx="35431" cy="9906"/>
            </a:xfrm>
            <a:custGeom>
              <a:rect b="b" l="l" r="r" t="t"/>
              <a:pathLst>
                <a:path extrusionOk="0" h="279" w="998">
                  <a:moveTo>
                    <a:pt x="138" y="0"/>
                  </a:moveTo>
                  <a:cubicBezTo>
                    <a:pt x="63" y="0"/>
                    <a:pt x="0" y="64"/>
                    <a:pt x="0" y="140"/>
                  </a:cubicBezTo>
                  <a:cubicBezTo>
                    <a:pt x="0" y="215"/>
                    <a:pt x="62" y="278"/>
                    <a:pt x="138" y="278"/>
                  </a:cubicBezTo>
                  <a:lnTo>
                    <a:pt x="858" y="278"/>
                  </a:lnTo>
                  <a:cubicBezTo>
                    <a:pt x="934" y="278"/>
                    <a:pt x="997" y="215"/>
                    <a:pt x="997" y="140"/>
                  </a:cubicBezTo>
                  <a:cubicBezTo>
                    <a:pt x="997" y="64"/>
                    <a:pt x="935" y="0"/>
                    <a:pt x="85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20"/>
            <p:cNvSpPr/>
            <p:nvPr/>
          </p:nvSpPr>
          <p:spPr>
            <a:xfrm>
              <a:off x="6690310" y="2925846"/>
              <a:ext cx="17148" cy="9870"/>
            </a:xfrm>
            <a:custGeom>
              <a:rect b="b" l="l" r="r" t="t"/>
              <a:pathLst>
                <a:path extrusionOk="0" h="278" w="483">
                  <a:moveTo>
                    <a:pt x="139" y="1"/>
                  </a:moveTo>
                  <a:cubicBezTo>
                    <a:pt x="64" y="1"/>
                    <a:pt x="1" y="64"/>
                    <a:pt x="1" y="139"/>
                  </a:cubicBezTo>
                  <a:cubicBezTo>
                    <a:pt x="1" y="215"/>
                    <a:pt x="61" y="277"/>
                    <a:pt x="139" y="277"/>
                  </a:cubicBezTo>
                  <a:lnTo>
                    <a:pt x="345" y="277"/>
                  </a:lnTo>
                  <a:cubicBezTo>
                    <a:pt x="419" y="277"/>
                    <a:pt x="483" y="215"/>
                    <a:pt x="483" y="139"/>
                  </a:cubicBezTo>
                  <a:cubicBezTo>
                    <a:pt x="483" y="64"/>
                    <a:pt x="421" y="1"/>
                    <a:pt x="34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20"/>
            <p:cNvSpPr/>
            <p:nvPr/>
          </p:nvSpPr>
          <p:spPr>
            <a:xfrm>
              <a:off x="6713955" y="2925846"/>
              <a:ext cx="44556" cy="9870"/>
            </a:xfrm>
            <a:custGeom>
              <a:rect b="b" l="l" r="r" t="t"/>
              <a:pathLst>
                <a:path extrusionOk="0" h="278" w="1255">
                  <a:moveTo>
                    <a:pt x="141" y="1"/>
                  </a:moveTo>
                  <a:cubicBezTo>
                    <a:pt x="64" y="1"/>
                    <a:pt x="1" y="64"/>
                    <a:pt x="1" y="139"/>
                  </a:cubicBezTo>
                  <a:cubicBezTo>
                    <a:pt x="1" y="215"/>
                    <a:pt x="63" y="277"/>
                    <a:pt x="141" y="277"/>
                  </a:cubicBezTo>
                  <a:lnTo>
                    <a:pt x="1115" y="277"/>
                  </a:lnTo>
                  <a:cubicBezTo>
                    <a:pt x="1191" y="277"/>
                    <a:pt x="1254" y="215"/>
                    <a:pt x="1254" y="139"/>
                  </a:cubicBezTo>
                  <a:cubicBezTo>
                    <a:pt x="1254" y="64"/>
                    <a:pt x="1192" y="1"/>
                    <a:pt x="111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20"/>
            <p:cNvSpPr/>
            <p:nvPr/>
          </p:nvSpPr>
          <p:spPr>
            <a:xfrm>
              <a:off x="6699363" y="2952261"/>
              <a:ext cx="17148" cy="9906"/>
            </a:xfrm>
            <a:custGeom>
              <a:rect b="b" l="l" r="r" t="t"/>
              <a:pathLst>
                <a:path extrusionOk="0" h="279" w="483">
                  <a:moveTo>
                    <a:pt x="140" y="1"/>
                  </a:moveTo>
                  <a:cubicBezTo>
                    <a:pt x="64" y="1"/>
                    <a:pt x="0" y="64"/>
                    <a:pt x="0" y="140"/>
                  </a:cubicBezTo>
                  <a:cubicBezTo>
                    <a:pt x="0" y="215"/>
                    <a:pt x="62" y="279"/>
                    <a:pt x="140" y="279"/>
                  </a:cubicBezTo>
                  <a:lnTo>
                    <a:pt x="344" y="279"/>
                  </a:lnTo>
                  <a:cubicBezTo>
                    <a:pt x="422" y="279"/>
                    <a:pt x="482" y="215"/>
                    <a:pt x="482" y="140"/>
                  </a:cubicBezTo>
                  <a:cubicBezTo>
                    <a:pt x="482" y="64"/>
                    <a:pt x="422" y="1"/>
                    <a:pt x="34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20"/>
            <p:cNvSpPr/>
            <p:nvPr/>
          </p:nvSpPr>
          <p:spPr>
            <a:xfrm>
              <a:off x="6723079" y="2952261"/>
              <a:ext cx="35431" cy="9906"/>
            </a:xfrm>
            <a:custGeom>
              <a:rect b="b" l="l" r="r" t="t"/>
              <a:pathLst>
                <a:path extrusionOk="0" h="279" w="998">
                  <a:moveTo>
                    <a:pt x="138" y="1"/>
                  </a:moveTo>
                  <a:cubicBezTo>
                    <a:pt x="63" y="1"/>
                    <a:pt x="0" y="64"/>
                    <a:pt x="0" y="140"/>
                  </a:cubicBezTo>
                  <a:cubicBezTo>
                    <a:pt x="0" y="215"/>
                    <a:pt x="62" y="279"/>
                    <a:pt x="138" y="279"/>
                  </a:cubicBezTo>
                  <a:lnTo>
                    <a:pt x="858" y="279"/>
                  </a:lnTo>
                  <a:cubicBezTo>
                    <a:pt x="934" y="279"/>
                    <a:pt x="997" y="215"/>
                    <a:pt x="997" y="140"/>
                  </a:cubicBezTo>
                  <a:cubicBezTo>
                    <a:pt x="997" y="64"/>
                    <a:pt x="935" y="1"/>
                    <a:pt x="8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20"/>
            <p:cNvSpPr/>
            <p:nvPr/>
          </p:nvSpPr>
          <p:spPr>
            <a:xfrm>
              <a:off x="6690310" y="2978747"/>
              <a:ext cx="17148" cy="9835"/>
            </a:xfrm>
            <a:custGeom>
              <a:rect b="b" l="l" r="r" t="t"/>
              <a:pathLst>
                <a:path extrusionOk="0" h="277" w="483">
                  <a:moveTo>
                    <a:pt x="139" y="0"/>
                  </a:moveTo>
                  <a:cubicBezTo>
                    <a:pt x="64" y="0"/>
                    <a:pt x="1" y="61"/>
                    <a:pt x="1" y="138"/>
                  </a:cubicBezTo>
                  <a:cubicBezTo>
                    <a:pt x="1" y="215"/>
                    <a:pt x="61" y="277"/>
                    <a:pt x="139" y="277"/>
                  </a:cubicBezTo>
                  <a:lnTo>
                    <a:pt x="345" y="277"/>
                  </a:lnTo>
                  <a:cubicBezTo>
                    <a:pt x="419" y="277"/>
                    <a:pt x="483" y="215"/>
                    <a:pt x="483" y="138"/>
                  </a:cubicBezTo>
                  <a:cubicBezTo>
                    <a:pt x="483" y="64"/>
                    <a:pt x="421" y="0"/>
                    <a:pt x="34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20"/>
            <p:cNvSpPr/>
            <p:nvPr/>
          </p:nvSpPr>
          <p:spPr>
            <a:xfrm>
              <a:off x="6713955" y="2978747"/>
              <a:ext cx="44556" cy="9835"/>
            </a:xfrm>
            <a:custGeom>
              <a:rect b="b" l="l" r="r" t="t"/>
              <a:pathLst>
                <a:path extrusionOk="0" h="277" w="1255">
                  <a:moveTo>
                    <a:pt x="141" y="0"/>
                  </a:moveTo>
                  <a:cubicBezTo>
                    <a:pt x="64" y="0"/>
                    <a:pt x="1" y="61"/>
                    <a:pt x="1" y="138"/>
                  </a:cubicBezTo>
                  <a:cubicBezTo>
                    <a:pt x="1" y="215"/>
                    <a:pt x="63" y="277"/>
                    <a:pt x="141" y="277"/>
                  </a:cubicBezTo>
                  <a:lnTo>
                    <a:pt x="1115" y="277"/>
                  </a:lnTo>
                  <a:cubicBezTo>
                    <a:pt x="1191" y="277"/>
                    <a:pt x="1254" y="215"/>
                    <a:pt x="1254" y="138"/>
                  </a:cubicBezTo>
                  <a:cubicBezTo>
                    <a:pt x="1254" y="64"/>
                    <a:pt x="1192" y="0"/>
                    <a:pt x="111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20"/>
            <p:cNvSpPr/>
            <p:nvPr/>
          </p:nvSpPr>
          <p:spPr>
            <a:xfrm>
              <a:off x="6699363" y="3005091"/>
              <a:ext cx="17254" cy="9906"/>
            </a:xfrm>
            <a:custGeom>
              <a:rect b="b" l="l" r="r" t="t"/>
              <a:pathLst>
                <a:path extrusionOk="0" h="279" w="486">
                  <a:moveTo>
                    <a:pt x="140" y="1"/>
                  </a:moveTo>
                  <a:cubicBezTo>
                    <a:pt x="64" y="1"/>
                    <a:pt x="0" y="63"/>
                    <a:pt x="0" y="139"/>
                  </a:cubicBezTo>
                  <a:cubicBezTo>
                    <a:pt x="0" y="215"/>
                    <a:pt x="62" y="279"/>
                    <a:pt x="140" y="279"/>
                  </a:cubicBezTo>
                  <a:lnTo>
                    <a:pt x="344" y="279"/>
                  </a:lnTo>
                  <a:cubicBezTo>
                    <a:pt x="422" y="279"/>
                    <a:pt x="485" y="217"/>
                    <a:pt x="482" y="139"/>
                  </a:cubicBezTo>
                  <a:cubicBezTo>
                    <a:pt x="482" y="64"/>
                    <a:pt x="422" y="1"/>
                    <a:pt x="34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20"/>
            <p:cNvSpPr/>
            <p:nvPr/>
          </p:nvSpPr>
          <p:spPr>
            <a:xfrm>
              <a:off x="6723079" y="3005091"/>
              <a:ext cx="35431" cy="9906"/>
            </a:xfrm>
            <a:custGeom>
              <a:rect b="b" l="l" r="r" t="t"/>
              <a:pathLst>
                <a:path extrusionOk="0" h="279" w="998">
                  <a:moveTo>
                    <a:pt x="138" y="1"/>
                  </a:moveTo>
                  <a:cubicBezTo>
                    <a:pt x="63" y="1"/>
                    <a:pt x="0" y="63"/>
                    <a:pt x="0" y="139"/>
                  </a:cubicBezTo>
                  <a:cubicBezTo>
                    <a:pt x="0" y="215"/>
                    <a:pt x="62" y="279"/>
                    <a:pt x="138" y="279"/>
                  </a:cubicBezTo>
                  <a:lnTo>
                    <a:pt x="858" y="279"/>
                  </a:lnTo>
                  <a:cubicBezTo>
                    <a:pt x="934" y="279"/>
                    <a:pt x="997" y="217"/>
                    <a:pt x="997" y="139"/>
                  </a:cubicBezTo>
                  <a:cubicBezTo>
                    <a:pt x="997" y="64"/>
                    <a:pt x="935" y="1"/>
                    <a:pt x="8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20"/>
            <p:cNvSpPr/>
            <p:nvPr/>
          </p:nvSpPr>
          <p:spPr>
            <a:xfrm>
              <a:off x="6821709" y="2874721"/>
              <a:ext cx="27798" cy="30996"/>
            </a:xfrm>
            <a:custGeom>
              <a:rect b="b" l="l" r="r" t="t"/>
              <a:pathLst>
                <a:path extrusionOk="0" h="873" w="783">
                  <a:moveTo>
                    <a:pt x="438" y="0"/>
                  </a:moveTo>
                  <a:cubicBezTo>
                    <a:pt x="198" y="0"/>
                    <a:pt x="1" y="196"/>
                    <a:pt x="1" y="436"/>
                  </a:cubicBezTo>
                  <a:cubicBezTo>
                    <a:pt x="1" y="678"/>
                    <a:pt x="199" y="872"/>
                    <a:pt x="440" y="872"/>
                  </a:cubicBezTo>
                  <a:cubicBezTo>
                    <a:pt x="538" y="872"/>
                    <a:pt x="627" y="839"/>
                    <a:pt x="696" y="779"/>
                  </a:cubicBezTo>
                  <a:cubicBezTo>
                    <a:pt x="709" y="766"/>
                    <a:pt x="723" y="753"/>
                    <a:pt x="733" y="739"/>
                  </a:cubicBezTo>
                  <a:cubicBezTo>
                    <a:pt x="782" y="680"/>
                    <a:pt x="775" y="593"/>
                    <a:pt x="717" y="543"/>
                  </a:cubicBezTo>
                  <a:cubicBezTo>
                    <a:pt x="691" y="521"/>
                    <a:pt x="659" y="510"/>
                    <a:pt x="628" y="510"/>
                  </a:cubicBezTo>
                  <a:cubicBezTo>
                    <a:pt x="589" y="510"/>
                    <a:pt x="550" y="527"/>
                    <a:pt x="522" y="559"/>
                  </a:cubicBezTo>
                  <a:lnTo>
                    <a:pt x="510" y="570"/>
                  </a:lnTo>
                  <a:cubicBezTo>
                    <a:pt x="493" y="586"/>
                    <a:pt x="469" y="593"/>
                    <a:pt x="440" y="593"/>
                  </a:cubicBezTo>
                  <a:cubicBezTo>
                    <a:pt x="352" y="593"/>
                    <a:pt x="281" y="521"/>
                    <a:pt x="281" y="435"/>
                  </a:cubicBezTo>
                  <a:cubicBezTo>
                    <a:pt x="281" y="347"/>
                    <a:pt x="353" y="277"/>
                    <a:pt x="440" y="277"/>
                  </a:cubicBezTo>
                  <a:cubicBezTo>
                    <a:pt x="473" y="277"/>
                    <a:pt x="503" y="285"/>
                    <a:pt x="529" y="304"/>
                  </a:cubicBezTo>
                  <a:cubicBezTo>
                    <a:pt x="552" y="320"/>
                    <a:pt x="579" y="328"/>
                    <a:pt x="606" y="328"/>
                  </a:cubicBezTo>
                  <a:cubicBezTo>
                    <a:pt x="650" y="328"/>
                    <a:pt x="694" y="307"/>
                    <a:pt x="720" y="267"/>
                  </a:cubicBezTo>
                  <a:cubicBezTo>
                    <a:pt x="764" y="203"/>
                    <a:pt x="748" y="117"/>
                    <a:pt x="683" y="74"/>
                  </a:cubicBezTo>
                  <a:cubicBezTo>
                    <a:pt x="611" y="25"/>
                    <a:pt x="526" y="0"/>
                    <a:pt x="43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20"/>
            <p:cNvSpPr/>
            <p:nvPr/>
          </p:nvSpPr>
          <p:spPr>
            <a:xfrm>
              <a:off x="6854763" y="2874614"/>
              <a:ext cx="31065" cy="31102"/>
            </a:xfrm>
            <a:custGeom>
              <a:rect b="b" l="l" r="r" t="t"/>
              <a:pathLst>
                <a:path extrusionOk="0" h="876" w="875">
                  <a:moveTo>
                    <a:pt x="437" y="280"/>
                  </a:moveTo>
                  <a:cubicBezTo>
                    <a:pt x="526" y="280"/>
                    <a:pt x="595" y="352"/>
                    <a:pt x="595" y="438"/>
                  </a:cubicBezTo>
                  <a:cubicBezTo>
                    <a:pt x="595" y="526"/>
                    <a:pt x="523" y="596"/>
                    <a:pt x="437" y="596"/>
                  </a:cubicBezTo>
                  <a:cubicBezTo>
                    <a:pt x="349" y="596"/>
                    <a:pt x="279" y="524"/>
                    <a:pt x="279" y="438"/>
                  </a:cubicBezTo>
                  <a:cubicBezTo>
                    <a:pt x="277" y="350"/>
                    <a:pt x="349" y="280"/>
                    <a:pt x="437" y="280"/>
                  </a:cubicBezTo>
                  <a:close/>
                  <a:moveTo>
                    <a:pt x="437" y="0"/>
                  </a:moveTo>
                  <a:cubicBezTo>
                    <a:pt x="197" y="0"/>
                    <a:pt x="1" y="198"/>
                    <a:pt x="1" y="438"/>
                  </a:cubicBezTo>
                  <a:cubicBezTo>
                    <a:pt x="1" y="680"/>
                    <a:pt x="197" y="875"/>
                    <a:pt x="437" y="875"/>
                  </a:cubicBezTo>
                  <a:cubicBezTo>
                    <a:pt x="679" y="875"/>
                    <a:pt x="874" y="680"/>
                    <a:pt x="874" y="438"/>
                  </a:cubicBezTo>
                  <a:cubicBezTo>
                    <a:pt x="874" y="198"/>
                    <a:pt x="679" y="0"/>
                    <a:pt x="43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20"/>
            <p:cNvSpPr/>
            <p:nvPr/>
          </p:nvSpPr>
          <p:spPr>
            <a:xfrm>
              <a:off x="6891473" y="2873691"/>
              <a:ext cx="37917" cy="31244"/>
            </a:xfrm>
            <a:custGeom>
              <a:rect b="b" l="l" r="r" t="t"/>
              <a:pathLst>
                <a:path extrusionOk="0" h="880" w="1068">
                  <a:moveTo>
                    <a:pt x="140" y="1"/>
                  </a:moveTo>
                  <a:cubicBezTo>
                    <a:pt x="62" y="1"/>
                    <a:pt x="0" y="62"/>
                    <a:pt x="0" y="139"/>
                  </a:cubicBezTo>
                  <a:lnTo>
                    <a:pt x="0" y="737"/>
                  </a:lnTo>
                  <a:cubicBezTo>
                    <a:pt x="4" y="817"/>
                    <a:pt x="68" y="878"/>
                    <a:pt x="143" y="878"/>
                  </a:cubicBezTo>
                  <a:cubicBezTo>
                    <a:pt x="220" y="878"/>
                    <a:pt x="281" y="815"/>
                    <a:pt x="281" y="739"/>
                  </a:cubicBezTo>
                  <a:lnTo>
                    <a:pt x="281" y="432"/>
                  </a:lnTo>
                  <a:cubicBezTo>
                    <a:pt x="281" y="418"/>
                    <a:pt x="284" y="291"/>
                    <a:pt x="357" y="291"/>
                  </a:cubicBezTo>
                  <a:cubicBezTo>
                    <a:pt x="370" y="291"/>
                    <a:pt x="377" y="293"/>
                    <a:pt x="377" y="293"/>
                  </a:cubicBezTo>
                  <a:cubicBezTo>
                    <a:pt x="377" y="293"/>
                    <a:pt x="396" y="314"/>
                    <a:pt x="399" y="405"/>
                  </a:cubicBezTo>
                  <a:lnTo>
                    <a:pt x="399" y="442"/>
                  </a:lnTo>
                  <a:lnTo>
                    <a:pt x="399" y="444"/>
                  </a:lnTo>
                  <a:lnTo>
                    <a:pt x="399" y="742"/>
                  </a:lnTo>
                  <a:cubicBezTo>
                    <a:pt x="399" y="818"/>
                    <a:pt x="461" y="880"/>
                    <a:pt x="537" y="880"/>
                  </a:cubicBezTo>
                  <a:cubicBezTo>
                    <a:pt x="615" y="880"/>
                    <a:pt x="675" y="817"/>
                    <a:pt x="675" y="742"/>
                  </a:cubicBezTo>
                  <a:lnTo>
                    <a:pt x="675" y="473"/>
                  </a:lnTo>
                  <a:lnTo>
                    <a:pt x="675" y="429"/>
                  </a:lnTo>
                  <a:lnTo>
                    <a:pt x="675" y="418"/>
                  </a:lnTo>
                  <a:lnTo>
                    <a:pt x="675" y="391"/>
                  </a:lnTo>
                  <a:cubicBezTo>
                    <a:pt x="675" y="293"/>
                    <a:pt x="715" y="293"/>
                    <a:pt x="740" y="293"/>
                  </a:cubicBezTo>
                  <a:cubicBezTo>
                    <a:pt x="763" y="293"/>
                    <a:pt x="773" y="297"/>
                    <a:pt x="773" y="297"/>
                  </a:cubicBezTo>
                  <a:cubicBezTo>
                    <a:pt x="774" y="298"/>
                    <a:pt x="792" y="324"/>
                    <a:pt x="787" y="429"/>
                  </a:cubicBezTo>
                  <a:lnTo>
                    <a:pt x="787" y="435"/>
                  </a:lnTo>
                  <a:lnTo>
                    <a:pt x="787" y="739"/>
                  </a:lnTo>
                  <a:cubicBezTo>
                    <a:pt x="787" y="817"/>
                    <a:pt x="849" y="878"/>
                    <a:pt x="925" y="878"/>
                  </a:cubicBezTo>
                  <a:cubicBezTo>
                    <a:pt x="1003" y="878"/>
                    <a:pt x="1064" y="815"/>
                    <a:pt x="1064" y="739"/>
                  </a:cubicBezTo>
                  <a:lnTo>
                    <a:pt x="1064" y="437"/>
                  </a:lnTo>
                  <a:cubicBezTo>
                    <a:pt x="1068" y="339"/>
                    <a:pt x="1062" y="198"/>
                    <a:pt x="971" y="103"/>
                  </a:cubicBezTo>
                  <a:cubicBezTo>
                    <a:pt x="914" y="44"/>
                    <a:pt x="838" y="12"/>
                    <a:pt x="738" y="12"/>
                  </a:cubicBezTo>
                  <a:cubicBezTo>
                    <a:pt x="665" y="12"/>
                    <a:pt x="597" y="32"/>
                    <a:pt x="544" y="68"/>
                  </a:cubicBezTo>
                  <a:cubicBezTo>
                    <a:pt x="481" y="19"/>
                    <a:pt x="409" y="9"/>
                    <a:pt x="353" y="9"/>
                  </a:cubicBezTo>
                  <a:cubicBezTo>
                    <a:pt x="308" y="9"/>
                    <a:pt x="266" y="18"/>
                    <a:pt x="229" y="32"/>
                  </a:cubicBezTo>
                  <a:cubicBezTo>
                    <a:pt x="206" y="12"/>
                    <a:pt x="173"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20"/>
            <p:cNvSpPr/>
            <p:nvPr/>
          </p:nvSpPr>
          <p:spPr>
            <a:xfrm>
              <a:off x="6794016" y="2872945"/>
              <a:ext cx="17680" cy="32771"/>
            </a:xfrm>
            <a:custGeom>
              <a:rect b="b" l="l" r="r" t="t"/>
              <a:pathLst>
                <a:path extrusionOk="0" h="923" w="498">
                  <a:moveTo>
                    <a:pt x="338" y="1"/>
                  </a:moveTo>
                  <a:cubicBezTo>
                    <a:pt x="290" y="1"/>
                    <a:pt x="245" y="25"/>
                    <a:pt x="218" y="68"/>
                  </a:cubicBezTo>
                  <a:lnTo>
                    <a:pt x="28" y="383"/>
                  </a:lnTo>
                  <a:cubicBezTo>
                    <a:pt x="1" y="426"/>
                    <a:pt x="1" y="479"/>
                    <a:pt x="25" y="524"/>
                  </a:cubicBezTo>
                  <a:lnTo>
                    <a:pt x="217" y="852"/>
                  </a:lnTo>
                  <a:cubicBezTo>
                    <a:pt x="241" y="897"/>
                    <a:pt x="289" y="922"/>
                    <a:pt x="338" y="922"/>
                  </a:cubicBezTo>
                  <a:cubicBezTo>
                    <a:pt x="361" y="922"/>
                    <a:pt x="384" y="917"/>
                    <a:pt x="407" y="904"/>
                  </a:cubicBezTo>
                  <a:cubicBezTo>
                    <a:pt x="474" y="866"/>
                    <a:pt x="497" y="780"/>
                    <a:pt x="457" y="714"/>
                  </a:cubicBezTo>
                  <a:lnTo>
                    <a:pt x="309" y="456"/>
                  </a:lnTo>
                  <a:lnTo>
                    <a:pt x="456" y="212"/>
                  </a:lnTo>
                  <a:cubicBezTo>
                    <a:pt x="496" y="145"/>
                    <a:pt x="474" y="60"/>
                    <a:pt x="410" y="20"/>
                  </a:cubicBezTo>
                  <a:cubicBezTo>
                    <a:pt x="387" y="7"/>
                    <a:pt x="362" y="1"/>
                    <a:pt x="33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20"/>
            <p:cNvSpPr/>
            <p:nvPr/>
          </p:nvSpPr>
          <p:spPr>
            <a:xfrm>
              <a:off x="6794300" y="2925846"/>
              <a:ext cx="187098" cy="9870"/>
            </a:xfrm>
            <a:custGeom>
              <a:rect b="b" l="l" r="r" t="t"/>
              <a:pathLst>
                <a:path extrusionOk="0" h="278" w="5270">
                  <a:moveTo>
                    <a:pt x="138" y="1"/>
                  </a:moveTo>
                  <a:cubicBezTo>
                    <a:pt x="61" y="1"/>
                    <a:pt x="0" y="64"/>
                    <a:pt x="0" y="139"/>
                  </a:cubicBezTo>
                  <a:cubicBezTo>
                    <a:pt x="0" y="215"/>
                    <a:pt x="63" y="277"/>
                    <a:pt x="138" y="277"/>
                  </a:cubicBezTo>
                  <a:lnTo>
                    <a:pt x="5132" y="277"/>
                  </a:lnTo>
                  <a:cubicBezTo>
                    <a:pt x="5209" y="277"/>
                    <a:pt x="5270" y="215"/>
                    <a:pt x="5270" y="139"/>
                  </a:cubicBezTo>
                  <a:cubicBezTo>
                    <a:pt x="5270" y="64"/>
                    <a:pt x="5208" y="1"/>
                    <a:pt x="513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20"/>
            <p:cNvSpPr/>
            <p:nvPr/>
          </p:nvSpPr>
          <p:spPr>
            <a:xfrm>
              <a:off x="6851745" y="2952225"/>
              <a:ext cx="129655" cy="9906"/>
            </a:xfrm>
            <a:custGeom>
              <a:rect b="b" l="l" r="r" t="t"/>
              <a:pathLst>
                <a:path extrusionOk="0" h="279" w="3652">
                  <a:moveTo>
                    <a:pt x="139" y="0"/>
                  </a:moveTo>
                  <a:cubicBezTo>
                    <a:pt x="61" y="0"/>
                    <a:pt x="1" y="64"/>
                    <a:pt x="1" y="139"/>
                  </a:cubicBezTo>
                  <a:cubicBezTo>
                    <a:pt x="1" y="216"/>
                    <a:pt x="63" y="278"/>
                    <a:pt x="139" y="278"/>
                  </a:cubicBezTo>
                  <a:lnTo>
                    <a:pt x="3514" y="278"/>
                  </a:lnTo>
                  <a:cubicBezTo>
                    <a:pt x="3591" y="278"/>
                    <a:pt x="3652" y="215"/>
                    <a:pt x="3652" y="139"/>
                  </a:cubicBezTo>
                  <a:cubicBezTo>
                    <a:pt x="3652" y="64"/>
                    <a:pt x="3591" y="0"/>
                    <a:pt x="351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20"/>
            <p:cNvSpPr/>
            <p:nvPr/>
          </p:nvSpPr>
          <p:spPr>
            <a:xfrm>
              <a:off x="6794300" y="2952261"/>
              <a:ext cx="44520" cy="9906"/>
            </a:xfrm>
            <a:custGeom>
              <a:rect b="b" l="l" r="r" t="t"/>
              <a:pathLst>
                <a:path extrusionOk="0" h="279" w="1254">
                  <a:moveTo>
                    <a:pt x="138" y="1"/>
                  </a:moveTo>
                  <a:cubicBezTo>
                    <a:pt x="61" y="1"/>
                    <a:pt x="0" y="64"/>
                    <a:pt x="0" y="140"/>
                  </a:cubicBezTo>
                  <a:cubicBezTo>
                    <a:pt x="0" y="215"/>
                    <a:pt x="63" y="279"/>
                    <a:pt x="138" y="279"/>
                  </a:cubicBezTo>
                  <a:lnTo>
                    <a:pt x="1115" y="279"/>
                  </a:lnTo>
                  <a:cubicBezTo>
                    <a:pt x="1192" y="279"/>
                    <a:pt x="1253" y="215"/>
                    <a:pt x="1253" y="140"/>
                  </a:cubicBezTo>
                  <a:cubicBezTo>
                    <a:pt x="1253" y="64"/>
                    <a:pt x="1190" y="1"/>
                    <a:pt x="111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20"/>
            <p:cNvSpPr/>
            <p:nvPr/>
          </p:nvSpPr>
          <p:spPr>
            <a:xfrm>
              <a:off x="6947747" y="2978676"/>
              <a:ext cx="33656" cy="9870"/>
            </a:xfrm>
            <a:custGeom>
              <a:rect b="b" l="l" r="r" t="t"/>
              <a:pathLst>
                <a:path extrusionOk="0" h="278" w="948">
                  <a:moveTo>
                    <a:pt x="139" y="1"/>
                  </a:moveTo>
                  <a:cubicBezTo>
                    <a:pt x="61" y="1"/>
                    <a:pt x="1" y="63"/>
                    <a:pt x="1" y="139"/>
                  </a:cubicBezTo>
                  <a:cubicBezTo>
                    <a:pt x="1" y="217"/>
                    <a:pt x="63" y="277"/>
                    <a:pt x="139" y="277"/>
                  </a:cubicBezTo>
                  <a:lnTo>
                    <a:pt x="810" y="277"/>
                  </a:lnTo>
                  <a:cubicBezTo>
                    <a:pt x="887" y="277"/>
                    <a:pt x="948" y="214"/>
                    <a:pt x="948" y="139"/>
                  </a:cubicBezTo>
                  <a:cubicBezTo>
                    <a:pt x="948" y="63"/>
                    <a:pt x="887" y="1"/>
                    <a:pt x="81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20"/>
            <p:cNvSpPr/>
            <p:nvPr/>
          </p:nvSpPr>
          <p:spPr>
            <a:xfrm>
              <a:off x="6794300" y="2978747"/>
              <a:ext cx="140554" cy="9835"/>
            </a:xfrm>
            <a:custGeom>
              <a:rect b="b" l="l" r="r" t="t"/>
              <a:pathLst>
                <a:path extrusionOk="0" h="277" w="3959">
                  <a:moveTo>
                    <a:pt x="138" y="0"/>
                  </a:moveTo>
                  <a:cubicBezTo>
                    <a:pt x="61" y="0"/>
                    <a:pt x="0" y="64"/>
                    <a:pt x="0" y="138"/>
                  </a:cubicBezTo>
                  <a:cubicBezTo>
                    <a:pt x="0" y="215"/>
                    <a:pt x="63" y="277"/>
                    <a:pt x="138" y="277"/>
                  </a:cubicBezTo>
                  <a:lnTo>
                    <a:pt x="3821" y="277"/>
                  </a:lnTo>
                  <a:cubicBezTo>
                    <a:pt x="3898" y="277"/>
                    <a:pt x="3959" y="215"/>
                    <a:pt x="3959" y="138"/>
                  </a:cubicBezTo>
                  <a:cubicBezTo>
                    <a:pt x="3959" y="61"/>
                    <a:pt x="3896" y="0"/>
                    <a:pt x="382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20"/>
            <p:cNvSpPr/>
            <p:nvPr/>
          </p:nvSpPr>
          <p:spPr>
            <a:xfrm>
              <a:off x="6899497" y="3005091"/>
              <a:ext cx="81904" cy="9906"/>
            </a:xfrm>
            <a:custGeom>
              <a:rect b="b" l="l" r="r" t="t"/>
              <a:pathLst>
                <a:path extrusionOk="0" h="279" w="2307">
                  <a:moveTo>
                    <a:pt x="138" y="1"/>
                  </a:moveTo>
                  <a:cubicBezTo>
                    <a:pt x="60" y="1"/>
                    <a:pt x="0" y="64"/>
                    <a:pt x="0" y="139"/>
                  </a:cubicBezTo>
                  <a:cubicBezTo>
                    <a:pt x="0" y="217"/>
                    <a:pt x="62" y="279"/>
                    <a:pt x="138" y="279"/>
                  </a:cubicBezTo>
                  <a:lnTo>
                    <a:pt x="2169" y="279"/>
                  </a:lnTo>
                  <a:cubicBezTo>
                    <a:pt x="2246" y="279"/>
                    <a:pt x="2307" y="215"/>
                    <a:pt x="2307" y="139"/>
                  </a:cubicBezTo>
                  <a:cubicBezTo>
                    <a:pt x="2307" y="64"/>
                    <a:pt x="2246" y="1"/>
                    <a:pt x="216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20"/>
            <p:cNvSpPr/>
            <p:nvPr/>
          </p:nvSpPr>
          <p:spPr>
            <a:xfrm>
              <a:off x="6794335" y="3005091"/>
              <a:ext cx="92307" cy="9906"/>
            </a:xfrm>
            <a:custGeom>
              <a:rect b="b" l="l" r="r" t="t"/>
              <a:pathLst>
                <a:path extrusionOk="0" h="279" w="2600">
                  <a:moveTo>
                    <a:pt x="139" y="1"/>
                  </a:moveTo>
                  <a:cubicBezTo>
                    <a:pt x="62" y="1"/>
                    <a:pt x="1" y="64"/>
                    <a:pt x="1" y="139"/>
                  </a:cubicBezTo>
                  <a:cubicBezTo>
                    <a:pt x="1" y="217"/>
                    <a:pt x="64" y="279"/>
                    <a:pt x="139" y="279"/>
                  </a:cubicBezTo>
                  <a:lnTo>
                    <a:pt x="2461" y="279"/>
                  </a:lnTo>
                  <a:cubicBezTo>
                    <a:pt x="2539" y="279"/>
                    <a:pt x="2599" y="215"/>
                    <a:pt x="2599" y="139"/>
                  </a:cubicBezTo>
                  <a:cubicBezTo>
                    <a:pt x="2599" y="64"/>
                    <a:pt x="2538" y="1"/>
                    <a:pt x="24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20"/>
            <p:cNvSpPr/>
            <p:nvPr/>
          </p:nvSpPr>
          <p:spPr>
            <a:xfrm>
              <a:off x="6739660" y="3106774"/>
              <a:ext cx="196222" cy="27587"/>
            </a:xfrm>
            <a:custGeom>
              <a:rect b="b" l="l" r="r" t="t"/>
              <a:pathLst>
                <a:path extrusionOk="0" h="777" w="5527">
                  <a:moveTo>
                    <a:pt x="589" y="0"/>
                  </a:moveTo>
                  <a:cubicBezTo>
                    <a:pt x="264" y="0"/>
                    <a:pt x="1" y="265"/>
                    <a:pt x="1" y="589"/>
                  </a:cubicBezTo>
                  <a:lnTo>
                    <a:pt x="1" y="776"/>
                  </a:lnTo>
                  <a:lnTo>
                    <a:pt x="5527" y="776"/>
                  </a:lnTo>
                  <a:lnTo>
                    <a:pt x="5527" y="589"/>
                  </a:lnTo>
                  <a:cubicBezTo>
                    <a:pt x="5527" y="264"/>
                    <a:pt x="5262" y="0"/>
                    <a:pt x="493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20"/>
            <p:cNvSpPr/>
            <p:nvPr/>
          </p:nvSpPr>
          <p:spPr>
            <a:xfrm>
              <a:off x="6900917" y="3106809"/>
              <a:ext cx="34934" cy="27587"/>
            </a:xfrm>
            <a:custGeom>
              <a:rect b="b" l="l" r="r" t="t"/>
              <a:pathLst>
                <a:path extrusionOk="0" h="777" w="984">
                  <a:moveTo>
                    <a:pt x="0" y="1"/>
                  </a:moveTo>
                  <a:cubicBezTo>
                    <a:pt x="327" y="1"/>
                    <a:pt x="589" y="266"/>
                    <a:pt x="589" y="589"/>
                  </a:cubicBezTo>
                  <a:lnTo>
                    <a:pt x="589" y="777"/>
                  </a:lnTo>
                  <a:lnTo>
                    <a:pt x="983" y="777"/>
                  </a:lnTo>
                  <a:lnTo>
                    <a:pt x="983" y="589"/>
                  </a:lnTo>
                  <a:cubicBezTo>
                    <a:pt x="983" y="264"/>
                    <a:pt x="720" y="1"/>
                    <a:pt x="39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6" name="Google Shape;2386;p20"/>
          <p:cNvGrpSpPr/>
          <p:nvPr/>
        </p:nvGrpSpPr>
        <p:grpSpPr>
          <a:xfrm>
            <a:off x="4411816" y="1788032"/>
            <a:ext cx="327131" cy="306829"/>
            <a:chOff x="5379478" y="2182787"/>
            <a:chExt cx="327131" cy="306829"/>
          </a:xfrm>
        </p:grpSpPr>
        <p:sp>
          <p:nvSpPr>
            <p:cNvPr id="2387" name="Google Shape;2387;p20"/>
            <p:cNvSpPr/>
            <p:nvPr/>
          </p:nvSpPr>
          <p:spPr>
            <a:xfrm>
              <a:off x="5571056" y="2182787"/>
              <a:ext cx="92662" cy="56950"/>
            </a:xfrm>
            <a:custGeom>
              <a:rect b="b" l="l" r="r" t="t"/>
              <a:pathLst>
                <a:path extrusionOk="0" h="1604" w="2610">
                  <a:moveTo>
                    <a:pt x="1306" y="1"/>
                  </a:moveTo>
                  <a:cubicBezTo>
                    <a:pt x="586" y="1"/>
                    <a:pt x="1" y="585"/>
                    <a:pt x="1" y="1304"/>
                  </a:cubicBezTo>
                  <a:lnTo>
                    <a:pt x="1" y="1312"/>
                  </a:lnTo>
                  <a:cubicBezTo>
                    <a:pt x="1" y="1471"/>
                    <a:pt x="133" y="1604"/>
                    <a:pt x="293" y="1604"/>
                  </a:cubicBezTo>
                  <a:cubicBezTo>
                    <a:pt x="453" y="1604"/>
                    <a:pt x="585" y="1471"/>
                    <a:pt x="585" y="1312"/>
                  </a:cubicBezTo>
                  <a:lnTo>
                    <a:pt x="585" y="1304"/>
                  </a:lnTo>
                  <a:cubicBezTo>
                    <a:pt x="585" y="907"/>
                    <a:pt x="909" y="583"/>
                    <a:pt x="1306" y="583"/>
                  </a:cubicBezTo>
                  <a:cubicBezTo>
                    <a:pt x="1703" y="583"/>
                    <a:pt x="2027" y="907"/>
                    <a:pt x="2027" y="1304"/>
                  </a:cubicBezTo>
                  <a:lnTo>
                    <a:pt x="2027" y="1312"/>
                  </a:lnTo>
                  <a:cubicBezTo>
                    <a:pt x="2027" y="1471"/>
                    <a:pt x="2158" y="1604"/>
                    <a:pt x="2319" y="1604"/>
                  </a:cubicBezTo>
                  <a:cubicBezTo>
                    <a:pt x="2479" y="1604"/>
                    <a:pt x="2610" y="1471"/>
                    <a:pt x="2610" y="1312"/>
                  </a:cubicBezTo>
                  <a:lnTo>
                    <a:pt x="2610" y="1304"/>
                  </a:lnTo>
                  <a:cubicBezTo>
                    <a:pt x="2608" y="585"/>
                    <a:pt x="2024" y="1"/>
                    <a:pt x="130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20"/>
            <p:cNvSpPr/>
            <p:nvPr/>
          </p:nvSpPr>
          <p:spPr>
            <a:xfrm>
              <a:off x="5588275" y="2182787"/>
              <a:ext cx="75407" cy="56950"/>
            </a:xfrm>
            <a:custGeom>
              <a:rect b="b" l="l" r="r" t="t"/>
              <a:pathLst>
                <a:path extrusionOk="0" h="1604" w="2124">
                  <a:moveTo>
                    <a:pt x="821" y="1"/>
                  </a:moveTo>
                  <a:cubicBezTo>
                    <a:pt x="509" y="1"/>
                    <a:pt x="225" y="110"/>
                    <a:pt x="1" y="291"/>
                  </a:cubicBezTo>
                  <a:cubicBezTo>
                    <a:pt x="163" y="216"/>
                    <a:pt x="348" y="175"/>
                    <a:pt x="540" y="175"/>
                  </a:cubicBezTo>
                  <a:cubicBezTo>
                    <a:pt x="1260" y="175"/>
                    <a:pt x="1844" y="759"/>
                    <a:pt x="1844" y="1479"/>
                  </a:cubicBezTo>
                  <a:lnTo>
                    <a:pt x="1844" y="1486"/>
                  </a:lnTo>
                  <a:cubicBezTo>
                    <a:pt x="1844" y="1527"/>
                    <a:pt x="1835" y="1568"/>
                    <a:pt x="1818" y="1604"/>
                  </a:cubicBezTo>
                  <a:lnTo>
                    <a:pt x="1831" y="1604"/>
                  </a:lnTo>
                  <a:cubicBezTo>
                    <a:pt x="1992" y="1604"/>
                    <a:pt x="2123" y="1471"/>
                    <a:pt x="2123" y="1312"/>
                  </a:cubicBezTo>
                  <a:lnTo>
                    <a:pt x="2123" y="1304"/>
                  </a:lnTo>
                  <a:cubicBezTo>
                    <a:pt x="2123" y="585"/>
                    <a:pt x="1539" y="1"/>
                    <a:pt x="82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20"/>
            <p:cNvSpPr/>
            <p:nvPr/>
          </p:nvSpPr>
          <p:spPr>
            <a:xfrm>
              <a:off x="5528238" y="2225817"/>
              <a:ext cx="178365" cy="139464"/>
            </a:xfrm>
            <a:custGeom>
              <a:rect b="b" l="l" r="r" t="t"/>
              <a:pathLst>
                <a:path extrusionOk="0" h="3928" w="5024">
                  <a:moveTo>
                    <a:pt x="235" y="0"/>
                  </a:moveTo>
                  <a:cubicBezTo>
                    <a:pt x="106" y="0"/>
                    <a:pt x="1" y="107"/>
                    <a:pt x="1" y="236"/>
                  </a:cubicBezTo>
                  <a:lnTo>
                    <a:pt x="1" y="3691"/>
                  </a:lnTo>
                  <a:cubicBezTo>
                    <a:pt x="1" y="3822"/>
                    <a:pt x="106" y="3927"/>
                    <a:pt x="235" y="3927"/>
                  </a:cubicBezTo>
                  <a:lnTo>
                    <a:pt x="4787" y="3927"/>
                  </a:lnTo>
                  <a:cubicBezTo>
                    <a:pt x="4917" y="3927"/>
                    <a:pt x="5023" y="3824"/>
                    <a:pt x="5023" y="3691"/>
                  </a:cubicBezTo>
                  <a:lnTo>
                    <a:pt x="5023" y="236"/>
                  </a:lnTo>
                  <a:cubicBezTo>
                    <a:pt x="5023" y="107"/>
                    <a:pt x="4917" y="0"/>
                    <a:pt x="478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20"/>
            <p:cNvSpPr/>
            <p:nvPr/>
          </p:nvSpPr>
          <p:spPr>
            <a:xfrm>
              <a:off x="5528238" y="2225924"/>
              <a:ext cx="178365" cy="67815"/>
            </a:xfrm>
            <a:custGeom>
              <a:rect b="b" l="l" r="r" t="t"/>
              <a:pathLst>
                <a:path extrusionOk="0" h="1910" w="5024">
                  <a:moveTo>
                    <a:pt x="235" y="0"/>
                  </a:moveTo>
                  <a:cubicBezTo>
                    <a:pt x="106" y="0"/>
                    <a:pt x="1" y="105"/>
                    <a:pt x="1" y="236"/>
                  </a:cubicBezTo>
                  <a:lnTo>
                    <a:pt x="1" y="1553"/>
                  </a:lnTo>
                  <a:cubicBezTo>
                    <a:pt x="1" y="1553"/>
                    <a:pt x="659" y="1698"/>
                    <a:pt x="1545" y="1835"/>
                  </a:cubicBezTo>
                  <a:cubicBezTo>
                    <a:pt x="1865" y="1885"/>
                    <a:pt x="2188" y="1909"/>
                    <a:pt x="2511" y="1909"/>
                  </a:cubicBezTo>
                  <a:cubicBezTo>
                    <a:pt x="2834" y="1909"/>
                    <a:pt x="3157" y="1885"/>
                    <a:pt x="3478" y="1835"/>
                  </a:cubicBezTo>
                  <a:cubicBezTo>
                    <a:pt x="4363" y="1698"/>
                    <a:pt x="5023" y="1553"/>
                    <a:pt x="5023" y="1553"/>
                  </a:cubicBezTo>
                  <a:lnTo>
                    <a:pt x="5023" y="236"/>
                  </a:lnTo>
                  <a:cubicBezTo>
                    <a:pt x="5023" y="107"/>
                    <a:pt x="4917" y="0"/>
                    <a:pt x="47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20"/>
            <p:cNvSpPr/>
            <p:nvPr/>
          </p:nvSpPr>
          <p:spPr>
            <a:xfrm>
              <a:off x="5684384" y="2225924"/>
              <a:ext cx="22225" cy="139464"/>
            </a:xfrm>
            <a:custGeom>
              <a:rect b="b" l="l" r="r" t="t"/>
              <a:pathLst>
                <a:path extrusionOk="0" h="3928" w="626">
                  <a:moveTo>
                    <a:pt x="1" y="0"/>
                  </a:moveTo>
                  <a:cubicBezTo>
                    <a:pt x="130" y="0"/>
                    <a:pt x="237" y="107"/>
                    <a:pt x="237" y="236"/>
                  </a:cubicBezTo>
                  <a:lnTo>
                    <a:pt x="237" y="3691"/>
                  </a:lnTo>
                  <a:cubicBezTo>
                    <a:pt x="237" y="3821"/>
                    <a:pt x="130" y="3927"/>
                    <a:pt x="1" y="3927"/>
                  </a:cubicBezTo>
                  <a:lnTo>
                    <a:pt x="389" y="3927"/>
                  </a:lnTo>
                  <a:cubicBezTo>
                    <a:pt x="519" y="3927"/>
                    <a:pt x="625" y="3821"/>
                    <a:pt x="625" y="3691"/>
                  </a:cubicBezTo>
                  <a:lnTo>
                    <a:pt x="625" y="236"/>
                  </a:lnTo>
                  <a:cubicBezTo>
                    <a:pt x="625" y="107"/>
                    <a:pt x="519" y="0"/>
                    <a:pt x="38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20"/>
            <p:cNvSpPr/>
            <p:nvPr/>
          </p:nvSpPr>
          <p:spPr>
            <a:xfrm>
              <a:off x="5684384" y="2225959"/>
              <a:ext cx="22225" cy="57980"/>
            </a:xfrm>
            <a:custGeom>
              <a:rect b="b" l="l" r="r" t="t"/>
              <a:pathLst>
                <a:path extrusionOk="0" h="1633" w="626">
                  <a:moveTo>
                    <a:pt x="392" y="1"/>
                  </a:moveTo>
                  <a:cubicBezTo>
                    <a:pt x="391" y="1"/>
                    <a:pt x="390" y="1"/>
                    <a:pt x="389" y="1"/>
                  </a:cubicBezTo>
                  <a:lnTo>
                    <a:pt x="1" y="1"/>
                  </a:lnTo>
                  <a:cubicBezTo>
                    <a:pt x="130" y="1"/>
                    <a:pt x="237" y="107"/>
                    <a:pt x="237" y="237"/>
                  </a:cubicBezTo>
                  <a:lnTo>
                    <a:pt x="237" y="1632"/>
                  </a:lnTo>
                  <a:cubicBezTo>
                    <a:pt x="481" y="1584"/>
                    <a:pt x="625" y="1552"/>
                    <a:pt x="625" y="1552"/>
                  </a:cubicBezTo>
                  <a:lnTo>
                    <a:pt x="625" y="235"/>
                  </a:lnTo>
                  <a:cubicBezTo>
                    <a:pt x="625" y="107"/>
                    <a:pt x="520" y="1"/>
                    <a:pt x="39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20"/>
            <p:cNvSpPr/>
            <p:nvPr/>
          </p:nvSpPr>
          <p:spPr>
            <a:xfrm>
              <a:off x="5559517" y="2273996"/>
              <a:ext cx="20414" cy="29114"/>
            </a:xfrm>
            <a:custGeom>
              <a:rect b="b" l="l" r="r" t="t"/>
              <a:pathLst>
                <a:path extrusionOk="0" h="820" w="575">
                  <a:moveTo>
                    <a:pt x="208" y="0"/>
                  </a:moveTo>
                  <a:cubicBezTo>
                    <a:pt x="93" y="0"/>
                    <a:pt x="1" y="94"/>
                    <a:pt x="1" y="208"/>
                  </a:cubicBezTo>
                  <a:lnTo>
                    <a:pt x="1" y="612"/>
                  </a:lnTo>
                  <a:cubicBezTo>
                    <a:pt x="1" y="727"/>
                    <a:pt x="94" y="819"/>
                    <a:pt x="208" y="819"/>
                  </a:cubicBezTo>
                  <a:lnTo>
                    <a:pt x="368" y="819"/>
                  </a:lnTo>
                  <a:cubicBezTo>
                    <a:pt x="483" y="819"/>
                    <a:pt x="575" y="727"/>
                    <a:pt x="575" y="612"/>
                  </a:cubicBezTo>
                  <a:lnTo>
                    <a:pt x="575" y="208"/>
                  </a:lnTo>
                  <a:cubicBezTo>
                    <a:pt x="575" y="92"/>
                    <a:pt x="481" y="0"/>
                    <a:pt x="3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20"/>
            <p:cNvSpPr/>
            <p:nvPr/>
          </p:nvSpPr>
          <p:spPr>
            <a:xfrm>
              <a:off x="5654809" y="2273996"/>
              <a:ext cx="20414" cy="29114"/>
            </a:xfrm>
            <a:custGeom>
              <a:rect b="b" l="l" r="r" t="t"/>
              <a:pathLst>
                <a:path extrusionOk="0" h="820" w="575">
                  <a:moveTo>
                    <a:pt x="208" y="0"/>
                  </a:moveTo>
                  <a:cubicBezTo>
                    <a:pt x="92" y="0"/>
                    <a:pt x="0" y="94"/>
                    <a:pt x="0" y="208"/>
                  </a:cubicBezTo>
                  <a:lnTo>
                    <a:pt x="0" y="612"/>
                  </a:lnTo>
                  <a:cubicBezTo>
                    <a:pt x="0" y="727"/>
                    <a:pt x="94" y="819"/>
                    <a:pt x="208" y="819"/>
                  </a:cubicBezTo>
                  <a:lnTo>
                    <a:pt x="367" y="819"/>
                  </a:lnTo>
                  <a:cubicBezTo>
                    <a:pt x="482" y="819"/>
                    <a:pt x="575" y="727"/>
                    <a:pt x="575" y="612"/>
                  </a:cubicBezTo>
                  <a:lnTo>
                    <a:pt x="575" y="208"/>
                  </a:lnTo>
                  <a:cubicBezTo>
                    <a:pt x="575" y="92"/>
                    <a:pt x="481"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20"/>
            <p:cNvSpPr/>
            <p:nvPr/>
          </p:nvSpPr>
          <p:spPr>
            <a:xfrm>
              <a:off x="5564630" y="2274138"/>
              <a:ext cx="15302" cy="29008"/>
            </a:xfrm>
            <a:custGeom>
              <a:rect b="b" l="l" r="r" t="t"/>
              <a:pathLst>
                <a:path extrusionOk="0" h="817" w="431">
                  <a:moveTo>
                    <a:pt x="229" y="1"/>
                  </a:moveTo>
                  <a:cubicBezTo>
                    <a:pt x="227" y="1"/>
                    <a:pt x="225" y="1"/>
                    <a:pt x="224" y="1"/>
                  </a:cubicBezTo>
                  <a:lnTo>
                    <a:pt x="64" y="1"/>
                  </a:lnTo>
                  <a:cubicBezTo>
                    <a:pt x="42" y="1"/>
                    <a:pt x="21" y="3"/>
                    <a:pt x="0" y="11"/>
                  </a:cubicBezTo>
                  <a:cubicBezTo>
                    <a:pt x="85" y="38"/>
                    <a:pt x="144" y="116"/>
                    <a:pt x="144" y="206"/>
                  </a:cubicBezTo>
                  <a:lnTo>
                    <a:pt x="144" y="612"/>
                  </a:lnTo>
                  <a:cubicBezTo>
                    <a:pt x="144" y="703"/>
                    <a:pt x="84" y="781"/>
                    <a:pt x="0" y="808"/>
                  </a:cubicBezTo>
                  <a:cubicBezTo>
                    <a:pt x="21" y="814"/>
                    <a:pt x="42" y="817"/>
                    <a:pt x="64" y="817"/>
                  </a:cubicBezTo>
                  <a:lnTo>
                    <a:pt x="224" y="817"/>
                  </a:lnTo>
                  <a:cubicBezTo>
                    <a:pt x="339" y="817"/>
                    <a:pt x="431" y="724"/>
                    <a:pt x="431" y="609"/>
                  </a:cubicBezTo>
                  <a:lnTo>
                    <a:pt x="431" y="205"/>
                  </a:lnTo>
                  <a:cubicBezTo>
                    <a:pt x="431" y="92"/>
                    <a:pt x="341" y="1"/>
                    <a:pt x="22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20"/>
            <p:cNvSpPr/>
            <p:nvPr/>
          </p:nvSpPr>
          <p:spPr>
            <a:xfrm>
              <a:off x="5659922" y="2274138"/>
              <a:ext cx="15302" cy="29008"/>
            </a:xfrm>
            <a:custGeom>
              <a:rect b="b" l="l" r="r" t="t"/>
              <a:pathLst>
                <a:path extrusionOk="0" h="817" w="431">
                  <a:moveTo>
                    <a:pt x="229" y="1"/>
                  </a:moveTo>
                  <a:cubicBezTo>
                    <a:pt x="227" y="1"/>
                    <a:pt x="225" y="1"/>
                    <a:pt x="223" y="1"/>
                  </a:cubicBezTo>
                  <a:lnTo>
                    <a:pt x="64" y="1"/>
                  </a:lnTo>
                  <a:cubicBezTo>
                    <a:pt x="42" y="1"/>
                    <a:pt x="20" y="3"/>
                    <a:pt x="0" y="11"/>
                  </a:cubicBezTo>
                  <a:cubicBezTo>
                    <a:pt x="85" y="37"/>
                    <a:pt x="144" y="116"/>
                    <a:pt x="144" y="206"/>
                  </a:cubicBezTo>
                  <a:lnTo>
                    <a:pt x="144" y="612"/>
                  </a:lnTo>
                  <a:cubicBezTo>
                    <a:pt x="144" y="703"/>
                    <a:pt x="84" y="781"/>
                    <a:pt x="0" y="808"/>
                  </a:cubicBezTo>
                  <a:cubicBezTo>
                    <a:pt x="20" y="814"/>
                    <a:pt x="42" y="817"/>
                    <a:pt x="64" y="817"/>
                  </a:cubicBezTo>
                  <a:lnTo>
                    <a:pt x="223" y="817"/>
                  </a:lnTo>
                  <a:cubicBezTo>
                    <a:pt x="338" y="817"/>
                    <a:pt x="431" y="724"/>
                    <a:pt x="431" y="609"/>
                  </a:cubicBezTo>
                  <a:lnTo>
                    <a:pt x="431" y="205"/>
                  </a:lnTo>
                  <a:cubicBezTo>
                    <a:pt x="431" y="92"/>
                    <a:pt x="341" y="1"/>
                    <a:pt x="22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20"/>
            <p:cNvSpPr/>
            <p:nvPr/>
          </p:nvSpPr>
          <p:spPr>
            <a:xfrm>
              <a:off x="5422331" y="2307086"/>
              <a:ext cx="92662" cy="56915"/>
            </a:xfrm>
            <a:custGeom>
              <a:rect b="b" l="l" r="r" t="t"/>
              <a:pathLst>
                <a:path extrusionOk="0" h="1603" w="2610">
                  <a:moveTo>
                    <a:pt x="1306" y="1"/>
                  </a:moveTo>
                  <a:cubicBezTo>
                    <a:pt x="586" y="1"/>
                    <a:pt x="1" y="585"/>
                    <a:pt x="1" y="1305"/>
                  </a:cubicBezTo>
                  <a:lnTo>
                    <a:pt x="1" y="1312"/>
                  </a:lnTo>
                  <a:cubicBezTo>
                    <a:pt x="1" y="1471"/>
                    <a:pt x="132" y="1602"/>
                    <a:pt x="293" y="1602"/>
                  </a:cubicBezTo>
                  <a:cubicBezTo>
                    <a:pt x="453" y="1602"/>
                    <a:pt x="584" y="1471"/>
                    <a:pt x="584" y="1312"/>
                  </a:cubicBezTo>
                  <a:lnTo>
                    <a:pt x="584" y="1305"/>
                  </a:lnTo>
                  <a:cubicBezTo>
                    <a:pt x="584" y="907"/>
                    <a:pt x="907" y="584"/>
                    <a:pt x="1306" y="584"/>
                  </a:cubicBezTo>
                  <a:cubicBezTo>
                    <a:pt x="1703" y="584"/>
                    <a:pt x="2027" y="907"/>
                    <a:pt x="2027" y="1305"/>
                  </a:cubicBezTo>
                  <a:lnTo>
                    <a:pt x="2027" y="1312"/>
                  </a:lnTo>
                  <a:cubicBezTo>
                    <a:pt x="2027" y="1471"/>
                    <a:pt x="2158" y="1602"/>
                    <a:pt x="2318" y="1602"/>
                  </a:cubicBezTo>
                  <a:cubicBezTo>
                    <a:pt x="2479" y="1602"/>
                    <a:pt x="2610" y="1471"/>
                    <a:pt x="2610" y="1312"/>
                  </a:cubicBezTo>
                  <a:lnTo>
                    <a:pt x="2610" y="1305"/>
                  </a:lnTo>
                  <a:cubicBezTo>
                    <a:pt x="2610" y="585"/>
                    <a:pt x="2025" y="1"/>
                    <a:pt x="130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20"/>
            <p:cNvSpPr/>
            <p:nvPr/>
          </p:nvSpPr>
          <p:spPr>
            <a:xfrm>
              <a:off x="5439621" y="2307086"/>
              <a:ext cx="75372" cy="56915"/>
            </a:xfrm>
            <a:custGeom>
              <a:rect b="b" l="l" r="r" t="t"/>
              <a:pathLst>
                <a:path extrusionOk="0" h="1603" w="2123">
                  <a:moveTo>
                    <a:pt x="820" y="1"/>
                  </a:moveTo>
                  <a:cubicBezTo>
                    <a:pt x="508" y="1"/>
                    <a:pt x="225" y="110"/>
                    <a:pt x="0" y="291"/>
                  </a:cubicBezTo>
                  <a:cubicBezTo>
                    <a:pt x="163" y="217"/>
                    <a:pt x="347" y="175"/>
                    <a:pt x="540" y="175"/>
                  </a:cubicBezTo>
                  <a:cubicBezTo>
                    <a:pt x="1259" y="175"/>
                    <a:pt x="1844" y="759"/>
                    <a:pt x="1844" y="1479"/>
                  </a:cubicBezTo>
                  <a:lnTo>
                    <a:pt x="1844" y="1486"/>
                  </a:lnTo>
                  <a:cubicBezTo>
                    <a:pt x="1844" y="1528"/>
                    <a:pt x="1835" y="1566"/>
                    <a:pt x="1818" y="1602"/>
                  </a:cubicBezTo>
                  <a:lnTo>
                    <a:pt x="1831" y="1602"/>
                  </a:lnTo>
                  <a:cubicBezTo>
                    <a:pt x="1992" y="1602"/>
                    <a:pt x="2123" y="1471"/>
                    <a:pt x="2123" y="1312"/>
                  </a:cubicBezTo>
                  <a:lnTo>
                    <a:pt x="2123" y="1305"/>
                  </a:lnTo>
                  <a:cubicBezTo>
                    <a:pt x="2123" y="585"/>
                    <a:pt x="1538" y="1"/>
                    <a:pt x="82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20"/>
            <p:cNvSpPr/>
            <p:nvPr/>
          </p:nvSpPr>
          <p:spPr>
            <a:xfrm>
              <a:off x="5379478" y="2350116"/>
              <a:ext cx="178400" cy="139464"/>
            </a:xfrm>
            <a:custGeom>
              <a:rect b="b" l="l" r="r" t="t"/>
              <a:pathLst>
                <a:path extrusionOk="0" h="3928" w="5025">
                  <a:moveTo>
                    <a:pt x="236" y="0"/>
                  </a:moveTo>
                  <a:cubicBezTo>
                    <a:pt x="107" y="0"/>
                    <a:pt x="0" y="107"/>
                    <a:pt x="0" y="236"/>
                  </a:cubicBezTo>
                  <a:lnTo>
                    <a:pt x="0" y="3692"/>
                  </a:lnTo>
                  <a:cubicBezTo>
                    <a:pt x="0" y="3821"/>
                    <a:pt x="107" y="3928"/>
                    <a:pt x="236" y="3928"/>
                  </a:cubicBezTo>
                  <a:lnTo>
                    <a:pt x="4788" y="3928"/>
                  </a:lnTo>
                  <a:cubicBezTo>
                    <a:pt x="4919" y="3928"/>
                    <a:pt x="5024" y="3822"/>
                    <a:pt x="5024" y="3692"/>
                  </a:cubicBezTo>
                  <a:lnTo>
                    <a:pt x="5024" y="236"/>
                  </a:lnTo>
                  <a:cubicBezTo>
                    <a:pt x="5024" y="107"/>
                    <a:pt x="4918" y="0"/>
                    <a:pt x="478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20"/>
            <p:cNvSpPr/>
            <p:nvPr/>
          </p:nvSpPr>
          <p:spPr>
            <a:xfrm>
              <a:off x="5379478" y="2350152"/>
              <a:ext cx="178329" cy="67850"/>
            </a:xfrm>
            <a:custGeom>
              <a:rect b="b" l="l" r="r" t="t"/>
              <a:pathLst>
                <a:path extrusionOk="0" h="1911" w="5023">
                  <a:moveTo>
                    <a:pt x="236" y="1"/>
                  </a:moveTo>
                  <a:cubicBezTo>
                    <a:pt x="107" y="1"/>
                    <a:pt x="0" y="107"/>
                    <a:pt x="0" y="237"/>
                  </a:cubicBezTo>
                  <a:lnTo>
                    <a:pt x="0" y="1554"/>
                  </a:lnTo>
                  <a:cubicBezTo>
                    <a:pt x="0" y="1554"/>
                    <a:pt x="659" y="1699"/>
                    <a:pt x="1546" y="1836"/>
                  </a:cubicBezTo>
                  <a:cubicBezTo>
                    <a:pt x="1866" y="1885"/>
                    <a:pt x="2189" y="1910"/>
                    <a:pt x="2512" y="1910"/>
                  </a:cubicBezTo>
                  <a:cubicBezTo>
                    <a:pt x="2835" y="1910"/>
                    <a:pt x="3158" y="1885"/>
                    <a:pt x="3479" y="1836"/>
                  </a:cubicBezTo>
                  <a:cubicBezTo>
                    <a:pt x="4364" y="1699"/>
                    <a:pt x="5023" y="1554"/>
                    <a:pt x="5023" y="1554"/>
                  </a:cubicBezTo>
                  <a:lnTo>
                    <a:pt x="5023" y="237"/>
                  </a:lnTo>
                  <a:cubicBezTo>
                    <a:pt x="5023" y="107"/>
                    <a:pt x="4918" y="1"/>
                    <a:pt x="478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20"/>
            <p:cNvSpPr/>
            <p:nvPr/>
          </p:nvSpPr>
          <p:spPr>
            <a:xfrm>
              <a:off x="5535659" y="2350152"/>
              <a:ext cx="22225" cy="139464"/>
            </a:xfrm>
            <a:custGeom>
              <a:rect b="b" l="l" r="r" t="t"/>
              <a:pathLst>
                <a:path extrusionOk="0" h="3928" w="626">
                  <a:moveTo>
                    <a:pt x="1" y="1"/>
                  </a:moveTo>
                  <a:cubicBezTo>
                    <a:pt x="130" y="1"/>
                    <a:pt x="237" y="107"/>
                    <a:pt x="237" y="237"/>
                  </a:cubicBezTo>
                  <a:lnTo>
                    <a:pt x="237" y="3692"/>
                  </a:lnTo>
                  <a:cubicBezTo>
                    <a:pt x="237" y="3821"/>
                    <a:pt x="130" y="3928"/>
                    <a:pt x="1" y="3928"/>
                  </a:cubicBezTo>
                  <a:lnTo>
                    <a:pt x="389" y="3928"/>
                  </a:lnTo>
                  <a:cubicBezTo>
                    <a:pt x="519" y="3928"/>
                    <a:pt x="625" y="3821"/>
                    <a:pt x="625" y="3692"/>
                  </a:cubicBezTo>
                  <a:lnTo>
                    <a:pt x="625" y="237"/>
                  </a:lnTo>
                  <a:cubicBezTo>
                    <a:pt x="625" y="107"/>
                    <a:pt x="520" y="1"/>
                    <a:pt x="38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20"/>
            <p:cNvSpPr/>
            <p:nvPr/>
          </p:nvSpPr>
          <p:spPr>
            <a:xfrm>
              <a:off x="5535659" y="2350223"/>
              <a:ext cx="22225" cy="57980"/>
            </a:xfrm>
            <a:custGeom>
              <a:rect b="b" l="l" r="r" t="t"/>
              <a:pathLst>
                <a:path extrusionOk="0" h="1633" w="626">
                  <a:moveTo>
                    <a:pt x="392" y="0"/>
                  </a:moveTo>
                  <a:cubicBezTo>
                    <a:pt x="391" y="0"/>
                    <a:pt x="390" y="0"/>
                    <a:pt x="389" y="0"/>
                  </a:cubicBezTo>
                  <a:lnTo>
                    <a:pt x="1" y="0"/>
                  </a:lnTo>
                  <a:cubicBezTo>
                    <a:pt x="130" y="0"/>
                    <a:pt x="237" y="107"/>
                    <a:pt x="237" y="236"/>
                  </a:cubicBezTo>
                  <a:lnTo>
                    <a:pt x="237" y="1632"/>
                  </a:lnTo>
                  <a:cubicBezTo>
                    <a:pt x="481" y="1583"/>
                    <a:pt x="625" y="1552"/>
                    <a:pt x="625" y="1552"/>
                  </a:cubicBezTo>
                  <a:lnTo>
                    <a:pt x="625" y="235"/>
                  </a:lnTo>
                  <a:cubicBezTo>
                    <a:pt x="625" y="106"/>
                    <a:pt x="521" y="0"/>
                    <a:pt x="39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20"/>
            <p:cNvSpPr/>
            <p:nvPr/>
          </p:nvSpPr>
          <p:spPr>
            <a:xfrm>
              <a:off x="5410828" y="2398295"/>
              <a:ext cx="20449" cy="29043"/>
            </a:xfrm>
            <a:custGeom>
              <a:rect b="b" l="l" r="r" t="t"/>
              <a:pathLst>
                <a:path extrusionOk="0" h="818" w="576">
                  <a:moveTo>
                    <a:pt x="208" y="0"/>
                  </a:moveTo>
                  <a:cubicBezTo>
                    <a:pt x="93" y="0"/>
                    <a:pt x="1" y="94"/>
                    <a:pt x="1" y="206"/>
                  </a:cubicBezTo>
                  <a:lnTo>
                    <a:pt x="1" y="612"/>
                  </a:lnTo>
                  <a:cubicBezTo>
                    <a:pt x="1" y="727"/>
                    <a:pt x="95" y="818"/>
                    <a:pt x="208" y="818"/>
                  </a:cubicBezTo>
                  <a:lnTo>
                    <a:pt x="368" y="818"/>
                  </a:lnTo>
                  <a:cubicBezTo>
                    <a:pt x="482" y="818"/>
                    <a:pt x="575" y="727"/>
                    <a:pt x="575" y="612"/>
                  </a:cubicBezTo>
                  <a:lnTo>
                    <a:pt x="575" y="206"/>
                  </a:lnTo>
                  <a:cubicBezTo>
                    <a:pt x="575" y="91"/>
                    <a:pt x="482" y="0"/>
                    <a:pt x="3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20"/>
            <p:cNvSpPr/>
            <p:nvPr/>
          </p:nvSpPr>
          <p:spPr>
            <a:xfrm>
              <a:off x="5506120" y="2398295"/>
              <a:ext cx="20414" cy="29043"/>
            </a:xfrm>
            <a:custGeom>
              <a:rect b="b" l="l" r="r" t="t"/>
              <a:pathLst>
                <a:path extrusionOk="0" h="818" w="575">
                  <a:moveTo>
                    <a:pt x="208" y="0"/>
                  </a:moveTo>
                  <a:cubicBezTo>
                    <a:pt x="93" y="0"/>
                    <a:pt x="1" y="94"/>
                    <a:pt x="1" y="206"/>
                  </a:cubicBezTo>
                  <a:lnTo>
                    <a:pt x="1" y="612"/>
                  </a:lnTo>
                  <a:cubicBezTo>
                    <a:pt x="1" y="727"/>
                    <a:pt x="94" y="818"/>
                    <a:pt x="208" y="818"/>
                  </a:cubicBezTo>
                  <a:lnTo>
                    <a:pt x="368" y="818"/>
                  </a:lnTo>
                  <a:cubicBezTo>
                    <a:pt x="481" y="818"/>
                    <a:pt x="575" y="727"/>
                    <a:pt x="575" y="612"/>
                  </a:cubicBezTo>
                  <a:lnTo>
                    <a:pt x="575" y="206"/>
                  </a:lnTo>
                  <a:cubicBezTo>
                    <a:pt x="575" y="91"/>
                    <a:pt x="481" y="0"/>
                    <a:pt x="3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20"/>
            <p:cNvSpPr/>
            <p:nvPr/>
          </p:nvSpPr>
          <p:spPr>
            <a:xfrm>
              <a:off x="5415940" y="2398401"/>
              <a:ext cx="15337" cy="29043"/>
            </a:xfrm>
            <a:custGeom>
              <a:rect b="b" l="l" r="r" t="t"/>
              <a:pathLst>
                <a:path extrusionOk="0" h="818" w="432">
                  <a:moveTo>
                    <a:pt x="227" y="0"/>
                  </a:moveTo>
                  <a:cubicBezTo>
                    <a:pt x="226" y="0"/>
                    <a:pt x="225" y="0"/>
                    <a:pt x="224" y="0"/>
                  </a:cubicBezTo>
                  <a:lnTo>
                    <a:pt x="64" y="0"/>
                  </a:lnTo>
                  <a:cubicBezTo>
                    <a:pt x="43" y="0"/>
                    <a:pt x="21" y="5"/>
                    <a:pt x="1" y="12"/>
                  </a:cubicBezTo>
                  <a:cubicBezTo>
                    <a:pt x="86" y="38"/>
                    <a:pt x="145" y="115"/>
                    <a:pt x="145" y="208"/>
                  </a:cubicBezTo>
                  <a:lnTo>
                    <a:pt x="145" y="612"/>
                  </a:lnTo>
                  <a:cubicBezTo>
                    <a:pt x="145" y="704"/>
                    <a:pt x="84" y="782"/>
                    <a:pt x="1" y="808"/>
                  </a:cubicBezTo>
                  <a:cubicBezTo>
                    <a:pt x="21" y="813"/>
                    <a:pt x="43" y="818"/>
                    <a:pt x="64" y="818"/>
                  </a:cubicBezTo>
                  <a:lnTo>
                    <a:pt x="224" y="818"/>
                  </a:lnTo>
                  <a:cubicBezTo>
                    <a:pt x="339" y="818"/>
                    <a:pt x="431" y="726"/>
                    <a:pt x="431" y="610"/>
                  </a:cubicBezTo>
                  <a:lnTo>
                    <a:pt x="431" y="206"/>
                  </a:lnTo>
                  <a:cubicBezTo>
                    <a:pt x="431" y="92"/>
                    <a:pt x="339" y="0"/>
                    <a:pt x="22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20"/>
            <p:cNvSpPr/>
            <p:nvPr/>
          </p:nvSpPr>
          <p:spPr>
            <a:xfrm>
              <a:off x="5511232" y="2398401"/>
              <a:ext cx="15302" cy="29043"/>
            </a:xfrm>
            <a:custGeom>
              <a:rect b="b" l="l" r="r" t="t"/>
              <a:pathLst>
                <a:path extrusionOk="0" h="818" w="431">
                  <a:moveTo>
                    <a:pt x="226" y="0"/>
                  </a:moveTo>
                  <a:cubicBezTo>
                    <a:pt x="225" y="0"/>
                    <a:pt x="225" y="0"/>
                    <a:pt x="224" y="0"/>
                  </a:cubicBezTo>
                  <a:lnTo>
                    <a:pt x="64" y="0"/>
                  </a:lnTo>
                  <a:cubicBezTo>
                    <a:pt x="42" y="0"/>
                    <a:pt x="21" y="5"/>
                    <a:pt x="1" y="12"/>
                  </a:cubicBezTo>
                  <a:cubicBezTo>
                    <a:pt x="86" y="36"/>
                    <a:pt x="145" y="115"/>
                    <a:pt x="145" y="208"/>
                  </a:cubicBezTo>
                  <a:lnTo>
                    <a:pt x="145" y="612"/>
                  </a:lnTo>
                  <a:cubicBezTo>
                    <a:pt x="145" y="704"/>
                    <a:pt x="84" y="782"/>
                    <a:pt x="1" y="808"/>
                  </a:cubicBezTo>
                  <a:cubicBezTo>
                    <a:pt x="21" y="813"/>
                    <a:pt x="42" y="818"/>
                    <a:pt x="64" y="818"/>
                  </a:cubicBezTo>
                  <a:lnTo>
                    <a:pt x="224" y="818"/>
                  </a:lnTo>
                  <a:cubicBezTo>
                    <a:pt x="339" y="818"/>
                    <a:pt x="431" y="726"/>
                    <a:pt x="431" y="610"/>
                  </a:cubicBezTo>
                  <a:lnTo>
                    <a:pt x="431" y="206"/>
                  </a:lnTo>
                  <a:cubicBezTo>
                    <a:pt x="431" y="92"/>
                    <a:pt x="339" y="0"/>
                    <a:pt x="22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20"/>
            <p:cNvSpPr/>
            <p:nvPr/>
          </p:nvSpPr>
          <p:spPr>
            <a:xfrm>
              <a:off x="5591044" y="2390413"/>
              <a:ext cx="94330" cy="99165"/>
            </a:xfrm>
            <a:custGeom>
              <a:rect b="b" l="l" r="r" t="t"/>
              <a:pathLst>
                <a:path extrusionOk="0" h="2793" w="2657">
                  <a:moveTo>
                    <a:pt x="1698" y="1"/>
                  </a:moveTo>
                  <a:cubicBezTo>
                    <a:pt x="1601" y="1"/>
                    <a:pt x="1507" y="45"/>
                    <a:pt x="1448" y="125"/>
                  </a:cubicBezTo>
                  <a:lnTo>
                    <a:pt x="839" y="917"/>
                  </a:lnTo>
                  <a:cubicBezTo>
                    <a:pt x="734" y="1057"/>
                    <a:pt x="760" y="1253"/>
                    <a:pt x="900" y="1359"/>
                  </a:cubicBezTo>
                  <a:cubicBezTo>
                    <a:pt x="957" y="1403"/>
                    <a:pt x="1024" y="1424"/>
                    <a:pt x="1090" y="1424"/>
                  </a:cubicBezTo>
                  <a:cubicBezTo>
                    <a:pt x="1184" y="1424"/>
                    <a:pt x="1278" y="1381"/>
                    <a:pt x="1340" y="1299"/>
                  </a:cubicBezTo>
                  <a:lnTo>
                    <a:pt x="1383" y="1243"/>
                  </a:lnTo>
                  <a:lnTo>
                    <a:pt x="1383" y="1851"/>
                  </a:lnTo>
                  <a:cubicBezTo>
                    <a:pt x="1383" y="2023"/>
                    <a:pt x="1242" y="2162"/>
                    <a:pt x="1073" y="2162"/>
                  </a:cubicBezTo>
                  <a:lnTo>
                    <a:pt x="314" y="2162"/>
                  </a:lnTo>
                  <a:cubicBezTo>
                    <a:pt x="140" y="2162"/>
                    <a:pt x="0" y="2303"/>
                    <a:pt x="0" y="2477"/>
                  </a:cubicBezTo>
                  <a:cubicBezTo>
                    <a:pt x="0" y="2652"/>
                    <a:pt x="140" y="2793"/>
                    <a:pt x="314" y="2793"/>
                  </a:cubicBezTo>
                  <a:lnTo>
                    <a:pt x="1073" y="2793"/>
                  </a:lnTo>
                  <a:cubicBezTo>
                    <a:pt x="1591" y="2793"/>
                    <a:pt x="2012" y="2369"/>
                    <a:pt x="2012" y="1851"/>
                  </a:cubicBezTo>
                  <a:lnTo>
                    <a:pt x="2012" y="1248"/>
                  </a:lnTo>
                  <a:lnTo>
                    <a:pt x="2052" y="1300"/>
                  </a:lnTo>
                  <a:cubicBezTo>
                    <a:pt x="2113" y="1382"/>
                    <a:pt x="2209" y="1425"/>
                    <a:pt x="2303" y="1425"/>
                  </a:cubicBezTo>
                  <a:cubicBezTo>
                    <a:pt x="2369" y="1425"/>
                    <a:pt x="2435" y="1404"/>
                    <a:pt x="2493" y="1361"/>
                  </a:cubicBezTo>
                  <a:cubicBezTo>
                    <a:pt x="2630" y="1256"/>
                    <a:pt x="2657" y="1059"/>
                    <a:pt x="2552" y="919"/>
                  </a:cubicBezTo>
                  <a:lnTo>
                    <a:pt x="1947" y="125"/>
                  </a:lnTo>
                  <a:cubicBezTo>
                    <a:pt x="1888" y="47"/>
                    <a:pt x="1796" y="1"/>
                    <a:pt x="169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20"/>
            <p:cNvSpPr/>
            <p:nvPr/>
          </p:nvSpPr>
          <p:spPr>
            <a:xfrm>
              <a:off x="5616075" y="2434686"/>
              <a:ext cx="46437" cy="54891"/>
            </a:xfrm>
            <a:custGeom>
              <a:rect b="b" l="l" r="r" t="t"/>
              <a:pathLst>
                <a:path extrusionOk="0" h="1546" w="1308">
                  <a:moveTo>
                    <a:pt x="1247" y="0"/>
                  </a:moveTo>
                  <a:cubicBezTo>
                    <a:pt x="1077" y="0"/>
                    <a:pt x="940" y="137"/>
                    <a:pt x="940" y="305"/>
                  </a:cubicBezTo>
                  <a:lnTo>
                    <a:pt x="940" y="604"/>
                  </a:lnTo>
                  <a:cubicBezTo>
                    <a:pt x="940" y="1124"/>
                    <a:pt x="519" y="1546"/>
                    <a:pt x="1" y="1546"/>
                  </a:cubicBezTo>
                  <a:lnTo>
                    <a:pt x="368" y="1546"/>
                  </a:lnTo>
                  <a:cubicBezTo>
                    <a:pt x="887" y="1546"/>
                    <a:pt x="1307" y="1124"/>
                    <a:pt x="1307" y="604"/>
                  </a:cubicBezTo>
                  <a:lnTo>
                    <a:pt x="1307" y="1"/>
                  </a:lnTo>
                  <a:lnTo>
                    <a:pt x="130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20"/>
            <p:cNvSpPr/>
            <p:nvPr/>
          </p:nvSpPr>
          <p:spPr>
            <a:xfrm>
              <a:off x="5644797" y="2390413"/>
              <a:ext cx="40579" cy="50630"/>
            </a:xfrm>
            <a:custGeom>
              <a:rect b="b" l="l" r="r" t="t"/>
              <a:pathLst>
                <a:path extrusionOk="0" h="1426" w="1143">
                  <a:moveTo>
                    <a:pt x="183" y="1"/>
                  </a:moveTo>
                  <a:cubicBezTo>
                    <a:pt x="117" y="1"/>
                    <a:pt x="52" y="22"/>
                    <a:pt x="0" y="60"/>
                  </a:cubicBezTo>
                  <a:cubicBezTo>
                    <a:pt x="25" y="77"/>
                    <a:pt x="46" y="100"/>
                    <a:pt x="66" y="125"/>
                  </a:cubicBezTo>
                  <a:lnTo>
                    <a:pt x="671" y="919"/>
                  </a:lnTo>
                  <a:cubicBezTo>
                    <a:pt x="776" y="1059"/>
                    <a:pt x="749" y="1256"/>
                    <a:pt x="610" y="1361"/>
                  </a:cubicBezTo>
                  <a:cubicBezTo>
                    <a:pt x="608" y="1362"/>
                    <a:pt x="605" y="1364"/>
                    <a:pt x="603" y="1366"/>
                  </a:cubicBezTo>
                  <a:cubicBezTo>
                    <a:pt x="656" y="1405"/>
                    <a:pt x="721" y="1425"/>
                    <a:pt x="786" y="1425"/>
                  </a:cubicBezTo>
                  <a:cubicBezTo>
                    <a:pt x="854" y="1425"/>
                    <a:pt x="920" y="1404"/>
                    <a:pt x="977" y="1361"/>
                  </a:cubicBezTo>
                  <a:cubicBezTo>
                    <a:pt x="1116" y="1256"/>
                    <a:pt x="1143" y="1059"/>
                    <a:pt x="1038" y="919"/>
                  </a:cubicBezTo>
                  <a:lnTo>
                    <a:pt x="433" y="125"/>
                  </a:lnTo>
                  <a:cubicBezTo>
                    <a:pt x="374" y="47"/>
                    <a:pt x="282" y="1"/>
                    <a:pt x="18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20"/>
            <p:cNvSpPr/>
            <p:nvPr/>
          </p:nvSpPr>
          <p:spPr>
            <a:xfrm>
              <a:off x="5417218" y="2182787"/>
              <a:ext cx="94401" cy="99165"/>
            </a:xfrm>
            <a:custGeom>
              <a:rect b="b" l="l" r="r" t="t"/>
              <a:pathLst>
                <a:path extrusionOk="0" h="2793" w="2659">
                  <a:moveTo>
                    <a:pt x="1587" y="1"/>
                  </a:moveTo>
                  <a:cubicBezTo>
                    <a:pt x="1069" y="1"/>
                    <a:pt x="646" y="424"/>
                    <a:pt x="646" y="942"/>
                  </a:cubicBezTo>
                  <a:lnTo>
                    <a:pt x="646" y="1545"/>
                  </a:lnTo>
                  <a:lnTo>
                    <a:pt x="605" y="1491"/>
                  </a:lnTo>
                  <a:cubicBezTo>
                    <a:pt x="545" y="1411"/>
                    <a:pt x="448" y="1368"/>
                    <a:pt x="356" y="1368"/>
                  </a:cubicBezTo>
                  <a:cubicBezTo>
                    <a:pt x="289" y="1368"/>
                    <a:pt x="222" y="1389"/>
                    <a:pt x="165" y="1432"/>
                  </a:cubicBezTo>
                  <a:cubicBezTo>
                    <a:pt x="28" y="1538"/>
                    <a:pt x="1" y="1735"/>
                    <a:pt x="106" y="1873"/>
                  </a:cubicBezTo>
                  <a:lnTo>
                    <a:pt x="710" y="2669"/>
                  </a:lnTo>
                  <a:cubicBezTo>
                    <a:pt x="769" y="2746"/>
                    <a:pt x="861" y="2792"/>
                    <a:pt x="961" y="2792"/>
                  </a:cubicBezTo>
                  <a:cubicBezTo>
                    <a:pt x="1057" y="2792"/>
                    <a:pt x="1151" y="2748"/>
                    <a:pt x="1210" y="2669"/>
                  </a:cubicBezTo>
                  <a:lnTo>
                    <a:pt x="1818" y="1874"/>
                  </a:lnTo>
                  <a:cubicBezTo>
                    <a:pt x="1923" y="1736"/>
                    <a:pt x="1897" y="1540"/>
                    <a:pt x="1759" y="1434"/>
                  </a:cubicBezTo>
                  <a:cubicBezTo>
                    <a:pt x="1702" y="1391"/>
                    <a:pt x="1635" y="1370"/>
                    <a:pt x="1568" y="1370"/>
                  </a:cubicBezTo>
                  <a:cubicBezTo>
                    <a:pt x="1474" y="1370"/>
                    <a:pt x="1380" y="1412"/>
                    <a:pt x="1318" y="1494"/>
                  </a:cubicBezTo>
                  <a:lnTo>
                    <a:pt x="1274" y="1549"/>
                  </a:lnTo>
                  <a:lnTo>
                    <a:pt x="1274" y="942"/>
                  </a:lnTo>
                  <a:cubicBezTo>
                    <a:pt x="1274" y="770"/>
                    <a:pt x="1415" y="631"/>
                    <a:pt x="1587" y="631"/>
                  </a:cubicBezTo>
                  <a:lnTo>
                    <a:pt x="2344" y="631"/>
                  </a:lnTo>
                  <a:cubicBezTo>
                    <a:pt x="2518" y="631"/>
                    <a:pt x="2659" y="490"/>
                    <a:pt x="2659" y="316"/>
                  </a:cubicBezTo>
                  <a:cubicBezTo>
                    <a:pt x="2659" y="142"/>
                    <a:pt x="2518" y="1"/>
                    <a:pt x="234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20"/>
            <p:cNvSpPr/>
            <p:nvPr/>
          </p:nvSpPr>
          <p:spPr>
            <a:xfrm>
              <a:off x="5442249" y="2231534"/>
              <a:ext cx="43278" cy="50453"/>
            </a:xfrm>
            <a:custGeom>
              <a:rect b="b" l="l" r="r" t="t"/>
              <a:pathLst>
                <a:path extrusionOk="0" h="1421" w="1219">
                  <a:moveTo>
                    <a:pt x="863" y="0"/>
                  </a:moveTo>
                  <a:cubicBezTo>
                    <a:pt x="847" y="0"/>
                    <a:pt x="832" y="1"/>
                    <a:pt x="817" y="3"/>
                  </a:cubicBezTo>
                  <a:cubicBezTo>
                    <a:pt x="897" y="113"/>
                    <a:pt x="899" y="267"/>
                    <a:pt x="813" y="379"/>
                  </a:cubicBezTo>
                  <a:lnTo>
                    <a:pt x="205" y="1173"/>
                  </a:lnTo>
                  <a:cubicBezTo>
                    <a:pt x="155" y="1238"/>
                    <a:pt x="83" y="1280"/>
                    <a:pt x="1" y="1291"/>
                  </a:cubicBezTo>
                  <a:lnTo>
                    <a:pt x="5" y="1297"/>
                  </a:lnTo>
                  <a:cubicBezTo>
                    <a:pt x="64" y="1375"/>
                    <a:pt x="156" y="1421"/>
                    <a:pt x="256" y="1421"/>
                  </a:cubicBezTo>
                  <a:cubicBezTo>
                    <a:pt x="354" y="1421"/>
                    <a:pt x="446" y="1375"/>
                    <a:pt x="505" y="1297"/>
                  </a:cubicBezTo>
                  <a:lnTo>
                    <a:pt x="1113" y="504"/>
                  </a:lnTo>
                  <a:cubicBezTo>
                    <a:pt x="1218" y="366"/>
                    <a:pt x="1192" y="167"/>
                    <a:pt x="1054" y="65"/>
                  </a:cubicBezTo>
                  <a:cubicBezTo>
                    <a:pt x="997" y="21"/>
                    <a:pt x="929" y="0"/>
                    <a:pt x="86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2" name="Google Shape;2412;p20"/>
          <p:cNvGrpSpPr/>
          <p:nvPr/>
        </p:nvGrpSpPr>
        <p:grpSpPr>
          <a:xfrm>
            <a:off x="4318793" y="2914364"/>
            <a:ext cx="506656" cy="503417"/>
            <a:chOff x="3437569" y="2173804"/>
            <a:chExt cx="326917" cy="324826"/>
          </a:xfrm>
        </p:grpSpPr>
        <p:sp>
          <p:nvSpPr>
            <p:cNvPr id="2413" name="Google Shape;2413;p20"/>
            <p:cNvSpPr/>
            <p:nvPr/>
          </p:nvSpPr>
          <p:spPr>
            <a:xfrm>
              <a:off x="3491570" y="2251309"/>
              <a:ext cx="144247" cy="93520"/>
            </a:xfrm>
            <a:custGeom>
              <a:rect b="b" l="l" r="r" t="t"/>
              <a:pathLst>
                <a:path extrusionOk="0" h="2634" w="4063">
                  <a:moveTo>
                    <a:pt x="508" y="0"/>
                  </a:moveTo>
                  <a:cubicBezTo>
                    <a:pt x="279" y="510"/>
                    <a:pt x="0" y="1107"/>
                    <a:pt x="121" y="1680"/>
                  </a:cubicBezTo>
                  <a:cubicBezTo>
                    <a:pt x="251" y="2298"/>
                    <a:pt x="728" y="2589"/>
                    <a:pt x="1318" y="2634"/>
                  </a:cubicBezTo>
                  <a:lnTo>
                    <a:pt x="2740" y="2634"/>
                  </a:lnTo>
                  <a:cubicBezTo>
                    <a:pt x="3330" y="2591"/>
                    <a:pt x="3811" y="2298"/>
                    <a:pt x="3937" y="1680"/>
                  </a:cubicBezTo>
                  <a:cubicBezTo>
                    <a:pt x="4063" y="1107"/>
                    <a:pt x="3785" y="510"/>
                    <a:pt x="355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20"/>
            <p:cNvSpPr/>
            <p:nvPr/>
          </p:nvSpPr>
          <p:spPr>
            <a:xfrm>
              <a:off x="3581785" y="2251309"/>
              <a:ext cx="54035" cy="93520"/>
            </a:xfrm>
            <a:custGeom>
              <a:rect b="b" l="l" r="r" t="t"/>
              <a:pathLst>
                <a:path extrusionOk="0" h="2634" w="1522">
                  <a:moveTo>
                    <a:pt x="546" y="0"/>
                  </a:moveTo>
                  <a:cubicBezTo>
                    <a:pt x="771" y="507"/>
                    <a:pt x="1055" y="1206"/>
                    <a:pt x="949" y="1716"/>
                  </a:cubicBezTo>
                  <a:cubicBezTo>
                    <a:pt x="838" y="2244"/>
                    <a:pt x="473" y="2533"/>
                    <a:pt x="1" y="2634"/>
                  </a:cubicBezTo>
                  <a:lnTo>
                    <a:pt x="202" y="2634"/>
                  </a:lnTo>
                  <a:cubicBezTo>
                    <a:pt x="792" y="2589"/>
                    <a:pt x="1271" y="2298"/>
                    <a:pt x="1401" y="1680"/>
                  </a:cubicBezTo>
                  <a:cubicBezTo>
                    <a:pt x="1522" y="1107"/>
                    <a:pt x="1244" y="510"/>
                    <a:pt x="101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20"/>
            <p:cNvSpPr/>
            <p:nvPr/>
          </p:nvSpPr>
          <p:spPr>
            <a:xfrm>
              <a:off x="3509144" y="2207817"/>
              <a:ext cx="109206" cy="111308"/>
            </a:xfrm>
            <a:custGeom>
              <a:rect b="b" l="l" r="r" t="t"/>
              <a:pathLst>
                <a:path extrusionOk="0" h="3135" w="3076">
                  <a:moveTo>
                    <a:pt x="1539" y="1"/>
                  </a:moveTo>
                  <a:lnTo>
                    <a:pt x="0" y="1015"/>
                  </a:lnTo>
                  <a:lnTo>
                    <a:pt x="0" y="1597"/>
                  </a:lnTo>
                  <a:cubicBezTo>
                    <a:pt x="0" y="2446"/>
                    <a:pt x="690" y="3135"/>
                    <a:pt x="1539" y="3135"/>
                  </a:cubicBezTo>
                  <a:cubicBezTo>
                    <a:pt x="2388" y="3135"/>
                    <a:pt x="3076" y="2446"/>
                    <a:pt x="3076" y="1597"/>
                  </a:cubicBezTo>
                  <a:lnTo>
                    <a:pt x="3076" y="1015"/>
                  </a:lnTo>
                  <a:lnTo>
                    <a:pt x="1539"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20"/>
            <p:cNvSpPr/>
            <p:nvPr/>
          </p:nvSpPr>
          <p:spPr>
            <a:xfrm>
              <a:off x="3489475" y="2237924"/>
              <a:ext cx="20982" cy="29398"/>
            </a:xfrm>
            <a:custGeom>
              <a:rect b="b" l="l" r="r" t="t"/>
              <a:pathLst>
                <a:path extrusionOk="0" h="828" w="591">
                  <a:moveTo>
                    <a:pt x="413" y="0"/>
                  </a:moveTo>
                  <a:cubicBezTo>
                    <a:pt x="186" y="0"/>
                    <a:pt x="0" y="186"/>
                    <a:pt x="0" y="413"/>
                  </a:cubicBezTo>
                  <a:cubicBezTo>
                    <a:pt x="0" y="642"/>
                    <a:pt x="186" y="828"/>
                    <a:pt x="413" y="828"/>
                  </a:cubicBezTo>
                  <a:lnTo>
                    <a:pt x="590" y="828"/>
                  </a:lnTo>
                  <a:lnTo>
                    <a:pt x="59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20"/>
            <p:cNvSpPr/>
            <p:nvPr/>
          </p:nvSpPr>
          <p:spPr>
            <a:xfrm>
              <a:off x="3617004" y="2237924"/>
              <a:ext cx="20982" cy="29398"/>
            </a:xfrm>
            <a:custGeom>
              <a:rect b="b" l="l" r="r" t="t"/>
              <a:pathLst>
                <a:path extrusionOk="0" h="828" w="591">
                  <a:moveTo>
                    <a:pt x="0" y="0"/>
                  </a:moveTo>
                  <a:lnTo>
                    <a:pt x="0" y="828"/>
                  </a:lnTo>
                  <a:lnTo>
                    <a:pt x="177" y="828"/>
                  </a:lnTo>
                  <a:cubicBezTo>
                    <a:pt x="404" y="828"/>
                    <a:pt x="590" y="642"/>
                    <a:pt x="590" y="413"/>
                  </a:cubicBezTo>
                  <a:cubicBezTo>
                    <a:pt x="590" y="186"/>
                    <a:pt x="404" y="0"/>
                    <a:pt x="17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20"/>
            <p:cNvSpPr/>
            <p:nvPr/>
          </p:nvSpPr>
          <p:spPr>
            <a:xfrm>
              <a:off x="3617040" y="2238386"/>
              <a:ext cx="20982" cy="28937"/>
            </a:xfrm>
            <a:custGeom>
              <a:rect b="b" l="l" r="r" t="t"/>
              <a:pathLst>
                <a:path extrusionOk="0" h="815" w="591">
                  <a:moveTo>
                    <a:pt x="281" y="0"/>
                  </a:moveTo>
                  <a:lnTo>
                    <a:pt x="281" y="0"/>
                  </a:lnTo>
                  <a:cubicBezTo>
                    <a:pt x="310" y="55"/>
                    <a:pt x="327" y="118"/>
                    <a:pt x="327" y="187"/>
                  </a:cubicBezTo>
                  <a:cubicBezTo>
                    <a:pt x="327" y="385"/>
                    <a:pt x="188" y="551"/>
                    <a:pt x="1" y="592"/>
                  </a:cubicBezTo>
                  <a:lnTo>
                    <a:pt x="1" y="815"/>
                  </a:lnTo>
                  <a:lnTo>
                    <a:pt x="178" y="815"/>
                  </a:lnTo>
                  <a:cubicBezTo>
                    <a:pt x="406" y="815"/>
                    <a:pt x="591" y="629"/>
                    <a:pt x="591" y="400"/>
                  </a:cubicBezTo>
                  <a:cubicBezTo>
                    <a:pt x="591" y="288"/>
                    <a:pt x="545" y="183"/>
                    <a:pt x="471" y="108"/>
                  </a:cubicBezTo>
                  <a:cubicBezTo>
                    <a:pt x="418" y="58"/>
                    <a:pt x="353" y="19"/>
                    <a:pt x="28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20"/>
            <p:cNvSpPr/>
            <p:nvPr/>
          </p:nvSpPr>
          <p:spPr>
            <a:xfrm>
              <a:off x="3536056" y="2252268"/>
              <a:ext cx="9941" cy="16439"/>
            </a:xfrm>
            <a:custGeom>
              <a:rect b="b" l="l" r="r" t="t"/>
              <a:pathLst>
                <a:path extrusionOk="0" h="463" w="280">
                  <a:moveTo>
                    <a:pt x="140" y="1"/>
                  </a:moveTo>
                  <a:cubicBezTo>
                    <a:pt x="64" y="1"/>
                    <a:pt x="1" y="61"/>
                    <a:pt x="1" y="139"/>
                  </a:cubicBezTo>
                  <a:lnTo>
                    <a:pt x="1" y="324"/>
                  </a:lnTo>
                  <a:cubicBezTo>
                    <a:pt x="1" y="401"/>
                    <a:pt x="63" y="463"/>
                    <a:pt x="140" y="463"/>
                  </a:cubicBezTo>
                  <a:cubicBezTo>
                    <a:pt x="217" y="463"/>
                    <a:pt x="280" y="401"/>
                    <a:pt x="278" y="324"/>
                  </a:cubicBezTo>
                  <a:lnTo>
                    <a:pt x="278" y="139"/>
                  </a:lnTo>
                  <a:cubicBezTo>
                    <a:pt x="278" y="64"/>
                    <a:pt x="215" y="1"/>
                    <a:pt x="1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20"/>
            <p:cNvSpPr/>
            <p:nvPr/>
          </p:nvSpPr>
          <p:spPr>
            <a:xfrm>
              <a:off x="3583737" y="2252268"/>
              <a:ext cx="9834" cy="16439"/>
            </a:xfrm>
            <a:custGeom>
              <a:rect b="b" l="l" r="r" t="t"/>
              <a:pathLst>
                <a:path extrusionOk="0" h="463" w="277">
                  <a:moveTo>
                    <a:pt x="138" y="1"/>
                  </a:moveTo>
                  <a:cubicBezTo>
                    <a:pt x="64" y="1"/>
                    <a:pt x="0" y="61"/>
                    <a:pt x="0" y="139"/>
                  </a:cubicBezTo>
                  <a:lnTo>
                    <a:pt x="0" y="324"/>
                  </a:lnTo>
                  <a:cubicBezTo>
                    <a:pt x="0" y="401"/>
                    <a:pt x="61" y="463"/>
                    <a:pt x="138" y="463"/>
                  </a:cubicBezTo>
                  <a:cubicBezTo>
                    <a:pt x="215" y="463"/>
                    <a:pt x="277" y="401"/>
                    <a:pt x="277" y="324"/>
                  </a:cubicBezTo>
                  <a:lnTo>
                    <a:pt x="277" y="139"/>
                  </a:lnTo>
                  <a:cubicBezTo>
                    <a:pt x="277" y="64"/>
                    <a:pt x="215"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20"/>
            <p:cNvSpPr/>
            <p:nvPr/>
          </p:nvSpPr>
          <p:spPr>
            <a:xfrm>
              <a:off x="3555689" y="2236398"/>
              <a:ext cx="62662" cy="82727"/>
            </a:xfrm>
            <a:custGeom>
              <a:rect b="b" l="l" r="r" t="t"/>
              <a:pathLst>
                <a:path extrusionOk="0" h="2330" w="1765">
                  <a:moveTo>
                    <a:pt x="1311" y="0"/>
                  </a:moveTo>
                  <a:lnTo>
                    <a:pt x="1311" y="792"/>
                  </a:lnTo>
                  <a:cubicBezTo>
                    <a:pt x="1311" y="1563"/>
                    <a:pt x="743" y="2203"/>
                    <a:pt x="0" y="2313"/>
                  </a:cubicBezTo>
                  <a:cubicBezTo>
                    <a:pt x="74" y="2324"/>
                    <a:pt x="150" y="2330"/>
                    <a:pt x="228" y="2330"/>
                  </a:cubicBezTo>
                  <a:cubicBezTo>
                    <a:pt x="1077" y="2330"/>
                    <a:pt x="1765" y="1641"/>
                    <a:pt x="1765" y="792"/>
                  </a:cubicBezTo>
                  <a:lnTo>
                    <a:pt x="1765" y="210"/>
                  </a:lnTo>
                  <a:lnTo>
                    <a:pt x="131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20"/>
            <p:cNvSpPr/>
            <p:nvPr/>
          </p:nvSpPr>
          <p:spPr>
            <a:xfrm>
              <a:off x="3509144" y="2173804"/>
              <a:ext cx="109206" cy="71259"/>
            </a:xfrm>
            <a:custGeom>
              <a:rect b="b" l="l" r="r" t="t"/>
              <a:pathLst>
                <a:path extrusionOk="0" h="2007" w="3076">
                  <a:moveTo>
                    <a:pt x="1539" y="0"/>
                  </a:moveTo>
                  <a:cubicBezTo>
                    <a:pt x="690" y="0"/>
                    <a:pt x="0" y="690"/>
                    <a:pt x="0" y="1539"/>
                  </a:cubicBezTo>
                  <a:lnTo>
                    <a:pt x="0" y="2006"/>
                  </a:lnTo>
                  <a:cubicBezTo>
                    <a:pt x="0" y="2006"/>
                    <a:pt x="1" y="2006"/>
                    <a:pt x="2" y="2006"/>
                  </a:cubicBezTo>
                  <a:cubicBezTo>
                    <a:pt x="45" y="2006"/>
                    <a:pt x="1008" y="1998"/>
                    <a:pt x="1539" y="1262"/>
                  </a:cubicBezTo>
                  <a:cubicBezTo>
                    <a:pt x="2068" y="1998"/>
                    <a:pt x="3031" y="2006"/>
                    <a:pt x="3074" y="2006"/>
                  </a:cubicBezTo>
                  <a:cubicBezTo>
                    <a:pt x="3075" y="2006"/>
                    <a:pt x="3076" y="2006"/>
                    <a:pt x="3076" y="2006"/>
                  </a:cubicBezTo>
                  <a:lnTo>
                    <a:pt x="3076" y="1539"/>
                  </a:lnTo>
                  <a:cubicBezTo>
                    <a:pt x="3076" y="688"/>
                    <a:pt x="2388" y="0"/>
                    <a:pt x="153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20"/>
            <p:cNvSpPr/>
            <p:nvPr/>
          </p:nvSpPr>
          <p:spPr>
            <a:xfrm>
              <a:off x="3560944" y="2173804"/>
              <a:ext cx="57408" cy="71259"/>
            </a:xfrm>
            <a:custGeom>
              <a:rect b="b" l="l" r="r" t="t"/>
              <a:pathLst>
                <a:path extrusionOk="0" h="2007" w="1617">
                  <a:moveTo>
                    <a:pt x="80" y="0"/>
                  </a:moveTo>
                  <a:cubicBezTo>
                    <a:pt x="52" y="0"/>
                    <a:pt x="26" y="0"/>
                    <a:pt x="1" y="2"/>
                  </a:cubicBezTo>
                  <a:cubicBezTo>
                    <a:pt x="670" y="169"/>
                    <a:pt x="1163" y="776"/>
                    <a:pt x="1163" y="1496"/>
                  </a:cubicBezTo>
                  <a:lnTo>
                    <a:pt x="1163" y="1946"/>
                  </a:lnTo>
                  <a:cubicBezTo>
                    <a:pt x="1414" y="2005"/>
                    <a:pt x="1599" y="2006"/>
                    <a:pt x="1615" y="2006"/>
                  </a:cubicBezTo>
                  <a:cubicBezTo>
                    <a:pt x="1616" y="2006"/>
                    <a:pt x="1617" y="2006"/>
                    <a:pt x="1617" y="2006"/>
                  </a:cubicBezTo>
                  <a:lnTo>
                    <a:pt x="1617" y="1539"/>
                  </a:lnTo>
                  <a:cubicBezTo>
                    <a:pt x="1617" y="688"/>
                    <a:pt x="929" y="0"/>
                    <a:pt x="8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20"/>
            <p:cNvSpPr/>
            <p:nvPr/>
          </p:nvSpPr>
          <p:spPr>
            <a:xfrm>
              <a:off x="3691384" y="2398046"/>
              <a:ext cx="61526" cy="70832"/>
            </a:xfrm>
            <a:custGeom>
              <a:rect b="b" l="l" r="r" t="t"/>
              <a:pathLst>
                <a:path extrusionOk="0" h="1995" w="1733">
                  <a:moveTo>
                    <a:pt x="100" y="0"/>
                  </a:moveTo>
                  <a:cubicBezTo>
                    <a:pt x="46" y="0"/>
                    <a:pt x="0" y="46"/>
                    <a:pt x="6" y="104"/>
                  </a:cubicBezTo>
                  <a:lnTo>
                    <a:pt x="176" y="1995"/>
                  </a:lnTo>
                  <a:lnTo>
                    <a:pt x="1559" y="1995"/>
                  </a:lnTo>
                  <a:lnTo>
                    <a:pt x="1727" y="104"/>
                  </a:lnTo>
                  <a:cubicBezTo>
                    <a:pt x="1733" y="48"/>
                    <a:pt x="1688" y="0"/>
                    <a:pt x="163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20"/>
            <p:cNvSpPr/>
            <p:nvPr/>
          </p:nvSpPr>
          <p:spPr>
            <a:xfrm>
              <a:off x="3732391" y="2398046"/>
              <a:ext cx="20591" cy="70832"/>
            </a:xfrm>
            <a:custGeom>
              <a:rect b="b" l="l" r="r" t="t"/>
              <a:pathLst>
                <a:path extrusionOk="0" h="1995" w="580">
                  <a:moveTo>
                    <a:pt x="74" y="0"/>
                  </a:moveTo>
                  <a:cubicBezTo>
                    <a:pt x="130" y="0"/>
                    <a:pt x="175" y="48"/>
                    <a:pt x="169" y="104"/>
                  </a:cubicBezTo>
                  <a:lnTo>
                    <a:pt x="1" y="1995"/>
                  </a:lnTo>
                  <a:lnTo>
                    <a:pt x="405" y="1995"/>
                  </a:lnTo>
                  <a:lnTo>
                    <a:pt x="575" y="104"/>
                  </a:lnTo>
                  <a:cubicBezTo>
                    <a:pt x="579" y="46"/>
                    <a:pt x="535" y="0"/>
                    <a:pt x="47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20"/>
            <p:cNvSpPr/>
            <p:nvPr/>
          </p:nvSpPr>
          <p:spPr>
            <a:xfrm>
              <a:off x="3693266" y="2420094"/>
              <a:ext cx="57869" cy="26345"/>
            </a:xfrm>
            <a:custGeom>
              <a:rect b="b" l="l" r="r" t="t"/>
              <a:pathLst>
                <a:path extrusionOk="0" h="742" w="1630">
                  <a:moveTo>
                    <a:pt x="1" y="1"/>
                  </a:moveTo>
                  <a:lnTo>
                    <a:pt x="67" y="742"/>
                  </a:lnTo>
                  <a:lnTo>
                    <a:pt x="1563" y="742"/>
                  </a:lnTo>
                  <a:lnTo>
                    <a:pt x="1630"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20"/>
            <p:cNvSpPr/>
            <p:nvPr/>
          </p:nvSpPr>
          <p:spPr>
            <a:xfrm>
              <a:off x="3734415" y="2420094"/>
              <a:ext cx="16722" cy="26345"/>
            </a:xfrm>
            <a:custGeom>
              <a:rect b="b" l="l" r="r" t="t"/>
              <a:pathLst>
                <a:path extrusionOk="0" h="742" w="471">
                  <a:moveTo>
                    <a:pt x="66" y="1"/>
                  </a:moveTo>
                  <a:lnTo>
                    <a:pt x="0" y="742"/>
                  </a:lnTo>
                  <a:lnTo>
                    <a:pt x="404" y="742"/>
                  </a:lnTo>
                  <a:lnTo>
                    <a:pt x="47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20"/>
            <p:cNvSpPr/>
            <p:nvPr/>
          </p:nvSpPr>
          <p:spPr>
            <a:xfrm>
              <a:off x="3549760" y="2277369"/>
              <a:ext cx="27976" cy="14024"/>
            </a:xfrm>
            <a:custGeom>
              <a:rect b="b" l="l" r="r" t="t"/>
              <a:pathLst>
                <a:path extrusionOk="0" h="395" w="788">
                  <a:moveTo>
                    <a:pt x="630" y="1"/>
                  </a:moveTo>
                  <a:cubicBezTo>
                    <a:pt x="589" y="1"/>
                    <a:pt x="549" y="19"/>
                    <a:pt x="521" y="54"/>
                  </a:cubicBezTo>
                  <a:cubicBezTo>
                    <a:pt x="490" y="92"/>
                    <a:pt x="442" y="115"/>
                    <a:pt x="392" y="115"/>
                  </a:cubicBezTo>
                  <a:cubicBezTo>
                    <a:pt x="343" y="115"/>
                    <a:pt x="297" y="94"/>
                    <a:pt x="265" y="55"/>
                  </a:cubicBezTo>
                  <a:cubicBezTo>
                    <a:pt x="237" y="21"/>
                    <a:pt x="197" y="4"/>
                    <a:pt x="156" y="4"/>
                  </a:cubicBezTo>
                  <a:cubicBezTo>
                    <a:pt x="125" y="4"/>
                    <a:pt x="94" y="14"/>
                    <a:pt x="68" y="35"/>
                  </a:cubicBezTo>
                  <a:cubicBezTo>
                    <a:pt x="9" y="84"/>
                    <a:pt x="0" y="172"/>
                    <a:pt x="49" y="231"/>
                  </a:cubicBezTo>
                  <a:cubicBezTo>
                    <a:pt x="133" y="336"/>
                    <a:pt x="258" y="395"/>
                    <a:pt x="392" y="395"/>
                  </a:cubicBezTo>
                  <a:cubicBezTo>
                    <a:pt x="528" y="395"/>
                    <a:pt x="655" y="334"/>
                    <a:pt x="739" y="228"/>
                  </a:cubicBezTo>
                  <a:cubicBezTo>
                    <a:pt x="788" y="166"/>
                    <a:pt x="777" y="79"/>
                    <a:pt x="718" y="32"/>
                  </a:cubicBezTo>
                  <a:cubicBezTo>
                    <a:pt x="692" y="11"/>
                    <a:pt x="661" y="1"/>
                    <a:pt x="6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20"/>
            <p:cNvSpPr/>
            <p:nvPr/>
          </p:nvSpPr>
          <p:spPr>
            <a:xfrm>
              <a:off x="3468563" y="2309819"/>
              <a:ext cx="190293" cy="130729"/>
            </a:xfrm>
            <a:custGeom>
              <a:rect b="b" l="l" r="r" t="t"/>
              <a:pathLst>
                <a:path extrusionOk="0" h="3682" w="5360">
                  <a:moveTo>
                    <a:pt x="209" y="0"/>
                  </a:moveTo>
                  <a:cubicBezTo>
                    <a:pt x="94" y="0"/>
                    <a:pt x="1" y="94"/>
                    <a:pt x="1" y="209"/>
                  </a:cubicBezTo>
                  <a:lnTo>
                    <a:pt x="1" y="3472"/>
                  </a:lnTo>
                  <a:cubicBezTo>
                    <a:pt x="1" y="3588"/>
                    <a:pt x="94" y="3681"/>
                    <a:pt x="209" y="3681"/>
                  </a:cubicBezTo>
                  <a:lnTo>
                    <a:pt x="5151" y="3681"/>
                  </a:lnTo>
                  <a:cubicBezTo>
                    <a:pt x="5266" y="3681"/>
                    <a:pt x="5360" y="3588"/>
                    <a:pt x="5360" y="3472"/>
                  </a:cubicBezTo>
                  <a:lnTo>
                    <a:pt x="5360" y="209"/>
                  </a:lnTo>
                  <a:cubicBezTo>
                    <a:pt x="5360" y="94"/>
                    <a:pt x="5266" y="0"/>
                    <a:pt x="515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20"/>
            <p:cNvSpPr/>
            <p:nvPr/>
          </p:nvSpPr>
          <p:spPr>
            <a:xfrm>
              <a:off x="3637667" y="2309819"/>
              <a:ext cx="21195" cy="130729"/>
            </a:xfrm>
            <a:custGeom>
              <a:rect b="b" l="l" r="r" t="t"/>
              <a:pathLst>
                <a:path extrusionOk="0" h="3682" w="597">
                  <a:moveTo>
                    <a:pt x="1" y="0"/>
                  </a:moveTo>
                  <a:cubicBezTo>
                    <a:pt x="116" y="0"/>
                    <a:pt x="210" y="94"/>
                    <a:pt x="210" y="209"/>
                  </a:cubicBezTo>
                  <a:lnTo>
                    <a:pt x="210" y="3472"/>
                  </a:lnTo>
                  <a:cubicBezTo>
                    <a:pt x="210" y="3588"/>
                    <a:pt x="116" y="3681"/>
                    <a:pt x="1" y="3681"/>
                  </a:cubicBezTo>
                  <a:lnTo>
                    <a:pt x="388" y="3681"/>
                  </a:lnTo>
                  <a:cubicBezTo>
                    <a:pt x="503" y="3681"/>
                    <a:pt x="597" y="3588"/>
                    <a:pt x="597" y="3472"/>
                  </a:cubicBezTo>
                  <a:lnTo>
                    <a:pt x="597" y="209"/>
                  </a:lnTo>
                  <a:cubicBezTo>
                    <a:pt x="597" y="94"/>
                    <a:pt x="503" y="0"/>
                    <a:pt x="38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20"/>
            <p:cNvSpPr/>
            <p:nvPr/>
          </p:nvSpPr>
          <p:spPr>
            <a:xfrm>
              <a:off x="3540849" y="2352247"/>
              <a:ext cx="45763" cy="45766"/>
            </a:xfrm>
            <a:custGeom>
              <a:rect b="b" l="l" r="r" t="t"/>
              <a:pathLst>
                <a:path extrusionOk="0" h="1289" w="1289">
                  <a:moveTo>
                    <a:pt x="646" y="1"/>
                  </a:moveTo>
                  <a:cubicBezTo>
                    <a:pt x="289" y="1"/>
                    <a:pt x="1" y="290"/>
                    <a:pt x="1" y="646"/>
                  </a:cubicBezTo>
                  <a:cubicBezTo>
                    <a:pt x="1" y="1001"/>
                    <a:pt x="289" y="1289"/>
                    <a:pt x="646" y="1289"/>
                  </a:cubicBezTo>
                  <a:cubicBezTo>
                    <a:pt x="1001" y="1289"/>
                    <a:pt x="1289" y="1001"/>
                    <a:pt x="1289" y="646"/>
                  </a:cubicBezTo>
                  <a:cubicBezTo>
                    <a:pt x="1289" y="290"/>
                    <a:pt x="1001" y="1"/>
                    <a:pt x="64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20"/>
            <p:cNvSpPr/>
            <p:nvPr/>
          </p:nvSpPr>
          <p:spPr>
            <a:xfrm>
              <a:off x="3544186" y="2353347"/>
              <a:ext cx="42390" cy="44736"/>
            </a:xfrm>
            <a:custGeom>
              <a:rect b="b" l="l" r="r" t="t"/>
              <a:pathLst>
                <a:path extrusionOk="0" h="1260" w="1194">
                  <a:moveTo>
                    <a:pt x="740" y="0"/>
                  </a:moveTo>
                  <a:cubicBezTo>
                    <a:pt x="801" y="98"/>
                    <a:pt x="835" y="213"/>
                    <a:pt x="835" y="335"/>
                  </a:cubicBezTo>
                  <a:cubicBezTo>
                    <a:pt x="835" y="692"/>
                    <a:pt x="547" y="980"/>
                    <a:pt x="192" y="980"/>
                  </a:cubicBezTo>
                  <a:cubicBezTo>
                    <a:pt x="124" y="980"/>
                    <a:pt x="59" y="969"/>
                    <a:pt x="0" y="951"/>
                  </a:cubicBezTo>
                  <a:lnTo>
                    <a:pt x="0" y="951"/>
                  </a:lnTo>
                  <a:cubicBezTo>
                    <a:pt x="114" y="1135"/>
                    <a:pt x="317" y="1259"/>
                    <a:pt x="549" y="1259"/>
                  </a:cubicBezTo>
                  <a:cubicBezTo>
                    <a:pt x="906" y="1259"/>
                    <a:pt x="1193" y="971"/>
                    <a:pt x="1193" y="615"/>
                  </a:cubicBezTo>
                  <a:cubicBezTo>
                    <a:pt x="1193" y="325"/>
                    <a:pt x="1002" y="81"/>
                    <a:pt x="7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20"/>
            <p:cNvSpPr/>
            <p:nvPr/>
          </p:nvSpPr>
          <p:spPr>
            <a:xfrm>
              <a:off x="3452161" y="2439231"/>
              <a:ext cx="223169" cy="28333"/>
            </a:xfrm>
            <a:custGeom>
              <a:rect b="b" l="l" r="r" t="t"/>
              <a:pathLst>
                <a:path extrusionOk="0" h="798" w="6286">
                  <a:moveTo>
                    <a:pt x="181" y="0"/>
                  </a:moveTo>
                  <a:cubicBezTo>
                    <a:pt x="81" y="0"/>
                    <a:pt x="1" y="81"/>
                    <a:pt x="1" y="180"/>
                  </a:cubicBezTo>
                  <a:lnTo>
                    <a:pt x="1" y="511"/>
                  </a:lnTo>
                  <a:cubicBezTo>
                    <a:pt x="1" y="669"/>
                    <a:pt x="129" y="797"/>
                    <a:pt x="287" y="797"/>
                  </a:cubicBezTo>
                  <a:lnTo>
                    <a:pt x="5997" y="797"/>
                  </a:lnTo>
                  <a:cubicBezTo>
                    <a:pt x="6156" y="797"/>
                    <a:pt x="6285" y="668"/>
                    <a:pt x="6285" y="511"/>
                  </a:cubicBezTo>
                  <a:lnTo>
                    <a:pt x="6285" y="180"/>
                  </a:lnTo>
                  <a:cubicBezTo>
                    <a:pt x="6285" y="81"/>
                    <a:pt x="6204" y="0"/>
                    <a:pt x="610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20"/>
            <p:cNvSpPr/>
            <p:nvPr/>
          </p:nvSpPr>
          <p:spPr>
            <a:xfrm>
              <a:off x="3651372" y="2439160"/>
              <a:ext cx="23893" cy="28297"/>
            </a:xfrm>
            <a:custGeom>
              <a:rect b="b" l="l" r="r" t="t"/>
              <a:pathLst>
                <a:path extrusionOk="0" h="797" w="673">
                  <a:moveTo>
                    <a:pt x="109" y="1"/>
                  </a:moveTo>
                  <a:cubicBezTo>
                    <a:pt x="206" y="1"/>
                    <a:pt x="288" y="81"/>
                    <a:pt x="288" y="181"/>
                  </a:cubicBezTo>
                  <a:lnTo>
                    <a:pt x="288" y="512"/>
                  </a:lnTo>
                  <a:cubicBezTo>
                    <a:pt x="288" y="668"/>
                    <a:pt x="159" y="796"/>
                    <a:pt x="1" y="796"/>
                  </a:cubicBezTo>
                  <a:lnTo>
                    <a:pt x="386" y="796"/>
                  </a:lnTo>
                  <a:cubicBezTo>
                    <a:pt x="545" y="796"/>
                    <a:pt x="673" y="670"/>
                    <a:pt x="673" y="512"/>
                  </a:cubicBezTo>
                  <a:lnTo>
                    <a:pt x="673" y="181"/>
                  </a:lnTo>
                  <a:cubicBezTo>
                    <a:pt x="673" y="81"/>
                    <a:pt x="593" y="1"/>
                    <a:pt x="49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20"/>
            <p:cNvSpPr/>
            <p:nvPr/>
          </p:nvSpPr>
          <p:spPr>
            <a:xfrm>
              <a:off x="3437569" y="2466249"/>
              <a:ext cx="326907" cy="32381"/>
            </a:xfrm>
            <a:custGeom>
              <a:rect b="b" l="l" r="r" t="t"/>
              <a:pathLst>
                <a:path extrusionOk="0" h="912" w="9208">
                  <a:moveTo>
                    <a:pt x="124" y="0"/>
                  </a:moveTo>
                  <a:cubicBezTo>
                    <a:pt x="55" y="0"/>
                    <a:pt x="0" y="55"/>
                    <a:pt x="0" y="124"/>
                  </a:cubicBezTo>
                  <a:lnTo>
                    <a:pt x="0" y="787"/>
                  </a:lnTo>
                  <a:cubicBezTo>
                    <a:pt x="0" y="855"/>
                    <a:pt x="55" y="911"/>
                    <a:pt x="124" y="911"/>
                  </a:cubicBezTo>
                  <a:lnTo>
                    <a:pt x="9083" y="911"/>
                  </a:lnTo>
                  <a:cubicBezTo>
                    <a:pt x="9152" y="911"/>
                    <a:pt x="9207" y="857"/>
                    <a:pt x="9207" y="787"/>
                  </a:cubicBezTo>
                  <a:lnTo>
                    <a:pt x="9207" y="124"/>
                  </a:lnTo>
                  <a:cubicBezTo>
                    <a:pt x="9207" y="55"/>
                    <a:pt x="9152" y="0"/>
                    <a:pt x="9083"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20"/>
            <p:cNvSpPr/>
            <p:nvPr/>
          </p:nvSpPr>
          <p:spPr>
            <a:xfrm>
              <a:off x="3746806" y="2466107"/>
              <a:ext cx="17680" cy="32523"/>
            </a:xfrm>
            <a:custGeom>
              <a:rect b="b" l="l" r="r" t="t"/>
              <a:pathLst>
                <a:path extrusionOk="0" h="916" w="498">
                  <a:moveTo>
                    <a:pt x="1" y="0"/>
                  </a:moveTo>
                  <a:cubicBezTo>
                    <a:pt x="71" y="0"/>
                    <a:pt x="127" y="58"/>
                    <a:pt x="127" y="127"/>
                  </a:cubicBezTo>
                  <a:lnTo>
                    <a:pt x="127" y="790"/>
                  </a:lnTo>
                  <a:cubicBezTo>
                    <a:pt x="127" y="859"/>
                    <a:pt x="70" y="915"/>
                    <a:pt x="1" y="915"/>
                  </a:cubicBezTo>
                  <a:lnTo>
                    <a:pt x="372" y="915"/>
                  </a:lnTo>
                  <a:cubicBezTo>
                    <a:pt x="441" y="915"/>
                    <a:pt x="497" y="858"/>
                    <a:pt x="497" y="790"/>
                  </a:cubicBezTo>
                  <a:lnTo>
                    <a:pt x="497" y="127"/>
                  </a:lnTo>
                  <a:cubicBezTo>
                    <a:pt x="497" y="58"/>
                    <a:pt x="442" y="1"/>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7" name="Google Shape;2437;p20"/>
          <p:cNvGrpSpPr/>
          <p:nvPr/>
        </p:nvGrpSpPr>
        <p:grpSpPr>
          <a:xfrm>
            <a:off x="4405413" y="4133261"/>
            <a:ext cx="327024" cy="325794"/>
            <a:chOff x="7321601" y="1514996"/>
            <a:chExt cx="327024" cy="325794"/>
          </a:xfrm>
        </p:grpSpPr>
        <p:sp>
          <p:nvSpPr>
            <p:cNvPr id="2438" name="Google Shape;2438;p20"/>
            <p:cNvSpPr/>
            <p:nvPr/>
          </p:nvSpPr>
          <p:spPr>
            <a:xfrm>
              <a:off x="7321601" y="1524191"/>
              <a:ext cx="293996" cy="316598"/>
            </a:xfrm>
            <a:custGeom>
              <a:rect b="b" l="l" r="r" t="t"/>
              <a:pathLst>
                <a:path extrusionOk="0" h="8917" w="8281">
                  <a:moveTo>
                    <a:pt x="100" y="0"/>
                  </a:moveTo>
                  <a:cubicBezTo>
                    <a:pt x="45" y="0"/>
                    <a:pt x="0" y="45"/>
                    <a:pt x="0" y="99"/>
                  </a:cubicBezTo>
                  <a:lnTo>
                    <a:pt x="0" y="8817"/>
                  </a:lnTo>
                  <a:cubicBezTo>
                    <a:pt x="0" y="8872"/>
                    <a:pt x="45" y="8916"/>
                    <a:pt x="100" y="8916"/>
                  </a:cubicBezTo>
                  <a:lnTo>
                    <a:pt x="8181" y="8916"/>
                  </a:lnTo>
                  <a:cubicBezTo>
                    <a:pt x="8236" y="8916"/>
                    <a:pt x="8279" y="8872"/>
                    <a:pt x="8281" y="8817"/>
                  </a:cubicBezTo>
                  <a:lnTo>
                    <a:pt x="8281" y="99"/>
                  </a:lnTo>
                  <a:cubicBezTo>
                    <a:pt x="8281" y="45"/>
                    <a:pt x="8236" y="0"/>
                    <a:pt x="818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20"/>
            <p:cNvSpPr/>
            <p:nvPr/>
          </p:nvSpPr>
          <p:spPr>
            <a:xfrm>
              <a:off x="7321601" y="1514996"/>
              <a:ext cx="293961" cy="42535"/>
            </a:xfrm>
            <a:custGeom>
              <a:rect b="b" l="l" r="r" t="t"/>
              <a:pathLst>
                <a:path extrusionOk="0" h="1198" w="8280">
                  <a:moveTo>
                    <a:pt x="100" y="0"/>
                  </a:moveTo>
                  <a:cubicBezTo>
                    <a:pt x="45" y="0"/>
                    <a:pt x="0" y="45"/>
                    <a:pt x="0" y="99"/>
                  </a:cubicBezTo>
                  <a:lnTo>
                    <a:pt x="0" y="1197"/>
                  </a:lnTo>
                  <a:lnTo>
                    <a:pt x="8279" y="1197"/>
                  </a:lnTo>
                  <a:lnTo>
                    <a:pt x="8279" y="99"/>
                  </a:lnTo>
                  <a:cubicBezTo>
                    <a:pt x="8279" y="45"/>
                    <a:pt x="8236" y="0"/>
                    <a:pt x="818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20"/>
            <p:cNvSpPr/>
            <p:nvPr/>
          </p:nvSpPr>
          <p:spPr>
            <a:xfrm>
              <a:off x="7598920" y="1514996"/>
              <a:ext cx="16651" cy="325794"/>
            </a:xfrm>
            <a:custGeom>
              <a:rect b="b" l="l" r="r" t="t"/>
              <a:pathLst>
                <a:path extrusionOk="0" h="9176" w="469">
                  <a:moveTo>
                    <a:pt x="0" y="0"/>
                  </a:moveTo>
                  <a:cubicBezTo>
                    <a:pt x="26" y="0"/>
                    <a:pt x="52" y="10"/>
                    <a:pt x="69" y="29"/>
                  </a:cubicBezTo>
                  <a:cubicBezTo>
                    <a:pt x="75" y="32"/>
                    <a:pt x="80" y="38"/>
                    <a:pt x="82" y="43"/>
                  </a:cubicBezTo>
                  <a:cubicBezTo>
                    <a:pt x="94" y="59"/>
                    <a:pt x="98" y="79"/>
                    <a:pt x="98" y="99"/>
                  </a:cubicBezTo>
                  <a:lnTo>
                    <a:pt x="98" y="9076"/>
                  </a:lnTo>
                  <a:cubicBezTo>
                    <a:pt x="98" y="9131"/>
                    <a:pt x="54" y="9175"/>
                    <a:pt x="0" y="9175"/>
                  </a:cubicBezTo>
                  <a:lnTo>
                    <a:pt x="369" y="9175"/>
                  </a:lnTo>
                  <a:cubicBezTo>
                    <a:pt x="422" y="9175"/>
                    <a:pt x="468" y="9131"/>
                    <a:pt x="468" y="9076"/>
                  </a:cubicBezTo>
                  <a:lnTo>
                    <a:pt x="468" y="99"/>
                  </a:lnTo>
                  <a:cubicBezTo>
                    <a:pt x="468" y="78"/>
                    <a:pt x="462" y="59"/>
                    <a:pt x="451" y="43"/>
                  </a:cubicBezTo>
                  <a:cubicBezTo>
                    <a:pt x="448" y="38"/>
                    <a:pt x="442" y="32"/>
                    <a:pt x="439" y="29"/>
                  </a:cubicBezTo>
                  <a:cubicBezTo>
                    <a:pt x="421" y="10"/>
                    <a:pt x="396" y="0"/>
                    <a:pt x="36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20"/>
            <p:cNvSpPr/>
            <p:nvPr/>
          </p:nvSpPr>
          <p:spPr>
            <a:xfrm>
              <a:off x="7598920" y="1514996"/>
              <a:ext cx="16651" cy="42535"/>
            </a:xfrm>
            <a:custGeom>
              <a:rect b="b" l="l" r="r" t="t"/>
              <a:pathLst>
                <a:path extrusionOk="0" h="1198" w="469">
                  <a:moveTo>
                    <a:pt x="0" y="0"/>
                  </a:moveTo>
                  <a:cubicBezTo>
                    <a:pt x="26" y="0"/>
                    <a:pt x="52" y="10"/>
                    <a:pt x="69" y="29"/>
                  </a:cubicBezTo>
                  <a:cubicBezTo>
                    <a:pt x="75" y="32"/>
                    <a:pt x="80" y="38"/>
                    <a:pt x="82" y="43"/>
                  </a:cubicBezTo>
                  <a:cubicBezTo>
                    <a:pt x="94" y="59"/>
                    <a:pt x="98" y="79"/>
                    <a:pt x="98" y="99"/>
                  </a:cubicBezTo>
                  <a:lnTo>
                    <a:pt x="98" y="1197"/>
                  </a:lnTo>
                  <a:lnTo>
                    <a:pt x="468" y="1197"/>
                  </a:lnTo>
                  <a:lnTo>
                    <a:pt x="468" y="99"/>
                  </a:lnTo>
                  <a:cubicBezTo>
                    <a:pt x="468" y="78"/>
                    <a:pt x="462" y="59"/>
                    <a:pt x="451" y="43"/>
                  </a:cubicBezTo>
                  <a:cubicBezTo>
                    <a:pt x="448" y="38"/>
                    <a:pt x="442" y="32"/>
                    <a:pt x="439" y="29"/>
                  </a:cubicBezTo>
                  <a:cubicBezTo>
                    <a:pt x="421" y="10"/>
                    <a:pt x="396" y="0"/>
                    <a:pt x="36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20"/>
            <p:cNvSpPr/>
            <p:nvPr/>
          </p:nvSpPr>
          <p:spPr>
            <a:xfrm>
              <a:off x="7377093" y="1694680"/>
              <a:ext cx="42639" cy="86632"/>
            </a:xfrm>
            <a:custGeom>
              <a:rect b="b" l="l" r="r" t="t"/>
              <a:pathLst>
                <a:path extrusionOk="0" h="2440" w="1201">
                  <a:moveTo>
                    <a:pt x="108" y="0"/>
                  </a:moveTo>
                  <a:cubicBezTo>
                    <a:pt x="49" y="0"/>
                    <a:pt x="0" y="49"/>
                    <a:pt x="0" y="108"/>
                  </a:cubicBezTo>
                  <a:lnTo>
                    <a:pt x="0" y="2439"/>
                  </a:lnTo>
                  <a:lnTo>
                    <a:pt x="1200" y="2439"/>
                  </a:lnTo>
                  <a:lnTo>
                    <a:pt x="1200" y="108"/>
                  </a:lnTo>
                  <a:cubicBezTo>
                    <a:pt x="1200" y="49"/>
                    <a:pt x="1151" y="0"/>
                    <a:pt x="10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20"/>
            <p:cNvSpPr/>
            <p:nvPr/>
          </p:nvSpPr>
          <p:spPr>
            <a:xfrm>
              <a:off x="7448029" y="1676680"/>
              <a:ext cx="42674" cy="104633"/>
            </a:xfrm>
            <a:custGeom>
              <a:rect b="b" l="l" r="r" t="t"/>
              <a:pathLst>
                <a:path extrusionOk="0" h="2947" w="1202">
                  <a:moveTo>
                    <a:pt x="109" y="1"/>
                  </a:moveTo>
                  <a:cubicBezTo>
                    <a:pt x="50" y="1"/>
                    <a:pt x="1" y="48"/>
                    <a:pt x="1" y="109"/>
                  </a:cubicBezTo>
                  <a:lnTo>
                    <a:pt x="1" y="2946"/>
                  </a:lnTo>
                  <a:lnTo>
                    <a:pt x="1201" y="2946"/>
                  </a:lnTo>
                  <a:lnTo>
                    <a:pt x="1201" y="109"/>
                  </a:lnTo>
                  <a:cubicBezTo>
                    <a:pt x="1201" y="48"/>
                    <a:pt x="1152" y="1"/>
                    <a:pt x="109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20"/>
            <p:cNvSpPr/>
            <p:nvPr/>
          </p:nvSpPr>
          <p:spPr>
            <a:xfrm>
              <a:off x="7518966" y="1719356"/>
              <a:ext cx="42603" cy="61956"/>
            </a:xfrm>
            <a:custGeom>
              <a:rect b="b" l="l" r="r" t="t"/>
              <a:pathLst>
                <a:path extrusionOk="0" h="1745" w="1200">
                  <a:moveTo>
                    <a:pt x="108" y="0"/>
                  </a:moveTo>
                  <a:cubicBezTo>
                    <a:pt x="48" y="0"/>
                    <a:pt x="0" y="49"/>
                    <a:pt x="0" y="108"/>
                  </a:cubicBezTo>
                  <a:lnTo>
                    <a:pt x="0" y="1744"/>
                  </a:lnTo>
                  <a:lnTo>
                    <a:pt x="1199" y="1744"/>
                  </a:lnTo>
                  <a:lnTo>
                    <a:pt x="1199" y="108"/>
                  </a:lnTo>
                  <a:cubicBezTo>
                    <a:pt x="1199" y="49"/>
                    <a:pt x="1152" y="0"/>
                    <a:pt x="10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20"/>
            <p:cNvSpPr/>
            <p:nvPr/>
          </p:nvSpPr>
          <p:spPr>
            <a:xfrm>
              <a:off x="7589831" y="1655058"/>
              <a:ext cx="42639" cy="126256"/>
            </a:xfrm>
            <a:custGeom>
              <a:rect b="b" l="l" r="r" t="t"/>
              <a:pathLst>
                <a:path extrusionOk="0" h="3556" w="1201">
                  <a:moveTo>
                    <a:pt x="108" y="1"/>
                  </a:moveTo>
                  <a:cubicBezTo>
                    <a:pt x="49" y="1"/>
                    <a:pt x="0" y="50"/>
                    <a:pt x="0" y="109"/>
                  </a:cubicBezTo>
                  <a:lnTo>
                    <a:pt x="0" y="3555"/>
                  </a:lnTo>
                  <a:lnTo>
                    <a:pt x="1200" y="3555"/>
                  </a:lnTo>
                  <a:lnTo>
                    <a:pt x="1200" y="109"/>
                  </a:lnTo>
                  <a:cubicBezTo>
                    <a:pt x="1200" y="50"/>
                    <a:pt x="1151" y="1"/>
                    <a:pt x="109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20"/>
            <p:cNvSpPr/>
            <p:nvPr/>
          </p:nvSpPr>
          <p:spPr>
            <a:xfrm>
              <a:off x="7401803" y="1694680"/>
              <a:ext cx="17964" cy="86632"/>
            </a:xfrm>
            <a:custGeom>
              <a:rect b="b" l="l" r="r" t="t"/>
              <a:pathLst>
                <a:path extrusionOk="0" h="2440" w="506">
                  <a:moveTo>
                    <a:pt x="1" y="0"/>
                  </a:moveTo>
                  <a:cubicBezTo>
                    <a:pt x="60" y="0"/>
                    <a:pt x="109" y="49"/>
                    <a:pt x="109" y="108"/>
                  </a:cubicBezTo>
                  <a:lnTo>
                    <a:pt x="109" y="2439"/>
                  </a:lnTo>
                  <a:lnTo>
                    <a:pt x="506" y="2439"/>
                  </a:lnTo>
                  <a:lnTo>
                    <a:pt x="506" y="108"/>
                  </a:lnTo>
                  <a:cubicBezTo>
                    <a:pt x="506" y="49"/>
                    <a:pt x="455" y="0"/>
                    <a:pt x="3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20"/>
            <p:cNvSpPr/>
            <p:nvPr/>
          </p:nvSpPr>
          <p:spPr>
            <a:xfrm>
              <a:off x="7472704" y="1676680"/>
              <a:ext cx="18000" cy="104633"/>
            </a:xfrm>
            <a:custGeom>
              <a:rect b="b" l="l" r="r" t="t"/>
              <a:pathLst>
                <a:path extrusionOk="0" h="2947" w="507">
                  <a:moveTo>
                    <a:pt x="1" y="1"/>
                  </a:moveTo>
                  <a:cubicBezTo>
                    <a:pt x="60" y="1"/>
                    <a:pt x="109" y="48"/>
                    <a:pt x="109" y="109"/>
                  </a:cubicBezTo>
                  <a:lnTo>
                    <a:pt x="109" y="2946"/>
                  </a:lnTo>
                  <a:lnTo>
                    <a:pt x="506" y="2946"/>
                  </a:lnTo>
                  <a:lnTo>
                    <a:pt x="506" y="109"/>
                  </a:lnTo>
                  <a:cubicBezTo>
                    <a:pt x="506" y="50"/>
                    <a:pt x="457" y="1"/>
                    <a:pt x="39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20"/>
            <p:cNvSpPr/>
            <p:nvPr/>
          </p:nvSpPr>
          <p:spPr>
            <a:xfrm>
              <a:off x="7543570" y="1719356"/>
              <a:ext cx="18000" cy="61956"/>
            </a:xfrm>
            <a:custGeom>
              <a:rect b="b" l="l" r="r" t="t"/>
              <a:pathLst>
                <a:path extrusionOk="0" h="1745" w="507">
                  <a:moveTo>
                    <a:pt x="1" y="0"/>
                  </a:moveTo>
                  <a:cubicBezTo>
                    <a:pt x="60" y="0"/>
                    <a:pt x="109" y="49"/>
                    <a:pt x="109" y="108"/>
                  </a:cubicBezTo>
                  <a:lnTo>
                    <a:pt x="109" y="1744"/>
                  </a:lnTo>
                  <a:lnTo>
                    <a:pt x="506" y="1744"/>
                  </a:lnTo>
                  <a:lnTo>
                    <a:pt x="506" y="108"/>
                  </a:lnTo>
                  <a:cubicBezTo>
                    <a:pt x="506" y="49"/>
                    <a:pt x="459" y="0"/>
                    <a:pt x="3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20"/>
            <p:cNvSpPr/>
            <p:nvPr/>
          </p:nvSpPr>
          <p:spPr>
            <a:xfrm>
              <a:off x="7614506" y="1655058"/>
              <a:ext cx="17964" cy="126256"/>
            </a:xfrm>
            <a:custGeom>
              <a:rect b="b" l="l" r="r" t="t"/>
              <a:pathLst>
                <a:path extrusionOk="0" h="3556" w="506">
                  <a:moveTo>
                    <a:pt x="400" y="1"/>
                  </a:moveTo>
                  <a:cubicBezTo>
                    <a:pt x="399" y="1"/>
                    <a:pt x="398" y="1"/>
                    <a:pt x="397" y="1"/>
                  </a:cubicBezTo>
                  <a:lnTo>
                    <a:pt x="0" y="1"/>
                  </a:lnTo>
                  <a:cubicBezTo>
                    <a:pt x="59" y="1"/>
                    <a:pt x="108" y="50"/>
                    <a:pt x="108" y="109"/>
                  </a:cubicBezTo>
                  <a:lnTo>
                    <a:pt x="108" y="3555"/>
                  </a:lnTo>
                  <a:lnTo>
                    <a:pt x="505" y="3555"/>
                  </a:lnTo>
                  <a:lnTo>
                    <a:pt x="505" y="109"/>
                  </a:lnTo>
                  <a:cubicBezTo>
                    <a:pt x="505" y="51"/>
                    <a:pt x="458" y="1"/>
                    <a:pt x="40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20"/>
            <p:cNvSpPr/>
            <p:nvPr/>
          </p:nvSpPr>
          <p:spPr>
            <a:xfrm>
              <a:off x="7412952" y="1595696"/>
              <a:ext cx="183193" cy="73815"/>
            </a:xfrm>
            <a:custGeom>
              <a:rect b="b" l="l" r="r" t="t"/>
              <a:pathLst>
                <a:path extrusionOk="0" h="2079" w="5160">
                  <a:moveTo>
                    <a:pt x="5004" y="0"/>
                  </a:moveTo>
                  <a:cubicBezTo>
                    <a:pt x="4999" y="0"/>
                    <a:pt x="4994" y="0"/>
                    <a:pt x="4989" y="1"/>
                  </a:cubicBezTo>
                  <a:lnTo>
                    <a:pt x="4132" y="87"/>
                  </a:lnTo>
                  <a:cubicBezTo>
                    <a:pt x="4051" y="96"/>
                    <a:pt x="3989" y="168"/>
                    <a:pt x="3998" y="251"/>
                  </a:cubicBezTo>
                  <a:cubicBezTo>
                    <a:pt x="4007" y="327"/>
                    <a:pt x="4071" y="384"/>
                    <a:pt x="4146" y="384"/>
                  </a:cubicBezTo>
                  <a:cubicBezTo>
                    <a:pt x="4152" y="384"/>
                    <a:pt x="4157" y="384"/>
                    <a:pt x="4162" y="384"/>
                  </a:cubicBezTo>
                  <a:lnTo>
                    <a:pt x="4599" y="339"/>
                  </a:lnTo>
                  <a:lnTo>
                    <a:pt x="3040" y="1749"/>
                  </a:lnTo>
                  <a:lnTo>
                    <a:pt x="1628" y="1044"/>
                  </a:lnTo>
                  <a:cubicBezTo>
                    <a:pt x="1607" y="1034"/>
                    <a:pt x="1584" y="1028"/>
                    <a:pt x="1561" y="1028"/>
                  </a:cubicBezTo>
                  <a:cubicBezTo>
                    <a:pt x="1539" y="1028"/>
                    <a:pt x="1517" y="1033"/>
                    <a:pt x="1497" y="1044"/>
                  </a:cubicBezTo>
                  <a:lnTo>
                    <a:pt x="104" y="1723"/>
                  </a:lnTo>
                  <a:cubicBezTo>
                    <a:pt x="31" y="1759"/>
                    <a:pt x="0" y="1850"/>
                    <a:pt x="36" y="1923"/>
                  </a:cubicBezTo>
                  <a:cubicBezTo>
                    <a:pt x="62" y="1976"/>
                    <a:pt x="116" y="2007"/>
                    <a:pt x="171" y="2007"/>
                  </a:cubicBezTo>
                  <a:cubicBezTo>
                    <a:pt x="192" y="2007"/>
                    <a:pt x="214" y="2002"/>
                    <a:pt x="235" y="1992"/>
                  </a:cubicBezTo>
                  <a:lnTo>
                    <a:pt x="1562" y="1345"/>
                  </a:lnTo>
                  <a:lnTo>
                    <a:pt x="2998" y="2061"/>
                  </a:lnTo>
                  <a:cubicBezTo>
                    <a:pt x="3019" y="2073"/>
                    <a:pt x="3041" y="2079"/>
                    <a:pt x="3065" y="2079"/>
                  </a:cubicBezTo>
                  <a:cubicBezTo>
                    <a:pt x="3101" y="2079"/>
                    <a:pt x="3137" y="2066"/>
                    <a:pt x="3166" y="2040"/>
                  </a:cubicBezTo>
                  <a:lnTo>
                    <a:pt x="4785" y="576"/>
                  </a:lnTo>
                  <a:lnTo>
                    <a:pt x="4785" y="576"/>
                  </a:lnTo>
                  <a:lnTo>
                    <a:pt x="4717" y="975"/>
                  </a:lnTo>
                  <a:cubicBezTo>
                    <a:pt x="4703" y="1057"/>
                    <a:pt x="4759" y="1133"/>
                    <a:pt x="4840" y="1146"/>
                  </a:cubicBezTo>
                  <a:cubicBezTo>
                    <a:pt x="4850" y="1148"/>
                    <a:pt x="4857" y="1148"/>
                    <a:pt x="4866" y="1148"/>
                  </a:cubicBezTo>
                  <a:cubicBezTo>
                    <a:pt x="4938" y="1148"/>
                    <a:pt x="5001" y="1096"/>
                    <a:pt x="5012" y="1024"/>
                  </a:cubicBezTo>
                  <a:lnTo>
                    <a:pt x="5156" y="173"/>
                  </a:lnTo>
                  <a:cubicBezTo>
                    <a:pt x="5159" y="129"/>
                    <a:pt x="5145" y="81"/>
                    <a:pt x="5113" y="47"/>
                  </a:cubicBezTo>
                  <a:cubicBezTo>
                    <a:pt x="5085" y="17"/>
                    <a:pt x="5046" y="0"/>
                    <a:pt x="500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20"/>
            <p:cNvSpPr/>
            <p:nvPr/>
          </p:nvSpPr>
          <p:spPr>
            <a:xfrm>
              <a:off x="7360939" y="1779925"/>
              <a:ext cx="287677" cy="22723"/>
            </a:xfrm>
            <a:custGeom>
              <a:rect b="b" l="l" r="r" t="t"/>
              <a:pathLst>
                <a:path extrusionOk="0" h="640" w="8103">
                  <a:moveTo>
                    <a:pt x="81" y="1"/>
                  </a:moveTo>
                  <a:cubicBezTo>
                    <a:pt x="36" y="1"/>
                    <a:pt x="0" y="37"/>
                    <a:pt x="0" y="81"/>
                  </a:cubicBezTo>
                  <a:lnTo>
                    <a:pt x="0" y="559"/>
                  </a:lnTo>
                  <a:cubicBezTo>
                    <a:pt x="0" y="604"/>
                    <a:pt x="36" y="640"/>
                    <a:pt x="81" y="640"/>
                  </a:cubicBezTo>
                  <a:lnTo>
                    <a:pt x="8022" y="640"/>
                  </a:lnTo>
                  <a:cubicBezTo>
                    <a:pt x="8066" y="640"/>
                    <a:pt x="8102" y="602"/>
                    <a:pt x="8102" y="559"/>
                  </a:cubicBezTo>
                  <a:lnTo>
                    <a:pt x="8102" y="81"/>
                  </a:lnTo>
                  <a:cubicBezTo>
                    <a:pt x="8102" y="37"/>
                    <a:pt x="8066" y="1"/>
                    <a:pt x="8022"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20"/>
            <p:cNvSpPr/>
            <p:nvPr/>
          </p:nvSpPr>
          <p:spPr>
            <a:xfrm>
              <a:off x="7631619" y="1779890"/>
              <a:ext cx="17006" cy="22723"/>
            </a:xfrm>
            <a:custGeom>
              <a:rect b="b" l="l" r="r" t="t"/>
              <a:pathLst>
                <a:path extrusionOk="0" h="640" w="479">
                  <a:moveTo>
                    <a:pt x="0" y="0"/>
                  </a:moveTo>
                  <a:cubicBezTo>
                    <a:pt x="45" y="0"/>
                    <a:pt x="81" y="36"/>
                    <a:pt x="81" y="81"/>
                  </a:cubicBezTo>
                  <a:lnTo>
                    <a:pt x="81" y="557"/>
                  </a:lnTo>
                  <a:cubicBezTo>
                    <a:pt x="81" y="603"/>
                    <a:pt x="45" y="639"/>
                    <a:pt x="0" y="639"/>
                  </a:cubicBezTo>
                  <a:lnTo>
                    <a:pt x="398" y="639"/>
                  </a:lnTo>
                  <a:cubicBezTo>
                    <a:pt x="442" y="639"/>
                    <a:pt x="478" y="603"/>
                    <a:pt x="478" y="557"/>
                  </a:cubicBezTo>
                  <a:lnTo>
                    <a:pt x="478" y="81"/>
                  </a:lnTo>
                  <a:cubicBezTo>
                    <a:pt x="478" y="36"/>
                    <a:pt x="442" y="0"/>
                    <a:pt x="3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6" name="Shape 2456"/>
        <p:cNvGrpSpPr/>
        <p:nvPr/>
      </p:nvGrpSpPr>
      <p:grpSpPr>
        <a:xfrm>
          <a:off x="0" y="0"/>
          <a:ext cx="0" cy="0"/>
          <a:chOff x="0" y="0"/>
          <a:chExt cx="0" cy="0"/>
        </a:xfrm>
      </p:grpSpPr>
      <p:sp>
        <p:nvSpPr>
          <p:cNvPr id="2457" name="Google Shape;2457;g3b3d817690b_0_279"/>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This degree</a:t>
            </a:r>
            <a:r>
              <a:rPr lang="en"/>
              <a:t> around the world</a:t>
            </a:r>
            <a:endParaRPr/>
          </a:p>
        </p:txBody>
      </p:sp>
      <p:sp>
        <p:nvSpPr>
          <p:cNvPr id="2458" name="Google Shape;2458;g3b3d817690b_0_279"/>
          <p:cNvSpPr/>
          <p:nvPr/>
        </p:nvSpPr>
        <p:spPr>
          <a:xfrm>
            <a:off x="720000" y="1780436"/>
            <a:ext cx="4551900" cy="2604900"/>
          </a:xfrm>
          <a:prstGeom prst="rect">
            <a:avLst/>
          </a:prstGeom>
          <a:solidFill>
            <a:srgbClr val="7C7C7C">
              <a:alpha val="1412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g3b3d817690b_0_279"/>
          <p:cNvSpPr/>
          <p:nvPr/>
        </p:nvSpPr>
        <p:spPr>
          <a:xfrm>
            <a:off x="720000" y="1540562"/>
            <a:ext cx="4551900" cy="240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g3b3d817690b_0_279"/>
          <p:cNvSpPr/>
          <p:nvPr/>
        </p:nvSpPr>
        <p:spPr>
          <a:xfrm>
            <a:off x="5556863" y="3258120"/>
            <a:ext cx="2867100" cy="1127100"/>
          </a:xfrm>
          <a:prstGeom prst="rect">
            <a:avLst/>
          </a:prstGeom>
          <a:solidFill>
            <a:srgbClr val="7C7C7C">
              <a:alpha val="141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61" name="Google Shape;2461;g3b3d817690b_0_279"/>
          <p:cNvGrpSpPr/>
          <p:nvPr/>
        </p:nvGrpSpPr>
        <p:grpSpPr>
          <a:xfrm>
            <a:off x="5556888" y="3040020"/>
            <a:ext cx="2867100" cy="218100"/>
            <a:chOff x="1290775" y="1427529"/>
            <a:chExt cx="2867100" cy="218100"/>
          </a:xfrm>
        </p:grpSpPr>
        <p:sp>
          <p:nvSpPr>
            <p:cNvPr id="2462" name="Google Shape;2462;g3b3d817690b_0_279"/>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g3b3d817690b_0_279"/>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g3b3d817690b_0_279"/>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g3b3d817690b_0_279"/>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66" name="Google Shape;2466;g3b3d817690b_0_279"/>
          <p:cNvSpPr txBox="1"/>
          <p:nvPr/>
        </p:nvSpPr>
        <p:spPr>
          <a:xfrm>
            <a:off x="5556855" y="3258120"/>
            <a:ext cx="2867100" cy="527700"/>
          </a:xfrm>
          <a:prstGeom prst="rect">
            <a:avLst/>
          </a:prstGeom>
          <a:no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accent3"/>
                </a:solidFill>
                <a:latin typeface="Zen Dots"/>
                <a:ea typeface="Zen Dots"/>
                <a:cs typeface="Zen Dots"/>
                <a:sym typeface="Zen Dots"/>
              </a:rPr>
              <a:t>Standard degrees</a:t>
            </a:r>
            <a:endParaRPr b="0" i="0" sz="1600" u="none" cap="none" strike="noStrike">
              <a:solidFill>
                <a:schemeClr val="accent3"/>
              </a:solidFill>
              <a:latin typeface="Zen Dots"/>
              <a:ea typeface="Zen Dots"/>
              <a:cs typeface="Zen Dots"/>
              <a:sym typeface="Zen Dots"/>
            </a:endParaRPr>
          </a:p>
        </p:txBody>
      </p:sp>
      <p:sp>
        <p:nvSpPr>
          <p:cNvPr id="2467" name="Google Shape;2467;g3b3d817690b_0_279"/>
          <p:cNvSpPr txBox="1"/>
          <p:nvPr/>
        </p:nvSpPr>
        <p:spPr>
          <a:xfrm>
            <a:off x="5556877" y="3785820"/>
            <a:ext cx="2867100" cy="5994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lt1"/>
                </a:solidFill>
                <a:latin typeface="Anaheim"/>
                <a:ea typeface="Anaheim"/>
                <a:cs typeface="Anaheim"/>
                <a:sym typeface="Anaheim"/>
              </a:rPr>
              <a:t>Jupiter is the biggest planet in the entire Solar System</a:t>
            </a:r>
            <a:endParaRPr b="0" i="0" sz="1400" u="none" cap="none" strike="noStrike">
              <a:solidFill>
                <a:schemeClr val="lt1"/>
              </a:solidFill>
              <a:latin typeface="Anaheim"/>
              <a:ea typeface="Anaheim"/>
              <a:cs typeface="Anaheim"/>
              <a:sym typeface="Anaheim"/>
            </a:endParaRPr>
          </a:p>
        </p:txBody>
      </p:sp>
      <p:sp>
        <p:nvSpPr>
          <p:cNvPr id="2468" name="Google Shape;2468;g3b3d817690b_0_279"/>
          <p:cNvSpPr/>
          <p:nvPr/>
        </p:nvSpPr>
        <p:spPr>
          <a:xfrm>
            <a:off x="5556863" y="1758670"/>
            <a:ext cx="2867100" cy="1127100"/>
          </a:xfrm>
          <a:prstGeom prst="rect">
            <a:avLst/>
          </a:prstGeom>
          <a:solidFill>
            <a:srgbClr val="7C7C7C">
              <a:alpha val="141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69" name="Google Shape;2469;g3b3d817690b_0_279"/>
          <p:cNvGrpSpPr/>
          <p:nvPr/>
        </p:nvGrpSpPr>
        <p:grpSpPr>
          <a:xfrm>
            <a:off x="5556888" y="1540570"/>
            <a:ext cx="2867100" cy="218100"/>
            <a:chOff x="1290775" y="1427529"/>
            <a:chExt cx="2867100" cy="218100"/>
          </a:xfrm>
        </p:grpSpPr>
        <p:sp>
          <p:nvSpPr>
            <p:cNvPr id="2470" name="Google Shape;2470;g3b3d817690b_0_279"/>
            <p:cNvSpPr/>
            <p:nvPr/>
          </p:nvSpPr>
          <p:spPr>
            <a:xfrm>
              <a:off x="1290775" y="1427529"/>
              <a:ext cx="28671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g3b3d817690b_0_279"/>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g3b3d817690b_0_279"/>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g3b3d817690b_0_279"/>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74" name="Google Shape;2474;g3b3d817690b_0_279"/>
          <p:cNvSpPr txBox="1"/>
          <p:nvPr/>
        </p:nvSpPr>
        <p:spPr>
          <a:xfrm>
            <a:off x="5556855" y="1758670"/>
            <a:ext cx="2867100" cy="527700"/>
          </a:xfrm>
          <a:prstGeom prst="rect">
            <a:avLst/>
          </a:prstGeom>
          <a:no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rgbClr val="F673A9"/>
                </a:solidFill>
                <a:latin typeface="Zen Dots"/>
                <a:ea typeface="Zen Dots"/>
                <a:cs typeface="Zen Dots"/>
                <a:sym typeface="Zen Dots"/>
              </a:rPr>
              <a:t>Top degrees</a:t>
            </a:r>
            <a:endParaRPr b="0" i="0" sz="1600" u="none" cap="none" strike="noStrike">
              <a:solidFill>
                <a:srgbClr val="F673A9"/>
              </a:solidFill>
              <a:latin typeface="Zen Dots"/>
              <a:ea typeface="Zen Dots"/>
              <a:cs typeface="Zen Dots"/>
              <a:sym typeface="Zen Dots"/>
            </a:endParaRPr>
          </a:p>
        </p:txBody>
      </p:sp>
      <p:sp>
        <p:nvSpPr>
          <p:cNvPr id="2475" name="Google Shape;2475;g3b3d817690b_0_279"/>
          <p:cNvSpPr txBox="1"/>
          <p:nvPr/>
        </p:nvSpPr>
        <p:spPr>
          <a:xfrm>
            <a:off x="5556877" y="2286370"/>
            <a:ext cx="2867100" cy="5994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rgbClr val="FFFFFF"/>
                </a:solidFill>
                <a:latin typeface="Anaheim"/>
                <a:ea typeface="Anaheim"/>
                <a:cs typeface="Anaheim"/>
                <a:sym typeface="Anaheim"/>
              </a:rPr>
              <a:t>Saturn is the ringed planet and also a gas giant</a:t>
            </a:r>
            <a:endParaRPr b="0" i="0" sz="1400" u="none" cap="none" strike="noStrike">
              <a:solidFill>
                <a:srgbClr val="FFFFFF"/>
              </a:solidFill>
              <a:latin typeface="Anaheim"/>
              <a:ea typeface="Anaheim"/>
              <a:cs typeface="Anaheim"/>
              <a:sym typeface="Anaheim"/>
            </a:endParaRPr>
          </a:p>
        </p:txBody>
      </p:sp>
      <p:grpSp>
        <p:nvGrpSpPr>
          <p:cNvPr id="2476" name="Google Shape;2476;g3b3d817690b_0_279"/>
          <p:cNvGrpSpPr/>
          <p:nvPr/>
        </p:nvGrpSpPr>
        <p:grpSpPr>
          <a:xfrm>
            <a:off x="1266251" y="2161404"/>
            <a:ext cx="3459449" cy="1842975"/>
            <a:chOff x="233350" y="949250"/>
            <a:chExt cx="7137300" cy="3802300"/>
          </a:xfrm>
        </p:grpSpPr>
        <p:sp>
          <p:nvSpPr>
            <p:cNvPr id="2477" name="Google Shape;2477;g3b3d817690b_0_27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g3b3d817690b_0_27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g3b3d817690b_0_27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g3b3d817690b_0_27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g3b3d817690b_0_27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g3b3d817690b_0_27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g3b3d817690b_0_27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g3b3d817690b_0_27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g3b3d817690b_0_27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g3b3d817690b_0_27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g3b3d817690b_0_27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g3b3d817690b_0_27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g3b3d817690b_0_27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g3b3d817690b_0_27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g3b3d817690b_0_27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g3b3d817690b_0_27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g3b3d817690b_0_27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g3b3d817690b_0_27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g3b3d817690b_0_27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g3b3d817690b_0_27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g3b3d817690b_0_27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g3b3d817690b_0_27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g3b3d817690b_0_27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g3b3d817690b_0_27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g3b3d817690b_0_27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g3b3d817690b_0_27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g3b3d817690b_0_27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g3b3d817690b_0_27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g3b3d817690b_0_27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g3b3d817690b_0_27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g3b3d817690b_0_27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g3b3d817690b_0_27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g3b3d817690b_0_27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g3b3d817690b_0_27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g3b3d817690b_0_27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g3b3d817690b_0_27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g3b3d817690b_0_27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g3b3d817690b_0_27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g3b3d817690b_0_27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g3b3d817690b_0_27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g3b3d817690b_0_27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g3b3d817690b_0_27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g3b3d817690b_0_27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g3b3d817690b_0_27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g3b3d817690b_0_27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g3b3d817690b_0_27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g3b3d817690b_0_27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g3b3d817690b_0_27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g3b3d817690b_0_27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g3b3d817690b_0_27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g3b3d817690b_0_27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28" name="Google Shape;2528;g3b3d817690b_0_279"/>
          <p:cNvSpPr/>
          <p:nvPr/>
        </p:nvSpPr>
        <p:spPr>
          <a:xfrm>
            <a:off x="1468225" y="2571750"/>
            <a:ext cx="170700" cy="170700"/>
          </a:xfrm>
          <a:prstGeom prst="rect">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g3b3d817690b_0_279"/>
          <p:cNvSpPr/>
          <p:nvPr/>
        </p:nvSpPr>
        <p:spPr>
          <a:xfrm>
            <a:off x="2854500" y="3302725"/>
            <a:ext cx="170700" cy="170700"/>
          </a:xfrm>
          <a:prstGeom prst="rect">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g3b3d817690b_0_279"/>
          <p:cNvSpPr/>
          <p:nvPr/>
        </p:nvSpPr>
        <p:spPr>
          <a:xfrm>
            <a:off x="2950125" y="2456288"/>
            <a:ext cx="170700" cy="170700"/>
          </a:xfrm>
          <a:prstGeom prst="rect">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g3b3d817690b_0_279"/>
          <p:cNvSpPr/>
          <p:nvPr/>
        </p:nvSpPr>
        <p:spPr>
          <a:xfrm>
            <a:off x="2192100" y="3615125"/>
            <a:ext cx="170700" cy="170700"/>
          </a:xfrm>
          <a:prstGeom prst="rect">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g3b3d817690b_0_279"/>
          <p:cNvSpPr/>
          <p:nvPr/>
        </p:nvSpPr>
        <p:spPr>
          <a:xfrm>
            <a:off x="3974475" y="2742450"/>
            <a:ext cx="170700" cy="170700"/>
          </a:xfrm>
          <a:prstGeom prst="rect">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g3b3d817690b_0_279"/>
          <p:cNvSpPr/>
          <p:nvPr/>
        </p:nvSpPr>
        <p:spPr>
          <a:xfrm>
            <a:off x="4076925" y="3377550"/>
            <a:ext cx="170700" cy="1707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g3b3d817690b_0_279"/>
          <p:cNvSpPr/>
          <p:nvPr/>
        </p:nvSpPr>
        <p:spPr>
          <a:xfrm>
            <a:off x="3189125" y="2997525"/>
            <a:ext cx="170700" cy="1707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g3b3d817690b_0_279"/>
          <p:cNvSpPr/>
          <p:nvPr/>
        </p:nvSpPr>
        <p:spPr>
          <a:xfrm>
            <a:off x="2021400" y="3087425"/>
            <a:ext cx="170700" cy="1707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g3b3d817690b_0_279"/>
          <p:cNvSpPr/>
          <p:nvPr/>
        </p:nvSpPr>
        <p:spPr>
          <a:xfrm>
            <a:off x="3512550" y="2486400"/>
            <a:ext cx="170700" cy="1707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0" name="Shape 2540"/>
        <p:cNvGrpSpPr/>
        <p:nvPr/>
      </p:nvGrpSpPr>
      <p:grpSpPr>
        <a:xfrm>
          <a:off x="0" y="0"/>
          <a:ext cx="0" cy="0"/>
          <a:chOff x="0" y="0"/>
          <a:chExt cx="0" cy="0"/>
        </a:xfrm>
      </p:grpSpPr>
      <p:sp>
        <p:nvSpPr>
          <p:cNvPr id="2541" name="Google Shape;2541;p22"/>
          <p:cNvSpPr/>
          <p:nvPr/>
        </p:nvSpPr>
        <p:spPr>
          <a:xfrm>
            <a:off x="3525250" y="2952775"/>
            <a:ext cx="4898700" cy="1491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42" name="Google Shape;2542;p22"/>
          <p:cNvGrpSpPr/>
          <p:nvPr/>
        </p:nvGrpSpPr>
        <p:grpSpPr>
          <a:xfrm>
            <a:off x="3525250" y="2952775"/>
            <a:ext cx="4898700" cy="218100"/>
            <a:chOff x="1290775" y="1427525"/>
            <a:chExt cx="4898700" cy="218100"/>
          </a:xfrm>
        </p:grpSpPr>
        <p:sp>
          <p:nvSpPr>
            <p:cNvPr id="2543" name="Google Shape;2543;p22"/>
            <p:cNvSpPr/>
            <p:nvPr/>
          </p:nvSpPr>
          <p:spPr>
            <a:xfrm>
              <a:off x="1290775" y="1427525"/>
              <a:ext cx="48987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22"/>
            <p:cNvSpPr/>
            <p:nvPr/>
          </p:nvSpPr>
          <p:spPr>
            <a:xfrm>
              <a:off x="1405200" y="14864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22"/>
            <p:cNvSpPr/>
            <p:nvPr/>
          </p:nvSpPr>
          <p:spPr>
            <a:xfrm>
              <a:off x="1588650" y="14864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22"/>
            <p:cNvSpPr/>
            <p:nvPr/>
          </p:nvSpPr>
          <p:spPr>
            <a:xfrm>
              <a:off x="1772100" y="14864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47" name="Google Shape;2547;p22"/>
          <p:cNvSpPr/>
          <p:nvPr/>
        </p:nvSpPr>
        <p:spPr>
          <a:xfrm>
            <a:off x="1350650" y="699200"/>
            <a:ext cx="3406800" cy="14916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48" name="Google Shape;2548;p22"/>
          <p:cNvGrpSpPr/>
          <p:nvPr/>
        </p:nvGrpSpPr>
        <p:grpSpPr>
          <a:xfrm>
            <a:off x="1350650" y="699200"/>
            <a:ext cx="3406800" cy="218100"/>
            <a:chOff x="1290775" y="1427525"/>
            <a:chExt cx="3406800" cy="218100"/>
          </a:xfrm>
        </p:grpSpPr>
        <p:sp>
          <p:nvSpPr>
            <p:cNvPr id="2549" name="Google Shape;2549;p22"/>
            <p:cNvSpPr/>
            <p:nvPr/>
          </p:nvSpPr>
          <p:spPr>
            <a:xfrm>
              <a:off x="1290775" y="1427525"/>
              <a:ext cx="34068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22"/>
            <p:cNvSpPr/>
            <p:nvPr/>
          </p:nvSpPr>
          <p:spPr>
            <a:xfrm>
              <a:off x="1405200" y="14864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22"/>
            <p:cNvSpPr/>
            <p:nvPr/>
          </p:nvSpPr>
          <p:spPr>
            <a:xfrm>
              <a:off x="1588650" y="14864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22"/>
            <p:cNvSpPr/>
            <p:nvPr/>
          </p:nvSpPr>
          <p:spPr>
            <a:xfrm>
              <a:off x="1772100" y="1486450"/>
              <a:ext cx="100200" cy="100200"/>
            </a:xfrm>
            <a:prstGeom prst="ellipse">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53" name="Google Shape;2553;p22"/>
          <p:cNvSpPr txBox="1"/>
          <p:nvPr>
            <p:ph type="title"/>
          </p:nvPr>
        </p:nvSpPr>
        <p:spPr>
          <a:xfrm>
            <a:off x="1350650" y="917300"/>
            <a:ext cx="3406800" cy="828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200"/>
              <a:buNone/>
            </a:pPr>
            <a:r>
              <a:rPr lang="en"/>
              <a:t>2021</a:t>
            </a:r>
            <a:endParaRPr/>
          </a:p>
        </p:txBody>
      </p:sp>
      <p:sp>
        <p:nvSpPr>
          <p:cNvPr id="2554" name="Google Shape;2554;p22"/>
          <p:cNvSpPr txBox="1"/>
          <p:nvPr>
            <p:ph idx="1" type="subTitle"/>
          </p:nvPr>
        </p:nvSpPr>
        <p:spPr>
          <a:xfrm>
            <a:off x="1350650" y="1745600"/>
            <a:ext cx="3406800" cy="445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b="1" lang="en">
                <a:highlight>
                  <a:schemeClr val="lt2"/>
                </a:highlight>
              </a:rPr>
              <a:t>Ceres</a:t>
            </a:r>
            <a:r>
              <a:rPr b="1" lang="en"/>
              <a:t> </a:t>
            </a:r>
            <a:r>
              <a:rPr lang="en"/>
              <a:t>is located in the main asteroid belt</a:t>
            </a:r>
            <a:endParaRPr/>
          </a:p>
        </p:txBody>
      </p:sp>
      <p:sp>
        <p:nvSpPr>
          <p:cNvPr id="2555" name="Google Shape;2555;p22"/>
          <p:cNvSpPr txBox="1"/>
          <p:nvPr>
            <p:ph idx="2" type="title"/>
          </p:nvPr>
        </p:nvSpPr>
        <p:spPr>
          <a:xfrm>
            <a:off x="3525250" y="3170875"/>
            <a:ext cx="4898700" cy="828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200"/>
              <a:buNone/>
            </a:pPr>
            <a:r>
              <a:rPr lang="en"/>
              <a:t>24.52 km</a:t>
            </a:r>
            <a:endParaRPr/>
          </a:p>
        </p:txBody>
      </p:sp>
      <p:sp>
        <p:nvSpPr>
          <p:cNvPr id="2556" name="Google Shape;2556;p22"/>
          <p:cNvSpPr txBox="1"/>
          <p:nvPr>
            <p:ph idx="3" type="subTitle"/>
          </p:nvPr>
        </p:nvSpPr>
        <p:spPr>
          <a:xfrm>
            <a:off x="3525250" y="3999175"/>
            <a:ext cx="4898700" cy="445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SzPts val="1400"/>
              <a:buNone/>
            </a:pPr>
            <a:r>
              <a:rPr lang="en"/>
              <a:t>is the distance between </a:t>
            </a:r>
            <a:r>
              <a:rPr b="1" lang="en">
                <a:solidFill>
                  <a:schemeClr val="accent6"/>
                </a:solidFill>
                <a:highlight>
                  <a:schemeClr val="accent3"/>
                </a:highlight>
              </a:rPr>
              <a:t>Earth</a:t>
            </a:r>
            <a:r>
              <a:rPr lang="en"/>
              <a:t> and the </a:t>
            </a:r>
            <a:r>
              <a:rPr b="1" lang="en">
                <a:solidFill>
                  <a:schemeClr val="accent6"/>
                </a:solidFill>
                <a:highlight>
                  <a:schemeClr val="accent3"/>
                </a:highlight>
              </a:rPr>
              <a:t>Moon</a:t>
            </a:r>
            <a:endParaRPr b="1">
              <a:solidFill>
                <a:schemeClr val="accent6"/>
              </a:solidFill>
              <a:highlight>
                <a:schemeClr val="accent3"/>
              </a:highlight>
            </a:endParaRPr>
          </a:p>
        </p:txBody>
      </p:sp>
      <p:grpSp>
        <p:nvGrpSpPr>
          <p:cNvPr id="2557" name="Google Shape;2557;p22"/>
          <p:cNvGrpSpPr/>
          <p:nvPr/>
        </p:nvGrpSpPr>
        <p:grpSpPr>
          <a:xfrm>
            <a:off x="5778108" y="699129"/>
            <a:ext cx="1278143" cy="1491535"/>
            <a:chOff x="4876875" y="1427500"/>
            <a:chExt cx="1130400" cy="1319125"/>
          </a:xfrm>
        </p:grpSpPr>
        <p:sp>
          <p:nvSpPr>
            <p:cNvPr id="2558" name="Google Shape;2558;p22"/>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22"/>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2560" name="Google Shape;2560;p22"/>
          <p:cNvCxnSpPr>
            <a:stCxn id="2553" idx="3"/>
            <a:endCxn id="2558" idx="1"/>
          </p:cNvCxnSpPr>
          <p:nvPr/>
        </p:nvCxnSpPr>
        <p:spPr>
          <a:xfrm>
            <a:off x="4757450" y="1331450"/>
            <a:ext cx="1020600" cy="236700"/>
          </a:xfrm>
          <a:prstGeom prst="bentConnector3">
            <a:avLst>
              <a:gd fmla="val 50003" name="adj1"/>
            </a:avLst>
          </a:prstGeom>
          <a:noFill/>
          <a:ln cap="flat" cmpd="sng" w="9525">
            <a:solidFill>
              <a:schemeClr val="dk2"/>
            </a:solidFill>
            <a:prstDash val="solid"/>
            <a:round/>
            <a:headEnd len="sm" w="sm" type="none"/>
            <a:tailEnd len="sm" w="sm" type="none"/>
          </a:ln>
        </p:spPr>
      </p:cxnSp>
      <p:grpSp>
        <p:nvGrpSpPr>
          <p:cNvPr id="2561" name="Google Shape;2561;p22"/>
          <p:cNvGrpSpPr/>
          <p:nvPr/>
        </p:nvGrpSpPr>
        <p:grpSpPr>
          <a:xfrm>
            <a:off x="720058" y="2952804"/>
            <a:ext cx="1278143" cy="1491535"/>
            <a:chOff x="4876875" y="1427500"/>
            <a:chExt cx="1130400" cy="1319125"/>
          </a:xfrm>
        </p:grpSpPr>
        <p:sp>
          <p:nvSpPr>
            <p:cNvPr id="2562" name="Google Shape;2562;p22"/>
            <p:cNvSpPr/>
            <p:nvPr/>
          </p:nvSpPr>
          <p:spPr>
            <a:xfrm>
              <a:off x="4876875" y="164562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22"/>
            <p:cNvSpPr/>
            <p:nvPr/>
          </p:nvSpPr>
          <p:spPr>
            <a:xfrm>
              <a:off x="4876875" y="142750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2564" name="Google Shape;2564;p22"/>
          <p:cNvCxnSpPr>
            <a:stCxn id="2562" idx="3"/>
            <a:endCxn id="2555" idx="1"/>
          </p:cNvCxnSpPr>
          <p:nvPr/>
        </p:nvCxnSpPr>
        <p:spPr>
          <a:xfrm flipH="1" rot="10800000">
            <a:off x="1998201" y="3584888"/>
            <a:ext cx="1527000" cy="237000"/>
          </a:xfrm>
          <a:prstGeom prst="bentConnector3">
            <a:avLst>
              <a:gd fmla="val 50002" name="adj1"/>
            </a:avLst>
          </a:prstGeom>
          <a:noFill/>
          <a:ln cap="flat" cmpd="sng" w="9525">
            <a:solidFill>
              <a:schemeClr val="dk2"/>
            </a:solidFill>
            <a:prstDash val="solid"/>
            <a:round/>
            <a:headEnd len="sm" w="sm" type="none"/>
            <a:tailEnd len="sm" w="sm" type="none"/>
          </a:ln>
        </p:spPr>
      </p:cxnSp>
      <p:grpSp>
        <p:nvGrpSpPr>
          <p:cNvPr id="2565" name="Google Shape;2565;p22"/>
          <p:cNvGrpSpPr/>
          <p:nvPr/>
        </p:nvGrpSpPr>
        <p:grpSpPr>
          <a:xfrm>
            <a:off x="6087235" y="1199701"/>
            <a:ext cx="659769" cy="736686"/>
            <a:chOff x="4757881" y="3481009"/>
            <a:chExt cx="266552" cy="297615"/>
          </a:xfrm>
        </p:grpSpPr>
        <p:sp>
          <p:nvSpPr>
            <p:cNvPr id="2566" name="Google Shape;2566;p22"/>
            <p:cNvSpPr/>
            <p:nvPr/>
          </p:nvSpPr>
          <p:spPr>
            <a:xfrm>
              <a:off x="4759101" y="3481009"/>
              <a:ext cx="265332" cy="296459"/>
            </a:xfrm>
            <a:custGeom>
              <a:rect b="b" l="l" r="r" t="t"/>
              <a:pathLst>
                <a:path extrusionOk="0" h="9229" w="8260">
                  <a:moveTo>
                    <a:pt x="244" y="0"/>
                  </a:moveTo>
                  <a:lnTo>
                    <a:pt x="187" y="38"/>
                  </a:lnTo>
                  <a:cubicBezTo>
                    <a:pt x="85" y="38"/>
                    <a:pt x="1" y="122"/>
                    <a:pt x="1" y="224"/>
                  </a:cubicBezTo>
                  <a:lnTo>
                    <a:pt x="1" y="9042"/>
                  </a:lnTo>
                  <a:cubicBezTo>
                    <a:pt x="1" y="9145"/>
                    <a:pt x="85" y="9229"/>
                    <a:pt x="187" y="9229"/>
                  </a:cubicBezTo>
                  <a:lnTo>
                    <a:pt x="8035" y="9229"/>
                  </a:lnTo>
                  <a:cubicBezTo>
                    <a:pt x="8138" y="9229"/>
                    <a:pt x="8222" y="9143"/>
                    <a:pt x="8222" y="9041"/>
                  </a:cubicBezTo>
                  <a:lnTo>
                    <a:pt x="8259" y="8984"/>
                  </a:lnTo>
                  <a:lnTo>
                    <a:pt x="8259" y="185"/>
                  </a:lnTo>
                  <a:cubicBezTo>
                    <a:pt x="8259" y="83"/>
                    <a:pt x="8177" y="0"/>
                    <a:pt x="807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22"/>
            <p:cNvSpPr/>
            <p:nvPr/>
          </p:nvSpPr>
          <p:spPr>
            <a:xfrm>
              <a:off x="4757881" y="3481009"/>
              <a:ext cx="266488" cy="297615"/>
            </a:xfrm>
            <a:custGeom>
              <a:rect b="b" l="l" r="r" t="t"/>
              <a:pathLst>
                <a:path extrusionOk="0" h="9265" w="8296">
                  <a:moveTo>
                    <a:pt x="188" y="0"/>
                  </a:moveTo>
                  <a:cubicBezTo>
                    <a:pt x="83" y="0"/>
                    <a:pt x="1" y="83"/>
                    <a:pt x="1" y="187"/>
                  </a:cubicBezTo>
                  <a:lnTo>
                    <a:pt x="1" y="9078"/>
                  </a:lnTo>
                  <a:cubicBezTo>
                    <a:pt x="1" y="9181"/>
                    <a:pt x="83" y="9265"/>
                    <a:pt x="188" y="9265"/>
                  </a:cubicBezTo>
                  <a:lnTo>
                    <a:pt x="8109" y="9265"/>
                  </a:lnTo>
                  <a:cubicBezTo>
                    <a:pt x="8212" y="9265"/>
                    <a:pt x="8296" y="9181"/>
                    <a:pt x="8296" y="9078"/>
                  </a:cubicBezTo>
                  <a:lnTo>
                    <a:pt x="8296" y="8984"/>
                  </a:lnTo>
                  <a:lnTo>
                    <a:pt x="376" y="8984"/>
                  </a:lnTo>
                  <a:lnTo>
                    <a:pt x="376" y="8986"/>
                  </a:lnTo>
                  <a:cubicBezTo>
                    <a:pt x="325" y="8986"/>
                    <a:pt x="282" y="8945"/>
                    <a:pt x="282" y="8891"/>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22"/>
            <p:cNvSpPr/>
            <p:nvPr/>
          </p:nvSpPr>
          <p:spPr>
            <a:xfrm>
              <a:off x="4777059" y="3498902"/>
              <a:ext cx="229419" cy="170731"/>
            </a:xfrm>
            <a:custGeom>
              <a:rect b="b" l="l" r="r" t="t"/>
              <a:pathLst>
                <a:path extrusionOk="0" h="5315" w="7142">
                  <a:moveTo>
                    <a:pt x="244" y="0"/>
                  </a:moveTo>
                  <a:lnTo>
                    <a:pt x="94" y="38"/>
                  </a:lnTo>
                  <a:cubicBezTo>
                    <a:pt x="42" y="38"/>
                    <a:pt x="0" y="81"/>
                    <a:pt x="0" y="132"/>
                  </a:cubicBezTo>
                  <a:lnTo>
                    <a:pt x="0" y="5221"/>
                  </a:lnTo>
                  <a:cubicBezTo>
                    <a:pt x="0" y="5273"/>
                    <a:pt x="44" y="5315"/>
                    <a:pt x="94" y="5315"/>
                  </a:cubicBezTo>
                  <a:lnTo>
                    <a:pt x="7011" y="5315"/>
                  </a:lnTo>
                  <a:cubicBezTo>
                    <a:pt x="7062" y="5315"/>
                    <a:pt x="7104" y="5273"/>
                    <a:pt x="7104" y="5221"/>
                  </a:cubicBezTo>
                  <a:lnTo>
                    <a:pt x="7142" y="5073"/>
                  </a:lnTo>
                  <a:lnTo>
                    <a:pt x="7142" y="95"/>
                  </a:lnTo>
                  <a:cubicBezTo>
                    <a:pt x="7142" y="42"/>
                    <a:pt x="7098" y="0"/>
                    <a:pt x="704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22"/>
            <p:cNvSpPr/>
            <p:nvPr/>
          </p:nvSpPr>
          <p:spPr>
            <a:xfrm>
              <a:off x="4775838" y="3498902"/>
              <a:ext cx="230640" cy="171952"/>
            </a:xfrm>
            <a:custGeom>
              <a:rect b="b" l="l" r="r" t="t"/>
              <a:pathLst>
                <a:path extrusionOk="0" h="5353" w="7180">
                  <a:moveTo>
                    <a:pt x="95" y="0"/>
                  </a:moveTo>
                  <a:cubicBezTo>
                    <a:pt x="44" y="0"/>
                    <a:pt x="1" y="42"/>
                    <a:pt x="1" y="95"/>
                  </a:cubicBezTo>
                  <a:lnTo>
                    <a:pt x="1" y="5258"/>
                  </a:lnTo>
                  <a:cubicBezTo>
                    <a:pt x="1" y="5309"/>
                    <a:pt x="43" y="5352"/>
                    <a:pt x="95" y="5352"/>
                  </a:cubicBezTo>
                  <a:lnTo>
                    <a:pt x="7085" y="5352"/>
                  </a:lnTo>
                  <a:cubicBezTo>
                    <a:pt x="7136" y="5352"/>
                    <a:pt x="7180" y="5310"/>
                    <a:pt x="7180" y="5258"/>
                  </a:cubicBezTo>
                  <a:lnTo>
                    <a:pt x="7180" y="5073"/>
                  </a:lnTo>
                  <a:lnTo>
                    <a:pt x="376" y="5073"/>
                  </a:lnTo>
                  <a:cubicBezTo>
                    <a:pt x="325" y="5073"/>
                    <a:pt x="282" y="5031"/>
                    <a:pt x="282" y="4979"/>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22"/>
            <p:cNvSpPr/>
            <p:nvPr/>
          </p:nvSpPr>
          <p:spPr>
            <a:xfrm>
              <a:off x="4795016" y="3516860"/>
              <a:ext cx="193506" cy="134818"/>
            </a:xfrm>
            <a:custGeom>
              <a:rect b="b" l="l" r="r" t="t"/>
              <a:pathLst>
                <a:path extrusionOk="0" h="4197" w="6024">
                  <a:moveTo>
                    <a:pt x="337" y="0"/>
                  </a:moveTo>
                  <a:cubicBezTo>
                    <a:pt x="304" y="0"/>
                    <a:pt x="272" y="6"/>
                    <a:pt x="243" y="13"/>
                  </a:cubicBezTo>
                  <a:cubicBezTo>
                    <a:pt x="83" y="55"/>
                    <a:pt x="0" y="275"/>
                    <a:pt x="0" y="449"/>
                  </a:cubicBezTo>
                  <a:lnTo>
                    <a:pt x="0" y="3823"/>
                  </a:lnTo>
                  <a:cubicBezTo>
                    <a:pt x="0" y="4030"/>
                    <a:pt x="168" y="4197"/>
                    <a:pt x="374" y="4197"/>
                  </a:cubicBezTo>
                  <a:lnTo>
                    <a:pt x="5574" y="4197"/>
                  </a:lnTo>
                  <a:cubicBezTo>
                    <a:pt x="5749" y="4197"/>
                    <a:pt x="5969" y="4116"/>
                    <a:pt x="6011" y="3957"/>
                  </a:cubicBezTo>
                  <a:cubicBezTo>
                    <a:pt x="6019" y="3925"/>
                    <a:pt x="6024" y="3894"/>
                    <a:pt x="6024" y="3862"/>
                  </a:cubicBezTo>
                  <a:lnTo>
                    <a:pt x="6024" y="374"/>
                  </a:lnTo>
                  <a:cubicBezTo>
                    <a:pt x="6024" y="167"/>
                    <a:pt x="5857" y="0"/>
                    <a:pt x="565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22"/>
            <p:cNvSpPr/>
            <p:nvPr/>
          </p:nvSpPr>
          <p:spPr>
            <a:xfrm>
              <a:off x="4793892" y="3517309"/>
              <a:ext cx="194213" cy="135589"/>
            </a:xfrm>
            <a:custGeom>
              <a:rect b="b" l="l" r="r" t="t"/>
              <a:pathLst>
                <a:path extrusionOk="0" h="4221" w="6046">
                  <a:moveTo>
                    <a:pt x="278" y="1"/>
                  </a:moveTo>
                  <a:cubicBezTo>
                    <a:pt x="118" y="43"/>
                    <a:pt x="0" y="187"/>
                    <a:pt x="0" y="361"/>
                  </a:cubicBezTo>
                  <a:lnTo>
                    <a:pt x="0" y="3848"/>
                  </a:lnTo>
                  <a:cubicBezTo>
                    <a:pt x="0" y="4054"/>
                    <a:pt x="167" y="4221"/>
                    <a:pt x="372" y="4221"/>
                  </a:cubicBezTo>
                  <a:lnTo>
                    <a:pt x="5685" y="4221"/>
                  </a:lnTo>
                  <a:cubicBezTo>
                    <a:pt x="5859" y="4221"/>
                    <a:pt x="6005" y="4102"/>
                    <a:pt x="6046" y="3943"/>
                  </a:cubicBezTo>
                  <a:lnTo>
                    <a:pt x="409" y="3943"/>
                  </a:lnTo>
                  <a:cubicBezTo>
                    <a:pt x="336" y="3940"/>
                    <a:pt x="278" y="3882"/>
                    <a:pt x="278" y="3809"/>
                  </a:cubicBezTo>
                  <a:lnTo>
                    <a:pt x="27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22"/>
            <p:cNvSpPr/>
            <p:nvPr/>
          </p:nvSpPr>
          <p:spPr>
            <a:xfrm>
              <a:off x="4848888" y="3688723"/>
              <a:ext cx="157625" cy="70734"/>
            </a:xfrm>
            <a:custGeom>
              <a:rect b="b" l="l" r="r" t="t"/>
              <a:pathLst>
                <a:path extrusionOk="0" h="2202" w="4907">
                  <a:moveTo>
                    <a:pt x="246" y="1"/>
                  </a:moveTo>
                  <a:lnTo>
                    <a:pt x="98" y="40"/>
                  </a:lnTo>
                  <a:cubicBezTo>
                    <a:pt x="47" y="40"/>
                    <a:pt x="4" y="80"/>
                    <a:pt x="4" y="134"/>
                  </a:cubicBezTo>
                  <a:lnTo>
                    <a:pt x="4" y="2110"/>
                  </a:lnTo>
                  <a:cubicBezTo>
                    <a:pt x="1" y="2161"/>
                    <a:pt x="43" y="2201"/>
                    <a:pt x="95" y="2201"/>
                  </a:cubicBezTo>
                  <a:lnTo>
                    <a:pt x="4775" y="2201"/>
                  </a:lnTo>
                  <a:cubicBezTo>
                    <a:pt x="4826" y="2201"/>
                    <a:pt x="4869" y="2161"/>
                    <a:pt x="4869" y="2107"/>
                  </a:cubicBezTo>
                  <a:lnTo>
                    <a:pt x="4907" y="1959"/>
                  </a:lnTo>
                  <a:lnTo>
                    <a:pt x="4907" y="95"/>
                  </a:lnTo>
                  <a:cubicBezTo>
                    <a:pt x="4907" y="44"/>
                    <a:pt x="4865" y="1"/>
                    <a:pt x="481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22"/>
            <p:cNvSpPr/>
            <p:nvPr/>
          </p:nvSpPr>
          <p:spPr>
            <a:xfrm>
              <a:off x="4847700" y="3688819"/>
              <a:ext cx="158782" cy="71922"/>
            </a:xfrm>
            <a:custGeom>
              <a:rect b="b" l="l" r="r" t="t"/>
              <a:pathLst>
                <a:path extrusionOk="0" h="2239" w="4943">
                  <a:moveTo>
                    <a:pt x="94" y="1"/>
                  </a:moveTo>
                  <a:cubicBezTo>
                    <a:pt x="44" y="1"/>
                    <a:pt x="0" y="41"/>
                    <a:pt x="0" y="95"/>
                  </a:cubicBezTo>
                  <a:lnTo>
                    <a:pt x="0" y="2145"/>
                  </a:lnTo>
                  <a:cubicBezTo>
                    <a:pt x="0" y="2195"/>
                    <a:pt x="42" y="2239"/>
                    <a:pt x="94" y="2239"/>
                  </a:cubicBezTo>
                  <a:lnTo>
                    <a:pt x="4848" y="2239"/>
                  </a:lnTo>
                  <a:cubicBezTo>
                    <a:pt x="4899" y="2239"/>
                    <a:pt x="4943" y="2197"/>
                    <a:pt x="4943" y="2145"/>
                  </a:cubicBezTo>
                  <a:lnTo>
                    <a:pt x="4943" y="1958"/>
                  </a:lnTo>
                  <a:lnTo>
                    <a:pt x="375" y="1958"/>
                  </a:lnTo>
                  <a:cubicBezTo>
                    <a:pt x="325" y="1958"/>
                    <a:pt x="281" y="1916"/>
                    <a:pt x="281" y="1864"/>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22"/>
            <p:cNvSpPr/>
            <p:nvPr/>
          </p:nvSpPr>
          <p:spPr>
            <a:xfrm>
              <a:off x="4900158" y="3706777"/>
              <a:ext cx="35913" cy="35913"/>
            </a:xfrm>
            <a:custGeom>
              <a:rect b="b" l="l" r="r" t="t"/>
              <a:pathLst>
                <a:path extrusionOk="0" h="1118" w="1118">
                  <a:moveTo>
                    <a:pt x="559" y="0"/>
                  </a:moveTo>
                  <a:cubicBezTo>
                    <a:pt x="249" y="0"/>
                    <a:pt x="0" y="251"/>
                    <a:pt x="0" y="559"/>
                  </a:cubicBezTo>
                  <a:cubicBezTo>
                    <a:pt x="0" y="867"/>
                    <a:pt x="249" y="1118"/>
                    <a:pt x="559" y="1118"/>
                  </a:cubicBezTo>
                  <a:cubicBezTo>
                    <a:pt x="867" y="1118"/>
                    <a:pt x="1118" y="867"/>
                    <a:pt x="1118" y="559"/>
                  </a:cubicBezTo>
                  <a:cubicBezTo>
                    <a:pt x="1118" y="251"/>
                    <a:pt x="867" y="0"/>
                    <a:pt x="55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22"/>
            <p:cNvSpPr/>
            <p:nvPr/>
          </p:nvSpPr>
          <p:spPr>
            <a:xfrm>
              <a:off x="4895629" y="3720269"/>
              <a:ext cx="27015" cy="8962"/>
            </a:xfrm>
            <a:custGeom>
              <a:rect b="b" l="l" r="r" t="t"/>
              <a:pathLst>
                <a:path extrusionOk="0" h="279" w="841">
                  <a:moveTo>
                    <a:pt x="141" y="0"/>
                  </a:moveTo>
                  <a:cubicBezTo>
                    <a:pt x="65" y="0"/>
                    <a:pt x="1" y="61"/>
                    <a:pt x="1" y="139"/>
                  </a:cubicBezTo>
                  <a:cubicBezTo>
                    <a:pt x="1" y="216"/>
                    <a:pt x="63" y="278"/>
                    <a:pt x="141" y="278"/>
                  </a:cubicBezTo>
                  <a:lnTo>
                    <a:pt x="700" y="278"/>
                  </a:lnTo>
                  <a:cubicBezTo>
                    <a:pt x="777" y="278"/>
                    <a:pt x="840" y="217"/>
                    <a:pt x="839" y="139"/>
                  </a:cubicBezTo>
                  <a:cubicBezTo>
                    <a:pt x="839" y="64"/>
                    <a:pt x="777" y="0"/>
                    <a:pt x="70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22"/>
            <p:cNvSpPr/>
            <p:nvPr/>
          </p:nvSpPr>
          <p:spPr>
            <a:xfrm>
              <a:off x="4953998" y="3706777"/>
              <a:ext cx="35977" cy="35913"/>
            </a:xfrm>
            <a:custGeom>
              <a:rect b="b" l="l" r="r" t="t"/>
              <a:pathLst>
                <a:path extrusionOk="0" h="1118" w="1120">
                  <a:moveTo>
                    <a:pt x="561" y="0"/>
                  </a:moveTo>
                  <a:cubicBezTo>
                    <a:pt x="251" y="0"/>
                    <a:pt x="1" y="251"/>
                    <a:pt x="1" y="559"/>
                  </a:cubicBezTo>
                  <a:cubicBezTo>
                    <a:pt x="1" y="867"/>
                    <a:pt x="251" y="1118"/>
                    <a:pt x="561" y="1118"/>
                  </a:cubicBezTo>
                  <a:cubicBezTo>
                    <a:pt x="869" y="1118"/>
                    <a:pt x="1120" y="867"/>
                    <a:pt x="1120" y="559"/>
                  </a:cubicBezTo>
                  <a:cubicBezTo>
                    <a:pt x="1120" y="251"/>
                    <a:pt x="869" y="0"/>
                    <a:pt x="56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22"/>
            <p:cNvSpPr/>
            <p:nvPr/>
          </p:nvSpPr>
          <p:spPr>
            <a:xfrm>
              <a:off x="4950143" y="3720269"/>
              <a:ext cx="26405" cy="8962"/>
            </a:xfrm>
            <a:custGeom>
              <a:rect b="b" l="l" r="r" t="t"/>
              <a:pathLst>
                <a:path extrusionOk="0" h="279" w="822">
                  <a:moveTo>
                    <a:pt x="139" y="0"/>
                  </a:moveTo>
                  <a:cubicBezTo>
                    <a:pt x="63" y="0"/>
                    <a:pt x="0" y="61"/>
                    <a:pt x="0" y="139"/>
                  </a:cubicBezTo>
                  <a:cubicBezTo>
                    <a:pt x="0" y="216"/>
                    <a:pt x="61" y="278"/>
                    <a:pt x="139" y="278"/>
                  </a:cubicBezTo>
                  <a:lnTo>
                    <a:pt x="681" y="278"/>
                  </a:lnTo>
                  <a:cubicBezTo>
                    <a:pt x="758" y="278"/>
                    <a:pt x="821" y="217"/>
                    <a:pt x="820" y="139"/>
                  </a:cubicBezTo>
                  <a:cubicBezTo>
                    <a:pt x="820" y="64"/>
                    <a:pt x="758" y="0"/>
                    <a:pt x="68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22"/>
            <p:cNvSpPr/>
            <p:nvPr/>
          </p:nvSpPr>
          <p:spPr>
            <a:xfrm>
              <a:off x="4825309" y="3720269"/>
              <a:ext cx="8962" cy="44907"/>
            </a:xfrm>
            <a:custGeom>
              <a:rect b="b" l="l" r="r" t="t"/>
              <a:pathLst>
                <a:path extrusionOk="0" h="1398" w="279">
                  <a:moveTo>
                    <a:pt x="140" y="0"/>
                  </a:moveTo>
                  <a:cubicBezTo>
                    <a:pt x="65" y="0"/>
                    <a:pt x="1" y="61"/>
                    <a:pt x="1" y="139"/>
                  </a:cubicBezTo>
                  <a:lnTo>
                    <a:pt x="1" y="1258"/>
                  </a:lnTo>
                  <a:cubicBezTo>
                    <a:pt x="1" y="1333"/>
                    <a:pt x="62" y="1397"/>
                    <a:pt x="140" y="1397"/>
                  </a:cubicBezTo>
                  <a:cubicBezTo>
                    <a:pt x="215" y="1397"/>
                    <a:pt x="279" y="1335"/>
                    <a:pt x="279" y="1258"/>
                  </a:cubicBezTo>
                  <a:lnTo>
                    <a:pt x="279" y="139"/>
                  </a:lnTo>
                  <a:cubicBezTo>
                    <a:pt x="279" y="64"/>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22"/>
            <p:cNvSpPr/>
            <p:nvPr/>
          </p:nvSpPr>
          <p:spPr>
            <a:xfrm>
              <a:off x="4807384" y="3720269"/>
              <a:ext cx="8962" cy="44907"/>
            </a:xfrm>
            <a:custGeom>
              <a:rect b="b" l="l" r="r" t="t"/>
              <a:pathLst>
                <a:path extrusionOk="0" h="1398" w="279">
                  <a:moveTo>
                    <a:pt x="139" y="0"/>
                  </a:moveTo>
                  <a:cubicBezTo>
                    <a:pt x="62" y="0"/>
                    <a:pt x="0" y="61"/>
                    <a:pt x="0" y="139"/>
                  </a:cubicBezTo>
                  <a:lnTo>
                    <a:pt x="0" y="1258"/>
                  </a:lnTo>
                  <a:cubicBezTo>
                    <a:pt x="0" y="1333"/>
                    <a:pt x="61" y="1397"/>
                    <a:pt x="139" y="1397"/>
                  </a:cubicBezTo>
                  <a:cubicBezTo>
                    <a:pt x="214" y="1397"/>
                    <a:pt x="278" y="1335"/>
                    <a:pt x="278" y="1258"/>
                  </a:cubicBezTo>
                  <a:lnTo>
                    <a:pt x="278" y="139"/>
                  </a:lnTo>
                  <a:cubicBezTo>
                    <a:pt x="278" y="64"/>
                    <a:pt x="214"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22"/>
            <p:cNvSpPr/>
            <p:nvPr/>
          </p:nvSpPr>
          <p:spPr>
            <a:xfrm>
              <a:off x="4789362" y="3720269"/>
              <a:ext cx="9026" cy="44907"/>
            </a:xfrm>
            <a:custGeom>
              <a:rect b="b" l="l" r="r" t="t"/>
              <a:pathLst>
                <a:path extrusionOk="0" h="1398" w="281">
                  <a:moveTo>
                    <a:pt x="140" y="0"/>
                  </a:moveTo>
                  <a:cubicBezTo>
                    <a:pt x="65" y="0"/>
                    <a:pt x="1" y="61"/>
                    <a:pt x="1" y="139"/>
                  </a:cubicBezTo>
                  <a:lnTo>
                    <a:pt x="1" y="1258"/>
                  </a:lnTo>
                  <a:cubicBezTo>
                    <a:pt x="1" y="1333"/>
                    <a:pt x="63" y="1397"/>
                    <a:pt x="140" y="1397"/>
                  </a:cubicBezTo>
                  <a:cubicBezTo>
                    <a:pt x="217" y="1397"/>
                    <a:pt x="280" y="1335"/>
                    <a:pt x="280" y="1258"/>
                  </a:cubicBezTo>
                  <a:lnTo>
                    <a:pt x="280" y="139"/>
                  </a:lnTo>
                  <a:cubicBezTo>
                    <a:pt x="280" y="64"/>
                    <a:pt x="218"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22"/>
            <p:cNvSpPr/>
            <p:nvPr/>
          </p:nvSpPr>
          <p:spPr>
            <a:xfrm>
              <a:off x="4771437" y="3720269"/>
              <a:ext cx="8994" cy="44907"/>
            </a:xfrm>
            <a:custGeom>
              <a:rect b="b" l="l" r="r" t="t"/>
              <a:pathLst>
                <a:path extrusionOk="0" h="1398" w="280">
                  <a:moveTo>
                    <a:pt x="139" y="0"/>
                  </a:moveTo>
                  <a:cubicBezTo>
                    <a:pt x="64" y="0"/>
                    <a:pt x="0" y="61"/>
                    <a:pt x="0" y="139"/>
                  </a:cubicBezTo>
                  <a:lnTo>
                    <a:pt x="0" y="1258"/>
                  </a:lnTo>
                  <a:cubicBezTo>
                    <a:pt x="0" y="1333"/>
                    <a:pt x="62" y="1397"/>
                    <a:pt x="139" y="1397"/>
                  </a:cubicBezTo>
                  <a:cubicBezTo>
                    <a:pt x="216" y="1397"/>
                    <a:pt x="280" y="1335"/>
                    <a:pt x="280" y="1258"/>
                  </a:cubicBezTo>
                  <a:lnTo>
                    <a:pt x="280" y="139"/>
                  </a:lnTo>
                  <a:cubicBezTo>
                    <a:pt x="280" y="64"/>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22"/>
            <p:cNvSpPr/>
            <p:nvPr/>
          </p:nvSpPr>
          <p:spPr>
            <a:xfrm>
              <a:off x="4777059" y="3688691"/>
              <a:ext cx="52745" cy="16896"/>
            </a:xfrm>
            <a:custGeom>
              <a:rect b="b" l="l" r="r" t="t"/>
              <a:pathLst>
                <a:path extrusionOk="0" h="526" w="1642">
                  <a:moveTo>
                    <a:pt x="244" y="0"/>
                  </a:moveTo>
                  <a:lnTo>
                    <a:pt x="94" y="38"/>
                  </a:lnTo>
                  <a:cubicBezTo>
                    <a:pt x="42" y="38"/>
                    <a:pt x="0" y="81"/>
                    <a:pt x="0" y="132"/>
                  </a:cubicBezTo>
                  <a:lnTo>
                    <a:pt x="0" y="432"/>
                  </a:lnTo>
                  <a:cubicBezTo>
                    <a:pt x="0" y="484"/>
                    <a:pt x="44" y="526"/>
                    <a:pt x="94" y="526"/>
                  </a:cubicBezTo>
                  <a:lnTo>
                    <a:pt x="1512" y="526"/>
                  </a:lnTo>
                  <a:cubicBezTo>
                    <a:pt x="1562" y="526"/>
                    <a:pt x="1604" y="484"/>
                    <a:pt x="1604" y="429"/>
                  </a:cubicBezTo>
                  <a:lnTo>
                    <a:pt x="1642" y="281"/>
                  </a:lnTo>
                  <a:lnTo>
                    <a:pt x="1642" y="94"/>
                  </a:lnTo>
                  <a:cubicBezTo>
                    <a:pt x="1642" y="42"/>
                    <a:pt x="1599" y="0"/>
                    <a:pt x="154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22"/>
            <p:cNvSpPr/>
            <p:nvPr/>
          </p:nvSpPr>
          <p:spPr>
            <a:xfrm>
              <a:off x="4775838" y="3688723"/>
              <a:ext cx="53966" cy="18085"/>
            </a:xfrm>
            <a:custGeom>
              <a:rect b="b" l="l" r="r" t="t"/>
              <a:pathLst>
                <a:path extrusionOk="0" h="563" w="1680">
                  <a:moveTo>
                    <a:pt x="95" y="1"/>
                  </a:moveTo>
                  <a:cubicBezTo>
                    <a:pt x="44" y="1"/>
                    <a:pt x="1" y="43"/>
                    <a:pt x="1" y="95"/>
                  </a:cubicBezTo>
                  <a:lnTo>
                    <a:pt x="1" y="468"/>
                  </a:lnTo>
                  <a:cubicBezTo>
                    <a:pt x="1" y="519"/>
                    <a:pt x="43" y="562"/>
                    <a:pt x="95" y="562"/>
                  </a:cubicBezTo>
                  <a:lnTo>
                    <a:pt x="1586" y="562"/>
                  </a:lnTo>
                  <a:cubicBezTo>
                    <a:pt x="1637" y="562"/>
                    <a:pt x="1680" y="520"/>
                    <a:pt x="1680" y="468"/>
                  </a:cubicBezTo>
                  <a:lnTo>
                    <a:pt x="1680" y="282"/>
                  </a:lnTo>
                  <a:lnTo>
                    <a:pt x="338" y="282"/>
                  </a:lnTo>
                  <a:cubicBezTo>
                    <a:pt x="306" y="282"/>
                    <a:pt x="282" y="257"/>
                    <a:pt x="282" y="225"/>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22"/>
            <p:cNvSpPr/>
            <p:nvPr/>
          </p:nvSpPr>
          <p:spPr>
            <a:xfrm>
              <a:off x="4859746" y="3702311"/>
              <a:ext cx="26951" cy="8962"/>
            </a:xfrm>
            <a:custGeom>
              <a:rect b="b" l="l" r="r" t="t"/>
              <a:pathLst>
                <a:path extrusionOk="0" h="279" w="839">
                  <a:moveTo>
                    <a:pt x="139" y="0"/>
                  </a:moveTo>
                  <a:cubicBezTo>
                    <a:pt x="64" y="0"/>
                    <a:pt x="0" y="63"/>
                    <a:pt x="0" y="139"/>
                  </a:cubicBezTo>
                  <a:cubicBezTo>
                    <a:pt x="0" y="215"/>
                    <a:pt x="61" y="278"/>
                    <a:pt x="139" y="278"/>
                  </a:cubicBezTo>
                  <a:lnTo>
                    <a:pt x="698" y="278"/>
                  </a:lnTo>
                  <a:cubicBezTo>
                    <a:pt x="776" y="278"/>
                    <a:pt x="838" y="215"/>
                    <a:pt x="838" y="139"/>
                  </a:cubicBezTo>
                  <a:cubicBezTo>
                    <a:pt x="838" y="63"/>
                    <a:pt x="776" y="0"/>
                    <a:pt x="6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22"/>
            <p:cNvSpPr/>
            <p:nvPr/>
          </p:nvSpPr>
          <p:spPr>
            <a:xfrm>
              <a:off x="4859746" y="3720269"/>
              <a:ext cx="8962" cy="8962"/>
            </a:xfrm>
            <a:custGeom>
              <a:rect b="b" l="l" r="r" t="t"/>
              <a:pathLst>
                <a:path extrusionOk="0" h="279" w="279">
                  <a:moveTo>
                    <a:pt x="139" y="0"/>
                  </a:moveTo>
                  <a:cubicBezTo>
                    <a:pt x="62" y="0"/>
                    <a:pt x="0" y="62"/>
                    <a:pt x="0" y="139"/>
                  </a:cubicBezTo>
                  <a:cubicBezTo>
                    <a:pt x="0" y="216"/>
                    <a:pt x="62" y="278"/>
                    <a:pt x="139" y="278"/>
                  </a:cubicBezTo>
                  <a:cubicBezTo>
                    <a:pt x="216" y="278"/>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22"/>
            <p:cNvSpPr/>
            <p:nvPr/>
          </p:nvSpPr>
          <p:spPr>
            <a:xfrm>
              <a:off x="4859746" y="3738194"/>
              <a:ext cx="8962" cy="9026"/>
            </a:xfrm>
            <a:custGeom>
              <a:rect b="b" l="l" r="r" t="t"/>
              <a:pathLst>
                <a:path extrusionOk="0" h="281" w="279">
                  <a:moveTo>
                    <a:pt x="139" y="1"/>
                  </a:moveTo>
                  <a:cubicBezTo>
                    <a:pt x="62" y="1"/>
                    <a:pt x="0" y="63"/>
                    <a:pt x="0" y="140"/>
                  </a:cubicBezTo>
                  <a:cubicBezTo>
                    <a:pt x="0" y="217"/>
                    <a:pt x="62" y="280"/>
                    <a:pt x="139" y="280"/>
                  </a:cubicBezTo>
                  <a:cubicBezTo>
                    <a:pt x="216" y="280"/>
                    <a:pt x="278" y="217"/>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22"/>
            <p:cNvSpPr/>
            <p:nvPr/>
          </p:nvSpPr>
          <p:spPr>
            <a:xfrm>
              <a:off x="4877704" y="3720269"/>
              <a:ext cx="8994" cy="8962"/>
            </a:xfrm>
            <a:custGeom>
              <a:rect b="b" l="l" r="r" t="t"/>
              <a:pathLst>
                <a:path extrusionOk="0" h="279" w="280">
                  <a:moveTo>
                    <a:pt x="139" y="0"/>
                  </a:moveTo>
                  <a:cubicBezTo>
                    <a:pt x="62" y="0"/>
                    <a:pt x="0" y="62"/>
                    <a:pt x="0" y="139"/>
                  </a:cubicBezTo>
                  <a:cubicBezTo>
                    <a:pt x="0" y="216"/>
                    <a:pt x="62" y="278"/>
                    <a:pt x="139" y="278"/>
                  </a:cubicBezTo>
                  <a:cubicBezTo>
                    <a:pt x="216" y="278"/>
                    <a:pt x="279" y="216"/>
                    <a:pt x="279" y="139"/>
                  </a:cubicBezTo>
                  <a:cubicBezTo>
                    <a:pt x="279" y="62"/>
                    <a:pt x="216" y="0"/>
                    <a:pt x="13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22"/>
            <p:cNvSpPr/>
            <p:nvPr/>
          </p:nvSpPr>
          <p:spPr>
            <a:xfrm>
              <a:off x="4877704" y="3738194"/>
              <a:ext cx="8994" cy="9026"/>
            </a:xfrm>
            <a:custGeom>
              <a:rect b="b" l="l" r="r" t="t"/>
              <a:pathLst>
                <a:path extrusionOk="0" h="281" w="280">
                  <a:moveTo>
                    <a:pt x="139" y="1"/>
                  </a:moveTo>
                  <a:cubicBezTo>
                    <a:pt x="62" y="1"/>
                    <a:pt x="0" y="63"/>
                    <a:pt x="0" y="140"/>
                  </a:cubicBezTo>
                  <a:cubicBezTo>
                    <a:pt x="0" y="217"/>
                    <a:pt x="62" y="280"/>
                    <a:pt x="139" y="280"/>
                  </a:cubicBezTo>
                  <a:cubicBezTo>
                    <a:pt x="216" y="280"/>
                    <a:pt x="279" y="217"/>
                    <a:pt x="279" y="140"/>
                  </a:cubicBezTo>
                  <a:cubicBezTo>
                    <a:pt x="279" y="63"/>
                    <a:pt x="216" y="1"/>
                    <a:pt x="13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9" name="Google Shape;2589;p22"/>
          <p:cNvGrpSpPr/>
          <p:nvPr/>
        </p:nvGrpSpPr>
        <p:grpSpPr>
          <a:xfrm>
            <a:off x="1029100" y="3487744"/>
            <a:ext cx="659766" cy="659178"/>
            <a:chOff x="4742365" y="2834965"/>
            <a:chExt cx="297594" cy="297329"/>
          </a:xfrm>
        </p:grpSpPr>
        <p:sp>
          <p:nvSpPr>
            <p:cNvPr id="2590" name="Google Shape;2590;p22"/>
            <p:cNvSpPr/>
            <p:nvPr/>
          </p:nvSpPr>
          <p:spPr>
            <a:xfrm>
              <a:off x="4888754" y="2834965"/>
              <a:ext cx="122740" cy="206419"/>
            </a:xfrm>
            <a:custGeom>
              <a:rect b="b" l="l" r="r" t="t"/>
              <a:pathLst>
                <a:path extrusionOk="0" h="6426" w="3821">
                  <a:moveTo>
                    <a:pt x="792" y="1"/>
                  </a:moveTo>
                  <a:cubicBezTo>
                    <a:pt x="355" y="1"/>
                    <a:pt x="1" y="358"/>
                    <a:pt x="1" y="794"/>
                  </a:cubicBezTo>
                  <a:lnTo>
                    <a:pt x="1" y="3177"/>
                  </a:lnTo>
                  <a:lnTo>
                    <a:pt x="31" y="3250"/>
                  </a:lnTo>
                  <a:cubicBezTo>
                    <a:pt x="111" y="3347"/>
                    <a:pt x="371" y="3521"/>
                    <a:pt x="429" y="3533"/>
                  </a:cubicBezTo>
                  <a:lnTo>
                    <a:pt x="467" y="3508"/>
                  </a:lnTo>
                  <a:lnTo>
                    <a:pt x="467" y="794"/>
                  </a:lnTo>
                  <a:cubicBezTo>
                    <a:pt x="467" y="614"/>
                    <a:pt x="613" y="468"/>
                    <a:pt x="792" y="468"/>
                  </a:cubicBezTo>
                  <a:cubicBezTo>
                    <a:pt x="972" y="468"/>
                    <a:pt x="1118" y="614"/>
                    <a:pt x="1118" y="794"/>
                  </a:cubicBezTo>
                  <a:lnTo>
                    <a:pt x="1118" y="2566"/>
                  </a:lnTo>
                  <a:cubicBezTo>
                    <a:pt x="1118" y="3003"/>
                    <a:pt x="1473" y="3358"/>
                    <a:pt x="1911" y="3358"/>
                  </a:cubicBezTo>
                  <a:cubicBezTo>
                    <a:pt x="2349" y="3358"/>
                    <a:pt x="2703" y="3001"/>
                    <a:pt x="2703" y="2566"/>
                  </a:cubicBezTo>
                  <a:lnTo>
                    <a:pt x="2703" y="1671"/>
                  </a:lnTo>
                  <a:cubicBezTo>
                    <a:pt x="2703" y="1493"/>
                    <a:pt x="2850" y="1345"/>
                    <a:pt x="3029" y="1345"/>
                  </a:cubicBezTo>
                  <a:cubicBezTo>
                    <a:pt x="3209" y="1345"/>
                    <a:pt x="3355" y="1493"/>
                    <a:pt x="3355" y="1671"/>
                  </a:cubicBezTo>
                  <a:lnTo>
                    <a:pt x="3355" y="6034"/>
                  </a:lnTo>
                  <a:lnTo>
                    <a:pt x="3392" y="6425"/>
                  </a:lnTo>
                  <a:lnTo>
                    <a:pt x="3783" y="6425"/>
                  </a:lnTo>
                  <a:lnTo>
                    <a:pt x="3821" y="6034"/>
                  </a:lnTo>
                  <a:lnTo>
                    <a:pt x="3821" y="1671"/>
                  </a:lnTo>
                  <a:cubicBezTo>
                    <a:pt x="3821" y="1234"/>
                    <a:pt x="3465" y="879"/>
                    <a:pt x="3029" y="879"/>
                  </a:cubicBezTo>
                  <a:cubicBezTo>
                    <a:pt x="2590" y="879"/>
                    <a:pt x="2236" y="1235"/>
                    <a:pt x="2236" y="1671"/>
                  </a:cubicBezTo>
                  <a:lnTo>
                    <a:pt x="2236" y="2566"/>
                  </a:lnTo>
                  <a:cubicBezTo>
                    <a:pt x="2236" y="2744"/>
                    <a:pt x="2090" y="2891"/>
                    <a:pt x="1910" y="2891"/>
                  </a:cubicBezTo>
                  <a:cubicBezTo>
                    <a:pt x="1732" y="2891"/>
                    <a:pt x="1584" y="2744"/>
                    <a:pt x="1584" y="2566"/>
                  </a:cubicBezTo>
                  <a:lnTo>
                    <a:pt x="1584" y="794"/>
                  </a:lnTo>
                  <a:cubicBezTo>
                    <a:pt x="1584" y="355"/>
                    <a:pt x="1228" y="1"/>
                    <a:pt x="79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22"/>
            <p:cNvSpPr/>
            <p:nvPr/>
          </p:nvSpPr>
          <p:spPr>
            <a:xfrm>
              <a:off x="4888754" y="2937087"/>
              <a:ext cx="15001" cy="39607"/>
            </a:xfrm>
            <a:custGeom>
              <a:rect b="b" l="l" r="r" t="t"/>
              <a:pathLst>
                <a:path extrusionOk="0" h="1233" w="467">
                  <a:moveTo>
                    <a:pt x="1" y="1"/>
                  </a:moveTo>
                  <a:lnTo>
                    <a:pt x="1" y="898"/>
                  </a:lnTo>
                  <a:cubicBezTo>
                    <a:pt x="1" y="1025"/>
                    <a:pt x="105" y="1232"/>
                    <a:pt x="234" y="1232"/>
                  </a:cubicBezTo>
                  <a:cubicBezTo>
                    <a:pt x="362" y="1232"/>
                    <a:pt x="467" y="1025"/>
                    <a:pt x="467" y="898"/>
                  </a:cubicBezTo>
                  <a:lnTo>
                    <a:pt x="467" y="331"/>
                  </a:lnTo>
                  <a:cubicBezTo>
                    <a:pt x="323" y="206"/>
                    <a:pt x="167" y="96"/>
                    <a:pt x="1" y="1"/>
                  </a:cubicBezTo>
                  <a:close/>
                </a:path>
              </a:pathLst>
            </a:custGeom>
            <a:solidFill>
              <a:srgbClr val="D1C7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22"/>
            <p:cNvSpPr/>
            <p:nvPr/>
          </p:nvSpPr>
          <p:spPr>
            <a:xfrm>
              <a:off x="4996563" y="3028736"/>
              <a:ext cx="15033" cy="13813"/>
            </a:xfrm>
            <a:custGeom>
              <a:rect b="b" l="l" r="r" t="t"/>
              <a:pathLst>
                <a:path extrusionOk="0" h="430" w="468">
                  <a:moveTo>
                    <a:pt x="0" y="1"/>
                  </a:moveTo>
                  <a:lnTo>
                    <a:pt x="0" y="429"/>
                  </a:lnTo>
                  <a:lnTo>
                    <a:pt x="468" y="429"/>
                  </a:lnTo>
                  <a:lnTo>
                    <a:pt x="468" y="1"/>
                  </a:lnTo>
                  <a:close/>
                </a:path>
              </a:pathLst>
            </a:custGeom>
            <a:solidFill>
              <a:srgbClr val="D1C7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22"/>
            <p:cNvSpPr/>
            <p:nvPr/>
          </p:nvSpPr>
          <p:spPr>
            <a:xfrm>
              <a:off x="4746348" y="2934420"/>
              <a:ext cx="182295" cy="183484"/>
            </a:xfrm>
            <a:custGeom>
              <a:rect b="b" l="l" r="r" t="t"/>
              <a:pathLst>
                <a:path extrusionOk="0" h="5712" w="5675">
                  <a:moveTo>
                    <a:pt x="2776" y="1"/>
                  </a:moveTo>
                  <a:cubicBezTo>
                    <a:pt x="2046" y="1"/>
                    <a:pt x="1381" y="272"/>
                    <a:pt x="869" y="716"/>
                  </a:cubicBezTo>
                  <a:cubicBezTo>
                    <a:pt x="869" y="716"/>
                    <a:pt x="1" y="1577"/>
                    <a:pt x="1" y="2450"/>
                  </a:cubicBezTo>
                  <a:cubicBezTo>
                    <a:pt x="1" y="5173"/>
                    <a:pt x="1731" y="5712"/>
                    <a:pt x="3121" y="5712"/>
                  </a:cubicBezTo>
                  <a:cubicBezTo>
                    <a:pt x="4089" y="5712"/>
                    <a:pt x="4962" y="4807"/>
                    <a:pt x="4962" y="4807"/>
                  </a:cubicBezTo>
                  <a:cubicBezTo>
                    <a:pt x="5405" y="4296"/>
                    <a:pt x="5674" y="3630"/>
                    <a:pt x="5674" y="2901"/>
                  </a:cubicBezTo>
                  <a:cubicBezTo>
                    <a:pt x="5674" y="1300"/>
                    <a:pt x="4377" y="1"/>
                    <a:pt x="277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22"/>
            <p:cNvSpPr/>
            <p:nvPr/>
          </p:nvSpPr>
          <p:spPr>
            <a:xfrm>
              <a:off x="4742365" y="2957357"/>
              <a:ext cx="163311" cy="163311"/>
            </a:xfrm>
            <a:custGeom>
              <a:rect b="b" l="l" r="r" t="t"/>
              <a:pathLst>
                <a:path extrusionOk="0" h="5084" w="5084">
                  <a:moveTo>
                    <a:pt x="993" y="1"/>
                  </a:moveTo>
                  <a:cubicBezTo>
                    <a:pt x="385" y="532"/>
                    <a:pt x="0" y="1314"/>
                    <a:pt x="0" y="2185"/>
                  </a:cubicBezTo>
                  <a:cubicBezTo>
                    <a:pt x="0" y="3786"/>
                    <a:pt x="1297" y="5083"/>
                    <a:pt x="2900" y="5083"/>
                  </a:cubicBezTo>
                  <a:cubicBezTo>
                    <a:pt x="3772" y="5083"/>
                    <a:pt x="4553" y="4698"/>
                    <a:pt x="5083" y="4090"/>
                  </a:cubicBezTo>
                  <a:lnTo>
                    <a:pt x="5083" y="4090"/>
                  </a:lnTo>
                  <a:cubicBezTo>
                    <a:pt x="4574" y="4535"/>
                    <a:pt x="3908" y="4805"/>
                    <a:pt x="3178" y="4805"/>
                  </a:cubicBezTo>
                  <a:cubicBezTo>
                    <a:pt x="1577" y="4805"/>
                    <a:pt x="280" y="3507"/>
                    <a:pt x="280" y="1906"/>
                  </a:cubicBezTo>
                  <a:cubicBezTo>
                    <a:pt x="280" y="1176"/>
                    <a:pt x="549" y="510"/>
                    <a:pt x="99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22"/>
            <p:cNvSpPr/>
            <p:nvPr/>
          </p:nvSpPr>
          <p:spPr>
            <a:xfrm>
              <a:off x="4766779" y="2954626"/>
              <a:ext cx="141660" cy="142142"/>
            </a:xfrm>
            <a:custGeom>
              <a:rect b="b" l="l" r="r" t="t"/>
              <a:pathLst>
                <a:path extrusionOk="0" h="4425" w="4410">
                  <a:moveTo>
                    <a:pt x="2140" y="0"/>
                  </a:moveTo>
                  <a:cubicBezTo>
                    <a:pt x="1584" y="0"/>
                    <a:pt x="1073" y="200"/>
                    <a:pt x="679" y="532"/>
                  </a:cubicBezTo>
                  <a:cubicBezTo>
                    <a:pt x="679" y="532"/>
                    <a:pt x="0" y="1131"/>
                    <a:pt x="0" y="2272"/>
                  </a:cubicBezTo>
                  <a:cubicBezTo>
                    <a:pt x="0" y="3525"/>
                    <a:pt x="862" y="4424"/>
                    <a:pt x="2115" y="4424"/>
                  </a:cubicBezTo>
                  <a:cubicBezTo>
                    <a:pt x="3259" y="4424"/>
                    <a:pt x="3880" y="3732"/>
                    <a:pt x="3880" y="3732"/>
                  </a:cubicBezTo>
                  <a:cubicBezTo>
                    <a:pt x="4209" y="3337"/>
                    <a:pt x="4410" y="2828"/>
                    <a:pt x="4410" y="2272"/>
                  </a:cubicBezTo>
                  <a:cubicBezTo>
                    <a:pt x="4410" y="1018"/>
                    <a:pt x="3394" y="0"/>
                    <a:pt x="214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22"/>
            <p:cNvSpPr/>
            <p:nvPr/>
          </p:nvSpPr>
          <p:spPr>
            <a:xfrm>
              <a:off x="4762539" y="2971652"/>
              <a:ext cx="128843" cy="128843"/>
            </a:xfrm>
            <a:custGeom>
              <a:rect b="b" l="l" r="r" t="t"/>
              <a:pathLst>
                <a:path extrusionOk="0" h="4011" w="4011">
                  <a:moveTo>
                    <a:pt x="811" y="0"/>
                  </a:moveTo>
                  <a:lnTo>
                    <a:pt x="811" y="0"/>
                  </a:lnTo>
                  <a:cubicBezTo>
                    <a:pt x="315" y="417"/>
                    <a:pt x="1" y="1041"/>
                    <a:pt x="1" y="1740"/>
                  </a:cubicBezTo>
                  <a:cubicBezTo>
                    <a:pt x="1" y="2994"/>
                    <a:pt x="1017" y="4010"/>
                    <a:pt x="2271" y="4010"/>
                  </a:cubicBezTo>
                  <a:cubicBezTo>
                    <a:pt x="2970" y="4010"/>
                    <a:pt x="3594" y="3696"/>
                    <a:pt x="4011" y="3199"/>
                  </a:cubicBezTo>
                  <a:lnTo>
                    <a:pt x="4011" y="3199"/>
                  </a:lnTo>
                  <a:cubicBezTo>
                    <a:pt x="3615" y="3532"/>
                    <a:pt x="3106" y="3732"/>
                    <a:pt x="2550" y="3732"/>
                  </a:cubicBezTo>
                  <a:cubicBezTo>
                    <a:pt x="1296" y="3732"/>
                    <a:pt x="279" y="2714"/>
                    <a:pt x="279" y="1461"/>
                  </a:cubicBezTo>
                  <a:cubicBezTo>
                    <a:pt x="279" y="905"/>
                    <a:pt x="478" y="395"/>
                    <a:pt x="81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22"/>
            <p:cNvSpPr/>
            <p:nvPr/>
          </p:nvSpPr>
          <p:spPr>
            <a:xfrm>
              <a:off x="4830995" y="2976696"/>
              <a:ext cx="55476" cy="55379"/>
            </a:xfrm>
            <a:custGeom>
              <a:rect b="b" l="l" r="r" t="t"/>
              <a:pathLst>
                <a:path extrusionOk="0" h="1724" w="1727">
                  <a:moveTo>
                    <a:pt x="141" y="1"/>
                  </a:moveTo>
                  <a:cubicBezTo>
                    <a:pt x="64" y="1"/>
                    <a:pt x="1" y="65"/>
                    <a:pt x="1" y="140"/>
                  </a:cubicBezTo>
                  <a:cubicBezTo>
                    <a:pt x="1" y="217"/>
                    <a:pt x="63" y="280"/>
                    <a:pt x="141" y="280"/>
                  </a:cubicBezTo>
                  <a:cubicBezTo>
                    <a:pt x="859" y="280"/>
                    <a:pt x="1445" y="864"/>
                    <a:pt x="1445" y="1585"/>
                  </a:cubicBezTo>
                  <a:cubicBezTo>
                    <a:pt x="1445" y="1660"/>
                    <a:pt x="1506" y="1724"/>
                    <a:pt x="1584" y="1724"/>
                  </a:cubicBezTo>
                  <a:cubicBezTo>
                    <a:pt x="1663" y="1724"/>
                    <a:pt x="1726" y="1663"/>
                    <a:pt x="1726" y="1586"/>
                  </a:cubicBezTo>
                  <a:cubicBezTo>
                    <a:pt x="1726" y="712"/>
                    <a:pt x="1014"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22"/>
            <p:cNvSpPr/>
            <p:nvPr/>
          </p:nvSpPr>
          <p:spPr>
            <a:xfrm>
              <a:off x="4784544" y="3023115"/>
              <a:ext cx="55443" cy="55411"/>
            </a:xfrm>
            <a:custGeom>
              <a:rect b="b" l="l" r="r" t="t"/>
              <a:pathLst>
                <a:path extrusionOk="0" h="1725" w="1726">
                  <a:moveTo>
                    <a:pt x="141" y="1"/>
                  </a:moveTo>
                  <a:cubicBezTo>
                    <a:pt x="64" y="1"/>
                    <a:pt x="0" y="61"/>
                    <a:pt x="0" y="140"/>
                  </a:cubicBezTo>
                  <a:cubicBezTo>
                    <a:pt x="0" y="1014"/>
                    <a:pt x="713" y="1725"/>
                    <a:pt x="1587" y="1725"/>
                  </a:cubicBezTo>
                  <a:cubicBezTo>
                    <a:pt x="1662" y="1725"/>
                    <a:pt x="1726" y="1661"/>
                    <a:pt x="1725" y="1583"/>
                  </a:cubicBezTo>
                  <a:cubicBezTo>
                    <a:pt x="1725" y="1508"/>
                    <a:pt x="1662" y="1444"/>
                    <a:pt x="1584" y="1444"/>
                  </a:cubicBezTo>
                  <a:cubicBezTo>
                    <a:pt x="866" y="1444"/>
                    <a:pt x="280" y="859"/>
                    <a:pt x="280" y="140"/>
                  </a:cubicBezTo>
                  <a:cubicBezTo>
                    <a:pt x="280" y="63"/>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22"/>
            <p:cNvSpPr/>
            <p:nvPr/>
          </p:nvSpPr>
          <p:spPr>
            <a:xfrm>
              <a:off x="4819013" y="3009783"/>
              <a:ext cx="34243" cy="33921"/>
            </a:xfrm>
            <a:custGeom>
              <a:rect b="b" l="l" r="r" t="t"/>
              <a:pathLst>
                <a:path extrusionOk="0" h="1056" w="1066">
                  <a:moveTo>
                    <a:pt x="511" y="0"/>
                  </a:moveTo>
                  <a:cubicBezTo>
                    <a:pt x="432" y="0"/>
                    <a:pt x="353" y="19"/>
                    <a:pt x="285" y="49"/>
                  </a:cubicBezTo>
                  <a:cubicBezTo>
                    <a:pt x="285" y="49"/>
                    <a:pt x="0" y="239"/>
                    <a:pt x="0" y="543"/>
                  </a:cubicBezTo>
                  <a:cubicBezTo>
                    <a:pt x="0" y="848"/>
                    <a:pt x="211" y="1055"/>
                    <a:pt x="515" y="1055"/>
                  </a:cubicBezTo>
                  <a:cubicBezTo>
                    <a:pt x="833" y="1055"/>
                    <a:pt x="1016" y="780"/>
                    <a:pt x="1016" y="780"/>
                  </a:cubicBezTo>
                  <a:cubicBezTo>
                    <a:pt x="1050" y="710"/>
                    <a:pt x="1066" y="634"/>
                    <a:pt x="1066" y="555"/>
                  </a:cubicBezTo>
                  <a:cubicBezTo>
                    <a:pt x="1066" y="249"/>
                    <a:pt x="817" y="0"/>
                    <a:pt x="51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22"/>
            <p:cNvSpPr/>
            <p:nvPr/>
          </p:nvSpPr>
          <p:spPr>
            <a:xfrm>
              <a:off x="4817696" y="3011293"/>
              <a:ext cx="34018" cy="34050"/>
            </a:xfrm>
            <a:custGeom>
              <a:rect b="b" l="l" r="r" t="t"/>
              <a:pathLst>
                <a:path extrusionOk="0" h="1060" w="1059">
                  <a:moveTo>
                    <a:pt x="328" y="1"/>
                  </a:moveTo>
                  <a:lnTo>
                    <a:pt x="328" y="1"/>
                  </a:lnTo>
                  <a:cubicBezTo>
                    <a:pt x="134" y="88"/>
                    <a:pt x="1" y="282"/>
                    <a:pt x="1" y="505"/>
                  </a:cubicBezTo>
                  <a:cubicBezTo>
                    <a:pt x="1" y="812"/>
                    <a:pt x="248" y="1059"/>
                    <a:pt x="555" y="1059"/>
                  </a:cubicBezTo>
                  <a:cubicBezTo>
                    <a:pt x="778" y="1059"/>
                    <a:pt x="975" y="926"/>
                    <a:pt x="1059" y="732"/>
                  </a:cubicBezTo>
                  <a:lnTo>
                    <a:pt x="1059" y="732"/>
                  </a:lnTo>
                  <a:cubicBezTo>
                    <a:pt x="991" y="764"/>
                    <a:pt x="914" y="781"/>
                    <a:pt x="833" y="781"/>
                  </a:cubicBezTo>
                  <a:cubicBezTo>
                    <a:pt x="528" y="781"/>
                    <a:pt x="279" y="532"/>
                    <a:pt x="279" y="227"/>
                  </a:cubicBezTo>
                  <a:cubicBezTo>
                    <a:pt x="279" y="147"/>
                    <a:pt x="297" y="69"/>
                    <a:pt x="32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22"/>
            <p:cNvSpPr/>
            <p:nvPr/>
          </p:nvSpPr>
          <p:spPr>
            <a:xfrm>
              <a:off x="4991102" y="3041361"/>
              <a:ext cx="26405" cy="21169"/>
            </a:xfrm>
            <a:custGeom>
              <a:rect b="b" l="l" r="r" t="t"/>
              <a:pathLst>
                <a:path extrusionOk="0" h="659" w="822">
                  <a:moveTo>
                    <a:pt x="263" y="0"/>
                  </a:moveTo>
                  <a:lnTo>
                    <a:pt x="169" y="19"/>
                  </a:lnTo>
                  <a:cubicBezTo>
                    <a:pt x="76" y="19"/>
                    <a:pt x="1" y="94"/>
                    <a:pt x="1" y="187"/>
                  </a:cubicBezTo>
                  <a:lnTo>
                    <a:pt x="1" y="659"/>
                  </a:lnTo>
                  <a:lnTo>
                    <a:pt x="804" y="659"/>
                  </a:lnTo>
                  <a:lnTo>
                    <a:pt x="822" y="398"/>
                  </a:lnTo>
                  <a:lnTo>
                    <a:pt x="822" y="168"/>
                  </a:lnTo>
                  <a:cubicBezTo>
                    <a:pt x="822" y="77"/>
                    <a:pt x="746" y="0"/>
                    <a:pt x="65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22"/>
            <p:cNvSpPr/>
            <p:nvPr/>
          </p:nvSpPr>
          <p:spPr>
            <a:xfrm>
              <a:off x="4990588" y="3041361"/>
              <a:ext cx="27015" cy="22100"/>
            </a:xfrm>
            <a:custGeom>
              <a:rect b="b" l="l" r="r" t="t"/>
              <a:pathLst>
                <a:path extrusionOk="0" h="688" w="841">
                  <a:moveTo>
                    <a:pt x="169" y="0"/>
                  </a:moveTo>
                  <a:cubicBezTo>
                    <a:pt x="76" y="0"/>
                    <a:pt x="1" y="75"/>
                    <a:pt x="1" y="168"/>
                  </a:cubicBezTo>
                  <a:lnTo>
                    <a:pt x="1" y="688"/>
                  </a:lnTo>
                  <a:lnTo>
                    <a:pt x="841" y="688"/>
                  </a:lnTo>
                  <a:lnTo>
                    <a:pt x="841" y="398"/>
                  </a:lnTo>
                  <a:cubicBezTo>
                    <a:pt x="838" y="397"/>
                    <a:pt x="651" y="326"/>
                    <a:pt x="434" y="326"/>
                  </a:cubicBezTo>
                  <a:cubicBezTo>
                    <a:pt x="429" y="326"/>
                    <a:pt x="425" y="326"/>
                    <a:pt x="421" y="326"/>
                  </a:cubicBezTo>
                  <a:cubicBezTo>
                    <a:pt x="393" y="326"/>
                    <a:pt x="366" y="327"/>
                    <a:pt x="341" y="330"/>
                  </a:cubicBezTo>
                  <a:cubicBezTo>
                    <a:pt x="340" y="330"/>
                    <a:pt x="339" y="330"/>
                    <a:pt x="338" y="330"/>
                  </a:cubicBezTo>
                  <a:cubicBezTo>
                    <a:pt x="306" y="330"/>
                    <a:pt x="280" y="305"/>
                    <a:pt x="280" y="274"/>
                  </a:cubicBezTo>
                  <a:lnTo>
                    <a:pt x="280" y="0"/>
                  </a:ln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22"/>
            <p:cNvSpPr/>
            <p:nvPr/>
          </p:nvSpPr>
          <p:spPr>
            <a:xfrm>
              <a:off x="4970703" y="3060828"/>
              <a:ext cx="69256" cy="69609"/>
            </a:xfrm>
            <a:custGeom>
              <a:rect b="b" l="l" r="r" t="t"/>
              <a:pathLst>
                <a:path extrusionOk="0" h="2167" w="2156">
                  <a:moveTo>
                    <a:pt x="1040" y="513"/>
                  </a:moveTo>
                  <a:cubicBezTo>
                    <a:pt x="1374" y="513"/>
                    <a:pt x="1645" y="784"/>
                    <a:pt x="1645" y="1118"/>
                  </a:cubicBezTo>
                  <a:cubicBezTo>
                    <a:pt x="1645" y="1454"/>
                    <a:pt x="1371" y="1725"/>
                    <a:pt x="1040" y="1725"/>
                  </a:cubicBezTo>
                  <a:cubicBezTo>
                    <a:pt x="704" y="1725"/>
                    <a:pt x="433" y="1454"/>
                    <a:pt x="433" y="1118"/>
                  </a:cubicBezTo>
                  <a:cubicBezTo>
                    <a:pt x="433" y="784"/>
                    <a:pt x="704" y="513"/>
                    <a:pt x="1040" y="513"/>
                  </a:cubicBezTo>
                  <a:close/>
                  <a:moveTo>
                    <a:pt x="1040" y="1"/>
                  </a:moveTo>
                  <a:cubicBezTo>
                    <a:pt x="891" y="1"/>
                    <a:pt x="750" y="30"/>
                    <a:pt x="618" y="82"/>
                  </a:cubicBezTo>
                  <a:cubicBezTo>
                    <a:pt x="520" y="122"/>
                    <a:pt x="429" y="176"/>
                    <a:pt x="346" y="241"/>
                  </a:cubicBezTo>
                  <a:cubicBezTo>
                    <a:pt x="346" y="241"/>
                    <a:pt x="0" y="552"/>
                    <a:pt x="0" y="1034"/>
                  </a:cubicBezTo>
                  <a:cubicBezTo>
                    <a:pt x="0" y="1651"/>
                    <a:pt x="420" y="2166"/>
                    <a:pt x="1037" y="2166"/>
                  </a:cubicBezTo>
                  <a:cubicBezTo>
                    <a:pt x="1599" y="2166"/>
                    <a:pt x="1914" y="1812"/>
                    <a:pt x="1914" y="1812"/>
                  </a:cubicBezTo>
                  <a:cubicBezTo>
                    <a:pt x="2065" y="1622"/>
                    <a:pt x="2156" y="1382"/>
                    <a:pt x="2156" y="1121"/>
                  </a:cubicBezTo>
                  <a:cubicBezTo>
                    <a:pt x="2156" y="652"/>
                    <a:pt x="1866" y="250"/>
                    <a:pt x="1457" y="83"/>
                  </a:cubicBezTo>
                  <a:cubicBezTo>
                    <a:pt x="1329" y="30"/>
                    <a:pt x="1187" y="1"/>
                    <a:pt x="104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22"/>
            <p:cNvSpPr/>
            <p:nvPr/>
          </p:nvSpPr>
          <p:spPr>
            <a:xfrm>
              <a:off x="4972020" y="3068113"/>
              <a:ext cx="64149" cy="64181"/>
            </a:xfrm>
            <a:custGeom>
              <a:rect b="b" l="l" r="r" t="t"/>
              <a:pathLst>
                <a:path extrusionOk="0" h="1998" w="1997">
                  <a:moveTo>
                    <a:pt x="428" y="1"/>
                  </a:moveTo>
                  <a:cubicBezTo>
                    <a:pt x="169" y="205"/>
                    <a:pt x="1" y="524"/>
                    <a:pt x="1" y="878"/>
                  </a:cubicBezTo>
                  <a:cubicBezTo>
                    <a:pt x="1" y="1496"/>
                    <a:pt x="502" y="1997"/>
                    <a:pt x="1120" y="1997"/>
                  </a:cubicBezTo>
                  <a:cubicBezTo>
                    <a:pt x="1476" y="1997"/>
                    <a:pt x="1793" y="1831"/>
                    <a:pt x="1997" y="1570"/>
                  </a:cubicBezTo>
                  <a:lnTo>
                    <a:pt x="1997" y="1570"/>
                  </a:lnTo>
                  <a:cubicBezTo>
                    <a:pt x="1807" y="1721"/>
                    <a:pt x="1566" y="1811"/>
                    <a:pt x="1305" y="1811"/>
                  </a:cubicBezTo>
                  <a:cubicBezTo>
                    <a:pt x="688" y="1811"/>
                    <a:pt x="187" y="1310"/>
                    <a:pt x="187" y="693"/>
                  </a:cubicBezTo>
                  <a:cubicBezTo>
                    <a:pt x="187" y="432"/>
                    <a:pt x="277" y="191"/>
                    <a:pt x="42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8" name="Shape 2608"/>
        <p:cNvGrpSpPr/>
        <p:nvPr/>
      </p:nvGrpSpPr>
      <p:grpSpPr>
        <a:xfrm>
          <a:off x="0" y="0"/>
          <a:ext cx="0" cy="0"/>
          <a:chOff x="0" y="0"/>
          <a:chExt cx="0" cy="0"/>
        </a:xfrm>
      </p:grpSpPr>
      <p:sp>
        <p:nvSpPr>
          <p:cNvPr id="2609" name="Google Shape;2609;p23"/>
          <p:cNvSpPr txBox="1"/>
          <p:nvPr>
            <p:ph type="title"/>
          </p:nvPr>
        </p:nvSpPr>
        <p:spPr>
          <a:xfrm>
            <a:off x="1102425" y="3358550"/>
            <a:ext cx="5364600" cy="5319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1800"/>
              <a:buNone/>
            </a:pPr>
            <a:r>
              <a:rPr lang="en"/>
              <a:t>—SOMEONE FAMOUS</a:t>
            </a:r>
            <a:endParaRPr/>
          </a:p>
        </p:txBody>
      </p:sp>
      <p:sp>
        <p:nvSpPr>
          <p:cNvPr id="2610" name="Google Shape;2610;p23"/>
          <p:cNvSpPr txBox="1"/>
          <p:nvPr>
            <p:ph idx="1" type="subTitle"/>
          </p:nvPr>
        </p:nvSpPr>
        <p:spPr>
          <a:xfrm>
            <a:off x="1102500" y="1625300"/>
            <a:ext cx="5364600" cy="16185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1600"/>
              </a:spcAft>
              <a:buSzPts val="1400"/>
              <a:buNone/>
            </a:pPr>
            <a:r>
              <a:rPr lang="en"/>
              <a:t>“This is a quote, words full of wisdom that someone important said and can make the reader get inspired.”</a:t>
            </a:r>
            <a:endParaRPr/>
          </a:p>
        </p:txBody>
      </p:sp>
      <p:sp>
        <p:nvSpPr>
          <p:cNvPr id="2611" name="Google Shape;2611;p23"/>
          <p:cNvSpPr/>
          <p:nvPr/>
        </p:nvSpPr>
        <p:spPr>
          <a:xfrm>
            <a:off x="5662050" y="5070900"/>
            <a:ext cx="34750" cy="30525"/>
          </a:xfrm>
          <a:custGeom>
            <a:rect b="b" l="l" r="r" t="t"/>
            <a:pathLst>
              <a:path extrusionOk="0" h="1221" w="1390">
                <a:moveTo>
                  <a:pt x="695" y="1"/>
                </a:moveTo>
                <a:cubicBezTo>
                  <a:pt x="584" y="1"/>
                  <a:pt x="471" y="31"/>
                  <a:pt x="370" y="95"/>
                </a:cubicBezTo>
                <a:cubicBezTo>
                  <a:pt x="84" y="274"/>
                  <a:pt x="0" y="651"/>
                  <a:pt x="179" y="936"/>
                </a:cubicBezTo>
                <a:cubicBezTo>
                  <a:pt x="295" y="1119"/>
                  <a:pt x="493" y="1220"/>
                  <a:pt x="695" y="1220"/>
                </a:cubicBezTo>
                <a:cubicBezTo>
                  <a:pt x="807" y="1220"/>
                  <a:pt x="919" y="1190"/>
                  <a:pt x="1020" y="1126"/>
                </a:cubicBezTo>
                <a:cubicBezTo>
                  <a:pt x="1305" y="947"/>
                  <a:pt x="1390" y="569"/>
                  <a:pt x="1209" y="285"/>
                </a:cubicBezTo>
                <a:cubicBezTo>
                  <a:pt x="1094" y="101"/>
                  <a:pt x="897" y="1"/>
                  <a:pt x="69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23"/>
          <p:cNvSpPr/>
          <p:nvPr/>
        </p:nvSpPr>
        <p:spPr>
          <a:xfrm>
            <a:off x="5542700" y="5071450"/>
            <a:ext cx="48725" cy="42700"/>
          </a:xfrm>
          <a:custGeom>
            <a:rect b="b" l="l" r="r" t="t"/>
            <a:pathLst>
              <a:path extrusionOk="0" h="1708" w="1949">
                <a:moveTo>
                  <a:pt x="974" y="0"/>
                </a:moveTo>
                <a:cubicBezTo>
                  <a:pt x="819" y="0"/>
                  <a:pt x="661" y="43"/>
                  <a:pt x="520" y="132"/>
                </a:cubicBezTo>
                <a:cubicBezTo>
                  <a:pt x="121" y="383"/>
                  <a:pt x="1" y="911"/>
                  <a:pt x="253" y="1309"/>
                </a:cubicBezTo>
                <a:cubicBezTo>
                  <a:pt x="415" y="1567"/>
                  <a:pt x="692" y="1708"/>
                  <a:pt x="975" y="1708"/>
                </a:cubicBezTo>
                <a:cubicBezTo>
                  <a:pt x="1131" y="1708"/>
                  <a:pt x="1288" y="1665"/>
                  <a:pt x="1430" y="1576"/>
                </a:cubicBezTo>
                <a:cubicBezTo>
                  <a:pt x="1829" y="1324"/>
                  <a:pt x="1949" y="797"/>
                  <a:pt x="1697" y="399"/>
                </a:cubicBezTo>
                <a:cubicBezTo>
                  <a:pt x="1535" y="141"/>
                  <a:pt x="1258"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6" name="Shape 2616"/>
        <p:cNvGrpSpPr/>
        <p:nvPr/>
      </p:nvGrpSpPr>
      <p:grpSpPr>
        <a:xfrm>
          <a:off x="0" y="0"/>
          <a:ext cx="0" cy="0"/>
          <a:chOff x="0" y="0"/>
          <a:chExt cx="0" cy="0"/>
        </a:xfrm>
      </p:grpSpPr>
      <p:grpSp>
        <p:nvGrpSpPr>
          <p:cNvPr id="2617" name="Google Shape;2617;p24"/>
          <p:cNvGrpSpPr/>
          <p:nvPr/>
        </p:nvGrpSpPr>
        <p:grpSpPr>
          <a:xfrm>
            <a:off x="1058210" y="2219013"/>
            <a:ext cx="1454811" cy="1594500"/>
            <a:chOff x="5072850" y="1998050"/>
            <a:chExt cx="2813403" cy="1594500"/>
          </a:xfrm>
        </p:grpSpPr>
        <p:sp>
          <p:nvSpPr>
            <p:cNvPr id="2618" name="Google Shape;2618;p24"/>
            <p:cNvSpPr/>
            <p:nvPr/>
          </p:nvSpPr>
          <p:spPr>
            <a:xfrm>
              <a:off x="5072853" y="2216150"/>
              <a:ext cx="2813400" cy="1376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24"/>
            <p:cNvSpPr/>
            <p:nvPr/>
          </p:nvSpPr>
          <p:spPr>
            <a:xfrm>
              <a:off x="5072850" y="1998050"/>
              <a:ext cx="2813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20" name="Google Shape;2620;p24"/>
          <p:cNvSpPr/>
          <p:nvPr/>
        </p:nvSpPr>
        <p:spPr>
          <a:xfrm>
            <a:off x="720000" y="3965400"/>
            <a:ext cx="2295000" cy="638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24"/>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Our</a:t>
            </a:r>
            <a:r>
              <a:rPr lang="en"/>
              <a:t> team</a:t>
            </a:r>
            <a:endParaRPr/>
          </a:p>
        </p:txBody>
      </p:sp>
      <p:sp>
        <p:nvSpPr>
          <p:cNvPr id="2622" name="Google Shape;2622;p24"/>
          <p:cNvSpPr/>
          <p:nvPr/>
        </p:nvSpPr>
        <p:spPr>
          <a:xfrm>
            <a:off x="720000" y="1235600"/>
            <a:ext cx="2295000" cy="6813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24"/>
          <p:cNvSpPr txBox="1"/>
          <p:nvPr/>
        </p:nvSpPr>
        <p:spPr>
          <a:xfrm>
            <a:off x="720000" y="1453700"/>
            <a:ext cx="2295000" cy="4632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0" i="0" lang="en" sz="1600" u="none" cap="none" strike="noStrike">
                <a:solidFill>
                  <a:srgbClr val="F673A9"/>
                </a:solidFill>
                <a:latin typeface="Zen Dots"/>
                <a:ea typeface="Zen Dots"/>
                <a:cs typeface="Zen Dots"/>
                <a:sym typeface="Zen Dots"/>
              </a:rPr>
              <a:t>Tom Hannock</a:t>
            </a:r>
            <a:endParaRPr b="0" i="0" sz="1600" u="none" cap="none" strike="noStrike">
              <a:solidFill>
                <a:srgbClr val="F673A9"/>
              </a:solidFill>
              <a:latin typeface="Zen Dots"/>
              <a:ea typeface="Zen Dots"/>
              <a:cs typeface="Zen Dots"/>
              <a:sym typeface="Zen Dots"/>
            </a:endParaRPr>
          </a:p>
        </p:txBody>
      </p:sp>
      <p:sp>
        <p:nvSpPr>
          <p:cNvPr id="2624" name="Google Shape;2624;p24"/>
          <p:cNvSpPr txBox="1"/>
          <p:nvPr/>
        </p:nvSpPr>
        <p:spPr>
          <a:xfrm>
            <a:off x="720000" y="3965400"/>
            <a:ext cx="2295000" cy="6381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0" i="0" lang="en" sz="1400" u="none" cap="none" strike="noStrike">
                <a:solidFill>
                  <a:srgbClr val="FFFFFF"/>
                </a:solidFill>
                <a:latin typeface="Anaheim"/>
                <a:ea typeface="Anaheim"/>
                <a:cs typeface="Anaheim"/>
                <a:sym typeface="Anaheim"/>
              </a:rPr>
              <a:t>You can describe your team member here</a:t>
            </a:r>
            <a:endParaRPr b="0" i="0" sz="1400" u="none" cap="none" strike="noStrike">
              <a:solidFill>
                <a:srgbClr val="FFFFFF"/>
              </a:solidFill>
              <a:latin typeface="Anaheim"/>
              <a:ea typeface="Anaheim"/>
              <a:cs typeface="Anaheim"/>
              <a:sym typeface="Anaheim"/>
            </a:endParaRPr>
          </a:p>
        </p:txBody>
      </p:sp>
      <p:grpSp>
        <p:nvGrpSpPr>
          <p:cNvPr id="2625" name="Google Shape;2625;p24"/>
          <p:cNvGrpSpPr/>
          <p:nvPr/>
        </p:nvGrpSpPr>
        <p:grpSpPr>
          <a:xfrm>
            <a:off x="720000" y="1235600"/>
            <a:ext cx="2295000" cy="218100"/>
            <a:chOff x="1290775" y="1427525"/>
            <a:chExt cx="2295000" cy="218100"/>
          </a:xfrm>
        </p:grpSpPr>
        <p:sp>
          <p:nvSpPr>
            <p:cNvPr id="2626" name="Google Shape;2626;p24"/>
            <p:cNvSpPr/>
            <p:nvPr/>
          </p:nvSpPr>
          <p:spPr>
            <a:xfrm>
              <a:off x="1290775" y="1427525"/>
              <a:ext cx="2295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24"/>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24"/>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24"/>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2630" name="Google Shape;2630;p24"/>
          <p:cNvPicPr preferRelativeResize="0"/>
          <p:nvPr/>
        </p:nvPicPr>
        <p:blipFill rotWithShape="1">
          <a:blip r:embed="rId3">
            <a:alphaModFix/>
          </a:blip>
          <a:srcRect b="0" l="12908" r="12908" t="0"/>
          <a:stretch/>
        </p:blipFill>
        <p:spPr>
          <a:xfrm>
            <a:off x="1222075" y="2262777"/>
            <a:ext cx="1454586" cy="1400508"/>
          </a:xfrm>
          <a:prstGeom prst="rect">
            <a:avLst/>
          </a:prstGeom>
          <a:noFill/>
          <a:ln>
            <a:noFill/>
          </a:ln>
        </p:spPr>
      </p:pic>
      <p:sp>
        <p:nvSpPr>
          <p:cNvPr id="2631" name="Google Shape;2631;p24"/>
          <p:cNvSpPr/>
          <p:nvPr/>
        </p:nvSpPr>
        <p:spPr>
          <a:xfrm>
            <a:off x="1222100" y="2068788"/>
            <a:ext cx="1454700" cy="2181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2632" name="Google Shape;2632;p24"/>
          <p:cNvPicPr preferRelativeResize="0"/>
          <p:nvPr/>
        </p:nvPicPr>
        <p:blipFill rotWithShape="1">
          <a:blip r:embed="rId4">
            <a:alphaModFix amt="14000"/>
          </a:blip>
          <a:srcRect b="0" l="0" r="0" t="0"/>
          <a:stretch/>
        </p:blipFill>
        <p:spPr>
          <a:xfrm>
            <a:off x="1222100" y="2286888"/>
            <a:ext cx="1454574" cy="1376400"/>
          </a:xfrm>
          <a:prstGeom prst="rect">
            <a:avLst/>
          </a:prstGeom>
          <a:noFill/>
          <a:ln>
            <a:noFill/>
          </a:ln>
        </p:spPr>
      </p:pic>
      <p:grpSp>
        <p:nvGrpSpPr>
          <p:cNvPr id="2633" name="Google Shape;2633;p24"/>
          <p:cNvGrpSpPr/>
          <p:nvPr/>
        </p:nvGrpSpPr>
        <p:grpSpPr>
          <a:xfrm>
            <a:off x="3762710" y="2219013"/>
            <a:ext cx="1454811" cy="1594500"/>
            <a:chOff x="5072850" y="1998050"/>
            <a:chExt cx="2813403" cy="1594500"/>
          </a:xfrm>
        </p:grpSpPr>
        <p:sp>
          <p:nvSpPr>
            <p:cNvPr id="2634" name="Google Shape;2634;p24"/>
            <p:cNvSpPr/>
            <p:nvPr/>
          </p:nvSpPr>
          <p:spPr>
            <a:xfrm>
              <a:off x="5072853" y="2216150"/>
              <a:ext cx="2813400" cy="1376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24"/>
            <p:cNvSpPr/>
            <p:nvPr/>
          </p:nvSpPr>
          <p:spPr>
            <a:xfrm>
              <a:off x="5072850" y="1998050"/>
              <a:ext cx="2813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36" name="Google Shape;2636;p24"/>
          <p:cNvSpPr/>
          <p:nvPr/>
        </p:nvSpPr>
        <p:spPr>
          <a:xfrm>
            <a:off x="3424500" y="3965400"/>
            <a:ext cx="2295000" cy="638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24"/>
          <p:cNvSpPr/>
          <p:nvPr/>
        </p:nvSpPr>
        <p:spPr>
          <a:xfrm>
            <a:off x="3424500" y="1235600"/>
            <a:ext cx="2295000" cy="6813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24"/>
          <p:cNvSpPr txBox="1"/>
          <p:nvPr/>
        </p:nvSpPr>
        <p:spPr>
          <a:xfrm>
            <a:off x="3424500" y="1453700"/>
            <a:ext cx="2295000" cy="4632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0" i="0" lang="en" sz="1600" u="none" cap="none" strike="noStrike">
                <a:solidFill>
                  <a:srgbClr val="F673A9"/>
                </a:solidFill>
                <a:latin typeface="Zen Dots"/>
                <a:ea typeface="Zen Dots"/>
                <a:cs typeface="Zen Dots"/>
                <a:sym typeface="Zen Dots"/>
              </a:rPr>
              <a:t>Lisa Mendoza</a:t>
            </a:r>
            <a:endParaRPr b="0" i="0" sz="1600" u="none" cap="none" strike="noStrike">
              <a:solidFill>
                <a:srgbClr val="F673A9"/>
              </a:solidFill>
              <a:latin typeface="Zen Dots"/>
              <a:ea typeface="Zen Dots"/>
              <a:cs typeface="Zen Dots"/>
              <a:sym typeface="Zen Dots"/>
            </a:endParaRPr>
          </a:p>
        </p:txBody>
      </p:sp>
      <p:sp>
        <p:nvSpPr>
          <p:cNvPr id="2639" name="Google Shape;2639;p24"/>
          <p:cNvSpPr txBox="1"/>
          <p:nvPr/>
        </p:nvSpPr>
        <p:spPr>
          <a:xfrm>
            <a:off x="3424500" y="3965400"/>
            <a:ext cx="2295000" cy="6381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0" i="0" lang="en" sz="1400" u="none" cap="none" strike="noStrike">
                <a:solidFill>
                  <a:srgbClr val="FFFFFF"/>
                </a:solidFill>
                <a:latin typeface="Anaheim"/>
                <a:ea typeface="Anaheim"/>
                <a:cs typeface="Anaheim"/>
                <a:sym typeface="Anaheim"/>
              </a:rPr>
              <a:t>You can describe your team member here</a:t>
            </a:r>
            <a:endParaRPr b="0" i="0" sz="1400" u="none" cap="none" strike="noStrike">
              <a:solidFill>
                <a:srgbClr val="FFFFFF"/>
              </a:solidFill>
              <a:latin typeface="Anaheim"/>
              <a:ea typeface="Anaheim"/>
              <a:cs typeface="Anaheim"/>
              <a:sym typeface="Anaheim"/>
            </a:endParaRPr>
          </a:p>
        </p:txBody>
      </p:sp>
      <p:grpSp>
        <p:nvGrpSpPr>
          <p:cNvPr id="2640" name="Google Shape;2640;p24"/>
          <p:cNvGrpSpPr/>
          <p:nvPr/>
        </p:nvGrpSpPr>
        <p:grpSpPr>
          <a:xfrm>
            <a:off x="3424500" y="1235600"/>
            <a:ext cx="2295000" cy="218100"/>
            <a:chOff x="1290775" y="1427525"/>
            <a:chExt cx="2295000" cy="218100"/>
          </a:xfrm>
        </p:grpSpPr>
        <p:sp>
          <p:nvSpPr>
            <p:cNvPr id="2641" name="Google Shape;2641;p24"/>
            <p:cNvSpPr/>
            <p:nvPr/>
          </p:nvSpPr>
          <p:spPr>
            <a:xfrm>
              <a:off x="1290775" y="1427525"/>
              <a:ext cx="2295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24"/>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24"/>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24"/>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2645" name="Google Shape;2645;p24"/>
          <p:cNvPicPr preferRelativeResize="0"/>
          <p:nvPr/>
        </p:nvPicPr>
        <p:blipFill rotWithShape="1">
          <a:blip r:embed="rId5">
            <a:alphaModFix/>
          </a:blip>
          <a:srcRect b="0" l="12908" r="12908" t="0"/>
          <a:stretch/>
        </p:blipFill>
        <p:spPr>
          <a:xfrm>
            <a:off x="3926575" y="2262777"/>
            <a:ext cx="1454586" cy="1400508"/>
          </a:xfrm>
          <a:prstGeom prst="rect">
            <a:avLst/>
          </a:prstGeom>
          <a:noFill/>
          <a:ln>
            <a:noFill/>
          </a:ln>
        </p:spPr>
      </p:pic>
      <p:sp>
        <p:nvSpPr>
          <p:cNvPr id="2646" name="Google Shape;2646;p24"/>
          <p:cNvSpPr/>
          <p:nvPr/>
        </p:nvSpPr>
        <p:spPr>
          <a:xfrm>
            <a:off x="3926600" y="2068788"/>
            <a:ext cx="1454700" cy="2181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2647" name="Google Shape;2647;p24"/>
          <p:cNvPicPr preferRelativeResize="0"/>
          <p:nvPr/>
        </p:nvPicPr>
        <p:blipFill rotWithShape="1">
          <a:blip r:embed="rId4">
            <a:alphaModFix amt="14000"/>
          </a:blip>
          <a:srcRect b="0" l="0" r="0" t="0"/>
          <a:stretch/>
        </p:blipFill>
        <p:spPr>
          <a:xfrm>
            <a:off x="3926600" y="2286888"/>
            <a:ext cx="1454574" cy="1376400"/>
          </a:xfrm>
          <a:prstGeom prst="rect">
            <a:avLst/>
          </a:prstGeom>
          <a:noFill/>
          <a:ln>
            <a:noFill/>
          </a:ln>
        </p:spPr>
      </p:pic>
      <p:grpSp>
        <p:nvGrpSpPr>
          <p:cNvPr id="2648" name="Google Shape;2648;p24"/>
          <p:cNvGrpSpPr/>
          <p:nvPr/>
        </p:nvGrpSpPr>
        <p:grpSpPr>
          <a:xfrm>
            <a:off x="6467210" y="2219013"/>
            <a:ext cx="1454811" cy="1594500"/>
            <a:chOff x="5072850" y="1998050"/>
            <a:chExt cx="2813403" cy="1594500"/>
          </a:xfrm>
        </p:grpSpPr>
        <p:sp>
          <p:nvSpPr>
            <p:cNvPr id="2649" name="Google Shape;2649;p24"/>
            <p:cNvSpPr/>
            <p:nvPr/>
          </p:nvSpPr>
          <p:spPr>
            <a:xfrm>
              <a:off x="5072853" y="2216150"/>
              <a:ext cx="2813400" cy="1376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24"/>
            <p:cNvSpPr/>
            <p:nvPr/>
          </p:nvSpPr>
          <p:spPr>
            <a:xfrm>
              <a:off x="5072850" y="1998050"/>
              <a:ext cx="2813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51" name="Google Shape;2651;p24"/>
          <p:cNvSpPr/>
          <p:nvPr/>
        </p:nvSpPr>
        <p:spPr>
          <a:xfrm>
            <a:off x="6129000" y="3965400"/>
            <a:ext cx="2295000" cy="638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24"/>
          <p:cNvSpPr/>
          <p:nvPr/>
        </p:nvSpPr>
        <p:spPr>
          <a:xfrm>
            <a:off x="6129000" y="1235600"/>
            <a:ext cx="2295000" cy="6813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24"/>
          <p:cNvSpPr txBox="1"/>
          <p:nvPr/>
        </p:nvSpPr>
        <p:spPr>
          <a:xfrm>
            <a:off x="6129000" y="1453700"/>
            <a:ext cx="2295000" cy="4632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0" i="0" lang="en" sz="1600" u="none" cap="none" strike="noStrike">
                <a:solidFill>
                  <a:srgbClr val="F673A9"/>
                </a:solidFill>
                <a:latin typeface="Zen Dots"/>
                <a:ea typeface="Zen Dots"/>
                <a:cs typeface="Zen Dots"/>
                <a:sym typeface="Zen Dots"/>
              </a:rPr>
              <a:t>Jon Winter</a:t>
            </a:r>
            <a:endParaRPr b="0" i="0" sz="1600" u="none" cap="none" strike="noStrike">
              <a:solidFill>
                <a:srgbClr val="F673A9"/>
              </a:solidFill>
              <a:latin typeface="Zen Dots"/>
              <a:ea typeface="Zen Dots"/>
              <a:cs typeface="Zen Dots"/>
              <a:sym typeface="Zen Dots"/>
            </a:endParaRPr>
          </a:p>
        </p:txBody>
      </p:sp>
      <p:sp>
        <p:nvSpPr>
          <p:cNvPr id="2654" name="Google Shape;2654;p24"/>
          <p:cNvSpPr txBox="1"/>
          <p:nvPr/>
        </p:nvSpPr>
        <p:spPr>
          <a:xfrm>
            <a:off x="6129000" y="3965400"/>
            <a:ext cx="2295000" cy="638100"/>
          </a:xfrm>
          <a:prstGeom prst="rect">
            <a:avLst/>
          </a:prstGeom>
          <a:noFill/>
          <a:ln cap="flat" cmpd="sng" w="9525">
            <a:solidFill>
              <a:srgbClr val="ECE5B4"/>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400"/>
              <a:buFont typeface="Arial"/>
              <a:buNone/>
            </a:pPr>
            <a:r>
              <a:rPr b="0" i="0" lang="en" sz="1400" u="none" cap="none" strike="noStrike">
                <a:solidFill>
                  <a:srgbClr val="FFFFFF"/>
                </a:solidFill>
                <a:latin typeface="Anaheim"/>
                <a:ea typeface="Anaheim"/>
                <a:cs typeface="Anaheim"/>
                <a:sym typeface="Anaheim"/>
              </a:rPr>
              <a:t>You can describe your team member here</a:t>
            </a:r>
            <a:endParaRPr b="0" i="0" sz="1400" u="none" cap="none" strike="noStrike">
              <a:solidFill>
                <a:srgbClr val="FFFFFF"/>
              </a:solidFill>
              <a:latin typeface="Anaheim"/>
              <a:ea typeface="Anaheim"/>
              <a:cs typeface="Anaheim"/>
              <a:sym typeface="Anaheim"/>
            </a:endParaRPr>
          </a:p>
        </p:txBody>
      </p:sp>
      <p:grpSp>
        <p:nvGrpSpPr>
          <p:cNvPr id="2655" name="Google Shape;2655;p24"/>
          <p:cNvGrpSpPr/>
          <p:nvPr/>
        </p:nvGrpSpPr>
        <p:grpSpPr>
          <a:xfrm>
            <a:off x="6129000" y="1235600"/>
            <a:ext cx="2295000" cy="218100"/>
            <a:chOff x="1290775" y="1427525"/>
            <a:chExt cx="2295000" cy="218100"/>
          </a:xfrm>
        </p:grpSpPr>
        <p:sp>
          <p:nvSpPr>
            <p:cNvPr id="2656" name="Google Shape;2656;p24"/>
            <p:cNvSpPr/>
            <p:nvPr/>
          </p:nvSpPr>
          <p:spPr>
            <a:xfrm>
              <a:off x="1290775" y="1427525"/>
              <a:ext cx="2295000" cy="218100"/>
            </a:xfrm>
            <a:prstGeom prst="rect">
              <a:avLst/>
            </a:prstGeom>
            <a:solidFill>
              <a:srgbClr val="ECE5B4"/>
            </a:solidFill>
            <a:ln cap="flat" cmpd="sng" w="9525">
              <a:solidFill>
                <a:srgbClr val="ECE5B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24"/>
            <p:cNvSpPr/>
            <p:nvPr/>
          </p:nvSpPr>
          <p:spPr>
            <a:xfrm>
              <a:off x="14052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24"/>
            <p:cNvSpPr/>
            <p:nvPr/>
          </p:nvSpPr>
          <p:spPr>
            <a:xfrm>
              <a:off x="158865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24"/>
            <p:cNvSpPr/>
            <p:nvPr/>
          </p:nvSpPr>
          <p:spPr>
            <a:xfrm>
              <a:off x="1772100" y="1486450"/>
              <a:ext cx="100200" cy="100200"/>
            </a:xfrm>
            <a:prstGeom prst="ellipse">
              <a:avLst/>
            </a:prstGeom>
            <a:solidFill>
              <a:srgbClr val="2F2B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2660" name="Google Shape;2660;p24"/>
          <p:cNvPicPr preferRelativeResize="0"/>
          <p:nvPr/>
        </p:nvPicPr>
        <p:blipFill rotWithShape="1">
          <a:blip r:embed="rId6">
            <a:alphaModFix/>
          </a:blip>
          <a:srcRect b="0" l="12908" r="12908" t="0"/>
          <a:stretch/>
        </p:blipFill>
        <p:spPr>
          <a:xfrm>
            <a:off x="6631075" y="2262777"/>
            <a:ext cx="1454586" cy="1400508"/>
          </a:xfrm>
          <a:prstGeom prst="rect">
            <a:avLst/>
          </a:prstGeom>
          <a:noFill/>
          <a:ln>
            <a:noFill/>
          </a:ln>
        </p:spPr>
      </p:pic>
      <p:sp>
        <p:nvSpPr>
          <p:cNvPr id="2661" name="Google Shape;2661;p24"/>
          <p:cNvSpPr/>
          <p:nvPr/>
        </p:nvSpPr>
        <p:spPr>
          <a:xfrm>
            <a:off x="6631100" y="2068788"/>
            <a:ext cx="1454700" cy="2181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2662" name="Google Shape;2662;p24"/>
          <p:cNvPicPr preferRelativeResize="0"/>
          <p:nvPr/>
        </p:nvPicPr>
        <p:blipFill rotWithShape="1">
          <a:blip r:embed="rId4">
            <a:alphaModFix amt="14000"/>
          </a:blip>
          <a:srcRect b="0" l="0" r="0" t="0"/>
          <a:stretch/>
        </p:blipFill>
        <p:spPr>
          <a:xfrm>
            <a:off x="6631100" y="2286888"/>
            <a:ext cx="1454574" cy="1376400"/>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6" name="Shape 2666"/>
        <p:cNvGrpSpPr/>
        <p:nvPr/>
      </p:nvGrpSpPr>
      <p:grpSpPr>
        <a:xfrm>
          <a:off x="0" y="0"/>
          <a:ext cx="0" cy="0"/>
          <a:chOff x="0" y="0"/>
          <a:chExt cx="0" cy="0"/>
        </a:xfrm>
      </p:grpSpPr>
      <p:sp>
        <p:nvSpPr>
          <p:cNvPr id="2667" name="Google Shape;2667;p25"/>
          <p:cNvSpPr/>
          <p:nvPr/>
        </p:nvSpPr>
        <p:spPr>
          <a:xfrm>
            <a:off x="720150" y="3965400"/>
            <a:ext cx="7704000" cy="638100"/>
          </a:xfrm>
          <a:prstGeom prst="rect">
            <a:avLst/>
          </a:prstGeom>
          <a:solidFill>
            <a:srgbClr val="7C7C7C">
              <a:alpha val="1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25"/>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Mockup</a:t>
            </a:r>
            <a:r>
              <a:rPr lang="en"/>
              <a:t> devices</a:t>
            </a:r>
            <a:endParaRPr/>
          </a:p>
        </p:txBody>
      </p:sp>
      <p:sp>
        <p:nvSpPr>
          <p:cNvPr id="2669" name="Google Shape;2669;p25"/>
          <p:cNvSpPr txBox="1"/>
          <p:nvPr>
            <p:ph idx="1" type="subTitle"/>
          </p:nvPr>
        </p:nvSpPr>
        <p:spPr>
          <a:xfrm>
            <a:off x="720150" y="3967049"/>
            <a:ext cx="7704000" cy="6348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You can replace the image on the screen with your own work. Just right-click on it and select </a:t>
            </a:r>
            <a:r>
              <a:rPr b="1" lang="en">
                <a:solidFill>
                  <a:schemeClr val="accent6"/>
                </a:solidFill>
                <a:highlight>
                  <a:schemeClr val="accent1"/>
                </a:highlight>
              </a:rPr>
              <a:t>“Replace image”.</a:t>
            </a:r>
            <a:r>
              <a:rPr lang="en"/>
              <a:t> Voilà ! Your work is now visible for the user!</a:t>
            </a:r>
            <a:endParaRPr/>
          </a:p>
        </p:txBody>
      </p:sp>
      <p:sp>
        <p:nvSpPr>
          <p:cNvPr id="2670" name="Google Shape;2670;p25"/>
          <p:cNvSpPr/>
          <p:nvPr/>
        </p:nvSpPr>
        <p:spPr>
          <a:xfrm>
            <a:off x="720150" y="3748950"/>
            <a:ext cx="77040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2671" name="Google Shape;2671;p25"/>
          <p:cNvPicPr preferRelativeResize="0"/>
          <p:nvPr/>
        </p:nvPicPr>
        <p:blipFill rotWithShape="1">
          <a:blip r:embed="rId3">
            <a:alphaModFix/>
          </a:blip>
          <a:srcRect b="4744" l="56590" r="13156" t="26996"/>
          <a:stretch/>
        </p:blipFill>
        <p:spPr>
          <a:xfrm>
            <a:off x="2170915" y="2054649"/>
            <a:ext cx="819000" cy="1155000"/>
          </a:xfrm>
          <a:prstGeom prst="roundRect">
            <a:avLst>
              <a:gd fmla="val 5532" name="adj"/>
            </a:avLst>
          </a:prstGeom>
          <a:noFill/>
          <a:ln cap="flat" cmpd="sng" w="9525">
            <a:solidFill>
              <a:schemeClr val="dk2"/>
            </a:solidFill>
            <a:prstDash val="solid"/>
            <a:round/>
            <a:headEnd len="sm" w="sm" type="none"/>
            <a:tailEnd len="sm" w="sm" type="none"/>
          </a:ln>
        </p:spPr>
      </p:pic>
      <p:grpSp>
        <p:nvGrpSpPr>
          <p:cNvPr id="2672" name="Google Shape;2672;p25"/>
          <p:cNvGrpSpPr/>
          <p:nvPr/>
        </p:nvGrpSpPr>
        <p:grpSpPr>
          <a:xfrm>
            <a:off x="2069316" y="1925924"/>
            <a:ext cx="1021335" cy="1440067"/>
            <a:chOff x="5864575" y="1825625"/>
            <a:chExt cx="1463650" cy="2063725"/>
          </a:xfrm>
        </p:grpSpPr>
        <p:sp>
          <p:nvSpPr>
            <p:cNvPr id="2673" name="Google Shape;2673;p25"/>
            <p:cNvSpPr/>
            <p:nvPr/>
          </p:nvSpPr>
          <p:spPr>
            <a:xfrm>
              <a:off x="5864575" y="1825625"/>
              <a:ext cx="1463650" cy="2063725"/>
            </a:xfrm>
            <a:custGeom>
              <a:rect b="b" l="l" r="r" t="t"/>
              <a:pathLst>
                <a:path extrusionOk="0" fill="none" h="82549" w="58546">
                  <a:moveTo>
                    <a:pt x="55472" y="82549"/>
                  </a:moveTo>
                  <a:lnTo>
                    <a:pt x="3025" y="82549"/>
                  </a:lnTo>
                  <a:cubicBezTo>
                    <a:pt x="1415" y="82549"/>
                    <a:pt x="0" y="81134"/>
                    <a:pt x="0" y="79475"/>
                  </a:cubicBezTo>
                  <a:lnTo>
                    <a:pt x="0" y="3269"/>
                  </a:lnTo>
                  <a:cubicBezTo>
                    <a:pt x="0" y="1415"/>
                    <a:pt x="1415" y="0"/>
                    <a:pt x="3025" y="0"/>
                  </a:cubicBezTo>
                  <a:lnTo>
                    <a:pt x="55472" y="0"/>
                  </a:lnTo>
                  <a:cubicBezTo>
                    <a:pt x="57082" y="0"/>
                    <a:pt x="58545" y="1415"/>
                    <a:pt x="58545" y="3269"/>
                  </a:cubicBezTo>
                  <a:lnTo>
                    <a:pt x="58545" y="79475"/>
                  </a:lnTo>
                  <a:cubicBezTo>
                    <a:pt x="58545" y="81134"/>
                    <a:pt x="57082" y="82549"/>
                    <a:pt x="55472" y="82549"/>
                  </a:cubicBezTo>
                  <a:close/>
                </a:path>
              </a:pathLst>
            </a:custGeom>
            <a:noFill/>
            <a:ln cap="flat" cmpd="sng" w="9525">
              <a:solidFill>
                <a:schemeClr val="dk2"/>
              </a:solidFill>
              <a:prstDash val="solid"/>
              <a:miter lim="487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25"/>
            <p:cNvSpPr/>
            <p:nvPr/>
          </p:nvSpPr>
          <p:spPr>
            <a:xfrm>
              <a:off x="6535400" y="3716150"/>
              <a:ext cx="122000" cy="121975"/>
            </a:xfrm>
            <a:custGeom>
              <a:rect b="b" l="l" r="r" t="t"/>
              <a:pathLst>
                <a:path extrusionOk="0" fill="none" h="4879" w="4880">
                  <a:moveTo>
                    <a:pt x="2440" y="4879"/>
                  </a:moveTo>
                  <a:cubicBezTo>
                    <a:pt x="976" y="4879"/>
                    <a:pt x="0" y="3854"/>
                    <a:pt x="0" y="2439"/>
                  </a:cubicBezTo>
                  <a:cubicBezTo>
                    <a:pt x="0" y="1025"/>
                    <a:pt x="976" y="0"/>
                    <a:pt x="2440" y="0"/>
                  </a:cubicBezTo>
                  <a:cubicBezTo>
                    <a:pt x="3855" y="0"/>
                    <a:pt x="4879" y="1025"/>
                    <a:pt x="4879" y="2439"/>
                  </a:cubicBezTo>
                  <a:cubicBezTo>
                    <a:pt x="4879" y="3854"/>
                    <a:pt x="3855" y="4879"/>
                    <a:pt x="2440" y="4879"/>
                  </a:cubicBezTo>
                  <a:close/>
                </a:path>
              </a:pathLst>
            </a:custGeom>
            <a:noFill/>
            <a:ln cap="flat" cmpd="sng" w="9525">
              <a:solidFill>
                <a:schemeClr val="dk2"/>
              </a:solidFill>
              <a:prstDash val="solid"/>
              <a:miter lim="487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25"/>
            <p:cNvSpPr/>
            <p:nvPr/>
          </p:nvSpPr>
          <p:spPr>
            <a:xfrm>
              <a:off x="6535400" y="1917100"/>
              <a:ext cx="122000" cy="41500"/>
            </a:xfrm>
            <a:custGeom>
              <a:rect b="b" l="l" r="r" t="t"/>
              <a:pathLst>
                <a:path extrusionOk="0" fill="none" h="1660" w="4880">
                  <a:moveTo>
                    <a:pt x="4050" y="1659"/>
                  </a:moveTo>
                  <a:lnTo>
                    <a:pt x="781" y="1659"/>
                  </a:lnTo>
                  <a:cubicBezTo>
                    <a:pt x="391" y="1659"/>
                    <a:pt x="0" y="1220"/>
                    <a:pt x="0" y="830"/>
                  </a:cubicBezTo>
                  <a:cubicBezTo>
                    <a:pt x="0" y="439"/>
                    <a:pt x="391" y="0"/>
                    <a:pt x="781" y="0"/>
                  </a:cubicBezTo>
                  <a:lnTo>
                    <a:pt x="4050" y="0"/>
                  </a:lnTo>
                  <a:cubicBezTo>
                    <a:pt x="4440" y="0"/>
                    <a:pt x="4879" y="439"/>
                    <a:pt x="4879" y="830"/>
                  </a:cubicBezTo>
                  <a:cubicBezTo>
                    <a:pt x="4879" y="1220"/>
                    <a:pt x="4440" y="1659"/>
                    <a:pt x="4050" y="1659"/>
                  </a:cubicBezTo>
                  <a:close/>
                </a:path>
              </a:pathLst>
            </a:custGeom>
            <a:noFill/>
            <a:ln cap="flat" cmpd="sng" w="9525">
              <a:solidFill>
                <a:schemeClr val="dk2"/>
              </a:solidFill>
              <a:prstDash val="solid"/>
              <a:miter lim="487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6" name="Google Shape;2676;p25"/>
          <p:cNvGrpSpPr/>
          <p:nvPr/>
        </p:nvGrpSpPr>
        <p:grpSpPr>
          <a:xfrm>
            <a:off x="3402812" y="1705355"/>
            <a:ext cx="2598858" cy="1660641"/>
            <a:chOff x="3134000" y="1972250"/>
            <a:chExt cx="3747993" cy="2394924"/>
          </a:xfrm>
        </p:grpSpPr>
        <p:sp>
          <p:nvSpPr>
            <p:cNvPr id="2677" name="Google Shape;2677;p25"/>
            <p:cNvSpPr/>
            <p:nvPr/>
          </p:nvSpPr>
          <p:spPr>
            <a:xfrm>
              <a:off x="3377364" y="1972250"/>
              <a:ext cx="3253499" cy="2174839"/>
            </a:xfrm>
            <a:custGeom>
              <a:rect b="b" l="l" r="r" t="t"/>
              <a:pathLst>
                <a:path extrusionOk="0" fill="none" h="54497" w="81526">
                  <a:moveTo>
                    <a:pt x="2879" y="54496"/>
                  </a:moveTo>
                  <a:lnTo>
                    <a:pt x="78695" y="54496"/>
                  </a:lnTo>
                  <a:cubicBezTo>
                    <a:pt x="80305" y="54496"/>
                    <a:pt x="81525" y="53277"/>
                    <a:pt x="81525" y="51667"/>
                  </a:cubicBezTo>
                  <a:lnTo>
                    <a:pt x="81525" y="2879"/>
                  </a:lnTo>
                  <a:cubicBezTo>
                    <a:pt x="81525" y="1220"/>
                    <a:pt x="80305" y="1"/>
                    <a:pt x="78695" y="1"/>
                  </a:cubicBezTo>
                  <a:lnTo>
                    <a:pt x="2879" y="1"/>
                  </a:lnTo>
                  <a:cubicBezTo>
                    <a:pt x="1220" y="1"/>
                    <a:pt x="1" y="1220"/>
                    <a:pt x="1" y="2879"/>
                  </a:cubicBezTo>
                  <a:lnTo>
                    <a:pt x="1" y="51667"/>
                  </a:lnTo>
                  <a:cubicBezTo>
                    <a:pt x="1" y="53277"/>
                    <a:pt x="1220" y="54496"/>
                    <a:pt x="2879" y="54496"/>
                  </a:cubicBezTo>
                  <a:close/>
                </a:path>
              </a:pathLst>
            </a:custGeom>
            <a:noFill/>
            <a:ln cap="flat" cmpd="sng" w="9525">
              <a:solidFill>
                <a:schemeClr val="dk2"/>
              </a:solidFill>
              <a:prstDash val="solid"/>
              <a:miter lim="487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25"/>
            <p:cNvSpPr/>
            <p:nvPr/>
          </p:nvSpPr>
          <p:spPr>
            <a:xfrm>
              <a:off x="3134000" y="4236676"/>
              <a:ext cx="3747993" cy="130498"/>
            </a:xfrm>
            <a:custGeom>
              <a:rect b="b" l="l" r="r" t="t"/>
              <a:pathLst>
                <a:path extrusionOk="0" fill="none" h="3270" w="93917">
                  <a:moveTo>
                    <a:pt x="93917" y="1"/>
                  </a:moveTo>
                  <a:lnTo>
                    <a:pt x="93917" y="2245"/>
                  </a:lnTo>
                  <a:cubicBezTo>
                    <a:pt x="93917" y="2830"/>
                    <a:pt x="93331" y="3269"/>
                    <a:pt x="92697" y="3269"/>
                  </a:cubicBezTo>
                  <a:lnTo>
                    <a:pt x="1025" y="3269"/>
                  </a:lnTo>
                  <a:cubicBezTo>
                    <a:pt x="439" y="3269"/>
                    <a:pt x="0" y="2830"/>
                    <a:pt x="0" y="2245"/>
                  </a:cubicBezTo>
                  <a:lnTo>
                    <a:pt x="0" y="1"/>
                  </a:lnTo>
                  <a:lnTo>
                    <a:pt x="38640" y="1"/>
                  </a:lnTo>
                  <a:cubicBezTo>
                    <a:pt x="38640" y="586"/>
                    <a:pt x="39274" y="1025"/>
                    <a:pt x="40055" y="1025"/>
                  </a:cubicBezTo>
                  <a:lnTo>
                    <a:pt x="53911" y="1025"/>
                  </a:lnTo>
                  <a:cubicBezTo>
                    <a:pt x="54496" y="1025"/>
                    <a:pt x="55130" y="586"/>
                    <a:pt x="55326" y="1"/>
                  </a:cubicBezTo>
                  <a:close/>
                </a:path>
              </a:pathLst>
            </a:custGeom>
            <a:noFill/>
            <a:ln cap="flat" cmpd="sng" w="9525">
              <a:solidFill>
                <a:schemeClr val="dk2"/>
              </a:solidFill>
              <a:prstDash val="solid"/>
              <a:miter lim="487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2679" name="Google Shape;2679;p25"/>
          <p:cNvPicPr preferRelativeResize="0"/>
          <p:nvPr/>
        </p:nvPicPr>
        <p:blipFill rotWithShape="1">
          <a:blip r:embed="rId4">
            <a:alphaModFix/>
          </a:blip>
          <a:srcRect b="5108" l="0" r="0" t="5108"/>
          <a:stretch/>
        </p:blipFill>
        <p:spPr>
          <a:xfrm>
            <a:off x="3629372" y="1779170"/>
            <a:ext cx="2145900" cy="1204200"/>
          </a:xfrm>
          <a:prstGeom prst="roundRect">
            <a:avLst>
              <a:gd fmla="val 6013" name="adj"/>
            </a:avLst>
          </a:prstGeom>
          <a:noFill/>
          <a:ln cap="flat" cmpd="sng" w="9525">
            <a:solidFill>
              <a:schemeClr val="dk2"/>
            </a:solidFill>
            <a:prstDash val="solid"/>
            <a:round/>
            <a:headEnd len="sm" w="sm" type="none"/>
            <a:tailEnd len="sm" w="sm" type="none"/>
          </a:ln>
        </p:spPr>
      </p:pic>
      <p:grpSp>
        <p:nvGrpSpPr>
          <p:cNvPr id="2680" name="Google Shape;2680;p25"/>
          <p:cNvGrpSpPr/>
          <p:nvPr/>
        </p:nvGrpSpPr>
        <p:grpSpPr>
          <a:xfrm>
            <a:off x="6414560" y="2211038"/>
            <a:ext cx="630702" cy="1154964"/>
            <a:chOff x="3547150" y="1932950"/>
            <a:chExt cx="1056275" cy="1813700"/>
          </a:xfrm>
        </p:grpSpPr>
        <p:sp>
          <p:nvSpPr>
            <p:cNvPr id="2681" name="Google Shape;2681;p25"/>
            <p:cNvSpPr/>
            <p:nvPr/>
          </p:nvSpPr>
          <p:spPr>
            <a:xfrm>
              <a:off x="4028925" y="2013450"/>
              <a:ext cx="86625" cy="36625"/>
            </a:xfrm>
            <a:custGeom>
              <a:rect b="b" l="l" r="r" t="t"/>
              <a:pathLst>
                <a:path extrusionOk="0" fill="none" h="1465" w="3465">
                  <a:moveTo>
                    <a:pt x="3074" y="1464"/>
                  </a:moveTo>
                  <a:lnTo>
                    <a:pt x="635" y="1464"/>
                  </a:lnTo>
                  <a:cubicBezTo>
                    <a:pt x="440" y="1464"/>
                    <a:pt x="0" y="1025"/>
                    <a:pt x="0" y="635"/>
                  </a:cubicBezTo>
                  <a:cubicBezTo>
                    <a:pt x="0" y="244"/>
                    <a:pt x="440" y="0"/>
                    <a:pt x="635" y="0"/>
                  </a:cubicBezTo>
                  <a:lnTo>
                    <a:pt x="3074" y="0"/>
                  </a:lnTo>
                  <a:cubicBezTo>
                    <a:pt x="3269" y="0"/>
                    <a:pt x="3464" y="244"/>
                    <a:pt x="3464" y="635"/>
                  </a:cubicBezTo>
                  <a:cubicBezTo>
                    <a:pt x="3464" y="1025"/>
                    <a:pt x="3269" y="1464"/>
                    <a:pt x="3074" y="1464"/>
                  </a:cubicBezTo>
                  <a:close/>
                </a:path>
              </a:pathLst>
            </a:custGeom>
            <a:noFill/>
            <a:ln cap="flat" cmpd="sng" w="9525">
              <a:solidFill>
                <a:schemeClr val="dk2"/>
              </a:solidFill>
              <a:prstDash val="solid"/>
              <a:miter lim="487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25"/>
            <p:cNvSpPr/>
            <p:nvPr/>
          </p:nvSpPr>
          <p:spPr>
            <a:xfrm>
              <a:off x="4024050" y="3568550"/>
              <a:ext cx="96375" cy="97600"/>
            </a:xfrm>
            <a:custGeom>
              <a:rect b="b" l="l" r="r" t="t"/>
              <a:pathLst>
                <a:path extrusionOk="0" fill="none" h="3904" w="3855">
                  <a:moveTo>
                    <a:pt x="0" y="1855"/>
                  </a:moveTo>
                  <a:cubicBezTo>
                    <a:pt x="0" y="3074"/>
                    <a:pt x="1025" y="3904"/>
                    <a:pt x="2049" y="3904"/>
                  </a:cubicBezTo>
                  <a:cubicBezTo>
                    <a:pt x="3074" y="3904"/>
                    <a:pt x="3854" y="3074"/>
                    <a:pt x="3854" y="1855"/>
                  </a:cubicBezTo>
                  <a:cubicBezTo>
                    <a:pt x="3854" y="830"/>
                    <a:pt x="3074" y="1"/>
                    <a:pt x="2049" y="1"/>
                  </a:cubicBezTo>
                  <a:cubicBezTo>
                    <a:pt x="1025" y="1"/>
                    <a:pt x="0" y="830"/>
                    <a:pt x="0" y="1855"/>
                  </a:cubicBezTo>
                  <a:close/>
                </a:path>
              </a:pathLst>
            </a:custGeom>
            <a:noFill/>
            <a:ln cap="flat" cmpd="sng" w="9525">
              <a:solidFill>
                <a:schemeClr val="dk2"/>
              </a:solidFill>
              <a:prstDash val="solid"/>
              <a:miter lim="487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25"/>
            <p:cNvSpPr/>
            <p:nvPr/>
          </p:nvSpPr>
          <p:spPr>
            <a:xfrm>
              <a:off x="3547150" y="1932950"/>
              <a:ext cx="1056275" cy="1813700"/>
            </a:xfrm>
            <a:custGeom>
              <a:rect b="b" l="l" r="r" t="t"/>
              <a:pathLst>
                <a:path extrusionOk="0" fill="none" h="72548" w="42251">
                  <a:moveTo>
                    <a:pt x="40006" y="72548"/>
                  </a:moveTo>
                  <a:lnTo>
                    <a:pt x="2196" y="72548"/>
                  </a:lnTo>
                  <a:cubicBezTo>
                    <a:pt x="976" y="72548"/>
                    <a:pt x="0" y="71328"/>
                    <a:pt x="0" y="69718"/>
                  </a:cubicBezTo>
                  <a:lnTo>
                    <a:pt x="0" y="2830"/>
                  </a:lnTo>
                  <a:cubicBezTo>
                    <a:pt x="0" y="1220"/>
                    <a:pt x="976" y="0"/>
                    <a:pt x="2196" y="0"/>
                  </a:cubicBezTo>
                  <a:lnTo>
                    <a:pt x="40006" y="0"/>
                  </a:lnTo>
                  <a:cubicBezTo>
                    <a:pt x="41226" y="0"/>
                    <a:pt x="42250" y="1220"/>
                    <a:pt x="42250" y="2830"/>
                  </a:cubicBezTo>
                  <a:lnTo>
                    <a:pt x="42250" y="69718"/>
                  </a:lnTo>
                  <a:cubicBezTo>
                    <a:pt x="42250" y="71328"/>
                    <a:pt x="41226" y="72548"/>
                    <a:pt x="40006" y="72548"/>
                  </a:cubicBezTo>
                  <a:close/>
                </a:path>
              </a:pathLst>
            </a:custGeom>
            <a:noFill/>
            <a:ln cap="flat" cmpd="sng" w="9525">
              <a:solidFill>
                <a:schemeClr val="dk2"/>
              </a:solidFill>
              <a:prstDash val="solid"/>
              <a:miter lim="487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2684" name="Google Shape;2684;p25"/>
          <p:cNvPicPr preferRelativeResize="0"/>
          <p:nvPr/>
        </p:nvPicPr>
        <p:blipFill rotWithShape="1">
          <a:blip r:embed="rId5">
            <a:alphaModFix/>
          </a:blip>
          <a:srcRect b="7367" l="64316" r="5699" t="7359"/>
          <a:stretch/>
        </p:blipFill>
        <p:spPr>
          <a:xfrm>
            <a:off x="6474684" y="2316736"/>
            <a:ext cx="510000" cy="906600"/>
          </a:xfrm>
          <a:prstGeom prst="roundRect">
            <a:avLst>
              <a:gd fmla="val 7538" name="adj"/>
            </a:avLst>
          </a:prstGeom>
          <a:noFill/>
          <a:ln cap="flat" cmpd="sng" w="9525">
            <a:solidFill>
              <a:schemeClr val="dk2"/>
            </a:solidFill>
            <a:prstDash val="solid"/>
            <a:round/>
            <a:headEnd len="sm" w="sm" type="none"/>
            <a:tailEnd len="sm" w="sm" type="none"/>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8" name="Shape 2688"/>
        <p:cNvGrpSpPr/>
        <p:nvPr/>
      </p:nvGrpSpPr>
      <p:grpSpPr>
        <a:xfrm>
          <a:off x="0" y="0"/>
          <a:ext cx="0" cy="0"/>
          <a:chOff x="0" y="0"/>
          <a:chExt cx="0" cy="0"/>
        </a:xfrm>
      </p:grpSpPr>
      <p:sp>
        <p:nvSpPr>
          <p:cNvPr id="2689" name="Google Shape;2689;p26"/>
          <p:cNvSpPr txBox="1"/>
          <p:nvPr>
            <p:ph type="ctrTitle"/>
          </p:nvPr>
        </p:nvSpPr>
        <p:spPr>
          <a:xfrm>
            <a:off x="2067675" y="582920"/>
            <a:ext cx="5008500" cy="933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5200"/>
              <a:buNone/>
            </a:pPr>
            <a:r>
              <a:rPr lang="en"/>
              <a:t>THANKS!</a:t>
            </a:r>
            <a:endParaRPr/>
          </a:p>
        </p:txBody>
      </p:sp>
      <p:sp>
        <p:nvSpPr>
          <p:cNvPr id="2690" name="Google Shape;2690;p26"/>
          <p:cNvSpPr txBox="1"/>
          <p:nvPr>
            <p:ph idx="1" type="subTitle"/>
          </p:nvPr>
        </p:nvSpPr>
        <p:spPr>
          <a:xfrm>
            <a:off x="2679300" y="1783825"/>
            <a:ext cx="3785400" cy="1227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b="1" lang="en">
                <a:solidFill>
                  <a:schemeClr val="accent6"/>
                </a:solidFill>
                <a:highlight>
                  <a:schemeClr val="accent1"/>
                </a:highlight>
              </a:rPr>
              <a:t>Do you have any questions?</a:t>
            </a:r>
            <a:endParaRPr b="1">
              <a:solidFill>
                <a:schemeClr val="accent6"/>
              </a:solidFill>
              <a:highlight>
                <a:schemeClr val="accent1"/>
              </a:highlight>
            </a:endParaRPr>
          </a:p>
          <a:p>
            <a:pPr indent="0" lvl="0" marL="0" rtl="0" algn="ctr">
              <a:lnSpc>
                <a:spcPct val="100000"/>
              </a:lnSpc>
              <a:spcBef>
                <a:spcPts val="0"/>
              </a:spcBef>
              <a:spcAft>
                <a:spcPts val="0"/>
              </a:spcAft>
              <a:buSzPts val="1400"/>
              <a:buNone/>
            </a:pPr>
            <a:r>
              <a:t/>
            </a:r>
            <a:endParaRPr>
              <a:solidFill>
                <a:schemeClr val="lt1"/>
              </a:solidFill>
            </a:endParaRPr>
          </a:p>
          <a:p>
            <a:pPr indent="0" lvl="0" marL="0" rtl="0" algn="ctr">
              <a:lnSpc>
                <a:spcPct val="100000"/>
              </a:lnSpc>
              <a:spcBef>
                <a:spcPts val="0"/>
              </a:spcBef>
              <a:spcAft>
                <a:spcPts val="0"/>
              </a:spcAft>
              <a:buSzPts val="1400"/>
              <a:buNone/>
            </a:pPr>
            <a:r>
              <a:rPr lang="en">
                <a:solidFill>
                  <a:schemeClr val="lt1"/>
                </a:solidFill>
              </a:rPr>
              <a:t>addyouremail@freepik.com</a:t>
            </a:r>
            <a:endParaRPr>
              <a:solidFill>
                <a:schemeClr val="lt1"/>
              </a:solidFill>
            </a:endParaRPr>
          </a:p>
          <a:p>
            <a:pPr indent="0" lvl="0" marL="0" rtl="0" algn="ctr">
              <a:lnSpc>
                <a:spcPct val="100000"/>
              </a:lnSpc>
              <a:spcBef>
                <a:spcPts val="0"/>
              </a:spcBef>
              <a:spcAft>
                <a:spcPts val="0"/>
              </a:spcAft>
              <a:buSzPts val="1400"/>
              <a:buNone/>
            </a:pPr>
            <a:r>
              <a:rPr lang="en">
                <a:solidFill>
                  <a:schemeClr val="lt1"/>
                </a:solidFill>
              </a:rPr>
              <a:t>+91 620 421 838</a:t>
            </a:r>
            <a:endParaRPr>
              <a:solidFill>
                <a:schemeClr val="lt1"/>
              </a:solidFill>
            </a:endParaRPr>
          </a:p>
          <a:p>
            <a:pPr indent="0" lvl="0" marL="0" rtl="0" algn="ctr">
              <a:lnSpc>
                <a:spcPct val="100000"/>
              </a:lnSpc>
              <a:spcBef>
                <a:spcPts val="0"/>
              </a:spcBef>
              <a:spcAft>
                <a:spcPts val="0"/>
              </a:spcAft>
              <a:buSzPts val="1400"/>
              <a:buNone/>
            </a:pPr>
            <a:r>
              <a:rPr lang="en">
                <a:solidFill>
                  <a:schemeClr val="lt1"/>
                </a:solidFill>
              </a:rPr>
              <a:t>yourcompany.com</a:t>
            </a:r>
            <a:endParaRPr>
              <a:solidFill>
                <a:schemeClr val="lt1"/>
              </a:solidFill>
            </a:endParaRPr>
          </a:p>
        </p:txBody>
      </p:sp>
      <p:sp>
        <p:nvSpPr>
          <p:cNvPr id="2691" name="Google Shape;2691;p26"/>
          <p:cNvSpPr txBox="1"/>
          <p:nvPr>
            <p:ph idx="2" type="subTitle"/>
          </p:nvPr>
        </p:nvSpPr>
        <p:spPr>
          <a:xfrm>
            <a:off x="2679302" y="4108550"/>
            <a:ext cx="3785400" cy="3732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100"/>
              <a:buNone/>
            </a:pPr>
            <a:r>
              <a:rPr lang="en"/>
              <a:t>Please keep this slide as attribution</a:t>
            </a:r>
            <a:endParaRPr/>
          </a:p>
        </p:txBody>
      </p:sp>
      <p:grpSp>
        <p:nvGrpSpPr>
          <p:cNvPr id="2692" name="Google Shape;2692;p26"/>
          <p:cNvGrpSpPr/>
          <p:nvPr/>
        </p:nvGrpSpPr>
        <p:grpSpPr>
          <a:xfrm>
            <a:off x="1160021" y="1885876"/>
            <a:ext cx="800323" cy="933940"/>
            <a:chOff x="3136725" y="3287950"/>
            <a:chExt cx="1130400" cy="1319125"/>
          </a:xfrm>
        </p:grpSpPr>
        <p:sp>
          <p:nvSpPr>
            <p:cNvPr id="2693" name="Google Shape;2693;p26"/>
            <p:cNvSpPr/>
            <p:nvPr/>
          </p:nvSpPr>
          <p:spPr>
            <a:xfrm>
              <a:off x="3136725" y="350607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26"/>
            <p:cNvSpPr/>
            <p:nvPr/>
          </p:nvSpPr>
          <p:spPr>
            <a:xfrm>
              <a:off x="3136725" y="3287950"/>
              <a:ext cx="11304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5" name="Google Shape;2695;p26"/>
          <p:cNvGrpSpPr/>
          <p:nvPr/>
        </p:nvGrpSpPr>
        <p:grpSpPr>
          <a:xfrm>
            <a:off x="1160021" y="3490571"/>
            <a:ext cx="800323" cy="933940"/>
            <a:chOff x="3136725" y="3287950"/>
            <a:chExt cx="1130400" cy="1319125"/>
          </a:xfrm>
        </p:grpSpPr>
        <p:sp>
          <p:nvSpPr>
            <p:cNvPr id="2696" name="Google Shape;2696;p26"/>
            <p:cNvSpPr/>
            <p:nvPr/>
          </p:nvSpPr>
          <p:spPr>
            <a:xfrm>
              <a:off x="3136725" y="350607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26"/>
            <p:cNvSpPr/>
            <p:nvPr/>
          </p:nvSpPr>
          <p:spPr>
            <a:xfrm>
              <a:off x="3136725" y="3287950"/>
              <a:ext cx="11304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8" name="Google Shape;2698;p26"/>
          <p:cNvGrpSpPr/>
          <p:nvPr/>
        </p:nvGrpSpPr>
        <p:grpSpPr>
          <a:xfrm>
            <a:off x="7183646" y="1885876"/>
            <a:ext cx="800323" cy="933940"/>
            <a:chOff x="3136725" y="3287950"/>
            <a:chExt cx="1130400" cy="1319125"/>
          </a:xfrm>
        </p:grpSpPr>
        <p:sp>
          <p:nvSpPr>
            <p:cNvPr id="2699" name="Google Shape;2699;p26"/>
            <p:cNvSpPr/>
            <p:nvPr/>
          </p:nvSpPr>
          <p:spPr>
            <a:xfrm>
              <a:off x="3136725" y="350607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26"/>
            <p:cNvSpPr/>
            <p:nvPr/>
          </p:nvSpPr>
          <p:spPr>
            <a:xfrm>
              <a:off x="3136725" y="3287950"/>
              <a:ext cx="1130400" cy="218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1" name="Google Shape;2701;p26"/>
          <p:cNvGrpSpPr/>
          <p:nvPr/>
        </p:nvGrpSpPr>
        <p:grpSpPr>
          <a:xfrm>
            <a:off x="7183646" y="3490571"/>
            <a:ext cx="800323" cy="933940"/>
            <a:chOff x="3136725" y="3287950"/>
            <a:chExt cx="1130400" cy="1319125"/>
          </a:xfrm>
        </p:grpSpPr>
        <p:sp>
          <p:nvSpPr>
            <p:cNvPr id="2702" name="Google Shape;2702;p26"/>
            <p:cNvSpPr/>
            <p:nvPr/>
          </p:nvSpPr>
          <p:spPr>
            <a:xfrm>
              <a:off x="3136725" y="3506075"/>
              <a:ext cx="1130400" cy="110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26"/>
            <p:cNvSpPr/>
            <p:nvPr/>
          </p:nvSpPr>
          <p:spPr>
            <a:xfrm>
              <a:off x="3136725" y="3287950"/>
              <a:ext cx="1130400" cy="2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4" name="Google Shape;2704;p26"/>
          <p:cNvGrpSpPr/>
          <p:nvPr/>
        </p:nvGrpSpPr>
        <p:grpSpPr>
          <a:xfrm>
            <a:off x="1381754" y="3865311"/>
            <a:ext cx="356865" cy="356866"/>
            <a:chOff x="2866317" y="3817357"/>
            <a:chExt cx="356865" cy="356866"/>
          </a:xfrm>
        </p:grpSpPr>
        <p:sp>
          <p:nvSpPr>
            <p:cNvPr id="2705" name="Google Shape;2705;p26"/>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26"/>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7" name="Google Shape;2707;p26"/>
          <p:cNvGrpSpPr/>
          <p:nvPr/>
        </p:nvGrpSpPr>
        <p:grpSpPr>
          <a:xfrm>
            <a:off x="1381935" y="2246316"/>
            <a:ext cx="356498" cy="356498"/>
            <a:chOff x="4211985" y="3817357"/>
            <a:chExt cx="356498" cy="356498"/>
          </a:xfrm>
        </p:grpSpPr>
        <p:sp>
          <p:nvSpPr>
            <p:cNvPr id="2708" name="Google Shape;2708;p26"/>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26"/>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0" name="Google Shape;2710;p26"/>
          <p:cNvGrpSpPr/>
          <p:nvPr/>
        </p:nvGrpSpPr>
        <p:grpSpPr>
          <a:xfrm>
            <a:off x="7405563" y="3865486"/>
            <a:ext cx="356865" cy="356498"/>
            <a:chOff x="3314750" y="3817357"/>
            <a:chExt cx="356865" cy="356498"/>
          </a:xfrm>
        </p:grpSpPr>
        <p:sp>
          <p:nvSpPr>
            <p:cNvPr id="2711" name="Google Shape;2711;p2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26"/>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26"/>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26"/>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5" name="Google Shape;2715;p26"/>
          <p:cNvGrpSpPr/>
          <p:nvPr/>
        </p:nvGrpSpPr>
        <p:grpSpPr>
          <a:xfrm>
            <a:off x="7405584" y="2246295"/>
            <a:ext cx="363313" cy="356576"/>
            <a:chOff x="3763184" y="3817357"/>
            <a:chExt cx="363313" cy="356576"/>
          </a:xfrm>
        </p:grpSpPr>
        <p:sp>
          <p:nvSpPr>
            <p:cNvPr id="2716" name="Google Shape;2716;p26"/>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26"/>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26"/>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26"/>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26"/>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4" name="Shape 2724"/>
        <p:cNvGrpSpPr/>
        <p:nvPr/>
      </p:nvGrpSpPr>
      <p:grpSpPr>
        <a:xfrm>
          <a:off x="0" y="0"/>
          <a:ext cx="0" cy="0"/>
          <a:chOff x="0" y="0"/>
          <a:chExt cx="0" cy="0"/>
        </a:xfrm>
      </p:grpSpPr>
      <p:sp>
        <p:nvSpPr>
          <p:cNvPr id="2725" name="Google Shape;2725;p27"/>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Retro</a:t>
            </a:r>
            <a:r>
              <a:rPr lang="en"/>
              <a:t> icon pack</a:t>
            </a:r>
            <a:endParaRPr/>
          </a:p>
        </p:txBody>
      </p:sp>
      <p:grpSp>
        <p:nvGrpSpPr>
          <p:cNvPr id="2726" name="Google Shape;2726;p27"/>
          <p:cNvGrpSpPr/>
          <p:nvPr/>
        </p:nvGrpSpPr>
        <p:grpSpPr>
          <a:xfrm>
            <a:off x="7281903" y="4126958"/>
            <a:ext cx="297758" cy="297620"/>
            <a:chOff x="7281903" y="4126958"/>
            <a:chExt cx="297758" cy="297620"/>
          </a:xfrm>
        </p:grpSpPr>
        <p:sp>
          <p:nvSpPr>
            <p:cNvPr id="2727" name="Google Shape;2727;p27"/>
            <p:cNvSpPr/>
            <p:nvPr/>
          </p:nvSpPr>
          <p:spPr>
            <a:xfrm>
              <a:off x="7367321" y="4126958"/>
              <a:ext cx="123479" cy="104462"/>
            </a:xfrm>
            <a:custGeom>
              <a:rect b="b" l="l" r="r" t="t"/>
              <a:pathLst>
                <a:path extrusionOk="0" h="3252" w="3844">
                  <a:moveTo>
                    <a:pt x="294" y="1"/>
                  </a:moveTo>
                  <a:cubicBezTo>
                    <a:pt x="223" y="1"/>
                    <a:pt x="152" y="30"/>
                    <a:pt x="101" y="87"/>
                  </a:cubicBezTo>
                  <a:cubicBezTo>
                    <a:pt x="98" y="89"/>
                    <a:pt x="94" y="97"/>
                    <a:pt x="94" y="97"/>
                  </a:cubicBezTo>
                  <a:cubicBezTo>
                    <a:pt x="1" y="208"/>
                    <a:pt x="141" y="414"/>
                    <a:pt x="251" y="506"/>
                  </a:cubicBezTo>
                  <a:lnTo>
                    <a:pt x="3548" y="3251"/>
                  </a:lnTo>
                  <a:lnTo>
                    <a:pt x="3843" y="2901"/>
                  </a:lnTo>
                  <a:lnTo>
                    <a:pt x="2892" y="2102"/>
                  </a:lnTo>
                  <a:lnTo>
                    <a:pt x="2860" y="2094"/>
                  </a:lnTo>
                  <a:lnTo>
                    <a:pt x="2686" y="1950"/>
                  </a:lnTo>
                  <a:lnTo>
                    <a:pt x="2676" y="1921"/>
                  </a:lnTo>
                  <a:lnTo>
                    <a:pt x="461" y="62"/>
                  </a:lnTo>
                  <a:cubicBezTo>
                    <a:pt x="413" y="21"/>
                    <a:pt x="353" y="1"/>
                    <a:pt x="294" y="1"/>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27"/>
            <p:cNvSpPr/>
            <p:nvPr/>
          </p:nvSpPr>
          <p:spPr>
            <a:xfrm>
              <a:off x="7367321" y="4129720"/>
              <a:ext cx="118307" cy="103210"/>
            </a:xfrm>
            <a:custGeom>
              <a:rect b="b" l="l" r="r" t="t"/>
              <a:pathLst>
                <a:path extrusionOk="0" h="3213" w="3683">
                  <a:moveTo>
                    <a:pt x="101" y="1"/>
                  </a:moveTo>
                  <a:cubicBezTo>
                    <a:pt x="99" y="3"/>
                    <a:pt x="95" y="5"/>
                    <a:pt x="94" y="9"/>
                  </a:cubicBezTo>
                  <a:cubicBezTo>
                    <a:pt x="1" y="119"/>
                    <a:pt x="15" y="284"/>
                    <a:pt x="125" y="377"/>
                  </a:cubicBezTo>
                  <a:lnTo>
                    <a:pt x="2340" y="2234"/>
                  </a:lnTo>
                  <a:lnTo>
                    <a:pt x="2377" y="2247"/>
                  </a:lnTo>
                  <a:lnTo>
                    <a:pt x="2553" y="2394"/>
                  </a:lnTo>
                  <a:lnTo>
                    <a:pt x="2555" y="2414"/>
                  </a:lnTo>
                  <a:lnTo>
                    <a:pt x="3506" y="3213"/>
                  </a:lnTo>
                  <a:lnTo>
                    <a:pt x="3682" y="3004"/>
                  </a:lnTo>
                  <a:lnTo>
                    <a:pt x="10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27"/>
            <p:cNvSpPr/>
            <p:nvPr/>
          </p:nvSpPr>
          <p:spPr>
            <a:xfrm>
              <a:off x="7443102" y="4188636"/>
              <a:ext cx="17121" cy="18085"/>
            </a:xfrm>
            <a:custGeom>
              <a:rect b="b" l="l" r="r" t="t"/>
              <a:pathLst>
                <a:path extrusionOk="0" h="563" w="533">
                  <a:moveTo>
                    <a:pt x="317" y="1"/>
                  </a:moveTo>
                  <a:lnTo>
                    <a:pt x="157" y="193"/>
                  </a:lnTo>
                  <a:lnTo>
                    <a:pt x="0" y="402"/>
                  </a:lnTo>
                  <a:lnTo>
                    <a:pt x="196" y="562"/>
                  </a:lnTo>
                  <a:lnTo>
                    <a:pt x="371" y="373"/>
                  </a:lnTo>
                  <a:lnTo>
                    <a:pt x="533" y="180"/>
                  </a:lnTo>
                  <a:lnTo>
                    <a:pt x="31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27"/>
            <p:cNvSpPr/>
            <p:nvPr/>
          </p:nvSpPr>
          <p:spPr>
            <a:xfrm>
              <a:off x="7442588" y="4194836"/>
              <a:ext cx="12528" cy="12431"/>
            </a:xfrm>
            <a:custGeom>
              <a:rect b="b" l="l" r="r" t="t"/>
              <a:pathLst>
                <a:path extrusionOk="0" h="387" w="390">
                  <a:moveTo>
                    <a:pt x="175" y="0"/>
                  </a:moveTo>
                  <a:lnTo>
                    <a:pt x="0" y="209"/>
                  </a:lnTo>
                  <a:lnTo>
                    <a:pt x="213" y="387"/>
                  </a:lnTo>
                  <a:lnTo>
                    <a:pt x="390" y="178"/>
                  </a:lnTo>
                  <a:lnTo>
                    <a:pt x="175" y="0"/>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27"/>
            <p:cNvSpPr/>
            <p:nvPr/>
          </p:nvSpPr>
          <p:spPr>
            <a:xfrm>
              <a:off x="7474487" y="4217387"/>
              <a:ext cx="39703" cy="20944"/>
            </a:xfrm>
            <a:custGeom>
              <a:rect b="b" l="l" r="r" t="t"/>
              <a:pathLst>
                <a:path extrusionOk="0" h="652" w="1236">
                  <a:moveTo>
                    <a:pt x="616" y="0"/>
                  </a:moveTo>
                  <a:cubicBezTo>
                    <a:pt x="562" y="0"/>
                    <a:pt x="508" y="6"/>
                    <a:pt x="458" y="18"/>
                  </a:cubicBezTo>
                  <a:cubicBezTo>
                    <a:pt x="458" y="18"/>
                    <a:pt x="0" y="346"/>
                    <a:pt x="0" y="652"/>
                  </a:cubicBezTo>
                  <a:lnTo>
                    <a:pt x="1231" y="652"/>
                  </a:lnTo>
                  <a:cubicBezTo>
                    <a:pt x="1231" y="581"/>
                    <a:pt x="1235" y="448"/>
                    <a:pt x="1235" y="448"/>
                  </a:cubicBezTo>
                  <a:cubicBezTo>
                    <a:pt x="1150" y="189"/>
                    <a:pt x="905" y="0"/>
                    <a:pt x="61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27"/>
            <p:cNvSpPr/>
            <p:nvPr/>
          </p:nvSpPr>
          <p:spPr>
            <a:xfrm>
              <a:off x="7473266" y="4217901"/>
              <a:ext cx="41952" cy="21651"/>
            </a:xfrm>
            <a:custGeom>
              <a:rect b="b" l="l" r="r" t="t"/>
              <a:pathLst>
                <a:path extrusionOk="0" h="674" w="1306">
                  <a:moveTo>
                    <a:pt x="496" y="0"/>
                  </a:moveTo>
                  <a:lnTo>
                    <a:pt x="496" y="0"/>
                  </a:lnTo>
                  <a:cubicBezTo>
                    <a:pt x="380" y="29"/>
                    <a:pt x="276" y="89"/>
                    <a:pt x="192" y="173"/>
                  </a:cubicBezTo>
                  <a:cubicBezTo>
                    <a:pt x="73" y="290"/>
                    <a:pt x="1" y="453"/>
                    <a:pt x="1" y="634"/>
                  </a:cubicBezTo>
                  <a:lnTo>
                    <a:pt x="25" y="672"/>
                  </a:lnTo>
                  <a:lnTo>
                    <a:pt x="1269" y="673"/>
                  </a:lnTo>
                  <a:lnTo>
                    <a:pt x="1305" y="636"/>
                  </a:lnTo>
                  <a:cubicBezTo>
                    <a:pt x="1305" y="565"/>
                    <a:pt x="1295" y="497"/>
                    <a:pt x="1275" y="429"/>
                  </a:cubicBezTo>
                  <a:lnTo>
                    <a:pt x="416" y="429"/>
                  </a:lnTo>
                  <a:cubicBezTo>
                    <a:pt x="371" y="429"/>
                    <a:pt x="337" y="390"/>
                    <a:pt x="342" y="345"/>
                  </a:cubicBezTo>
                  <a:cubicBezTo>
                    <a:pt x="358" y="215"/>
                    <a:pt x="415" y="94"/>
                    <a:pt x="4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27"/>
            <p:cNvSpPr/>
            <p:nvPr/>
          </p:nvSpPr>
          <p:spPr>
            <a:xfrm>
              <a:off x="7561640" y="4292493"/>
              <a:ext cx="17989" cy="37776"/>
            </a:xfrm>
            <a:custGeom>
              <a:rect b="b" l="l" r="r" t="t"/>
              <a:pathLst>
                <a:path extrusionOk="0" h="1176" w="560">
                  <a:moveTo>
                    <a:pt x="261" y="0"/>
                  </a:moveTo>
                  <a:lnTo>
                    <a:pt x="0" y="38"/>
                  </a:lnTo>
                  <a:lnTo>
                    <a:pt x="0" y="1176"/>
                  </a:lnTo>
                  <a:lnTo>
                    <a:pt x="429" y="1176"/>
                  </a:lnTo>
                  <a:cubicBezTo>
                    <a:pt x="479" y="1176"/>
                    <a:pt x="521" y="1135"/>
                    <a:pt x="521" y="1082"/>
                  </a:cubicBezTo>
                  <a:lnTo>
                    <a:pt x="559" y="951"/>
                  </a:lnTo>
                  <a:lnTo>
                    <a:pt x="559" y="94"/>
                  </a:lnTo>
                  <a:cubicBezTo>
                    <a:pt x="559" y="42"/>
                    <a:pt x="516" y="0"/>
                    <a:pt x="46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27"/>
            <p:cNvSpPr/>
            <p:nvPr/>
          </p:nvSpPr>
          <p:spPr>
            <a:xfrm>
              <a:off x="7559809" y="4292525"/>
              <a:ext cx="19820" cy="38997"/>
            </a:xfrm>
            <a:custGeom>
              <a:rect b="b" l="l" r="r" t="t"/>
              <a:pathLst>
                <a:path extrusionOk="0" h="1214" w="617">
                  <a:moveTo>
                    <a:pt x="1" y="1"/>
                  </a:moveTo>
                  <a:lnTo>
                    <a:pt x="1" y="1214"/>
                  </a:lnTo>
                  <a:lnTo>
                    <a:pt x="522" y="1214"/>
                  </a:lnTo>
                  <a:cubicBezTo>
                    <a:pt x="574" y="1214"/>
                    <a:pt x="616" y="1172"/>
                    <a:pt x="616" y="1120"/>
                  </a:cubicBezTo>
                  <a:lnTo>
                    <a:pt x="616" y="950"/>
                  </a:lnTo>
                  <a:lnTo>
                    <a:pt x="374" y="950"/>
                  </a:lnTo>
                  <a:cubicBezTo>
                    <a:pt x="342" y="950"/>
                    <a:pt x="318" y="926"/>
                    <a:pt x="318" y="895"/>
                  </a:cubicBezTo>
                  <a:lnTo>
                    <a:pt x="31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27"/>
            <p:cNvSpPr/>
            <p:nvPr/>
          </p:nvSpPr>
          <p:spPr>
            <a:xfrm>
              <a:off x="7561640" y="4349416"/>
              <a:ext cx="18021" cy="19787"/>
            </a:xfrm>
            <a:custGeom>
              <a:rect b="b" l="l" r="r" t="t"/>
              <a:pathLst>
                <a:path extrusionOk="0" h="616" w="561">
                  <a:moveTo>
                    <a:pt x="242" y="0"/>
                  </a:moveTo>
                  <a:lnTo>
                    <a:pt x="0" y="38"/>
                  </a:lnTo>
                  <a:lnTo>
                    <a:pt x="0" y="615"/>
                  </a:lnTo>
                  <a:lnTo>
                    <a:pt x="429" y="615"/>
                  </a:lnTo>
                  <a:cubicBezTo>
                    <a:pt x="479" y="615"/>
                    <a:pt x="521" y="573"/>
                    <a:pt x="523" y="523"/>
                  </a:cubicBezTo>
                  <a:lnTo>
                    <a:pt x="560" y="393"/>
                  </a:lnTo>
                  <a:lnTo>
                    <a:pt x="560" y="94"/>
                  </a:lnTo>
                  <a:cubicBezTo>
                    <a:pt x="560" y="41"/>
                    <a:pt x="517" y="0"/>
                    <a:pt x="46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27"/>
            <p:cNvSpPr/>
            <p:nvPr/>
          </p:nvSpPr>
          <p:spPr>
            <a:xfrm>
              <a:off x="7559809" y="4349448"/>
              <a:ext cx="19820" cy="21008"/>
            </a:xfrm>
            <a:custGeom>
              <a:rect b="b" l="l" r="r" t="t"/>
              <a:pathLst>
                <a:path extrusionOk="0" h="654" w="617">
                  <a:moveTo>
                    <a:pt x="1" y="1"/>
                  </a:moveTo>
                  <a:lnTo>
                    <a:pt x="1" y="654"/>
                  </a:lnTo>
                  <a:lnTo>
                    <a:pt x="522" y="654"/>
                  </a:lnTo>
                  <a:cubicBezTo>
                    <a:pt x="574" y="654"/>
                    <a:pt x="616" y="612"/>
                    <a:pt x="616" y="559"/>
                  </a:cubicBezTo>
                  <a:lnTo>
                    <a:pt x="616" y="392"/>
                  </a:lnTo>
                  <a:lnTo>
                    <a:pt x="355" y="392"/>
                  </a:lnTo>
                  <a:cubicBezTo>
                    <a:pt x="325" y="392"/>
                    <a:pt x="299" y="365"/>
                    <a:pt x="299" y="335"/>
                  </a:cubicBezTo>
                  <a:lnTo>
                    <a:pt x="29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27"/>
            <p:cNvSpPr/>
            <p:nvPr/>
          </p:nvSpPr>
          <p:spPr>
            <a:xfrm>
              <a:off x="7283124" y="4238299"/>
              <a:ext cx="278534" cy="185058"/>
            </a:xfrm>
            <a:custGeom>
              <a:rect b="b" l="l" r="r" t="t"/>
              <a:pathLst>
                <a:path extrusionOk="0" h="5761" w="8671">
                  <a:moveTo>
                    <a:pt x="427" y="1"/>
                  </a:moveTo>
                  <a:cubicBezTo>
                    <a:pt x="377" y="1"/>
                    <a:pt x="326" y="8"/>
                    <a:pt x="280" y="24"/>
                  </a:cubicBezTo>
                  <a:cubicBezTo>
                    <a:pt x="96" y="86"/>
                    <a:pt x="0" y="444"/>
                    <a:pt x="0" y="648"/>
                  </a:cubicBezTo>
                  <a:lnTo>
                    <a:pt x="0" y="5293"/>
                  </a:lnTo>
                  <a:cubicBezTo>
                    <a:pt x="0" y="5553"/>
                    <a:pt x="210" y="5761"/>
                    <a:pt x="468" y="5761"/>
                  </a:cubicBezTo>
                  <a:lnTo>
                    <a:pt x="7606" y="5758"/>
                  </a:lnTo>
                  <a:cubicBezTo>
                    <a:pt x="7810" y="5758"/>
                    <a:pt x="8583" y="5667"/>
                    <a:pt x="8647" y="5483"/>
                  </a:cubicBezTo>
                  <a:cubicBezTo>
                    <a:pt x="8662" y="5438"/>
                    <a:pt x="8670" y="5387"/>
                    <a:pt x="8670" y="5335"/>
                  </a:cubicBezTo>
                  <a:lnTo>
                    <a:pt x="8670" y="4114"/>
                  </a:lnTo>
                  <a:lnTo>
                    <a:pt x="8633" y="3998"/>
                  </a:lnTo>
                  <a:lnTo>
                    <a:pt x="8630" y="1765"/>
                  </a:lnTo>
                  <a:lnTo>
                    <a:pt x="8669" y="1689"/>
                  </a:lnTo>
                  <a:lnTo>
                    <a:pt x="8669" y="467"/>
                  </a:lnTo>
                  <a:cubicBezTo>
                    <a:pt x="8669" y="209"/>
                    <a:pt x="8459" y="1"/>
                    <a:pt x="820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27"/>
            <p:cNvSpPr/>
            <p:nvPr/>
          </p:nvSpPr>
          <p:spPr>
            <a:xfrm>
              <a:off x="7281903" y="4239038"/>
              <a:ext cx="278920" cy="185540"/>
            </a:xfrm>
            <a:custGeom>
              <a:rect b="b" l="l" r="r" t="t"/>
              <a:pathLst>
                <a:path extrusionOk="0" h="5776" w="8683">
                  <a:moveTo>
                    <a:pt x="318" y="1"/>
                  </a:moveTo>
                  <a:cubicBezTo>
                    <a:pt x="132" y="63"/>
                    <a:pt x="1" y="238"/>
                    <a:pt x="1" y="443"/>
                  </a:cubicBezTo>
                  <a:lnTo>
                    <a:pt x="1" y="5308"/>
                  </a:lnTo>
                  <a:cubicBezTo>
                    <a:pt x="1" y="5567"/>
                    <a:pt x="211" y="5776"/>
                    <a:pt x="467" y="5776"/>
                  </a:cubicBezTo>
                  <a:lnTo>
                    <a:pt x="8241" y="5776"/>
                  </a:lnTo>
                  <a:cubicBezTo>
                    <a:pt x="8446" y="5776"/>
                    <a:pt x="8621" y="5644"/>
                    <a:pt x="8682" y="5459"/>
                  </a:cubicBezTo>
                  <a:lnTo>
                    <a:pt x="465" y="5457"/>
                  </a:lnTo>
                  <a:cubicBezTo>
                    <a:pt x="384" y="5457"/>
                    <a:pt x="318" y="5392"/>
                    <a:pt x="318" y="5308"/>
                  </a:cubicBezTo>
                  <a:lnTo>
                    <a:pt x="31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27"/>
            <p:cNvSpPr/>
            <p:nvPr/>
          </p:nvSpPr>
          <p:spPr>
            <a:xfrm>
              <a:off x="7432854" y="4292525"/>
              <a:ext cx="128843" cy="76709"/>
            </a:xfrm>
            <a:custGeom>
              <a:rect b="b" l="l" r="r" t="t"/>
              <a:pathLst>
                <a:path extrusionOk="0" h="2388" w="4011">
                  <a:moveTo>
                    <a:pt x="244" y="1"/>
                  </a:moveTo>
                  <a:cubicBezTo>
                    <a:pt x="224" y="1"/>
                    <a:pt x="205" y="2"/>
                    <a:pt x="187" y="7"/>
                  </a:cubicBezTo>
                  <a:cubicBezTo>
                    <a:pt x="59" y="31"/>
                    <a:pt x="1" y="202"/>
                    <a:pt x="1" y="335"/>
                  </a:cubicBezTo>
                  <a:lnTo>
                    <a:pt x="1" y="2107"/>
                  </a:lnTo>
                  <a:cubicBezTo>
                    <a:pt x="1" y="2261"/>
                    <a:pt x="125" y="2388"/>
                    <a:pt x="282" y="2388"/>
                  </a:cubicBezTo>
                  <a:lnTo>
                    <a:pt x="3973" y="2388"/>
                  </a:lnTo>
                  <a:lnTo>
                    <a:pt x="4011" y="2201"/>
                  </a:lnTo>
                  <a:lnTo>
                    <a:pt x="401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27"/>
            <p:cNvSpPr/>
            <p:nvPr/>
          </p:nvSpPr>
          <p:spPr>
            <a:xfrm>
              <a:off x="7431666" y="4292717"/>
              <a:ext cx="130000" cy="77704"/>
            </a:xfrm>
            <a:custGeom>
              <a:rect b="b" l="l" r="r" t="t"/>
              <a:pathLst>
                <a:path extrusionOk="0" h="2419" w="4047">
                  <a:moveTo>
                    <a:pt x="224" y="1"/>
                  </a:moveTo>
                  <a:cubicBezTo>
                    <a:pt x="96" y="25"/>
                    <a:pt x="0" y="138"/>
                    <a:pt x="0" y="274"/>
                  </a:cubicBezTo>
                  <a:lnTo>
                    <a:pt x="0" y="2137"/>
                  </a:lnTo>
                  <a:cubicBezTo>
                    <a:pt x="0" y="2294"/>
                    <a:pt x="126" y="2418"/>
                    <a:pt x="281" y="2418"/>
                  </a:cubicBezTo>
                  <a:lnTo>
                    <a:pt x="4046" y="2418"/>
                  </a:lnTo>
                  <a:lnTo>
                    <a:pt x="4046" y="2195"/>
                  </a:lnTo>
                  <a:lnTo>
                    <a:pt x="336" y="2195"/>
                  </a:lnTo>
                  <a:cubicBezTo>
                    <a:pt x="275" y="2195"/>
                    <a:pt x="224" y="2145"/>
                    <a:pt x="224" y="2084"/>
                  </a:cubicBezTo>
                  <a:lnTo>
                    <a:pt x="22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27"/>
            <p:cNvSpPr/>
            <p:nvPr/>
          </p:nvSpPr>
          <p:spPr>
            <a:xfrm>
              <a:off x="7359194" y="4256674"/>
              <a:ext cx="30356" cy="17924"/>
            </a:xfrm>
            <a:custGeom>
              <a:rect b="b" l="l" r="r" t="t"/>
              <a:pathLst>
                <a:path extrusionOk="0" h="558" w="945">
                  <a:moveTo>
                    <a:pt x="57" y="1"/>
                  </a:moveTo>
                  <a:lnTo>
                    <a:pt x="1" y="86"/>
                  </a:lnTo>
                  <a:lnTo>
                    <a:pt x="11" y="480"/>
                  </a:lnTo>
                  <a:lnTo>
                    <a:pt x="57" y="558"/>
                  </a:lnTo>
                  <a:lnTo>
                    <a:pt x="876" y="558"/>
                  </a:lnTo>
                  <a:lnTo>
                    <a:pt x="945" y="460"/>
                  </a:lnTo>
                  <a:lnTo>
                    <a:pt x="933" y="79"/>
                  </a:lnTo>
                  <a:lnTo>
                    <a:pt x="87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27"/>
            <p:cNvSpPr/>
            <p:nvPr/>
          </p:nvSpPr>
          <p:spPr>
            <a:xfrm>
              <a:off x="7387334" y="4256546"/>
              <a:ext cx="26340" cy="18053"/>
            </a:xfrm>
            <a:custGeom>
              <a:rect b="b" l="l" r="r" t="t"/>
              <a:pathLst>
                <a:path extrusionOk="0" h="562" w="820">
                  <a:moveTo>
                    <a:pt x="0" y="0"/>
                  </a:moveTo>
                  <a:lnTo>
                    <a:pt x="0" y="562"/>
                  </a:lnTo>
                  <a:lnTo>
                    <a:pt x="730" y="562"/>
                  </a:lnTo>
                  <a:cubicBezTo>
                    <a:pt x="781" y="562"/>
                    <a:pt x="820" y="520"/>
                    <a:pt x="820" y="468"/>
                  </a:cubicBezTo>
                  <a:lnTo>
                    <a:pt x="820" y="94"/>
                  </a:lnTo>
                  <a:cubicBezTo>
                    <a:pt x="820" y="44"/>
                    <a:pt x="779" y="0"/>
                    <a:pt x="73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27"/>
            <p:cNvSpPr/>
            <p:nvPr/>
          </p:nvSpPr>
          <p:spPr>
            <a:xfrm>
              <a:off x="7334651" y="4256642"/>
              <a:ext cx="26405" cy="17956"/>
            </a:xfrm>
            <a:custGeom>
              <a:rect b="b" l="l" r="r" t="t"/>
              <a:pathLst>
                <a:path extrusionOk="0" h="559" w="822">
                  <a:moveTo>
                    <a:pt x="91" y="0"/>
                  </a:moveTo>
                  <a:cubicBezTo>
                    <a:pt x="41" y="0"/>
                    <a:pt x="2" y="41"/>
                    <a:pt x="2" y="94"/>
                  </a:cubicBezTo>
                  <a:lnTo>
                    <a:pt x="2" y="466"/>
                  </a:lnTo>
                  <a:cubicBezTo>
                    <a:pt x="0" y="517"/>
                    <a:pt x="41" y="559"/>
                    <a:pt x="91" y="559"/>
                  </a:cubicBezTo>
                  <a:lnTo>
                    <a:pt x="821" y="559"/>
                  </a:lnTo>
                  <a:lnTo>
                    <a:pt x="82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27"/>
            <p:cNvSpPr/>
            <p:nvPr/>
          </p:nvSpPr>
          <p:spPr>
            <a:xfrm>
              <a:off x="7299893" y="4292525"/>
              <a:ext cx="113874" cy="113874"/>
            </a:xfrm>
            <a:custGeom>
              <a:rect b="b" l="l" r="r" t="t"/>
              <a:pathLst>
                <a:path extrusionOk="0" h="3545" w="3545">
                  <a:moveTo>
                    <a:pt x="282" y="1"/>
                  </a:moveTo>
                  <a:cubicBezTo>
                    <a:pt x="128" y="1"/>
                    <a:pt x="1" y="125"/>
                    <a:pt x="1" y="282"/>
                  </a:cubicBezTo>
                  <a:lnTo>
                    <a:pt x="1" y="3264"/>
                  </a:lnTo>
                  <a:cubicBezTo>
                    <a:pt x="1" y="3417"/>
                    <a:pt x="127" y="3545"/>
                    <a:pt x="282" y="3545"/>
                  </a:cubicBezTo>
                  <a:lnTo>
                    <a:pt x="3264" y="3545"/>
                  </a:lnTo>
                  <a:cubicBezTo>
                    <a:pt x="3417" y="3545"/>
                    <a:pt x="3545" y="3419"/>
                    <a:pt x="3545" y="3264"/>
                  </a:cubicBezTo>
                  <a:lnTo>
                    <a:pt x="3545" y="282"/>
                  </a:lnTo>
                  <a:cubicBezTo>
                    <a:pt x="3543" y="125"/>
                    <a:pt x="3417" y="1"/>
                    <a:pt x="326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27"/>
            <p:cNvSpPr/>
            <p:nvPr/>
          </p:nvSpPr>
          <p:spPr>
            <a:xfrm>
              <a:off x="7310044" y="4302612"/>
              <a:ext cx="93509" cy="93509"/>
            </a:xfrm>
            <a:custGeom>
              <a:rect b="b" l="l" r="r" t="t"/>
              <a:pathLst>
                <a:path extrusionOk="0" h="2911" w="2911">
                  <a:moveTo>
                    <a:pt x="1455" y="1"/>
                  </a:moveTo>
                  <a:cubicBezTo>
                    <a:pt x="652" y="1"/>
                    <a:pt x="0" y="652"/>
                    <a:pt x="0" y="1456"/>
                  </a:cubicBezTo>
                  <a:cubicBezTo>
                    <a:pt x="0" y="2261"/>
                    <a:pt x="652" y="2911"/>
                    <a:pt x="1455" y="2911"/>
                  </a:cubicBezTo>
                  <a:cubicBezTo>
                    <a:pt x="2259" y="2911"/>
                    <a:pt x="2910" y="2261"/>
                    <a:pt x="2910" y="1456"/>
                  </a:cubicBezTo>
                  <a:cubicBezTo>
                    <a:pt x="2910" y="652"/>
                    <a:pt x="2259" y="1"/>
                    <a:pt x="145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27"/>
            <p:cNvSpPr/>
            <p:nvPr/>
          </p:nvSpPr>
          <p:spPr>
            <a:xfrm>
              <a:off x="7320773" y="4310450"/>
              <a:ext cx="74974" cy="76709"/>
            </a:xfrm>
            <a:custGeom>
              <a:rect b="b" l="l" r="r" t="t"/>
              <a:pathLst>
                <a:path extrusionOk="0" h="2388" w="2334">
                  <a:moveTo>
                    <a:pt x="1121" y="0"/>
                  </a:moveTo>
                  <a:cubicBezTo>
                    <a:pt x="845" y="0"/>
                    <a:pt x="587" y="94"/>
                    <a:pt x="383" y="251"/>
                  </a:cubicBezTo>
                  <a:cubicBezTo>
                    <a:pt x="383" y="251"/>
                    <a:pt x="1" y="599"/>
                    <a:pt x="1" y="992"/>
                  </a:cubicBezTo>
                  <a:cubicBezTo>
                    <a:pt x="1" y="1662"/>
                    <a:pt x="309" y="2350"/>
                    <a:pt x="1269" y="2387"/>
                  </a:cubicBezTo>
                  <a:cubicBezTo>
                    <a:pt x="1275" y="2387"/>
                    <a:pt x="1281" y="2388"/>
                    <a:pt x="1288" y="2388"/>
                  </a:cubicBezTo>
                  <a:cubicBezTo>
                    <a:pt x="1673" y="2388"/>
                    <a:pt x="2080" y="1952"/>
                    <a:pt x="2080" y="1952"/>
                  </a:cubicBezTo>
                  <a:cubicBezTo>
                    <a:pt x="2239" y="1746"/>
                    <a:pt x="2333" y="1491"/>
                    <a:pt x="2333" y="1213"/>
                  </a:cubicBezTo>
                  <a:cubicBezTo>
                    <a:pt x="2333" y="543"/>
                    <a:pt x="1790" y="0"/>
                    <a:pt x="112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27"/>
            <p:cNvSpPr/>
            <p:nvPr/>
          </p:nvSpPr>
          <p:spPr>
            <a:xfrm>
              <a:off x="7317914" y="4318545"/>
              <a:ext cx="69834" cy="69802"/>
            </a:xfrm>
            <a:custGeom>
              <a:rect b="b" l="l" r="r" t="t"/>
              <a:pathLst>
                <a:path extrusionOk="0" h="2173" w="2174">
                  <a:moveTo>
                    <a:pt x="474" y="0"/>
                  </a:moveTo>
                  <a:lnTo>
                    <a:pt x="474" y="0"/>
                  </a:lnTo>
                  <a:cubicBezTo>
                    <a:pt x="185" y="220"/>
                    <a:pt x="0" y="570"/>
                    <a:pt x="0" y="961"/>
                  </a:cubicBezTo>
                  <a:cubicBezTo>
                    <a:pt x="0" y="1630"/>
                    <a:pt x="543" y="2173"/>
                    <a:pt x="1212" y="2173"/>
                  </a:cubicBezTo>
                  <a:cubicBezTo>
                    <a:pt x="1603" y="2173"/>
                    <a:pt x="1952" y="1986"/>
                    <a:pt x="2173" y="1700"/>
                  </a:cubicBezTo>
                  <a:lnTo>
                    <a:pt x="2173" y="1700"/>
                  </a:lnTo>
                  <a:cubicBezTo>
                    <a:pt x="1969" y="1856"/>
                    <a:pt x="1711" y="1949"/>
                    <a:pt x="1436" y="1950"/>
                  </a:cubicBezTo>
                  <a:cubicBezTo>
                    <a:pt x="767" y="1950"/>
                    <a:pt x="225" y="1407"/>
                    <a:pt x="225" y="738"/>
                  </a:cubicBezTo>
                  <a:cubicBezTo>
                    <a:pt x="225" y="459"/>
                    <a:pt x="316" y="204"/>
                    <a:pt x="47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27"/>
            <p:cNvSpPr/>
            <p:nvPr/>
          </p:nvSpPr>
          <p:spPr>
            <a:xfrm>
              <a:off x="7337028" y="4328375"/>
              <a:ext cx="40763" cy="40731"/>
            </a:xfrm>
            <a:custGeom>
              <a:rect b="b" l="l" r="r" t="t"/>
              <a:pathLst>
                <a:path extrusionOk="0" h="1268" w="1269">
                  <a:moveTo>
                    <a:pt x="615" y="1"/>
                  </a:moveTo>
                  <a:cubicBezTo>
                    <a:pt x="492" y="1"/>
                    <a:pt x="378" y="36"/>
                    <a:pt x="278" y="94"/>
                  </a:cubicBezTo>
                  <a:cubicBezTo>
                    <a:pt x="278" y="94"/>
                    <a:pt x="0" y="344"/>
                    <a:pt x="0" y="652"/>
                  </a:cubicBezTo>
                  <a:cubicBezTo>
                    <a:pt x="0" y="1013"/>
                    <a:pt x="255" y="1268"/>
                    <a:pt x="615" y="1268"/>
                  </a:cubicBezTo>
                  <a:cubicBezTo>
                    <a:pt x="943" y="1268"/>
                    <a:pt x="1174" y="990"/>
                    <a:pt x="1174" y="990"/>
                  </a:cubicBezTo>
                  <a:cubicBezTo>
                    <a:pt x="1234" y="894"/>
                    <a:pt x="1268" y="778"/>
                    <a:pt x="1268" y="655"/>
                  </a:cubicBezTo>
                  <a:cubicBezTo>
                    <a:pt x="1268" y="295"/>
                    <a:pt x="977" y="1"/>
                    <a:pt x="61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27"/>
            <p:cNvSpPr/>
            <p:nvPr/>
          </p:nvSpPr>
          <p:spPr>
            <a:xfrm>
              <a:off x="7335839" y="4331395"/>
              <a:ext cx="38965" cy="39029"/>
            </a:xfrm>
            <a:custGeom>
              <a:rect b="b" l="l" r="r" t="t"/>
              <a:pathLst>
                <a:path extrusionOk="0" h="1215" w="1213">
                  <a:moveTo>
                    <a:pt x="318" y="1"/>
                  </a:moveTo>
                  <a:lnTo>
                    <a:pt x="318" y="1"/>
                  </a:lnTo>
                  <a:cubicBezTo>
                    <a:pt x="127" y="115"/>
                    <a:pt x="1" y="324"/>
                    <a:pt x="1" y="560"/>
                  </a:cubicBezTo>
                  <a:cubicBezTo>
                    <a:pt x="1" y="922"/>
                    <a:pt x="293" y="1214"/>
                    <a:pt x="654" y="1214"/>
                  </a:cubicBezTo>
                  <a:cubicBezTo>
                    <a:pt x="891" y="1214"/>
                    <a:pt x="1100" y="1087"/>
                    <a:pt x="1213" y="897"/>
                  </a:cubicBezTo>
                  <a:lnTo>
                    <a:pt x="1213" y="897"/>
                  </a:lnTo>
                  <a:cubicBezTo>
                    <a:pt x="1114" y="956"/>
                    <a:pt x="1000" y="990"/>
                    <a:pt x="878" y="991"/>
                  </a:cubicBezTo>
                  <a:cubicBezTo>
                    <a:pt x="516" y="991"/>
                    <a:pt x="225" y="699"/>
                    <a:pt x="225" y="338"/>
                  </a:cubicBezTo>
                  <a:cubicBezTo>
                    <a:pt x="225" y="215"/>
                    <a:pt x="257" y="99"/>
                    <a:pt x="31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27"/>
            <p:cNvSpPr/>
            <p:nvPr/>
          </p:nvSpPr>
          <p:spPr>
            <a:xfrm>
              <a:off x="7295492" y="4270166"/>
              <a:ext cx="8866" cy="8866"/>
            </a:xfrm>
            <a:custGeom>
              <a:rect b="b" l="l" r="r" t="t"/>
              <a:pathLst>
                <a:path extrusionOk="0" h="276" w="276">
                  <a:moveTo>
                    <a:pt x="138" y="0"/>
                  </a:moveTo>
                  <a:cubicBezTo>
                    <a:pt x="63" y="0"/>
                    <a:pt x="0" y="61"/>
                    <a:pt x="0" y="138"/>
                  </a:cubicBezTo>
                  <a:cubicBezTo>
                    <a:pt x="0" y="213"/>
                    <a:pt x="63" y="276"/>
                    <a:pt x="138" y="276"/>
                  </a:cubicBezTo>
                  <a:cubicBezTo>
                    <a:pt x="215" y="276"/>
                    <a:pt x="275" y="213"/>
                    <a:pt x="275" y="138"/>
                  </a:cubicBezTo>
                  <a:cubicBezTo>
                    <a:pt x="275" y="61"/>
                    <a:pt x="215" y="0"/>
                    <a:pt x="1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27"/>
            <p:cNvSpPr/>
            <p:nvPr/>
          </p:nvSpPr>
          <p:spPr>
            <a:xfrm>
              <a:off x="7313449" y="4270166"/>
              <a:ext cx="8866" cy="8866"/>
            </a:xfrm>
            <a:custGeom>
              <a:rect b="b" l="l" r="r" t="t"/>
              <a:pathLst>
                <a:path extrusionOk="0" h="276" w="276">
                  <a:moveTo>
                    <a:pt x="138" y="0"/>
                  </a:moveTo>
                  <a:cubicBezTo>
                    <a:pt x="62" y="0"/>
                    <a:pt x="0" y="61"/>
                    <a:pt x="0" y="138"/>
                  </a:cubicBezTo>
                  <a:cubicBezTo>
                    <a:pt x="0" y="213"/>
                    <a:pt x="62" y="276"/>
                    <a:pt x="138" y="276"/>
                  </a:cubicBezTo>
                  <a:cubicBezTo>
                    <a:pt x="214" y="276"/>
                    <a:pt x="275" y="213"/>
                    <a:pt x="275" y="138"/>
                  </a:cubicBezTo>
                  <a:cubicBezTo>
                    <a:pt x="275" y="61"/>
                    <a:pt x="214" y="0"/>
                    <a:pt x="1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27"/>
            <p:cNvSpPr/>
            <p:nvPr/>
          </p:nvSpPr>
          <p:spPr>
            <a:xfrm>
              <a:off x="7295427" y="4252113"/>
              <a:ext cx="26983" cy="9026"/>
            </a:xfrm>
            <a:custGeom>
              <a:rect b="b" l="l" r="r" t="t"/>
              <a:pathLst>
                <a:path extrusionOk="0" h="281" w="840">
                  <a:moveTo>
                    <a:pt x="140" y="1"/>
                  </a:moveTo>
                  <a:cubicBezTo>
                    <a:pt x="65" y="1"/>
                    <a:pt x="1" y="63"/>
                    <a:pt x="1" y="141"/>
                  </a:cubicBezTo>
                  <a:cubicBezTo>
                    <a:pt x="1" y="216"/>
                    <a:pt x="63" y="280"/>
                    <a:pt x="140" y="280"/>
                  </a:cubicBezTo>
                  <a:lnTo>
                    <a:pt x="700" y="280"/>
                  </a:lnTo>
                  <a:cubicBezTo>
                    <a:pt x="775" y="280"/>
                    <a:pt x="839" y="216"/>
                    <a:pt x="839" y="141"/>
                  </a:cubicBezTo>
                  <a:cubicBezTo>
                    <a:pt x="839" y="64"/>
                    <a:pt x="777" y="1"/>
                    <a:pt x="70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27"/>
            <p:cNvSpPr/>
            <p:nvPr/>
          </p:nvSpPr>
          <p:spPr>
            <a:xfrm>
              <a:off x="7427200" y="4252113"/>
              <a:ext cx="38900" cy="9026"/>
            </a:xfrm>
            <a:custGeom>
              <a:rect b="b" l="l" r="r" t="t"/>
              <a:pathLst>
                <a:path extrusionOk="0" h="281" w="1211">
                  <a:moveTo>
                    <a:pt x="139" y="1"/>
                  </a:moveTo>
                  <a:cubicBezTo>
                    <a:pt x="62" y="1"/>
                    <a:pt x="0" y="63"/>
                    <a:pt x="0" y="141"/>
                  </a:cubicBezTo>
                  <a:cubicBezTo>
                    <a:pt x="0" y="216"/>
                    <a:pt x="61" y="280"/>
                    <a:pt x="139" y="280"/>
                  </a:cubicBezTo>
                  <a:lnTo>
                    <a:pt x="1071" y="280"/>
                  </a:lnTo>
                  <a:cubicBezTo>
                    <a:pt x="1148" y="280"/>
                    <a:pt x="1210" y="216"/>
                    <a:pt x="1210" y="141"/>
                  </a:cubicBezTo>
                  <a:cubicBezTo>
                    <a:pt x="1210" y="64"/>
                    <a:pt x="1148" y="1"/>
                    <a:pt x="10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27"/>
            <p:cNvSpPr/>
            <p:nvPr/>
          </p:nvSpPr>
          <p:spPr>
            <a:xfrm>
              <a:off x="7436163" y="4270134"/>
              <a:ext cx="20944" cy="8930"/>
            </a:xfrm>
            <a:custGeom>
              <a:rect b="b" l="l" r="r" t="t"/>
              <a:pathLst>
                <a:path extrusionOk="0" h="278" w="652">
                  <a:moveTo>
                    <a:pt x="141" y="0"/>
                  </a:moveTo>
                  <a:cubicBezTo>
                    <a:pt x="64" y="0"/>
                    <a:pt x="0" y="62"/>
                    <a:pt x="0" y="139"/>
                  </a:cubicBezTo>
                  <a:cubicBezTo>
                    <a:pt x="0" y="214"/>
                    <a:pt x="63" y="278"/>
                    <a:pt x="141" y="278"/>
                  </a:cubicBezTo>
                  <a:lnTo>
                    <a:pt x="513" y="278"/>
                  </a:lnTo>
                  <a:cubicBezTo>
                    <a:pt x="590" y="278"/>
                    <a:pt x="652" y="214"/>
                    <a:pt x="652" y="139"/>
                  </a:cubicBezTo>
                  <a:cubicBezTo>
                    <a:pt x="652" y="62"/>
                    <a:pt x="591" y="0"/>
                    <a:pt x="51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27"/>
            <p:cNvSpPr/>
            <p:nvPr/>
          </p:nvSpPr>
          <p:spPr>
            <a:xfrm>
              <a:off x="7449591" y="4388318"/>
              <a:ext cx="30002" cy="17989"/>
            </a:xfrm>
            <a:custGeom>
              <a:rect b="b" l="l" r="r" t="t"/>
              <a:pathLst>
                <a:path extrusionOk="0" h="560" w="934">
                  <a:moveTo>
                    <a:pt x="1" y="1"/>
                  </a:moveTo>
                  <a:lnTo>
                    <a:pt x="1" y="560"/>
                  </a:lnTo>
                  <a:lnTo>
                    <a:pt x="877" y="560"/>
                  </a:lnTo>
                  <a:cubicBezTo>
                    <a:pt x="907" y="560"/>
                    <a:pt x="933" y="535"/>
                    <a:pt x="933" y="505"/>
                  </a:cubicBezTo>
                  <a:lnTo>
                    <a:pt x="933" y="57"/>
                  </a:lnTo>
                  <a:cubicBezTo>
                    <a:pt x="933" y="27"/>
                    <a:pt x="907" y="1"/>
                    <a:pt x="87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27"/>
            <p:cNvSpPr/>
            <p:nvPr/>
          </p:nvSpPr>
          <p:spPr>
            <a:xfrm>
              <a:off x="7445126" y="4306306"/>
              <a:ext cx="13267" cy="8994"/>
            </a:xfrm>
            <a:custGeom>
              <a:rect b="b" l="l" r="r" t="t"/>
              <a:pathLst>
                <a:path extrusionOk="0" h="280" w="413">
                  <a:moveTo>
                    <a:pt x="140" y="0"/>
                  </a:moveTo>
                  <a:cubicBezTo>
                    <a:pt x="65" y="0"/>
                    <a:pt x="1" y="63"/>
                    <a:pt x="1" y="141"/>
                  </a:cubicBezTo>
                  <a:cubicBezTo>
                    <a:pt x="1" y="216"/>
                    <a:pt x="62" y="280"/>
                    <a:pt x="140" y="280"/>
                  </a:cubicBezTo>
                  <a:lnTo>
                    <a:pt x="270" y="280"/>
                  </a:lnTo>
                  <a:cubicBezTo>
                    <a:pt x="348" y="280"/>
                    <a:pt x="412" y="217"/>
                    <a:pt x="409" y="141"/>
                  </a:cubicBezTo>
                  <a:cubicBezTo>
                    <a:pt x="409" y="64"/>
                    <a:pt x="348" y="0"/>
                    <a:pt x="2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27"/>
            <p:cNvSpPr/>
            <p:nvPr/>
          </p:nvSpPr>
          <p:spPr>
            <a:xfrm>
              <a:off x="7445126" y="4326994"/>
              <a:ext cx="13170" cy="8994"/>
            </a:xfrm>
            <a:custGeom>
              <a:rect b="b" l="l" r="r" t="t"/>
              <a:pathLst>
                <a:path extrusionOk="0" h="280" w="410">
                  <a:moveTo>
                    <a:pt x="140" y="0"/>
                  </a:moveTo>
                  <a:cubicBezTo>
                    <a:pt x="65" y="0"/>
                    <a:pt x="1" y="64"/>
                    <a:pt x="1" y="141"/>
                  </a:cubicBezTo>
                  <a:cubicBezTo>
                    <a:pt x="1" y="216"/>
                    <a:pt x="62" y="280"/>
                    <a:pt x="140" y="280"/>
                  </a:cubicBezTo>
                  <a:lnTo>
                    <a:pt x="270" y="280"/>
                  </a:lnTo>
                  <a:cubicBezTo>
                    <a:pt x="348" y="280"/>
                    <a:pt x="409" y="216"/>
                    <a:pt x="409" y="141"/>
                  </a:cubicBezTo>
                  <a:cubicBezTo>
                    <a:pt x="409" y="64"/>
                    <a:pt x="348" y="0"/>
                    <a:pt x="2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27"/>
            <p:cNvSpPr/>
            <p:nvPr/>
          </p:nvSpPr>
          <p:spPr>
            <a:xfrm>
              <a:off x="7445126" y="4347649"/>
              <a:ext cx="13267" cy="8994"/>
            </a:xfrm>
            <a:custGeom>
              <a:rect b="b" l="l" r="r" t="t"/>
              <a:pathLst>
                <a:path extrusionOk="0" h="280" w="413">
                  <a:moveTo>
                    <a:pt x="140" y="0"/>
                  </a:moveTo>
                  <a:cubicBezTo>
                    <a:pt x="65" y="0"/>
                    <a:pt x="1" y="62"/>
                    <a:pt x="1" y="139"/>
                  </a:cubicBezTo>
                  <a:cubicBezTo>
                    <a:pt x="1" y="216"/>
                    <a:pt x="62" y="280"/>
                    <a:pt x="140" y="280"/>
                  </a:cubicBezTo>
                  <a:lnTo>
                    <a:pt x="270" y="280"/>
                  </a:lnTo>
                  <a:cubicBezTo>
                    <a:pt x="348" y="280"/>
                    <a:pt x="412" y="216"/>
                    <a:pt x="409" y="139"/>
                  </a:cubicBezTo>
                  <a:cubicBezTo>
                    <a:pt x="409" y="64"/>
                    <a:pt x="348" y="0"/>
                    <a:pt x="2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27"/>
            <p:cNvSpPr/>
            <p:nvPr/>
          </p:nvSpPr>
          <p:spPr>
            <a:xfrm>
              <a:off x="7471789" y="4310482"/>
              <a:ext cx="71922" cy="41920"/>
            </a:xfrm>
            <a:custGeom>
              <a:rect b="b" l="l" r="r" t="t"/>
              <a:pathLst>
                <a:path extrusionOk="0" h="1305" w="2239">
                  <a:moveTo>
                    <a:pt x="94" y="1"/>
                  </a:moveTo>
                  <a:cubicBezTo>
                    <a:pt x="44" y="1"/>
                    <a:pt x="0" y="43"/>
                    <a:pt x="0" y="95"/>
                  </a:cubicBezTo>
                  <a:lnTo>
                    <a:pt x="0" y="607"/>
                  </a:lnTo>
                  <a:lnTo>
                    <a:pt x="39" y="746"/>
                  </a:lnTo>
                  <a:lnTo>
                    <a:pt x="0" y="885"/>
                  </a:lnTo>
                  <a:lnTo>
                    <a:pt x="0" y="1211"/>
                  </a:lnTo>
                  <a:cubicBezTo>
                    <a:pt x="0" y="1263"/>
                    <a:pt x="42" y="1305"/>
                    <a:pt x="94" y="1305"/>
                  </a:cubicBezTo>
                  <a:lnTo>
                    <a:pt x="420" y="1305"/>
                  </a:lnTo>
                  <a:lnTo>
                    <a:pt x="561" y="1267"/>
                  </a:lnTo>
                  <a:lnTo>
                    <a:pt x="700" y="1305"/>
                  </a:lnTo>
                  <a:lnTo>
                    <a:pt x="980" y="1305"/>
                  </a:lnTo>
                  <a:lnTo>
                    <a:pt x="1134" y="1267"/>
                  </a:lnTo>
                  <a:lnTo>
                    <a:pt x="1258" y="1305"/>
                  </a:lnTo>
                  <a:lnTo>
                    <a:pt x="1539" y="1305"/>
                  </a:lnTo>
                  <a:lnTo>
                    <a:pt x="1678" y="1267"/>
                  </a:lnTo>
                  <a:lnTo>
                    <a:pt x="1817" y="1305"/>
                  </a:lnTo>
                  <a:lnTo>
                    <a:pt x="2143" y="1305"/>
                  </a:lnTo>
                  <a:cubicBezTo>
                    <a:pt x="2194" y="1305"/>
                    <a:pt x="2238" y="1264"/>
                    <a:pt x="2238" y="1211"/>
                  </a:cubicBezTo>
                  <a:lnTo>
                    <a:pt x="2238" y="885"/>
                  </a:lnTo>
                  <a:lnTo>
                    <a:pt x="2199" y="746"/>
                  </a:lnTo>
                  <a:lnTo>
                    <a:pt x="2238" y="607"/>
                  </a:lnTo>
                  <a:lnTo>
                    <a:pt x="2238" y="93"/>
                  </a:lnTo>
                  <a:cubicBezTo>
                    <a:pt x="2238" y="43"/>
                    <a:pt x="2195" y="1"/>
                    <a:pt x="2144" y="1"/>
                  </a:cubicBezTo>
                  <a:lnTo>
                    <a:pt x="1819" y="1"/>
                  </a:lnTo>
                  <a:lnTo>
                    <a:pt x="1678" y="40"/>
                  </a:lnTo>
                  <a:lnTo>
                    <a:pt x="1539" y="1"/>
                  </a:lnTo>
                  <a:lnTo>
                    <a:pt x="1258" y="1"/>
                  </a:lnTo>
                  <a:lnTo>
                    <a:pt x="1119" y="40"/>
                  </a:lnTo>
                  <a:lnTo>
                    <a:pt x="980" y="1"/>
                  </a:lnTo>
                  <a:lnTo>
                    <a:pt x="700" y="1"/>
                  </a:lnTo>
                  <a:lnTo>
                    <a:pt x="561" y="40"/>
                  </a:lnTo>
                  <a:lnTo>
                    <a:pt x="42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27"/>
            <p:cNvSpPr/>
            <p:nvPr/>
          </p:nvSpPr>
          <p:spPr>
            <a:xfrm>
              <a:off x="7471724" y="4329981"/>
              <a:ext cx="71890" cy="9026"/>
            </a:xfrm>
            <a:custGeom>
              <a:rect b="b" l="l" r="r" t="t"/>
              <a:pathLst>
                <a:path extrusionOk="0" h="281" w="2238">
                  <a:moveTo>
                    <a:pt x="1" y="0"/>
                  </a:moveTo>
                  <a:lnTo>
                    <a:pt x="1" y="281"/>
                  </a:lnTo>
                  <a:lnTo>
                    <a:pt x="2238" y="281"/>
                  </a:lnTo>
                  <a:lnTo>
                    <a:pt x="223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27"/>
            <p:cNvSpPr/>
            <p:nvPr/>
          </p:nvSpPr>
          <p:spPr>
            <a:xfrm>
              <a:off x="7485217" y="4310482"/>
              <a:ext cx="9059" cy="41920"/>
            </a:xfrm>
            <a:custGeom>
              <a:rect b="b" l="l" r="r" t="t"/>
              <a:pathLst>
                <a:path extrusionOk="0" h="1305" w="282">
                  <a:moveTo>
                    <a:pt x="1" y="1"/>
                  </a:moveTo>
                  <a:lnTo>
                    <a:pt x="1" y="607"/>
                  </a:lnTo>
                  <a:lnTo>
                    <a:pt x="40" y="743"/>
                  </a:lnTo>
                  <a:lnTo>
                    <a:pt x="1" y="885"/>
                  </a:lnTo>
                  <a:lnTo>
                    <a:pt x="1" y="1305"/>
                  </a:lnTo>
                  <a:lnTo>
                    <a:pt x="282" y="1305"/>
                  </a:lnTo>
                  <a:lnTo>
                    <a:pt x="282" y="885"/>
                  </a:lnTo>
                  <a:lnTo>
                    <a:pt x="244" y="752"/>
                  </a:lnTo>
                  <a:lnTo>
                    <a:pt x="282" y="607"/>
                  </a:lnTo>
                  <a:lnTo>
                    <a:pt x="2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27"/>
            <p:cNvSpPr/>
            <p:nvPr/>
          </p:nvSpPr>
          <p:spPr>
            <a:xfrm>
              <a:off x="7485217" y="4329981"/>
              <a:ext cx="9059" cy="9026"/>
            </a:xfrm>
            <a:custGeom>
              <a:rect b="b" l="l" r="r" t="t"/>
              <a:pathLst>
                <a:path extrusionOk="0" h="281" w="282">
                  <a:moveTo>
                    <a:pt x="1" y="0"/>
                  </a:moveTo>
                  <a:lnTo>
                    <a:pt x="1" y="281"/>
                  </a:lnTo>
                  <a:lnTo>
                    <a:pt x="282" y="281"/>
                  </a:lnTo>
                  <a:lnTo>
                    <a:pt x="28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27"/>
            <p:cNvSpPr/>
            <p:nvPr/>
          </p:nvSpPr>
          <p:spPr>
            <a:xfrm>
              <a:off x="7503206" y="4310482"/>
              <a:ext cx="9026" cy="41920"/>
            </a:xfrm>
            <a:custGeom>
              <a:rect b="b" l="l" r="r" t="t"/>
              <a:pathLst>
                <a:path extrusionOk="0" h="1305" w="281">
                  <a:moveTo>
                    <a:pt x="1" y="1"/>
                  </a:moveTo>
                  <a:lnTo>
                    <a:pt x="1" y="607"/>
                  </a:lnTo>
                  <a:lnTo>
                    <a:pt x="39" y="746"/>
                  </a:lnTo>
                  <a:lnTo>
                    <a:pt x="1" y="885"/>
                  </a:lnTo>
                  <a:lnTo>
                    <a:pt x="1" y="1305"/>
                  </a:lnTo>
                  <a:lnTo>
                    <a:pt x="280" y="1305"/>
                  </a:lnTo>
                  <a:lnTo>
                    <a:pt x="280" y="885"/>
                  </a:lnTo>
                  <a:lnTo>
                    <a:pt x="243" y="746"/>
                  </a:lnTo>
                  <a:lnTo>
                    <a:pt x="280" y="607"/>
                  </a:lnTo>
                  <a:lnTo>
                    <a:pt x="2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27"/>
            <p:cNvSpPr/>
            <p:nvPr/>
          </p:nvSpPr>
          <p:spPr>
            <a:xfrm>
              <a:off x="7503206" y="4329981"/>
              <a:ext cx="9026" cy="9026"/>
            </a:xfrm>
            <a:custGeom>
              <a:rect b="b" l="l" r="r" t="t"/>
              <a:pathLst>
                <a:path extrusionOk="0" h="281" w="281">
                  <a:moveTo>
                    <a:pt x="1" y="0"/>
                  </a:moveTo>
                  <a:lnTo>
                    <a:pt x="1" y="281"/>
                  </a:lnTo>
                  <a:lnTo>
                    <a:pt x="280" y="281"/>
                  </a:lnTo>
                  <a:lnTo>
                    <a:pt x="2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27"/>
            <p:cNvSpPr/>
            <p:nvPr/>
          </p:nvSpPr>
          <p:spPr>
            <a:xfrm>
              <a:off x="7521163" y="4310482"/>
              <a:ext cx="9059" cy="41920"/>
            </a:xfrm>
            <a:custGeom>
              <a:rect b="b" l="l" r="r" t="t"/>
              <a:pathLst>
                <a:path extrusionOk="0" h="1305" w="282">
                  <a:moveTo>
                    <a:pt x="1" y="1"/>
                  </a:moveTo>
                  <a:lnTo>
                    <a:pt x="1" y="607"/>
                  </a:lnTo>
                  <a:lnTo>
                    <a:pt x="38" y="746"/>
                  </a:lnTo>
                  <a:lnTo>
                    <a:pt x="1" y="885"/>
                  </a:lnTo>
                  <a:lnTo>
                    <a:pt x="1" y="1305"/>
                  </a:lnTo>
                  <a:lnTo>
                    <a:pt x="282" y="1305"/>
                  </a:lnTo>
                  <a:lnTo>
                    <a:pt x="282" y="885"/>
                  </a:lnTo>
                  <a:lnTo>
                    <a:pt x="243" y="746"/>
                  </a:lnTo>
                  <a:lnTo>
                    <a:pt x="282" y="607"/>
                  </a:lnTo>
                  <a:lnTo>
                    <a:pt x="2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27"/>
            <p:cNvSpPr/>
            <p:nvPr/>
          </p:nvSpPr>
          <p:spPr>
            <a:xfrm>
              <a:off x="7521163" y="4329981"/>
              <a:ext cx="9059" cy="9026"/>
            </a:xfrm>
            <a:custGeom>
              <a:rect b="b" l="l" r="r" t="t"/>
              <a:pathLst>
                <a:path extrusionOk="0" h="281" w="282">
                  <a:moveTo>
                    <a:pt x="1" y="0"/>
                  </a:moveTo>
                  <a:lnTo>
                    <a:pt x="1" y="281"/>
                  </a:lnTo>
                  <a:lnTo>
                    <a:pt x="282" y="281"/>
                  </a:lnTo>
                  <a:lnTo>
                    <a:pt x="28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7" name="Google Shape;2767;p27"/>
          <p:cNvGrpSpPr/>
          <p:nvPr/>
        </p:nvGrpSpPr>
        <p:grpSpPr>
          <a:xfrm>
            <a:off x="6686515" y="4126990"/>
            <a:ext cx="218722" cy="297647"/>
            <a:chOff x="6686515" y="4126990"/>
            <a:chExt cx="218722" cy="297647"/>
          </a:xfrm>
        </p:grpSpPr>
        <p:sp>
          <p:nvSpPr>
            <p:cNvPr id="2768" name="Google Shape;2768;p27"/>
            <p:cNvSpPr/>
            <p:nvPr/>
          </p:nvSpPr>
          <p:spPr>
            <a:xfrm>
              <a:off x="6687832" y="4126990"/>
              <a:ext cx="217405" cy="296426"/>
            </a:xfrm>
            <a:custGeom>
              <a:rect b="b" l="l" r="r" t="t"/>
              <a:pathLst>
                <a:path extrusionOk="0" h="9228" w="6768">
                  <a:moveTo>
                    <a:pt x="336" y="0"/>
                  </a:moveTo>
                  <a:cubicBezTo>
                    <a:pt x="304" y="0"/>
                    <a:pt x="271" y="5"/>
                    <a:pt x="242" y="10"/>
                  </a:cubicBezTo>
                  <a:cubicBezTo>
                    <a:pt x="81" y="52"/>
                    <a:pt x="0" y="274"/>
                    <a:pt x="0" y="448"/>
                  </a:cubicBezTo>
                  <a:lnTo>
                    <a:pt x="0" y="8854"/>
                  </a:lnTo>
                  <a:cubicBezTo>
                    <a:pt x="0" y="9061"/>
                    <a:pt x="167" y="9227"/>
                    <a:pt x="372" y="9227"/>
                  </a:cubicBezTo>
                  <a:lnTo>
                    <a:pt x="6263" y="9227"/>
                  </a:lnTo>
                  <a:cubicBezTo>
                    <a:pt x="6436" y="9227"/>
                    <a:pt x="6711" y="9146"/>
                    <a:pt x="6756" y="8984"/>
                  </a:cubicBezTo>
                  <a:cubicBezTo>
                    <a:pt x="6763" y="8955"/>
                    <a:pt x="6768" y="8925"/>
                    <a:pt x="6768" y="8893"/>
                  </a:cubicBezTo>
                  <a:lnTo>
                    <a:pt x="6768" y="372"/>
                  </a:lnTo>
                  <a:cubicBezTo>
                    <a:pt x="6768" y="167"/>
                    <a:pt x="6601" y="0"/>
                    <a:pt x="639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27"/>
            <p:cNvSpPr/>
            <p:nvPr/>
          </p:nvSpPr>
          <p:spPr>
            <a:xfrm>
              <a:off x="6686515" y="4127343"/>
              <a:ext cx="218272" cy="297294"/>
            </a:xfrm>
            <a:custGeom>
              <a:rect b="b" l="l" r="r" t="t"/>
              <a:pathLst>
                <a:path extrusionOk="0" h="9255" w="6795">
                  <a:moveTo>
                    <a:pt x="281" y="1"/>
                  </a:moveTo>
                  <a:cubicBezTo>
                    <a:pt x="121" y="41"/>
                    <a:pt x="1" y="189"/>
                    <a:pt x="1" y="363"/>
                  </a:cubicBezTo>
                  <a:lnTo>
                    <a:pt x="1" y="8882"/>
                  </a:lnTo>
                  <a:cubicBezTo>
                    <a:pt x="1" y="9088"/>
                    <a:pt x="167" y="9254"/>
                    <a:pt x="374" y="9254"/>
                  </a:cubicBezTo>
                  <a:lnTo>
                    <a:pt x="6432" y="9254"/>
                  </a:lnTo>
                  <a:cubicBezTo>
                    <a:pt x="6606" y="9254"/>
                    <a:pt x="6752" y="9135"/>
                    <a:pt x="6794" y="8973"/>
                  </a:cubicBezTo>
                  <a:lnTo>
                    <a:pt x="449" y="8973"/>
                  </a:lnTo>
                  <a:cubicBezTo>
                    <a:pt x="358" y="8973"/>
                    <a:pt x="281" y="8898"/>
                    <a:pt x="281" y="8805"/>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27"/>
            <p:cNvSpPr/>
            <p:nvPr/>
          </p:nvSpPr>
          <p:spPr>
            <a:xfrm>
              <a:off x="6704505" y="4144883"/>
              <a:ext cx="182713" cy="131220"/>
            </a:xfrm>
            <a:custGeom>
              <a:rect b="b" l="l" r="r" t="t"/>
              <a:pathLst>
                <a:path extrusionOk="0" h="4085" w="5688">
                  <a:moveTo>
                    <a:pt x="95" y="1"/>
                  </a:moveTo>
                  <a:cubicBezTo>
                    <a:pt x="41" y="1"/>
                    <a:pt x="1" y="44"/>
                    <a:pt x="1" y="95"/>
                  </a:cubicBezTo>
                  <a:lnTo>
                    <a:pt x="1" y="3990"/>
                  </a:lnTo>
                  <a:cubicBezTo>
                    <a:pt x="1" y="4044"/>
                    <a:pt x="44" y="4084"/>
                    <a:pt x="95" y="4084"/>
                  </a:cubicBezTo>
                  <a:lnTo>
                    <a:pt x="5593" y="4084"/>
                  </a:lnTo>
                  <a:cubicBezTo>
                    <a:pt x="5647" y="4084"/>
                    <a:pt x="5687" y="4041"/>
                    <a:pt x="5687" y="3990"/>
                  </a:cubicBezTo>
                  <a:lnTo>
                    <a:pt x="5687" y="95"/>
                  </a:lnTo>
                  <a:cubicBezTo>
                    <a:pt x="5687" y="43"/>
                    <a:pt x="5644" y="1"/>
                    <a:pt x="559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27"/>
            <p:cNvSpPr/>
            <p:nvPr/>
          </p:nvSpPr>
          <p:spPr>
            <a:xfrm>
              <a:off x="6723683" y="4162840"/>
              <a:ext cx="145579" cy="94087"/>
            </a:xfrm>
            <a:custGeom>
              <a:rect b="b" l="l" r="r" t="t"/>
              <a:pathLst>
                <a:path extrusionOk="0" h="2929" w="4532">
                  <a:moveTo>
                    <a:pt x="225" y="0"/>
                  </a:moveTo>
                  <a:lnTo>
                    <a:pt x="57" y="38"/>
                  </a:lnTo>
                  <a:cubicBezTo>
                    <a:pt x="25" y="38"/>
                    <a:pt x="0" y="64"/>
                    <a:pt x="0" y="94"/>
                  </a:cubicBezTo>
                  <a:lnTo>
                    <a:pt x="0" y="2872"/>
                  </a:lnTo>
                  <a:cubicBezTo>
                    <a:pt x="0" y="2903"/>
                    <a:pt x="25" y="2929"/>
                    <a:pt x="57" y="2929"/>
                  </a:cubicBezTo>
                  <a:lnTo>
                    <a:pt x="4437" y="2929"/>
                  </a:lnTo>
                  <a:cubicBezTo>
                    <a:pt x="4468" y="2929"/>
                    <a:pt x="4494" y="2903"/>
                    <a:pt x="4494" y="2872"/>
                  </a:cubicBezTo>
                  <a:lnTo>
                    <a:pt x="4531" y="2705"/>
                  </a:lnTo>
                  <a:lnTo>
                    <a:pt x="4531" y="57"/>
                  </a:lnTo>
                  <a:cubicBezTo>
                    <a:pt x="4531" y="26"/>
                    <a:pt x="4505" y="0"/>
                    <a:pt x="447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27"/>
            <p:cNvSpPr/>
            <p:nvPr/>
          </p:nvSpPr>
          <p:spPr>
            <a:xfrm>
              <a:off x="6722494" y="4162840"/>
              <a:ext cx="146768" cy="95275"/>
            </a:xfrm>
            <a:custGeom>
              <a:rect b="b" l="l" r="r" t="t"/>
              <a:pathLst>
                <a:path extrusionOk="0" h="2966" w="4569">
                  <a:moveTo>
                    <a:pt x="57" y="0"/>
                  </a:moveTo>
                  <a:cubicBezTo>
                    <a:pt x="26" y="0"/>
                    <a:pt x="1" y="26"/>
                    <a:pt x="1" y="57"/>
                  </a:cubicBezTo>
                  <a:lnTo>
                    <a:pt x="1" y="2909"/>
                  </a:lnTo>
                  <a:cubicBezTo>
                    <a:pt x="1" y="2939"/>
                    <a:pt x="26" y="2965"/>
                    <a:pt x="57" y="2965"/>
                  </a:cubicBezTo>
                  <a:lnTo>
                    <a:pt x="4512" y="2965"/>
                  </a:lnTo>
                  <a:cubicBezTo>
                    <a:pt x="4544" y="2965"/>
                    <a:pt x="4568" y="2939"/>
                    <a:pt x="4568" y="2909"/>
                  </a:cubicBezTo>
                  <a:lnTo>
                    <a:pt x="4568" y="2705"/>
                  </a:lnTo>
                  <a:lnTo>
                    <a:pt x="318" y="2705"/>
                  </a:lnTo>
                  <a:cubicBezTo>
                    <a:pt x="286" y="2705"/>
                    <a:pt x="262" y="2678"/>
                    <a:pt x="262" y="2648"/>
                  </a:cubicBezTo>
                  <a:lnTo>
                    <a:pt x="26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27"/>
            <p:cNvSpPr/>
            <p:nvPr/>
          </p:nvSpPr>
          <p:spPr>
            <a:xfrm>
              <a:off x="6704569" y="4317356"/>
              <a:ext cx="65883" cy="65947"/>
            </a:xfrm>
            <a:custGeom>
              <a:rect b="b" l="l" r="r" t="t"/>
              <a:pathLst>
                <a:path extrusionOk="0" h="2053" w="2051">
                  <a:moveTo>
                    <a:pt x="970" y="1"/>
                  </a:moveTo>
                  <a:lnTo>
                    <a:pt x="914" y="38"/>
                  </a:lnTo>
                  <a:cubicBezTo>
                    <a:pt x="811" y="38"/>
                    <a:pt x="727" y="122"/>
                    <a:pt x="727" y="225"/>
                  </a:cubicBezTo>
                  <a:lnTo>
                    <a:pt x="727" y="636"/>
                  </a:lnTo>
                  <a:cubicBezTo>
                    <a:pt x="727" y="667"/>
                    <a:pt x="669" y="691"/>
                    <a:pt x="637" y="691"/>
                  </a:cubicBezTo>
                  <a:lnTo>
                    <a:pt x="187" y="691"/>
                  </a:lnTo>
                  <a:cubicBezTo>
                    <a:pt x="83" y="691"/>
                    <a:pt x="0" y="775"/>
                    <a:pt x="0" y="878"/>
                  </a:cubicBezTo>
                  <a:lnTo>
                    <a:pt x="0" y="1082"/>
                  </a:lnTo>
                  <a:lnTo>
                    <a:pt x="38" y="1139"/>
                  </a:lnTo>
                  <a:cubicBezTo>
                    <a:pt x="38" y="1241"/>
                    <a:pt x="122" y="1325"/>
                    <a:pt x="225" y="1325"/>
                  </a:cubicBezTo>
                  <a:lnTo>
                    <a:pt x="672" y="1325"/>
                  </a:lnTo>
                  <a:cubicBezTo>
                    <a:pt x="702" y="1325"/>
                    <a:pt x="727" y="1350"/>
                    <a:pt x="727" y="1382"/>
                  </a:cubicBezTo>
                  <a:lnTo>
                    <a:pt x="727" y="1828"/>
                  </a:lnTo>
                  <a:cubicBezTo>
                    <a:pt x="727" y="1932"/>
                    <a:pt x="811" y="2014"/>
                    <a:pt x="914" y="2014"/>
                  </a:cubicBezTo>
                  <a:lnTo>
                    <a:pt x="970" y="2052"/>
                  </a:lnTo>
                  <a:lnTo>
                    <a:pt x="1174" y="2052"/>
                  </a:lnTo>
                  <a:cubicBezTo>
                    <a:pt x="1277" y="2052"/>
                    <a:pt x="1361" y="1970"/>
                    <a:pt x="1361" y="1867"/>
                  </a:cubicBezTo>
                  <a:lnTo>
                    <a:pt x="1361" y="1418"/>
                  </a:lnTo>
                  <a:cubicBezTo>
                    <a:pt x="1361" y="1386"/>
                    <a:pt x="1386" y="1362"/>
                    <a:pt x="1417" y="1362"/>
                  </a:cubicBezTo>
                  <a:lnTo>
                    <a:pt x="1863" y="1362"/>
                  </a:lnTo>
                  <a:cubicBezTo>
                    <a:pt x="1968" y="1362"/>
                    <a:pt x="2050" y="1278"/>
                    <a:pt x="2050" y="1175"/>
                  </a:cubicBezTo>
                  <a:lnTo>
                    <a:pt x="2050" y="877"/>
                  </a:lnTo>
                  <a:cubicBezTo>
                    <a:pt x="2050" y="775"/>
                    <a:pt x="1968" y="691"/>
                    <a:pt x="1863" y="691"/>
                  </a:cubicBezTo>
                  <a:lnTo>
                    <a:pt x="1417" y="691"/>
                  </a:lnTo>
                  <a:cubicBezTo>
                    <a:pt x="1386" y="691"/>
                    <a:pt x="1361" y="667"/>
                    <a:pt x="1361" y="635"/>
                  </a:cubicBezTo>
                  <a:lnTo>
                    <a:pt x="1361" y="188"/>
                  </a:lnTo>
                  <a:cubicBezTo>
                    <a:pt x="1361" y="83"/>
                    <a:pt x="1277" y="1"/>
                    <a:pt x="117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27"/>
            <p:cNvSpPr/>
            <p:nvPr/>
          </p:nvSpPr>
          <p:spPr>
            <a:xfrm>
              <a:off x="6704505" y="4352050"/>
              <a:ext cx="31191" cy="31255"/>
            </a:xfrm>
            <a:custGeom>
              <a:rect b="b" l="l" r="r" t="t"/>
              <a:pathLst>
                <a:path extrusionOk="0" h="973" w="971">
                  <a:moveTo>
                    <a:pt x="1" y="1"/>
                  </a:moveTo>
                  <a:lnTo>
                    <a:pt x="1" y="95"/>
                  </a:lnTo>
                  <a:cubicBezTo>
                    <a:pt x="1" y="198"/>
                    <a:pt x="83" y="282"/>
                    <a:pt x="186" y="282"/>
                  </a:cubicBezTo>
                  <a:lnTo>
                    <a:pt x="633" y="282"/>
                  </a:lnTo>
                  <a:cubicBezTo>
                    <a:pt x="664" y="282"/>
                    <a:pt x="690" y="306"/>
                    <a:pt x="690" y="338"/>
                  </a:cubicBezTo>
                  <a:lnTo>
                    <a:pt x="690" y="787"/>
                  </a:lnTo>
                  <a:cubicBezTo>
                    <a:pt x="690" y="890"/>
                    <a:pt x="772" y="972"/>
                    <a:pt x="877" y="972"/>
                  </a:cubicBezTo>
                  <a:lnTo>
                    <a:pt x="971" y="972"/>
                  </a:lnTo>
                  <a:lnTo>
                    <a:pt x="971" y="59"/>
                  </a:lnTo>
                  <a:cubicBezTo>
                    <a:pt x="971" y="28"/>
                    <a:pt x="946" y="2"/>
                    <a:pt x="91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27"/>
            <p:cNvSpPr/>
            <p:nvPr/>
          </p:nvSpPr>
          <p:spPr>
            <a:xfrm>
              <a:off x="6725032" y="4317356"/>
              <a:ext cx="10729" cy="22165"/>
            </a:xfrm>
            <a:custGeom>
              <a:rect b="b" l="l" r="r" t="t"/>
              <a:pathLst>
                <a:path extrusionOk="0" h="690" w="334">
                  <a:moveTo>
                    <a:pt x="239" y="1"/>
                  </a:moveTo>
                  <a:cubicBezTo>
                    <a:pt x="136" y="1"/>
                    <a:pt x="52" y="83"/>
                    <a:pt x="52" y="188"/>
                  </a:cubicBezTo>
                  <a:lnTo>
                    <a:pt x="52" y="633"/>
                  </a:lnTo>
                  <a:cubicBezTo>
                    <a:pt x="52" y="662"/>
                    <a:pt x="28" y="687"/>
                    <a:pt x="0" y="690"/>
                  </a:cubicBezTo>
                  <a:lnTo>
                    <a:pt x="277" y="690"/>
                  </a:lnTo>
                  <a:cubicBezTo>
                    <a:pt x="307" y="690"/>
                    <a:pt x="333" y="665"/>
                    <a:pt x="333" y="633"/>
                  </a:cubicBezTo>
                  <a:lnTo>
                    <a:pt x="33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27"/>
            <p:cNvSpPr/>
            <p:nvPr/>
          </p:nvSpPr>
          <p:spPr>
            <a:xfrm>
              <a:off x="6767371" y="4293970"/>
              <a:ext cx="18053" cy="18085"/>
            </a:xfrm>
            <a:custGeom>
              <a:rect b="b" l="l" r="r" t="t"/>
              <a:pathLst>
                <a:path extrusionOk="0" h="563" w="562">
                  <a:moveTo>
                    <a:pt x="282" y="1"/>
                  </a:moveTo>
                  <a:cubicBezTo>
                    <a:pt x="127" y="1"/>
                    <a:pt x="1" y="127"/>
                    <a:pt x="1" y="281"/>
                  </a:cubicBezTo>
                  <a:cubicBezTo>
                    <a:pt x="1" y="436"/>
                    <a:pt x="127" y="562"/>
                    <a:pt x="282" y="562"/>
                  </a:cubicBezTo>
                  <a:cubicBezTo>
                    <a:pt x="437" y="562"/>
                    <a:pt x="561" y="436"/>
                    <a:pt x="561" y="281"/>
                  </a:cubicBezTo>
                  <a:cubicBezTo>
                    <a:pt x="561" y="127"/>
                    <a:pt x="437" y="1"/>
                    <a:pt x="28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27"/>
            <p:cNvSpPr/>
            <p:nvPr/>
          </p:nvSpPr>
          <p:spPr>
            <a:xfrm>
              <a:off x="6806274" y="4293970"/>
              <a:ext cx="18053" cy="18085"/>
            </a:xfrm>
            <a:custGeom>
              <a:rect b="b" l="l" r="r" t="t"/>
              <a:pathLst>
                <a:path extrusionOk="0" h="563" w="562">
                  <a:moveTo>
                    <a:pt x="281" y="1"/>
                  </a:moveTo>
                  <a:cubicBezTo>
                    <a:pt x="126" y="1"/>
                    <a:pt x="0" y="127"/>
                    <a:pt x="0" y="281"/>
                  </a:cubicBezTo>
                  <a:cubicBezTo>
                    <a:pt x="0" y="436"/>
                    <a:pt x="126" y="562"/>
                    <a:pt x="281" y="562"/>
                  </a:cubicBezTo>
                  <a:cubicBezTo>
                    <a:pt x="436" y="562"/>
                    <a:pt x="562" y="436"/>
                    <a:pt x="562" y="281"/>
                  </a:cubicBezTo>
                  <a:cubicBezTo>
                    <a:pt x="562" y="127"/>
                    <a:pt x="436" y="1"/>
                    <a:pt x="28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27"/>
            <p:cNvSpPr/>
            <p:nvPr/>
          </p:nvSpPr>
          <p:spPr>
            <a:xfrm>
              <a:off x="6782406" y="4323685"/>
              <a:ext cx="26919" cy="9026"/>
            </a:xfrm>
            <a:custGeom>
              <a:rect b="b" l="l" r="r" t="t"/>
              <a:pathLst>
                <a:path extrusionOk="0" h="281" w="838">
                  <a:moveTo>
                    <a:pt x="140" y="1"/>
                  </a:moveTo>
                  <a:cubicBezTo>
                    <a:pt x="63" y="1"/>
                    <a:pt x="1" y="64"/>
                    <a:pt x="1" y="140"/>
                  </a:cubicBezTo>
                  <a:cubicBezTo>
                    <a:pt x="1" y="216"/>
                    <a:pt x="61" y="280"/>
                    <a:pt x="140" y="280"/>
                  </a:cubicBezTo>
                  <a:lnTo>
                    <a:pt x="698" y="280"/>
                  </a:lnTo>
                  <a:cubicBezTo>
                    <a:pt x="776" y="280"/>
                    <a:pt x="837" y="216"/>
                    <a:pt x="837" y="140"/>
                  </a:cubicBezTo>
                  <a:cubicBezTo>
                    <a:pt x="837" y="64"/>
                    <a:pt x="776" y="1"/>
                    <a:pt x="69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27"/>
            <p:cNvSpPr/>
            <p:nvPr/>
          </p:nvSpPr>
          <p:spPr>
            <a:xfrm>
              <a:off x="6782373" y="4375212"/>
              <a:ext cx="8994" cy="35945"/>
            </a:xfrm>
            <a:custGeom>
              <a:rect b="b" l="l" r="r" t="t"/>
              <a:pathLst>
                <a:path extrusionOk="0" h="1119" w="280">
                  <a:moveTo>
                    <a:pt x="141" y="1"/>
                  </a:moveTo>
                  <a:cubicBezTo>
                    <a:pt x="64" y="1"/>
                    <a:pt x="0" y="61"/>
                    <a:pt x="0" y="140"/>
                  </a:cubicBezTo>
                  <a:lnTo>
                    <a:pt x="0" y="979"/>
                  </a:lnTo>
                  <a:cubicBezTo>
                    <a:pt x="0" y="1055"/>
                    <a:pt x="62" y="1118"/>
                    <a:pt x="141" y="1118"/>
                  </a:cubicBezTo>
                  <a:cubicBezTo>
                    <a:pt x="219" y="1118"/>
                    <a:pt x="279" y="1055"/>
                    <a:pt x="279" y="979"/>
                  </a:cubicBezTo>
                  <a:lnTo>
                    <a:pt x="279" y="140"/>
                  </a:lnTo>
                  <a:cubicBezTo>
                    <a:pt x="279" y="63"/>
                    <a:pt x="216"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27"/>
            <p:cNvSpPr/>
            <p:nvPr/>
          </p:nvSpPr>
          <p:spPr>
            <a:xfrm>
              <a:off x="6800363" y="4375212"/>
              <a:ext cx="8962" cy="35945"/>
            </a:xfrm>
            <a:custGeom>
              <a:rect b="b" l="l" r="r" t="t"/>
              <a:pathLst>
                <a:path extrusionOk="0" h="1119" w="279">
                  <a:moveTo>
                    <a:pt x="139" y="1"/>
                  </a:moveTo>
                  <a:cubicBezTo>
                    <a:pt x="64" y="1"/>
                    <a:pt x="0" y="61"/>
                    <a:pt x="0" y="140"/>
                  </a:cubicBezTo>
                  <a:lnTo>
                    <a:pt x="0" y="979"/>
                  </a:lnTo>
                  <a:cubicBezTo>
                    <a:pt x="0" y="1055"/>
                    <a:pt x="61" y="1118"/>
                    <a:pt x="139" y="1118"/>
                  </a:cubicBezTo>
                  <a:cubicBezTo>
                    <a:pt x="217" y="1118"/>
                    <a:pt x="278" y="1055"/>
                    <a:pt x="278" y="979"/>
                  </a:cubicBezTo>
                  <a:lnTo>
                    <a:pt x="278" y="140"/>
                  </a:lnTo>
                  <a:cubicBezTo>
                    <a:pt x="278" y="63"/>
                    <a:pt x="217"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27"/>
            <p:cNvSpPr/>
            <p:nvPr/>
          </p:nvSpPr>
          <p:spPr>
            <a:xfrm>
              <a:off x="6818320" y="4382697"/>
              <a:ext cx="9026" cy="20976"/>
            </a:xfrm>
            <a:custGeom>
              <a:rect b="b" l="l" r="r" t="t"/>
              <a:pathLst>
                <a:path extrusionOk="0" h="653" w="281">
                  <a:moveTo>
                    <a:pt x="139" y="1"/>
                  </a:moveTo>
                  <a:cubicBezTo>
                    <a:pt x="64" y="1"/>
                    <a:pt x="0" y="62"/>
                    <a:pt x="0" y="140"/>
                  </a:cubicBezTo>
                  <a:lnTo>
                    <a:pt x="0" y="513"/>
                  </a:lnTo>
                  <a:cubicBezTo>
                    <a:pt x="0" y="588"/>
                    <a:pt x="62" y="652"/>
                    <a:pt x="139" y="652"/>
                  </a:cubicBezTo>
                  <a:cubicBezTo>
                    <a:pt x="217" y="652"/>
                    <a:pt x="281" y="588"/>
                    <a:pt x="280" y="513"/>
                  </a:cubicBezTo>
                  <a:lnTo>
                    <a:pt x="280" y="140"/>
                  </a:lnTo>
                  <a:cubicBezTo>
                    <a:pt x="280" y="64"/>
                    <a:pt x="217"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27"/>
            <p:cNvSpPr/>
            <p:nvPr/>
          </p:nvSpPr>
          <p:spPr>
            <a:xfrm>
              <a:off x="6764416" y="4382697"/>
              <a:ext cx="8994" cy="20976"/>
            </a:xfrm>
            <a:custGeom>
              <a:rect b="b" l="l" r="r" t="t"/>
              <a:pathLst>
                <a:path extrusionOk="0" h="653" w="280">
                  <a:moveTo>
                    <a:pt x="141" y="1"/>
                  </a:moveTo>
                  <a:cubicBezTo>
                    <a:pt x="64" y="1"/>
                    <a:pt x="0" y="62"/>
                    <a:pt x="0" y="140"/>
                  </a:cubicBezTo>
                  <a:lnTo>
                    <a:pt x="0" y="513"/>
                  </a:lnTo>
                  <a:cubicBezTo>
                    <a:pt x="0" y="588"/>
                    <a:pt x="63" y="652"/>
                    <a:pt x="141" y="652"/>
                  </a:cubicBezTo>
                  <a:cubicBezTo>
                    <a:pt x="217" y="652"/>
                    <a:pt x="280" y="588"/>
                    <a:pt x="280" y="513"/>
                  </a:cubicBezTo>
                  <a:lnTo>
                    <a:pt x="280" y="140"/>
                  </a:lnTo>
                  <a:cubicBezTo>
                    <a:pt x="280" y="64"/>
                    <a:pt x="217"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27"/>
            <p:cNvSpPr/>
            <p:nvPr/>
          </p:nvSpPr>
          <p:spPr>
            <a:xfrm>
              <a:off x="6791368" y="4180605"/>
              <a:ext cx="9026" cy="8962"/>
            </a:xfrm>
            <a:custGeom>
              <a:rect b="b" l="l" r="r" t="t"/>
              <a:pathLst>
                <a:path extrusionOk="0" h="279" w="281">
                  <a:moveTo>
                    <a:pt x="140" y="0"/>
                  </a:moveTo>
                  <a:cubicBezTo>
                    <a:pt x="63" y="0"/>
                    <a:pt x="1" y="63"/>
                    <a:pt x="1" y="139"/>
                  </a:cubicBezTo>
                  <a:cubicBezTo>
                    <a:pt x="1" y="216"/>
                    <a:pt x="63" y="278"/>
                    <a:pt x="140" y="278"/>
                  </a:cubicBezTo>
                  <a:cubicBezTo>
                    <a:pt x="218" y="278"/>
                    <a:pt x="280" y="216"/>
                    <a:pt x="280" y="139"/>
                  </a:cubicBezTo>
                  <a:cubicBezTo>
                    <a:pt x="280" y="63"/>
                    <a:pt x="218" y="0"/>
                    <a:pt x="14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27"/>
            <p:cNvSpPr/>
            <p:nvPr/>
          </p:nvSpPr>
          <p:spPr>
            <a:xfrm>
              <a:off x="6791368" y="4198562"/>
              <a:ext cx="9026" cy="8962"/>
            </a:xfrm>
            <a:custGeom>
              <a:rect b="b" l="l" r="r" t="t"/>
              <a:pathLst>
                <a:path extrusionOk="0" h="279" w="281">
                  <a:moveTo>
                    <a:pt x="140" y="0"/>
                  </a:moveTo>
                  <a:cubicBezTo>
                    <a:pt x="63" y="0"/>
                    <a:pt x="1" y="62"/>
                    <a:pt x="1" y="139"/>
                  </a:cubicBezTo>
                  <a:cubicBezTo>
                    <a:pt x="1" y="216"/>
                    <a:pt x="63" y="278"/>
                    <a:pt x="140" y="278"/>
                  </a:cubicBezTo>
                  <a:cubicBezTo>
                    <a:pt x="218" y="278"/>
                    <a:pt x="280" y="216"/>
                    <a:pt x="280" y="139"/>
                  </a:cubicBezTo>
                  <a:cubicBezTo>
                    <a:pt x="280" y="62"/>
                    <a:pt x="218" y="0"/>
                    <a:pt x="14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27"/>
            <p:cNvSpPr/>
            <p:nvPr/>
          </p:nvSpPr>
          <p:spPr>
            <a:xfrm>
              <a:off x="6780864" y="4220663"/>
              <a:ext cx="30067" cy="19498"/>
            </a:xfrm>
            <a:custGeom>
              <a:rect b="b" l="l" r="r" t="t"/>
              <a:pathLst>
                <a:path extrusionOk="0" h="607" w="936">
                  <a:moveTo>
                    <a:pt x="467" y="0"/>
                  </a:moveTo>
                  <a:cubicBezTo>
                    <a:pt x="418" y="0"/>
                    <a:pt x="368" y="20"/>
                    <a:pt x="332" y="59"/>
                  </a:cubicBezTo>
                  <a:lnTo>
                    <a:pt x="114" y="291"/>
                  </a:lnTo>
                  <a:cubicBezTo>
                    <a:pt x="1" y="411"/>
                    <a:pt x="83" y="606"/>
                    <a:pt x="248" y="606"/>
                  </a:cubicBezTo>
                  <a:lnTo>
                    <a:pt x="688" y="606"/>
                  </a:lnTo>
                  <a:cubicBezTo>
                    <a:pt x="851" y="606"/>
                    <a:pt x="936" y="411"/>
                    <a:pt x="824" y="291"/>
                  </a:cubicBezTo>
                  <a:lnTo>
                    <a:pt x="604" y="59"/>
                  </a:lnTo>
                  <a:cubicBezTo>
                    <a:pt x="567" y="20"/>
                    <a:pt x="517" y="0"/>
                    <a:pt x="4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27"/>
            <p:cNvSpPr/>
            <p:nvPr/>
          </p:nvSpPr>
          <p:spPr>
            <a:xfrm>
              <a:off x="6740227" y="4196699"/>
              <a:ext cx="31287" cy="18021"/>
            </a:xfrm>
            <a:custGeom>
              <a:rect b="b" l="l" r="r" t="t"/>
              <a:pathLst>
                <a:path extrusionOk="0" h="561" w="974">
                  <a:moveTo>
                    <a:pt x="281" y="0"/>
                  </a:moveTo>
                  <a:cubicBezTo>
                    <a:pt x="125" y="0"/>
                    <a:pt x="1" y="126"/>
                    <a:pt x="1" y="281"/>
                  </a:cubicBezTo>
                  <a:cubicBezTo>
                    <a:pt x="1" y="436"/>
                    <a:pt x="128" y="560"/>
                    <a:pt x="281" y="560"/>
                  </a:cubicBezTo>
                  <a:lnTo>
                    <a:pt x="693" y="560"/>
                  </a:lnTo>
                  <a:cubicBezTo>
                    <a:pt x="847" y="560"/>
                    <a:pt x="973" y="434"/>
                    <a:pt x="973" y="281"/>
                  </a:cubicBezTo>
                  <a:cubicBezTo>
                    <a:pt x="973" y="125"/>
                    <a:pt x="846" y="0"/>
                    <a:pt x="69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27"/>
            <p:cNvSpPr/>
            <p:nvPr/>
          </p:nvSpPr>
          <p:spPr>
            <a:xfrm>
              <a:off x="6820216" y="4180830"/>
              <a:ext cx="31287" cy="18021"/>
            </a:xfrm>
            <a:custGeom>
              <a:rect b="b" l="l" r="r" t="t"/>
              <a:pathLst>
                <a:path extrusionOk="0" h="561" w="974">
                  <a:moveTo>
                    <a:pt x="281" y="1"/>
                  </a:moveTo>
                  <a:cubicBezTo>
                    <a:pt x="125" y="1"/>
                    <a:pt x="0" y="126"/>
                    <a:pt x="0" y="280"/>
                  </a:cubicBezTo>
                  <a:cubicBezTo>
                    <a:pt x="0" y="436"/>
                    <a:pt x="128" y="561"/>
                    <a:pt x="281" y="561"/>
                  </a:cubicBezTo>
                  <a:lnTo>
                    <a:pt x="692" y="561"/>
                  </a:lnTo>
                  <a:cubicBezTo>
                    <a:pt x="846" y="561"/>
                    <a:pt x="970" y="435"/>
                    <a:pt x="973" y="280"/>
                  </a:cubicBezTo>
                  <a:cubicBezTo>
                    <a:pt x="973" y="125"/>
                    <a:pt x="846" y="1"/>
                    <a:pt x="6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27"/>
            <p:cNvSpPr/>
            <p:nvPr/>
          </p:nvSpPr>
          <p:spPr>
            <a:xfrm>
              <a:off x="6821372" y="4317356"/>
              <a:ext cx="65915" cy="65947"/>
            </a:xfrm>
            <a:custGeom>
              <a:rect b="b" l="l" r="r" t="t"/>
              <a:pathLst>
                <a:path extrusionOk="0" h="2053" w="2052">
                  <a:moveTo>
                    <a:pt x="969" y="1"/>
                  </a:moveTo>
                  <a:lnTo>
                    <a:pt x="913" y="38"/>
                  </a:lnTo>
                  <a:cubicBezTo>
                    <a:pt x="810" y="38"/>
                    <a:pt x="727" y="122"/>
                    <a:pt x="727" y="225"/>
                  </a:cubicBezTo>
                  <a:lnTo>
                    <a:pt x="727" y="636"/>
                  </a:lnTo>
                  <a:cubicBezTo>
                    <a:pt x="727" y="667"/>
                    <a:pt x="669" y="691"/>
                    <a:pt x="638" y="691"/>
                  </a:cubicBezTo>
                  <a:lnTo>
                    <a:pt x="187" y="691"/>
                  </a:lnTo>
                  <a:cubicBezTo>
                    <a:pt x="85" y="691"/>
                    <a:pt x="1" y="775"/>
                    <a:pt x="1" y="878"/>
                  </a:cubicBezTo>
                  <a:lnTo>
                    <a:pt x="1" y="1082"/>
                  </a:lnTo>
                  <a:lnTo>
                    <a:pt x="40" y="1139"/>
                  </a:lnTo>
                  <a:cubicBezTo>
                    <a:pt x="40" y="1241"/>
                    <a:pt x="122" y="1325"/>
                    <a:pt x="225" y="1325"/>
                  </a:cubicBezTo>
                  <a:lnTo>
                    <a:pt x="672" y="1325"/>
                  </a:lnTo>
                  <a:cubicBezTo>
                    <a:pt x="703" y="1325"/>
                    <a:pt x="729" y="1350"/>
                    <a:pt x="729" y="1382"/>
                  </a:cubicBezTo>
                  <a:lnTo>
                    <a:pt x="729" y="1828"/>
                  </a:lnTo>
                  <a:cubicBezTo>
                    <a:pt x="729" y="1932"/>
                    <a:pt x="811" y="2014"/>
                    <a:pt x="916" y="2014"/>
                  </a:cubicBezTo>
                  <a:lnTo>
                    <a:pt x="971" y="2052"/>
                  </a:lnTo>
                  <a:lnTo>
                    <a:pt x="1176" y="2052"/>
                  </a:lnTo>
                  <a:cubicBezTo>
                    <a:pt x="1279" y="2052"/>
                    <a:pt x="1361" y="1970"/>
                    <a:pt x="1361" y="1867"/>
                  </a:cubicBezTo>
                  <a:lnTo>
                    <a:pt x="1361" y="1418"/>
                  </a:lnTo>
                  <a:cubicBezTo>
                    <a:pt x="1361" y="1386"/>
                    <a:pt x="1388" y="1362"/>
                    <a:pt x="1418" y="1362"/>
                  </a:cubicBezTo>
                  <a:lnTo>
                    <a:pt x="1865" y="1362"/>
                  </a:lnTo>
                  <a:cubicBezTo>
                    <a:pt x="1968" y="1362"/>
                    <a:pt x="2052" y="1278"/>
                    <a:pt x="2052" y="1175"/>
                  </a:cubicBezTo>
                  <a:lnTo>
                    <a:pt x="2052" y="877"/>
                  </a:lnTo>
                  <a:cubicBezTo>
                    <a:pt x="2049" y="775"/>
                    <a:pt x="1967" y="691"/>
                    <a:pt x="1864" y="691"/>
                  </a:cubicBezTo>
                  <a:lnTo>
                    <a:pt x="1416" y="691"/>
                  </a:lnTo>
                  <a:cubicBezTo>
                    <a:pt x="1386" y="691"/>
                    <a:pt x="1360" y="667"/>
                    <a:pt x="1360" y="635"/>
                  </a:cubicBezTo>
                  <a:lnTo>
                    <a:pt x="1360" y="188"/>
                  </a:lnTo>
                  <a:cubicBezTo>
                    <a:pt x="1360" y="83"/>
                    <a:pt x="1277" y="1"/>
                    <a:pt x="117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27"/>
            <p:cNvSpPr/>
            <p:nvPr/>
          </p:nvSpPr>
          <p:spPr>
            <a:xfrm>
              <a:off x="6821276" y="4352050"/>
              <a:ext cx="31191" cy="31255"/>
            </a:xfrm>
            <a:custGeom>
              <a:rect b="b" l="l" r="r" t="t"/>
              <a:pathLst>
                <a:path extrusionOk="0" h="973" w="971">
                  <a:moveTo>
                    <a:pt x="1" y="1"/>
                  </a:moveTo>
                  <a:lnTo>
                    <a:pt x="1" y="95"/>
                  </a:lnTo>
                  <a:cubicBezTo>
                    <a:pt x="1" y="198"/>
                    <a:pt x="83" y="282"/>
                    <a:pt x="188" y="282"/>
                  </a:cubicBezTo>
                  <a:lnTo>
                    <a:pt x="633" y="282"/>
                  </a:lnTo>
                  <a:cubicBezTo>
                    <a:pt x="665" y="282"/>
                    <a:pt x="690" y="306"/>
                    <a:pt x="690" y="338"/>
                  </a:cubicBezTo>
                  <a:lnTo>
                    <a:pt x="690" y="787"/>
                  </a:lnTo>
                  <a:cubicBezTo>
                    <a:pt x="690" y="890"/>
                    <a:pt x="774" y="972"/>
                    <a:pt x="877" y="972"/>
                  </a:cubicBezTo>
                  <a:lnTo>
                    <a:pt x="971" y="972"/>
                  </a:lnTo>
                  <a:lnTo>
                    <a:pt x="971" y="59"/>
                  </a:lnTo>
                  <a:cubicBezTo>
                    <a:pt x="971" y="28"/>
                    <a:pt x="945" y="2"/>
                    <a:pt x="91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27"/>
            <p:cNvSpPr/>
            <p:nvPr/>
          </p:nvSpPr>
          <p:spPr>
            <a:xfrm>
              <a:off x="6841803" y="4317356"/>
              <a:ext cx="10729" cy="22165"/>
            </a:xfrm>
            <a:custGeom>
              <a:rect b="b" l="l" r="r" t="t"/>
              <a:pathLst>
                <a:path extrusionOk="0" h="690" w="334">
                  <a:moveTo>
                    <a:pt x="239" y="1"/>
                  </a:moveTo>
                  <a:cubicBezTo>
                    <a:pt x="136" y="1"/>
                    <a:pt x="52" y="83"/>
                    <a:pt x="52" y="188"/>
                  </a:cubicBezTo>
                  <a:lnTo>
                    <a:pt x="52" y="633"/>
                  </a:lnTo>
                  <a:cubicBezTo>
                    <a:pt x="52" y="662"/>
                    <a:pt x="28" y="687"/>
                    <a:pt x="0" y="690"/>
                  </a:cubicBezTo>
                  <a:lnTo>
                    <a:pt x="277" y="690"/>
                  </a:lnTo>
                  <a:cubicBezTo>
                    <a:pt x="309" y="690"/>
                    <a:pt x="333" y="665"/>
                    <a:pt x="333" y="633"/>
                  </a:cubicBezTo>
                  <a:lnTo>
                    <a:pt x="33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91" name="Google Shape;2791;p27"/>
          <p:cNvGrpSpPr/>
          <p:nvPr/>
        </p:nvGrpSpPr>
        <p:grpSpPr>
          <a:xfrm>
            <a:off x="6012102" y="4221852"/>
            <a:ext cx="297647" cy="107771"/>
            <a:chOff x="6012102" y="4221852"/>
            <a:chExt cx="297647" cy="107771"/>
          </a:xfrm>
        </p:grpSpPr>
        <p:sp>
          <p:nvSpPr>
            <p:cNvPr id="2792" name="Google Shape;2792;p27"/>
            <p:cNvSpPr/>
            <p:nvPr/>
          </p:nvSpPr>
          <p:spPr>
            <a:xfrm>
              <a:off x="6013290" y="4221852"/>
              <a:ext cx="296459" cy="106647"/>
            </a:xfrm>
            <a:custGeom>
              <a:rect b="b" l="l" r="r" t="t"/>
              <a:pathLst>
                <a:path extrusionOk="0" h="3320" w="9229">
                  <a:moveTo>
                    <a:pt x="224" y="0"/>
                  </a:moveTo>
                  <a:cubicBezTo>
                    <a:pt x="80" y="9"/>
                    <a:pt x="0" y="345"/>
                    <a:pt x="0" y="493"/>
                  </a:cubicBezTo>
                  <a:lnTo>
                    <a:pt x="1" y="3039"/>
                  </a:lnTo>
                  <a:cubicBezTo>
                    <a:pt x="1" y="3194"/>
                    <a:pt x="129" y="3320"/>
                    <a:pt x="282" y="3320"/>
                  </a:cubicBezTo>
                  <a:lnTo>
                    <a:pt x="8913" y="3281"/>
                  </a:lnTo>
                  <a:cubicBezTo>
                    <a:pt x="9061" y="3281"/>
                    <a:pt x="9220" y="3242"/>
                    <a:pt x="9229" y="3095"/>
                  </a:cubicBezTo>
                  <a:lnTo>
                    <a:pt x="9229" y="3077"/>
                  </a:lnTo>
                  <a:lnTo>
                    <a:pt x="9229" y="281"/>
                  </a:lnTo>
                  <a:cubicBezTo>
                    <a:pt x="9229" y="125"/>
                    <a:pt x="9101" y="0"/>
                    <a:pt x="894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27"/>
            <p:cNvSpPr/>
            <p:nvPr/>
          </p:nvSpPr>
          <p:spPr>
            <a:xfrm>
              <a:off x="6012102" y="4221852"/>
              <a:ext cx="297647" cy="107771"/>
            </a:xfrm>
            <a:custGeom>
              <a:rect b="b" l="l" r="r" t="t"/>
              <a:pathLst>
                <a:path extrusionOk="0" h="3355" w="9266">
                  <a:moveTo>
                    <a:pt x="261" y="0"/>
                  </a:moveTo>
                  <a:cubicBezTo>
                    <a:pt x="117" y="9"/>
                    <a:pt x="1" y="131"/>
                    <a:pt x="1" y="278"/>
                  </a:cubicBezTo>
                  <a:lnTo>
                    <a:pt x="1" y="3075"/>
                  </a:lnTo>
                  <a:cubicBezTo>
                    <a:pt x="1" y="3230"/>
                    <a:pt x="127" y="3355"/>
                    <a:pt x="282" y="3355"/>
                  </a:cubicBezTo>
                  <a:lnTo>
                    <a:pt x="8986" y="3355"/>
                  </a:lnTo>
                  <a:cubicBezTo>
                    <a:pt x="9135" y="3355"/>
                    <a:pt x="9257" y="3242"/>
                    <a:pt x="9266" y="3095"/>
                  </a:cubicBezTo>
                  <a:lnTo>
                    <a:pt x="373" y="3095"/>
                  </a:lnTo>
                  <a:cubicBezTo>
                    <a:pt x="312" y="3095"/>
                    <a:pt x="261" y="3045"/>
                    <a:pt x="261" y="2982"/>
                  </a:cubicBezTo>
                  <a:lnTo>
                    <a:pt x="26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27"/>
            <p:cNvSpPr/>
            <p:nvPr/>
          </p:nvSpPr>
          <p:spPr>
            <a:xfrm>
              <a:off x="6099415" y="4294067"/>
              <a:ext cx="35206" cy="17989"/>
            </a:xfrm>
            <a:custGeom>
              <a:rect b="b" l="l" r="r" t="t"/>
              <a:pathLst>
                <a:path extrusionOk="0" h="560" w="1096">
                  <a:moveTo>
                    <a:pt x="19" y="1"/>
                  </a:moveTo>
                  <a:lnTo>
                    <a:pt x="0" y="140"/>
                  </a:lnTo>
                  <a:lnTo>
                    <a:pt x="0" y="370"/>
                  </a:lnTo>
                  <a:lnTo>
                    <a:pt x="19" y="559"/>
                  </a:lnTo>
                  <a:lnTo>
                    <a:pt x="1077" y="559"/>
                  </a:lnTo>
                  <a:lnTo>
                    <a:pt x="1096" y="420"/>
                  </a:lnTo>
                  <a:lnTo>
                    <a:pt x="1096" y="167"/>
                  </a:lnTo>
                  <a:lnTo>
                    <a:pt x="1077"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27"/>
            <p:cNvSpPr/>
            <p:nvPr/>
          </p:nvSpPr>
          <p:spPr>
            <a:xfrm>
              <a:off x="6066006" y="4294067"/>
              <a:ext cx="34018" cy="17989"/>
            </a:xfrm>
            <a:custGeom>
              <a:rect b="b" l="l" r="r" t="t"/>
              <a:pathLst>
                <a:path extrusionOk="0" h="560" w="1059">
                  <a:moveTo>
                    <a:pt x="56" y="1"/>
                  </a:moveTo>
                  <a:cubicBezTo>
                    <a:pt x="25" y="1"/>
                    <a:pt x="1" y="25"/>
                    <a:pt x="1" y="56"/>
                  </a:cubicBezTo>
                  <a:lnTo>
                    <a:pt x="1" y="503"/>
                  </a:lnTo>
                  <a:cubicBezTo>
                    <a:pt x="1" y="533"/>
                    <a:pt x="25" y="559"/>
                    <a:pt x="56" y="559"/>
                  </a:cubicBezTo>
                  <a:lnTo>
                    <a:pt x="1059" y="559"/>
                  </a:lnTo>
                  <a:lnTo>
                    <a:pt x="10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27"/>
            <p:cNvSpPr/>
            <p:nvPr/>
          </p:nvSpPr>
          <p:spPr>
            <a:xfrm>
              <a:off x="6134013" y="4294067"/>
              <a:ext cx="34628" cy="17989"/>
            </a:xfrm>
            <a:custGeom>
              <a:rect b="b" l="l" r="r" t="t"/>
              <a:pathLst>
                <a:path extrusionOk="0" h="560" w="1078">
                  <a:moveTo>
                    <a:pt x="0" y="1"/>
                  </a:moveTo>
                  <a:lnTo>
                    <a:pt x="0" y="559"/>
                  </a:lnTo>
                  <a:lnTo>
                    <a:pt x="1058" y="559"/>
                  </a:lnTo>
                  <a:lnTo>
                    <a:pt x="1077" y="420"/>
                  </a:lnTo>
                  <a:lnTo>
                    <a:pt x="1077" y="140"/>
                  </a:lnTo>
                  <a:lnTo>
                    <a:pt x="105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27"/>
            <p:cNvSpPr/>
            <p:nvPr/>
          </p:nvSpPr>
          <p:spPr>
            <a:xfrm>
              <a:off x="6167936" y="4294067"/>
              <a:ext cx="34050" cy="17989"/>
            </a:xfrm>
            <a:custGeom>
              <a:rect b="b" l="l" r="r" t="t"/>
              <a:pathLst>
                <a:path extrusionOk="0" h="560" w="1060">
                  <a:moveTo>
                    <a:pt x="1" y="1"/>
                  </a:moveTo>
                  <a:lnTo>
                    <a:pt x="1" y="559"/>
                  </a:lnTo>
                  <a:lnTo>
                    <a:pt x="1004" y="559"/>
                  </a:lnTo>
                  <a:cubicBezTo>
                    <a:pt x="1036" y="559"/>
                    <a:pt x="1059" y="533"/>
                    <a:pt x="1059" y="503"/>
                  </a:cubicBezTo>
                  <a:lnTo>
                    <a:pt x="1059" y="56"/>
                  </a:lnTo>
                  <a:cubicBezTo>
                    <a:pt x="1059" y="25"/>
                    <a:pt x="1034"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27"/>
            <p:cNvSpPr/>
            <p:nvPr/>
          </p:nvSpPr>
          <p:spPr>
            <a:xfrm>
              <a:off x="6031280" y="4240066"/>
              <a:ext cx="170699" cy="34821"/>
            </a:xfrm>
            <a:custGeom>
              <a:rect b="b" l="l" r="r" t="t"/>
              <a:pathLst>
                <a:path extrusionOk="0" h="1084" w="5314">
                  <a:moveTo>
                    <a:pt x="206" y="1"/>
                  </a:moveTo>
                  <a:lnTo>
                    <a:pt x="57" y="40"/>
                  </a:lnTo>
                  <a:cubicBezTo>
                    <a:pt x="26" y="40"/>
                    <a:pt x="0" y="65"/>
                    <a:pt x="0" y="96"/>
                  </a:cubicBezTo>
                  <a:lnTo>
                    <a:pt x="0" y="1027"/>
                  </a:lnTo>
                  <a:cubicBezTo>
                    <a:pt x="0" y="1059"/>
                    <a:pt x="26" y="1084"/>
                    <a:pt x="57" y="1084"/>
                  </a:cubicBezTo>
                  <a:lnTo>
                    <a:pt x="5222" y="1084"/>
                  </a:lnTo>
                  <a:cubicBezTo>
                    <a:pt x="5252" y="1084"/>
                    <a:pt x="5277" y="1059"/>
                    <a:pt x="5275" y="1026"/>
                  </a:cubicBezTo>
                  <a:lnTo>
                    <a:pt x="5313" y="878"/>
                  </a:lnTo>
                  <a:lnTo>
                    <a:pt x="5313" y="57"/>
                  </a:lnTo>
                  <a:cubicBezTo>
                    <a:pt x="5313" y="27"/>
                    <a:pt x="5288" y="1"/>
                    <a:pt x="525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27"/>
            <p:cNvSpPr/>
            <p:nvPr/>
          </p:nvSpPr>
          <p:spPr>
            <a:xfrm>
              <a:off x="6030059" y="4240163"/>
              <a:ext cx="171920" cy="35945"/>
            </a:xfrm>
            <a:custGeom>
              <a:rect b="b" l="l" r="r" t="t"/>
              <a:pathLst>
                <a:path extrusionOk="0" h="1119" w="5352">
                  <a:moveTo>
                    <a:pt x="57" y="1"/>
                  </a:moveTo>
                  <a:cubicBezTo>
                    <a:pt x="25" y="1"/>
                    <a:pt x="1" y="25"/>
                    <a:pt x="1" y="57"/>
                  </a:cubicBezTo>
                  <a:lnTo>
                    <a:pt x="1" y="1063"/>
                  </a:lnTo>
                  <a:cubicBezTo>
                    <a:pt x="1" y="1094"/>
                    <a:pt x="25" y="1118"/>
                    <a:pt x="57" y="1118"/>
                  </a:cubicBezTo>
                  <a:lnTo>
                    <a:pt x="5296" y="1118"/>
                  </a:lnTo>
                  <a:cubicBezTo>
                    <a:pt x="5326" y="1118"/>
                    <a:pt x="5351" y="1094"/>
                    <a:pt x="5351" y="1063"/>
                  </a:cubicBezTo>
                  <a:lnTo>
                    <a:pt x="5351" y="878"/>
                  </a:lnTo>
                  <a:lnTo>
                    <a:pt x="281" y="878"/>
                  </a:lnTo>
                  <a:cubicBezTo>
                    <a:pt x="260" y="878"/>
                    <a:pt x="242" y="861"/>
                    <a:pt x="242" y="840"/>
                  </a:cubicBezTo>
                  <a:lnTo>
                    <a:pt x="24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27"/>
            <p:cNvSpPr/>
            <p:nvPr/>
          </p:nvSpPr>
          <p:spPr>
            <a:xfrm>
              <a:off x="6084895" y="4253655"/>
              <a:ext cx="62286" cy="8962"/>
            </a:xfrm>
            <a:custGeom>
              <a:rect b="b" l="l" r="r" t="t"/>
              <a:pathLst>
                <a:path extrusionOk="0" h="279" w="1939">
                  <a:moveTo>
                    <a:pt x="139" y="1"/>
                  </a:moveTo>
                  <a:cubicBezTo>
                    <a:pt x="63" y="1"/>
                    <a:pt x="0" y="64"/>
                    <a:pt x="0" y="140"/>
                  </a:cubicBezTo>
                  <a:cubicBezTo>
                    <a:pt x="0" y="216"/>
                    <a:pt x="61" y="278"/>
                    <a:pt x="139" y="278"/>
                  </a:cubicBezTo>
                  <a:lnTo>
                    <a:pt x="1798" y="278"/>
                  </a:lnTo>
                  <a:cubicBezTo>
                    <a:pt x="1877" y="278"/>
                    <a:pt x="1939" y="216"/>
                    <a:pt x="1939" y="140"/>
                  </a:cubicBezTo>
                  <a:cubicBezTo>
                    <a:pt x="1939" y="64"/>
                    <a:pt x="1877" y="1"/>
                    <a:pt x="179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27"/>
            <p:cNvSpPr/>
            <p:nvPr/>
          </p:nvSpPr>
          <p:spPr>
            <a:xfrm>
              <a:off x="6043583" y="4307559"/>
              <a:ext cx="9026" cy="8962"/>
            </a:xfrm>
            <a:custGeom>
              <a:rect b="b" l="l" r="r" t="t"/>
              <a:pathLst>
                <a:path extrusionOk="0" h="279" w="281">
                  <a:moveTo>
                    <a:pt x="141" y="0"/>
                  </a:moveTo>
                  <a:cubicBezTo>
                    <a:pt x="63" y="0"/>
                    <a:pt x="1" y="63"/>
                    <a:pt x="1" y="139"/>
                  </a:cubicBezTo>
                  <a:cubicBezTo>
                    <a:pt x="1" y="216"/>
                    <a:pt x="63" y="278"/>
                    <a:pt x="141" y="278"/>
                  </a:cubicBezTo>
                  <a:cubicBezTo>
                    <a:pt x="218" y="278"/>
                    <a:pt x="280" y="216"/>
                    <a:pt x="280" y="139"/>
                  </a:cubicBezTo>
                  <a:cubicBezTo>
                    <a:pt x="280" y="63"/>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27"/>
            <p:cNvSpPr/>
            <p:nvPr/>
          </p:nvSpPr>
          <p:spPr>
            <a:xfrm>
              <a:off x="6025658" y="4289569"/>
              <a:ext cx="26951" cy="8994"/>
            </a:xfrm>
            <a:custGeom>
              <a:rect b="b" l="l" r="r" t="t"/>
              <a:pathLst>
                <a:path extrusionOk="0" h="280" w="839">
                  <a:moveTo>
                    <a:pt x="139" y="0"/>
                  </a:moveTo>
                  <a:cubicBezTo>
                    <a:pt x="64" y="0"/>
                    <a:pt x="0" y="62"/>
                    <a:pt x="0" y="141"/>
                  </a:cubicBezTo>
                  <a:cubicBezTo>
                    <a:pt x="0" y="216"/>
                    <a:pt x="62" y="280"/>
                    <a:pt x="139" y="280"/>
                  </a:cubicBezTo>
                  <a:lnTo>
                    <a:pt x="699" y="280"/>
                  </a:lnTo>
                  <a:cubicBezTo>
                    <a:pt x="775" y="280"/>
                    <a:pt x="838" y="216"/>
                    <a:pt x="838" y="141"/>
                  </a:cubicBezTo>
                  <a:cubicBezTo>
                    <a:pt x="838" y="64"/>
                    <a:pt x="776" y="0"/>
                    <a:pt x="69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27"/>
            <p:cNvSpPr/>
            <p:nvPr/>
          </p:nvSpPr>
          <p:spPr>
            <a:xfrm>
              <a:off x="6025658" y="4307559"/>
              <a:ext cx="8962" cy="8962"/>
            </a:xfrm>
            <a:custGeom>
              <a:rect b="b" l="l" r="r" t="t"/>
              <a:pathLst>
                <a:path extrusionOk="0" h="279" w="279">
                  <a:moveTo>
                    <a:pt x="139" y="0"/>
                  </a:moveTo>
                  <a:cubicBezTo>
                    <a:pt x="62" y="0"/>
                    <a:pt x="0" y="63"/>
                    <a:pt x="0" y="139"/>
                  </a:cubicBezTo>
                  <a:cubicBezTo>
                    <a:pt x="0" y="216"/>
                    <a:pt x="62"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27"/>
            <p:cNvSpPr/>
            <p:nvPr/>
          </p:nvSpPr>
          <p:spPr>
            <a:xfrm>
              <a:off x="6219977" y="4258120"/>
              <a:ext cx="71890" cy="17989"/>
            </a:xfrm>
            <a:custGeom>
              <a:rect b="b" l="l" r="r" t="t"/>
              <a:pathLst>
                <a:path extrusionOk="0" h="560" w="2238">
                  <a:moveTo>
                    <a:pt x="57" y="1"/>
                  </a:moveTo>
                  <a:cubicBezTo>
                    <a:pt x="25" y="1"/>
                    <a:pt x="1" y="27"/>
                    <a:pt x="1" y="57"/>
                  </a:cubicBezTo>
                  <a:lnTo>
                    <a:pt x="1" y="504"/>
                  </a:lnTo>
                  <a:cubicBezTo>
                    <a:pt x="1" y="535"/>
                    <a:pt x="25" y="559"/>
                    <a:pt x="57" y="559"/>
                  </a:cubicBezTo>
                  <a:lnTo>
                    <a:pt x="2181" y="559"/>
                  </a:lnTo>
                  <a:cubicBezTo>
                    <a:pt x="2211" y="559"/>
                    <a:pt x="2237" y="535"/>
                    <a:pt x="2237" y="504"/>
                  </a:cubicBezTo>
                  <a:lnTo>
                    <a:pt x="2237" y="57"/>
                  </a:lnTo>
                  <a:cubicBezTo>
                    <a:pt x="2237" y="25"/>
                    <a:pt x="2211" y="1"/>
                    <a:pt x="21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27"/>
            <p:cNvSpPr/>
            <p:nvPr/>
          </p:nvSpPr>
          <p:spPr>
            <a:xfrm>
              <a:off x="6275359" y="4289569"/>
              <a:ext cx="20976" cy="8994"/>
            </a:xfrm>
            <a:custGeom>
              <a:rect b="b" l="l" r="r" t="t"/>
              <a:pathLst>
                <a:path extrusionOk="0" h="280" w="653">
                  <a:moveTo>
                    <a:pt x="140" y="0"/>
                  </a:moveTo>
                  <a:cubicBezTo>
                    <a:pt x="65" y="0"/>
                    <a:pt x="1" y="62"/>
                    <a:pt x="1" y="141"/>
                  </a:cubicBezTo>
                  <a:cubicBezTo>
                    <a:pt x="1" y="216"/>
                    <a:pt x="63" y="280"/>
                    <a:pt x="140" y="280"/>
                  </a:cubicBezTo>
                  <a:lnTo>
                    <a:pt x="513" y="280"/>
                  </a:lnTo>
                  <a:cubicBezTo>
                    <a:pt x="589" y="280"/>
                    <a:pt x="652" y="216"/>
                    <a:pt x="652" y="141"/>
                  </a:cubicBezTo>
                  <a:cubicBezTo>
                    <a:pt x="652" y="64"/>
                    <a:pt x="592" y="0"/>
                    <a:pt x="51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27"/>
            <p:cNvSpPr/>
            <p:nvPr/>
          </p:nvSpPr>
          <p:spPr>
            <a:xfrm>
              <a:off x="6281366" y="4307559"/>
              <a:ext cx="8962" cy="8962"/>
            </a:xfrm>
            <a:custGeom>
              <a:rect b="b" l="l" r="r" t="t"/>
              <a:pathLst>
                <a:path extrusionOk="0" h="279" w="279">
                  <a:moveTo>
                    <a:pt x="140" y="0"/>
                  </a:moveTo>
                  <a:cubicBezTo>
                    <a:pt x="63" y="0"/>
                    <a:pt x="1" y="63"/>
                    <a:pt x="1" y="139"/>
                  </a:cubicBezTo>
                  <a:cubicBezTo>
                    <a:pt x="1" y="216"/>
                    <a:pt x="63" y="278"/>
                    <a:pt x="140" y="278"/>
                  </a:cubicBezTo>
                  <a:cubicBezTo>
                    <a:pt x="216" y="278"/>
                    <a:pt x="279" y="216"/>
                    <a:pt x="279" y="139"/>
                  </a:cubicBezTo>
                  <a:cubicBezTo>
                    <a:pt x="279" y="63"/>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27"/>
            <p:cNvSpPr/>
            <p:nvPr/>
          </p:nvSpPr>
          <p:spPr>
            <a:xfrm>
              <a:off x="6215415" y="4289569"/>
              <a:ext cx="21072" cy="8994"/>
            </a:xfrm>
            <a:custGeom>
              <a:rect b="b" l="l" r="r" t="t"/>
              <a:pathLst>
                <a:path extrusionOk="0" h="280" w="656">
                  <a:moveTo>
                    <a:pt x="141" y="0"/>
                  </a:moveTo>
                  <a:cubicBezTo>
                    <a:pt x="65" y="0"/>
                    <a:pt x="1" y="62"/>
                    <a:pt x="1" y="141"/>
                  </a:cubicBezTo>
                  <a:cubicBezTo>
                    <a:pt x="1" y="216"/>
                    <a:pt x="63" y="280"/>
                    <a:pt x="141" y="280"/>
                  </a:cubicBezTo>
                  <a:lnTo>
                    <a:pt x="513" y="280"/>
                  </a:lnTo>
                  <a:cubicBezTo>
                    <a:pt x="592" y="280"/>
                    <a:pt x="655" y="216"/>
                    <a:pt x="652" y="141"/>
                  </a:cubicBezTo>
                  <a:cubicBezTo>
                    <a:pt x="652" y="64"/>
                    <a:pt x="592" y="0"/>
                    <a:pt x="51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27"/>
            <p:cNvSpPr/>
            <p:nvPr/>
          </p:nvSpPr>
          <p:spPr>
            <a:xfrm>
              <a:off x="6221422" y="4307559"/>
              <a:ext cx="8962" cy="8962"/>
            </a:xfrm>
            <a:custGeom>
              <a:rect b="b" l="l" r="r" t="t"/>
              <a:pathLst>
                <a:path extrusionOk="0" h="279" w="279">
                  <a:moveTo>
                    <a:pt x="140" y="0"/>
                  </a:moveTo>
                  <a:cubicBezTo>
                    <a:pt x="63" y="0"/>
                    <a:pt x="1" y="63"/>
                    <a:pt x="1" y="139"/>
                  </a:cubicBezTo>
                  <a:cubicBezTo>
                    <a:pt x="1" y="216"/>
                    <a:pt x="63" y="278"/>
                    <a:pt x="140" y="278"/>
                  </a:cubicBezTo>
                  <a:cubicBezTo>
                    <a:pt x="216" y="278"/>
                    <a:pt x="279" y="216"/>
                    <a:pt x="279" y="139"/>
                  </a:cubicBezTo>
                  <a:cubicBezTo>
                    <a:pt x="279" y="63"/>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27"/>
            <p:cNvSpPr/>
            <p:nvPr/>
          </p:nvSpPr>
          <p:spPr>
            <a:xfrm>
              <a:off x="6245419" y="4289569"/>
              <a:ext cx="20976" cy="8994"/>
            </a:xfrm>
            <a:custGeom>
              <a:rect b="b" l="l" r="r" t="t"/>
              <a:pathLst>
                <a:path extrusionOk="0" h="280" w="653">
                  <a:moveTo>
                    <a:pt x="141" y="0"/>
                  </a:moveTo>
                  <a:cubicBezTo>
                    <a:pt x="64" y="0"/>
                    <a:pt x="1" y="62"/>
                    <a:pt x="1" y="141"/>
                  </a:cubicBezTo>
                  <a:cubicBezTo>
                    <a:pt x="1" y="216"/>
                    <a:pt x="63" y="280"/>
                    <a:pt x="141" y="280"/>
                  </a:cubicBezTo>
                  <a:lnTo>
                    <a:pt x="513" y="280"/>
                  </a:lnTo>
                  <a:cubicBezTo>
                    <a:pt x="590" y="280"/>
                    <a:pt x="652" y="216"/>
                    <a:pt x="652" y="141"/>
                  </a:cubicBezTo>
                  <a:cubicBezTo>
                    <a:pt x="652" y="64"/>
                    <a:pt x="591" y="0"/>
                    <a:pt x="51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27"/>
            <p:cNvSpPr/>
            <p:nvPr/>
          </p:nvSpPr>
          <p:spPr>
            <a:xfrm>
              <a:off x="6251426" y="4307559"/>
              <a:ext cx="8994" cy="8962"/>
            </a:xfrm>
            <a:custGeom>
              <a:rect b="b" l="l" r="r" t="t"/>
              <a:pathLst>
                <a:path extrusionOk="0" h="279" w="280">
                  <a:moveTo>
                    <a:pt x="139" y="0"/>
                  </a:moveTo>
                  <a:cubicBezTo>
                    <a:pt x="63" y="0"/>
                    <a:pt x="0" y="63"/>
                    <a:pt x="0" y="139"/>
                  </a:cubicBezTo>
                  <a:cubicBezTo>
                    <a:pt x="0" y="216"/>
                    <a:pt x="63" y="278"/>
                    <a:pt x="139" y="278"/>
                  </a:cubicBezTo>
                  <a:cubicBezTo>
                    <a:pt x="216" y="278"/>
                    <a:pt x="280" y="216"/>
                    <a:pt x="280" y="139"/>
                  </a:cubicBezTo>
                  <a:cubicBezTo>
                    <a:pt x="280"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27"/>
            <p:cNvSpPr/>
            <p:nvPr/>
          </p:nvSpPr>
          <p:spPr>
            <a:xfrm>
              <a:off x="6215512" y="4235697"/>
              <a:ext cx="39479" cy="8962"/>
            </a:xfrm>
            <a:custGeom>
              <a:rect b="b" l="l" r="r" t="t"/>
              <a:pathLst>
                <a:path extrusionOk="0" h="279" w="1229">
                  <a:moveTo>
                    <a:pt x="140" y="1"/>
                  </a:moveTo>
                  <a:cubicBezTo>
                    <a:pt x="63" y="1"/>
                    <a:pt x="1" y="62"/>
                    <a:pt x="1" y="140"/>
                  </a:cubicBezTo>
                  <a:cubicBezTo>
                    <a:pt x="1" y="215"/>
                    <a:pt x="62" y="279"/>
                    <a:pt x="140" y="279"/>
                  </a:cubicBezTo>
                  <a:lnTo>
                    <a:pt x="1089" y="279"/>
                  </a:lnTo>
                  <a:cubicBezTo>
                    <a:pt x="1166" y="279"/>
                    <a:pt x="1228" y="215"/>
                    <a:pt x="1228" y="140"/>
                  </a:cubicBezTo>
                  <a:cubicBezTo>
                    <a:pt x="1228" y="63"/>
                    <a:pt x="1168" y="1"/>
                    <a:pt x="108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12" name="Google Shape;2812;p27"/>
          <p:cNvGrpSpPr/>
          <p:nvPr/>
        </p:nvGrpSpPr>
        <p:grpSpPr>
          <a:xfrm>
            <a:off x="5377298" y="4176686"/>
            <a:ext cx="297678" cy="198228"/>
            <a:chOff x="5377298" y="4176686"/>
            <a:chExt cx="297678" cy="198228"/>
          </a:xfrm>
        </p:grpSpPr>
        <p:sp>
          <p:nvSpPr>
            <p:cNvPr id="2813" name="Google Shape;2813;p27"/>
            <p:cNvSpPr/>
            <p:nvPr/>
          </p:nvSpPr>
          <p:spPr>
            <a:xfrm>
              <a:off x="5378293" y="4176686"/>
              <a:ext cx="296683" cy="197200"/>
            </a:xfrm>
            <a:custGeom>
              <a:rect b="b" l="l" r="r" t="t"/>
              <a:pathLst>
                <a:path extrusionOk="0" h="6139" w="9236">
                  <a:moveTo>
                    <a:pt x="343" y="1"/>
                  </a:moveTo>
                  <a:cubicBezTo>
                    <a:pt x="311" y="1"/>
                    <a:pt x="280" y="7"/>
                    <a:pt x="248" y="14"/>
                  </a:cubicBezTo>
                  <a:cubicBezTo>
                    <a:pt x="88" y="54"/>
                    <a:pt x="1" y="380"/>
                    <a:pt x="1" y="554"/>
                  </a:cubicBezTo>
                  <a:lnTo>
                    <a:pt x="7" y="5759"/>
                  </a:lnTo>
                  <a:cubicBezTo>
                    <a:pt x="7" y="5966"/>
                    <a:pt x="173" y="6133"/>
                    <a:pt x="379" y="6133"/>
                  </a:cubicBezTo>
                  <a:lnTo>
                    <a:pt x="8730" y="6139"/>
                  </a:lnTo>
                  <a:cubicBezTo>
                    <a:pt x="8902" y="6139"/>
                    <a:pt x="9178" y="6052"/>
                    <a:pt x="9222" y="5891"/>
                  </a:cubicBezTo>
                  <a:cubicBezTo>
                    <a:pt x="9231" y="5859"/>
                    <a:pt x="9235" y="5829"/>
                    <a:pt x="9235" y="5797"/>
                  </a:cubicBezTo>
                  <a:lnTo>
                    <a:pt x="9235" y="373"/>
                  </a:lnTo>
                  <a:cubicBezTo>
                    <a:pt x="9235" y="167"/>
                    <a:pt x="9069" y="1"/>
                    <a:pt x="886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27"/>
            <p:cNvSpPr/>
            <p:nvPr/>
          </p:nvSpPr>
          <p:spPr>
            <a:xfrm>
              <a:off x="5377298" y="4177007"/>
              <a:ext cx="297197" cy="197907"/>
            </a:xfrm>
            <a:custGeom>
              <a:rect b="b" l="l" r="r" t="t"/>
              <a:pathLst>
                <a:path extrusionOk="0" h="6161" w="9252">
                  <a:moveTo>
                    <a:pt x="278" y="1"/>
                  </a:moveTo>
                  <a:cubicBezTo>
                    <a:pt x="117" y="43"/>
                    <a:pt x="0" y="189"/>
                    <a:pt x="0" y="363"/>
                  </a:cubicBezTo>
                  <a:lnTo>
                    <a:pt x="0" y="5788"/>
                  </a:lnTo>
                  <a:cubicBezTo>
                    <a:pt x="0" y="5994"/>
                    <a:pt x="167" y="6161"/>
                    <a:pt x="372" y="6161"/>
                  </a:cubicBezTo>
                  <a:lnTo>
                    <a:pt x="8891" y="6161"/>
                  </a:lnTo>
                  <a:cubicBezTo>
                    <a:pt x="9065" y="6161"/>
                    <a:pt x="9210" y="6043"/>
                    <a:pt x="9252" y="5883"/>
                  </a:cubicBezTo>
                  <a:lnTo>
                    <a:pt x="372" y="5880"/>
                  </a:lnTo>
                  <a:cubicBezTo>
                    <a:pt x="320" y="5880"/>
                    <a:pt x="278" y="5836"/>
                    <a:pt x="278" y="5786"/>
                  </a:cubicBezTo>
                  <a:lnTo>
                    <a:pt x="27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27"/>
            <p:cNvSpPr/>
            <p:nvPr/>
          </p:nvSpPr>
          <p:spPr>
            <a:xfrm>
              <a:off x="5494615" y="4190146"/>
              <a:ext cx="8994" cy="8962"/>
            </a:xfrm>
            <a:custGeom>
              <a:rect b="b" l="l" r="r" t="t"/>
              <a:pathLst>
                <a:path extrusionOk="0" h="279" w="280">
                  <a:moveTo>
                    <a:pt x="141" y="0"/>
                  </a:moveTo>
                  <a:cubicBezTo>
                    <a:pt x="63" y="0"/>
                    <a:pt x="0" y="62"/>
                    <a:pt x="0" y="139"/>
                  </a:cubicBezTo>
                  <a:cubicBezTo>
                    <a:pt x="0" y="216"/>
                    <a:pt x="63" y="278"/>
                    <a:pt x="141" y="278"/>
                  </a:cubicBezTo>
                  <a:cubicBezTo>
                    <a:pt x="218" y="278"/>
                    <a:pt x="280" y="216"/>
                    <a:pt x="280" y="139"/>
                  </a:cubicBezTo>
                  <a:cubicBezTo>
                    <a:pt x="280" y="62"/>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27"/>
            <p:cNvSpPr/>
            <p:nvPr/>
          </p:nvSpPr>
          <p:spPr>
            <a:xfrm>
              <a:off x="5512604" y="4190146"/>
              <a:ext cx="8962" cy="8962"/>
            </a:xfrm>
            <a:custGeom>
              <a:rect b="b" l="l" r="r" t="t"/>
              <a:pathLst>
                <a:path extrusionOk="0" h="279" w="279">
                  <a:moveTo>
                    <a:pt x="140" y="0"/>
                  </a:moveTo>
                  <a:cubicBezTo>
                    <a:pt x="63" y="0"/>
                    <a:pt x="1" y="62"/>
                    <a:pt x="1" y="139"/>
                  </a:cubicBezTo>
                  <a:cubicBezTo>
                    <a:pt x="1" y="216"/>
                    <a:pt x="63" y="278"/>
                    <a:pt x="140" y="278"/>
                  </a:cubicBezTo>
                  <a:cubicBezTo>
                    <a:pt x="216" y="278"/>
                    <a:pt x="279" y="216"/>
                    <a:pt x="279" y="139"/>
                  </a:cubicBezTo>
                  <a:cubicBezTo>
                    <a:pt x="279" y="62"/>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27"/>
            <p:cNvSpPr/>
            <p:nvPr/>
          </p:nvSpPr>
          <p:spPr>
            <a:xfrm>
              <a:off x="5530562" y="4190146"/>
              <a:ext cx="8962" cy="8962"/>
            </a:xfrm>
            <a:custGeom>
              <a:rect b="b" l="l" r="r" t="t"/>
              <a:pathLst>
                <a:path extrusionOk="0" h="279" w="279">
                  <a:moveTo>
                    <a:pt x="139" y="0"/>
                  </a:moveTo>
                  <a:cubicBezTo>
                    <a:pt x="63" y="0"/>
                    <a:pt x="0" y="62"/>
                    <a:pt x="0" y="139"/>
                  </a:cubicBezTo>
                  <a:cubicBezTo>
                    <a:pt x="0" y="216"/>
                    <a:pt x="63" y="278"/>
                    <a:pt x="139" y="278"/>
                  </a:cubicBezTo>
                  <a:cubicBezTo>
                    <a:pt x="216" y="278"/>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27"/>
            <p:cNvSpPr/>
            <p:nvPr/>
          </p:nvSpPr>
          <p:spPr>
            <a:xfrm>
              <a:off x="5548519" y="4190146"/>
              <a:ext cx="8994" cy="8962"/>
            </a:xfrm>
            <a:custGeom>
              <a:rect b="b" l="l" r="r" t="t"/>
              <a:pathLst>
                <a:path extrusionOk="0" h="279" w="280">
                  <a:moveTo>
                    <a:pt x="139" y="0"/>
                  </a:moveTo>
                  <a:cubicBezTo>
                    <a:pt x="63" y="0"/>
                    <a:pt x="0" y="62"/>
                    <a:pt x="0" y="139"/>
                  </a:cubicBezTo>
                  <a:cubicBezTo>
                    <a:pt x="0" y="216"/>
                    <a:pt x="63" y="278"/>
                    <a:pt x="139" y="278"/>
                  </a:cubicBezTo>
                  <a:cubicBezTo>
                    <a:pt x="216" y="278"/>
                    <a:pt x="280" y="216"/>
                    <a:pt x="280" y="139"/>
                  </a:cubicBezTo>
                  <a:cubicBezTo>
                    <a:pt x="280"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27"/>
            <p:cNvSpPr/>
            <p:nvPr/>
          </p:nvSpPr>
          <p:spPr>
            <a:xfrm>
              <a:off x="5399431" y="4212536"/>
              <a:ext cx="254474" cy="88690"/>
            </a:xfrm>
            <a:custGeom>
              <a:rect b="b" l="l" r="r" t="t"/>
              <a:pathLst>
                <a:path extrusionOk="0" h="2761" w="7922">
                  <a:moveTo>
                    <a:pt x="242" y="1"/>
                  </a:moveTo>
                  <a:lnTo>
                    <a:pt x="57" y="38"/>
                  </a:lnTo>
                  <a:cubicBezTo>
                    <a:pt x="25" y="38"/>
                    <a:pt x="0" y="65"/>
                    <a:pt x="0" y="95"/>
                  </a:cubicBezTo>
                  <a:lnTo>
                    <a:pt x="0" y="2704"/>
                  </a:lnTo>
                  <a:cubicBezTo>
                    <a:pt x="0" y="2735"/>
                    <a:pt x="25" y="2760"/>
                    <a:pt x="57" y="2760"/>
                  </a:cubicBezTo>
                  <a:lnTo>
                    <a:pt x="7830" y="2760"/>
                  </a:lnTo>
                  <a:cubicBezTo>
                    <a:pt x="7861" y="2760"/>
                    <a:pt x="7884" y="2735"/>
                    <a:pt x="7884" y="2704"/>
                  </a:cubicBezTo>
                  <a:lnTo>
                    <a:pt x="7922" y="2518"/>
                  </a:lnTo>
                  <a:lnTo>
                    <a:pt x="7922" y="57"/>
                  </a:lnTo>
                  <a:cubicBezTo>
                    <a:pt x="7922" y="25"/>
                    <a:pt x="7897" y="1"/>
                    <a:pt x="786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27"/>
            <p:cNvSpPr/>
            <p:nvPr/>
          </p:nvSpPr>
          <p:spPr>
            <a:xfrm>
              <a:off x="5398178" y="4212600"/>
              <a:ext cx="255727" cy="89879"/>
            </a:xfrm>
            <a:custGeom>
              <a:rect b="b" l="l" r="r" t="t"/>
              <a:pathLst>
                <a:path extrusionOk="0" h="2798" w="7961">
                  <a:moveTo>
                    <a:pt x="57" y="0"/>
                  </a:moveTo>
                  <a:cubicBezTo>
                    <a:pt x="26" y="0"/>
                    <a:pt x="0" y="26"/>
                    <a:pt x="0" y="57"/>
                  </a:cubicBezTo>
                  <a:lnTo>
                    <a:pt x="0" y="2741"/>
                  </a:lnTo>
                  <a:cubicBezTo>
                    <a:pt x="0" y="2771"/>
                    <a:pt x="26" y="2797"/>
                    <a:pt x="57" y="2797"/>
                  </a:cubicBezTo>
                  <a:lnTo>
                    <a:pt x="7904" y="2797"/>
                  </a:lnTo>
                  <a:cubicBezTo>
                    <a:pt x="7936" y="2797"/>
                    <a:pt x="7961" y="2771"/>
                    <a:pt x="7961" y="2741"/>
                  </a:cubicBezTo>
                  <a:lnTo>
                    <a:pt x="7961" y="2518"/>
                  </a:lnTo>
                  <a:lnTo>
                    <a:pt x="337" y="2518"/>
                  </a:lnTo>
                  <a:cubicBezTo>
                    <a:pt x="307" y="2518"/>
                    <a:pt x="281" y="2492"/>
                    <a:pt x="281" y="2461"/>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27"/>
            <p:cNvSpPr/>
            <p:nvPr/>
          </p:nvSpPr>
          <p:spPr>
            <a:xfrm>
              <a:off x="5621184" y="4319734"/>
              <a:ext cx="35720" cy="35784"/>
            </a:xfrm>
            <a:custGeom>
              <a:rect b="b" l="l" r="r" t="t"/>
              <a:pathLst>
                <a:path extrusionOk="0" h="1114" w="1112">
                  <a:moveTo>
                    <a:pt x="544" y="1"/>
                  </a:moveTo>
                  <a:cubicBezTo>
                    <a:pt x="458" y="1"/>
                    <a:pt x="379" y="21"/>
                    <a:pt x="306" y="53"/>
                  </a:cubicBezTo>
                  <a:cubicBezTo>
                    <a:pt x="111" y="144"/>
                    <a:pt x="1" y="442"/>
                    <a:pt x="1" y="672"/>
                  </a:cubicBezTo>
                  <a:cubicBezTo>
                    <a:pt x="1" y="672"/>
                    <a:pt x="228" y="1114"/>
                    <a:pt x="544" y="1114"/>
                  </a:cubicBezTo>
                  <a:cubicBezTo>
                    <a:pt x="544" y="1114"/>
                    <a:pt x="971" y="1021"/>
                    <a:pt x="1059" y="824"/>
                  </a:cubicBezTo>
                  <a:cubicBezTo>
                    <a:pt x="1094" y="752"/>
                    <a:pt x="1111" y="672"/>
                    <a:pt x="1111" y="587"/>
                  </a:cubicBezTo>
                  <a:lnTo>
                    <a:pt x="1111" y="570"/>
                  </a:lnTo>
                  <a:cubicBezTo>
                    <a:pt x="1111" y="255"/>
                    <a:pt x="858" y="1"/>
                    <a:pt x="54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27"/>
            <p:cNvSpPr/>
            <p:nvPr/>
          </p:nvSpPr>
          <p:spPr>
            <a:xfrm>
              <a:off x="5620348" y="4321404"/>
              <a:ext cx="34917" cy="35527"/>
            </a:xfrm>
            <a:custGeom>
              <a:rect b="b" l="l" r="r" t="t"/>
              <a:pathLst>
                <a:path extrusionOk="0" h="1106" w="1087">
                  <a:moveTo>
                    <a:pt x="332" y="1"/>
                  </a:moveTo>
                  <a:lnTo>
                    <a:pt x="332" y="1"/>
                  </a:lnTo>
                  <a:cubicBezTo>
                    <a:pt x="137" y="92"/>
                    <a:pt x="1" y="289"/>
                    <a:pt x="1" y="519"/>
                  </a:cubicBezTo>
                  <a:lnTo>
                    <a:pt x="1" y="536"/>
                  </a:lnTo>
                  <a:cubicBezTo>
                    <a:pt x="1" y="851"/>
                    <a:pt x="256" y="1105"/>
                    <a:pt x="570" y="1105"/>
                  </a:cubicBezTo>
                  <a:cubicBezTo>
                    <a:pt x="799" y="1105"/>
                    <a:pt x="997" y="969"/>
                    <a:pt x="1087" y="774"/>
                  </a:cubicBezTo>
                  <a:lnTo>
                    <a:pt x="1087" y="774"/>
                  </a:lnTo>
                  <a:cubicBezTo>
                    <a:pt x="1017" y="807"/>
                    <a:pt x="941" y="825"/>
                    <a:pt x="858" y="825"/>
                  </a:cubicBezTo>
                  <a:cubicBezTo>
                    <a:pt x="854" y="825"/>
                    <a:pt x="851" y="825"/>
                    <a:pt x="848" y="824"/>
                  </a:cubicBezTo>
                  <a:cubicBezTo>
                    <a:pt x="535" y="824"/>
                    <a:pt x="280" y="570"/>
                    <a:pt x="280" y="257"/>
                  </a:cubicBezTo>
                  <a:lnTo>
                    <a:pt x="280" y="238"/>
                  </a:lnTo>
                  <a:cubicBezTo>
                    <a:pt x="280" y="153"/>
                    <a:pt x="299" y="73"/>
                    <a:pt x="33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27"/>
            <p:cNvSpPr/>
            <p:nvPr/>
          </p:nvSpPr>
          <p:spPr>
            <a:xfrm>
              <a:off x="5458122" y="4226092"/>
              <a:ext cx="182295" cy="8994"/>
            </a:xfrm>
            <a:custGeom>
              <a:rect b="b" l="l" r="r" t="t"/>
              <a:pathLst>
                <a:path extrusionOk="0" h="280" w="5675">
                  <a:moveTo>
                    <a:pt x="139" y="0"/>
                  </a:moveTo>
                  <a:cubicBezTo>
                    <a:pt x="64" y="0"/>
                    <a:pt x="0" y="64"/>
                    <a:pt x="0" y="141"/>
                  </a:cubicBezTo>
                  <a:cubicBezTo>
                    <a:pt x="0" y="216"/>
                    <a:pt x="62" y="279"/>
                    <a:pt x="139" y="279"/>
                  </a:cubicBezTo>
                  <a:lnTo>
                    <a:pt x="5536" y="279"/>
                  </a:lnTo>
                  <a:cubicBezTo>
                    <a:pt x="5614" y="279"/>
                    <a:pt x="5675" y="216"/>
                    <a:pt x="5675" y="141"/>
                  </a:cubicBezTo>
                  <a:cubicBezTo>
                    <a:pt x="5675" y="64"/>
                    <a:pt x="5614" y="0"/>
                    <a:pt x="553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27"/>
            <p:cNvSpPr/>
            <p:nvPr/>
          </p:nvSpPr>
          <p:spPr>
            <a:xfrm>
              <a:off x="5411638" y="4226092"/>
              <a:ext cx="37198" cy="8994"/>
            </a:xfrm>
            <a:custGeom>
              <a:rect b="b" l="l" r="r" t="t"/>
              <a:pathLst>
                <a:path extrusionOk="0" h="280" w="1158">
                  <a:moveTo>
                    <a:pt x="141" y="0"/>
                  </a:moveTo>
                  <a:cubicBezTo>
                    <a:pt x="65" y="0"/>
                    <a:pt x="1" y="64"/>
                    <a:pt x="1" y="141"/>
                  </a:cubicBezTo>
                  <a:cubicBezTo>
                    <a:pt x="1" y="216"/>
                    <a:pt x="63" y="279"/>
                    <a:pt x="141" y="279"/>
                  </a:cubicBezTo>
                  <a:lnTo>
                    <a:pt x="1019" y="279"/>
                  </a:lnTo>
                  <a:cubicBezTo>
                    <a:pt x="1097" y="279"/>
                    <a:pt x="1158" y="216"/>
                    <a:pt x="1158" y="141"/>
                  </a:cubicBezTo>
                  <a:cubicBezTo>
                    <a:pt x="1158" y="64"/>
                    <a:pt x="1097" y="0"/>
                    <a:pt x="101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27"/>
            <p:cNvSpPr/>
            <p:nvPr/>
          </p:nvSpPr>
          <p:spPr>
            <a:xfrm>
              <a:off x="5530754" y="4244082"/>
              <a:ext cx="109666" cy="8962"/>
            </a:xfrm>
            <a:custGeom>
              <a:rect b="b" l="l" r="r" t="t"/>
              <a:pathLst>
                <a:path extrusionOk="0" h="279" w="3414">
                  <a:moveTo>
                    <a:pt x="139" y="0"/>
                  </a:moveTo>
                  <a:cubicBezTo>
                    <a:pt x="63" y="0"/>
                    <a:pt x="0" y="61"/>
                    <a:pt x="0" y="139"/>
                  </a:cubicBezTo>
                  <a:cubicBezTo>
                    <a:pt x="0" y="215"/>
                    <a:pt x="61" y="278"/>
                    <a:pt x="139" y="278"/>
                  </a:cubicBezTo>
                  <a:lnTo>
                    <a:pt x="3275" y="278"/>
                  </a:lnTo>
                  <a:cubicBezTo>
                    <a:pt x="3353" y="278"/>
                    <a:pt x="3414" y="215"/>
                    <a:pt x="3414" y="139"/>
                  </a:cubicBezTo>
                  <a:cubicBezTo>
                    <a:pt x="3414" y="63"/>
                    <a:pt x="3353" y="0"/>
                    <a:pt x="327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27"/>
            <p:cNvSpPr/>
            <p:nvPr/>
          </p:nvSpPr>
          <p:spPr>
            <a:xfrm>
              <a:off x="5411735" y="4244082"/>
              <a:ext cx="109730" cy="8962"/>
            </a:xfrm>
            <a:custGeom>
              <a:rect b="b" l="l" r="r" t="t"/>
              <a:pathLst>
                <a:path extrusionOk="0" h="279" w="3416">
                  <a:moveTo>
                    <a:pt x="140" y="0"/>
                  </a:moveTo>
                  <a:cubicBezTo>
                    <a:pt x="64" y="0"/>
                    <a:pt x="1" y="61"/>
                    <a:pt x="1" y="139"/>
                  </a:cubicBezTo>
                  <a:cubicBezTo>
                    <a:pt x="1" y="215"/>
                    <a:pt x="62" y="278"/>
                    <a:pt x="140" y="278"/>
                  </a:cubicBezTo>
                  <a:lnTo>
                    <a:pt x="3275" y="278"/>
                  </a:lnTo>
                  <a:cubicBezTo>
                    <a:pt x="3352" y="278"/>
                    <a:pt x="3416" y="215"/>
                    <a:pt x="3416" y="139"/>
                  </a:cubicBezTo>
                  <a:cubicBezTo>
                    <a:pt x="3416" y="63"/>
                    <a:pt x="3353" y="0"/>
                    <a:pt x="327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27"/>
            <p:cNvSpPr/>
            <p:nvPr/>
          </p:nvSpPr>
          <p:spPr>
            <a:xfrm>
              <a:off x="5411735" y="4262039"/>
              <a:ext cx="192189" cy="8962"/>
            </a:xfrm>
            <a:custGeom>
              <a:rect b="b" l="l" r="r" t="t"/>
              <a:pathLst>
                <a:path extrusionOk="0" h="279" w="5983">
                  <a:moveTo>
                    <a:pt x="140" y="0"/>
                  </a:moveTo>
                  <a:cubicBezTo>
                    <a:pt x="63" y="0"/>
                    <a:pt x="1" y="64"/>
                    <a:pt x="1" y="139"/>
                  </a:cubicBezTo>
                  <a:cubicBezTo>
                    <a:pt x="1" y="216"/>
                    <a:pt x="62" y="278"/>
                    <a:pt x="140" y="278"/>
                  </a:cubicBezTo>
                  <a:lnTo>
                    <a:pt x="5843" y="278"/>
                  </a:lnTo>
                  <a:cubicBezTo>
                    <a:pt x="5919" y="278"/>
                    <a:pt x="5982" y="216"/>
                    <a:pt x="5982" y="139"/>
                  </a:cubicBezTo>
                  <a:cubicBezTo>
                    <a:pt x="5982" y="64"/>
                    <a:pt x="5922" y="0"/>
                    <a:pt x="584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27"/>
            <p:cNvSpPr/>
            <p:nvPr/>
          </p:nvSpPr>
          <p:spPr>
            <a:xfrm>
              <a:off x="5621698" y="4279964"/>
              <a:ext cx="18727" cy="9026"/>
            </a:xfrm>
            <a:custGeom>
              <a:rect b="b" l="l" r="r" t="t"/>
              <a:pathLst>
                <a:path extrusionOk="0" h="281" w="583">
                  <a:moveTo>
                    <a:pt x="140" y="1"/>
                  </a:moveTo>
                  <a:cubicBezTo>
                    <a:pt x="65" y="1"/>
                    <a:pt x="1" y="65"/>
                    <a:pt x="1" y="140"/>
                  </a:cubicBezTo>
                  <a:cubicBezTo>
                    <a:pt x="1" y="217"/>
                    <a:pt x="62" y="280"/>
                    <a:pt x="140" y="280"/>
                  </a:cubicBezTo>
                  <a:lnTo>
                    <a:pt x="444" y="280"/>
                  </a:lnTo>
                  <a:cubicBezTo>
                    <a:pt x="522" y="280"/>
                    <a:pt x="583" y="217"/>
                    <a:pt x="583" y="140"/>
                  </a:cubicBezTo>
                  <a:cubicBezTo>
                    <a:pt x="583" y="65"/>
                    <a:pt x="522" y="1"/>
                    <a:pt x="44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27"/>
            <p:cNvSpPr/>
            <p:nvPr/>
          </p:nvSpPr>
          <p:spPr>
            <a:xfrm>
              <a:off x="5594328" y="4279964"/>
              <a:ext cx="18760" cy="9026"/>
            </a:xfrm>
            <a:custGeom>
              <a:rect b="b" l="l" r="r" t="t"/>
              <a:pathLst>
                <a:path extrusionOk="0" h="281" w="584">
                  <a:moveTo>
                    <a:pt x="139" y="1"/>
                  </a:moveTo>
                  <a:cubicBezTo>
                    <a:pt x="64" y="1"/>
                    <a:pt x="0" y="65"/>
                    <a:pt x="0" y="140"/>
                  </a:cubicBezTo>
                  <a:cubicBezTo>
                    <a:pt x="0" y="217"/>
                    <a:pt x="62" y="280"/>
                    <a:pt x="139" y="280"/>
                  </a:cubicBezTo>
                  <a:lnTo>
                    <a:pt x="443" y="280"/>
                  </a:lnTo>
                  <a:cubicBezTo>
                    <a:pt x="520" y="280"/>
                    <a:pt x="584" y="217"/>
                    <a:pt x="584" y="140"/>
                  </a:cubicBezTo>
                  <a:cubicBezTo>
                    <a:pt x="584" y="65"/>
                    <a:pt x="521" y="1"/>
                    <a:pt x="44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27"/>
            <p:cNvSpPr/>
            <p:nvPr/>
          </p:nvSpPr>
          <p:spPr>
            <a:xfrm>
              <a:off x="5566894" y="4279964"/>
              <a:ext cx="18760" cy="9026"/>
            </a:xfrm>
            <a:custGeom>
              <a:rect b="b" l="l" r="r" t="t"/>
              <a:pathLst>
                <a:path extrusionOk="0" h="281" w="584">
                  <a:moveTo>
                    <a:pt x="139" y="1"/>
                  </a:moveTo>
                  <a:cubicBezTo>
                    <a:pt x="64" y="1"/>
                    <a:pt x="0" y="65"/>
                    <a:pt x="0" y="140"/>
                  </a:cubicBezTo>
                  <a:cubicBezTo>
                    <a:pt x="0" y="217"/>
                    <a:pt x="62" y="280"/>
                    <a:pt x="139" y="280"/>
                  </a:cubicBezTo>
                  <a:lnTo>
                    <a:pt x="443" y="280"/>
                  </a:lnTo>
                  <a:cubicBezTo>
                    <a:pt x="521" y="280"/>
                    <a:pt x="583" y="217"/>
                    <a:pt x="583" y="140"/>
                  </a:cubicBezTo>
                  <a:cubicBezTo>
                    <a:pt x="583" y="65"/>
                    <a:pt x="521" y="1"/>
                    <a:pt x="44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27"/>
            <p:cNvSpPr/>
            <p:nvPr/>
          </p:nvSpPr>
          <p:spPr>
            <a:xfrm>
              <a:off x="5411638" y="4279964"/>
              <a:ext cx="18117" cy="9026"/>
            </a:xfrm>
            <a:custGeom>
              <a:rect b="b" l="l" r="r" t="t"/>
              <a:pathLst>
                <a:path extrusionOk="0" h="281" w="564">
                  <a:moveTo>
                    <a:pt x="141" y="1"/>
                  </a:moveTo>
                  <a:cubicBezTo>
                    <a:pt x="65" y="1"/>
                    <a:pt x="1" y="65"/>
                    <a:pt x="1" y="140"/>
                  </a:cubicBezTo>
                  <a:cubicBezTo>
                    <a:pt x="1" y="217"/>
                    <a:pt x="63" y="280"/>
                    <a:pt x="141" y="280"/>
                  </a:cubicBezTo>
                  <a:lnTo>
                    <a:pt x="425" y="280"/>
                  </a:lnTo>
                  <a:cubicBezTo>
                    <a:pt x="503" y="280"/>
                    <a:pt x="564" y="217"/>
                    <a:pt x="564" y="140"/>
                  </a:cubicBezTo>
                  <a:cubicBezTo>
                    <a:pt x="564" y="65"/>
                    <a:pt x="503" y="1"/>
                    <a:pt x="42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27"/>
            <p:cNvSpPr/>
            <p:nvPr/>
          </p:nvSpPr>
          <p:spPr>
            <a:xfrm>
              <a:off x="5439072" y="4279964"/>
              <a:ext cx="18149" cy="9026"/>
            </a:xfrm>
            <a:custGeom>
              <a:rect b="b" l="l" r="r" t="t"/>
              <a:pathLst>
                <a:path extrusionOk="0" h="281" w="565">
                  <a:moveTo>
                    <a:pt x="141" y="1"/>
                  </a:moveTo>
                  <a:cubicBezTo>
                    <a:pt x="65" y="1"/>
                    <a:pt x="1" y="65"/>
                    <a:pt x="1" y="140"/>
                  </a:cubicBezTo>
                  <a:cubicBezTo>
                    <a:pt x="1" y="217"/>
                    <a:pt x="63" y="280"/>
                    <a:pt x="141" y="280"/>
                  </a:cubicBezTo>
                  <a:lnTo>
                    <a:pt x="425" y="280"/>
                  </a:lnTo>
                  <a:cubicBezTo>
                    <a:pt x="502" y="280"/>
                    <a:pt x="564" y="217"/>
                    <a:pt x="564" y="140"/>
                  </a:cubicBezTo>
                  <a:cubicBezTo>
                    <a:pt x="564" y="65"/>
                    <a:pt x="503" y="1"/>
                    <a:pt x="42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27"/>
            <p:cNvSpPr/>
            <p:nvPr/>
          </p:nvSpPr>
          <p:spPr>
            <a:xfrm>
              <a:off x="5396572" y="4329274"/>
              <a:ext cx="46578" cy="19852"/>
            </a:xfrm>
            <a:custGeom>
              <a:rect b="b" l="l" r="r" t="t"/>
              <a:pathLst>
                <a:path extrusionOk="0" h="618" w="1450">
                  <a:moveTo>
                    <a:pt x="285" y="0"/>
                  </a:moveTo>
                  <a:cubicBezTo>
                    <a:pt x="257" y="0"/>
                    <a:pt x="232" y="5"/>
                    <a:pt x="208" y="9"/>
                  </a:cubicBezTo>
                  <a:cubicBezTo>
                    <a:pt x="63" y="44"/>
                    <a:pt x="1" y="238"/>
                    <a:pt x="1" y="391"/>
                  </a:cubicBezTo>
                  <a:cubicBezTo>
                    <a:pt x="1" y="391"/>
                    <a:pt x="66" y="617"/>
                    <a:pt x="247" y="617"/>
                  </a:cubicBezTo>
                  <a:lnTo>
                    <a:pt x="1087" y="617"/>
                  </a:lnTo>
                  <a:cubicBezTo>
                    <a:pt x="1239" y="617"/>
                    <a:pt x="1401" y="552"/>
                    <a:pt x="1438" y="410"/>
                  </a:cubicBezTo>
                  <a:cubicBezTo>
                    <a:pt x="1446" y="384"/>
                    <a:pt x="1450" y="355"/>
                    <a:pt x="1450" y="326"/>
                  </a:cubicBezTo>
                  <a:cubicBezTo>
                    <a:pt x="1450" y="147"/>
                    <a:pt x="1305" y="0"/>
                    <a:pt x="112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27"/>
            <p:cNvSpPr/>
            <p:nvPr/>
          </p:nvSpPr>
          <p:spPr>
            <a:xfrm>
              <a:off x="5395223" y="4329692"/>
              <a:ext cx="47573" cy="20687"/>
            </a:xfrm>
            <a:custGeom>
              <a:rect b="b" l="l" r="r" t="t"/>
              <a:pathLst>
                <a:path extrusionOk="0" h="644" w="1481">
                  <a:moveTo>
                    <a:pt x="251" y="0"/>
                  </a:moveTo>
                  <a:lnTo>
                    <a:pt x="251" y="0"/>
                  </a:lnTo>
                  <a:cubicBezTo>
                    <a:pt x="192" y="15"/>
                    <a:pt x="138" y="45"/>
                    <a:pt x="96" y="87"/>
                  </a:cubicBezTo>
                  <a:cubicBezTo>
                    <a:pt x="37" y="145"/>
                    <a:pt x="1" y="226"/>
                    <a:pt x="1" y="317"/>
                  </a:cubicBezTo>
                  <a:cubicBezTo>
                    <a:pt x="1" y="496"/>
                    <a:pt x="146" y="643"/>
                    <a:pt x="327" y="643"/>
                  </a:cubicBezTo>
                  <a:lnTo>
                    <a:pt x="1166" y="643"/>
                  </a:lnTo>
                  <a:cubicBezTo>
                    <a:pt x="1255" y="643"/>
                    <a:pt x="1336" y="607"/>
                    <a:pt x="1396" y="546"/>
                  </a:cubicBezTo>
                  <a:cubicBezTo>
                    <a:pt x="1435" y="507"/>
                    <a:pt x="1466" y="456"/>
                    <a:pt x="1480" y="400"/>
                  </a:cubicBezTo>
                  <a:lnTo>
                    <a:pt x="1480" y="400"/>
                  </a:lnTo>
                  <a:lnTo>
                    <a:pt x="568" y="401"/>
                  </a:lnTo>
                  <a:cubicBezTo>
                    <a:pt x="389" y="401"/>
                    <a:pt x="243" y="257"/>
                    <a:pt x="243" y="76"/>
                  </a:cubicBezTo>
                  <a:cubicBezTo>
                    <a:pt x="243" y="50"/>
                    <a:pt x="247" y="24"/>
                    <a:pt x="25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27"/>
            <p:cNvSpPr/>
            <p:nvPr/>
          </p:nvSpPr>
          <p:spPr>
            <a:xfrm>
              <a:off x="5462651" y="4329307"/>
              <a:ext cx="46417" cy="19820"/>
            </a:xfrm>
            <a:custGeom>
              <a:rect b="b" l="l" r="r" t="t"/>
              <a:pathLst>
                <a:path extrusionOk="0" h="617" w="1445">
                  <a:moveTo>
                    <a:pt x="279" y="1"/>
                  </a:moveTo>
                  <a:cubicBezTo>
                    <a:pt x="253" y="1"/>
                    <a:pt x="227" y="5"/>
                    <a:pt x="204" y="11"/>
                  </a:cubicBezTo>
                  <a:cubicBezTo>
                    <a:pt x="59" y="43"/>
                    <a:pt x="1" y="316"/>
                    <a:pt x="1" y="316"/>
                  </a:cubicBezTo>
                  <a:cubicBezTo>
                    <a:pt x="1" y="497"/>
                    <a:pt x="153" y="616"/>
                    <a:pt x="334" y="616"/>
                  </a:cubicBezTo>
                  <a:lnTo>
                    <a:pt x="1061" y="616"/>
                  </a:lnTo>
                  <a:cubicBezTo>
                    <a:pt x="1211" y="616"/>
                    <a:pt x="1396" y="551"/>
                    <a:pt x="1434" y="411"/>
                  </a:cubicBezTo>
                  <a:cubicBezTo>
                    <a:pt x="1441" y="384"/>
                    <a:pt x="1444" y="356"/>
                    <a:pt x="1444" y="327"/>
                  </a:cubicBezTo>
                  <a:cubicBezTo>
                    <a:pt x="1444" y="149"/>
                    <a:pt x="1299"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27"/>
            <p:cNvSpPr/>
            <p:nvPr/>
          </p:nvSpPr>
          <p:spPr>
            <a:xfrm>
              <a:off x="5461077" y="4329692"/>
              <a:ext cx="47606" cy="20687"/>
            </a:xfrm>
            <a:custGeom>
              <a:rect b="b" l="l" r="r" t="t"/>
              <a:pathLst>
                <a:path extrusionOk="0" h="644" w="1482">
                  <a:moveTo>
                    <a:pt x="253" y="0"/>
                  </a:moveTo>
                  <a:lnTo>
                    <a:pt x="253" y="0"/>
                  </a:lnTo>
                  <a:cubicBezTo>
                    <a:pt x="192" y="15"/>
                    <a:pt x="138" y="45"/>
                    <a:pt x="96" y="87"/>
                  </a:cubicBezTo>
                  <a:cubicBezTo>
                    <a:pt x="37" y="145"/>
                    <a:pt x="1" y="226"/>
                    <a:pt x="1" y="317"/>
                  </a:cubicBezTo>
                  <a:cubicBezTo>
                    <a:pt x="1" y="496"/>
                    <a:pt x="145" y="643"/>
                    <a:pt x="326" y="643"/>
                  </a:cubicBezTo>
                  <a:lnTo>
                    <a:pt x="1166" y="643"/>
                  </a:lnTo>
                  <a:cubicBezTo>
                    <a:pt x="1254" y="643"/>
                    <a:pt x="1337" y="607"/>
                    <a:pt x="1396" y="546"/>
                  </a:cubicBezTo>
                  <a:cubicBezTo>
                    <a:pt x="1435" y="507"/>
                    <a:pt x="1467" y="456"/>
                    <a:pt x="1482" y="400"/>
                  </a:cubicBezTo>
                  <a:lnTo>
                    <a:pt x="1482" y="400"/>
                  </a:lnTo>
                  <a:lnTo>
                    <a:pt x="568" y="401"/>
                  </a:lnTo>
                  <a:cubicBezTo>
                    <a:pt x="390" y="401"/>
                    <a:pt x="242" y="257"/>
                    <a:pt x="242" y="76"/>
                  </a:cubicBezTo>
                  <a:cubicBezTo>
                    <a:pt x="242" y="50"/>
                    <a:pt x="247" y="24"/>
                    <a:pt x="2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27"/>
            <p:cNvSpPr/>
            <p:nvPr/>
          </p:nvSpPr>
          <p:spPr>
            <a:xfrm>
              <a:off x="5528184" y="4329307"/>
              <a:ext cx="46770" cy="19563"/>
            </a:xfrm>
            <a:custGeom>
              <a:rect b="b" l="l" r="r" t="t"/>
              <a:pathLst>
                <a:path extrusionOk="0" h="609" w="1456">
                  <a:moveTo>
                    <a:pt x="290" y="1"/>
                  </a:moveTo>
                  <a:cubicBezTo>
                    <a:pt x="263" y="1"/>
                    <a:pt x="237" y="5"/>
                    <a:pt x="213" y="10"/>
                  </a:cubicBezTo>
                  <a:cubicBezTo>
                    <a:pt x="69" y="44"/>
                    <a:pt x="1" y="221"/>
                    <a:pt x="1" y="374"/>
                  </a:cubicBezTo>
                  <a:cubicBezTo>
                    <a:pt x="1" y="374"/>
                    <a:pt x="63" y="609"/>
                    <a:pt x="244" y="609"/>
                  </a:cubicBezTo>
                  <a:lnTo>
                    <a:pt x="1083" y="609"/>
                  </a:lnTo>
                  <a:cubicBezTo>
                    <a:pt x="1235" y="609"/>
                    <a:pt x="1406" y="551"/>
                    <a:pt x="1444" y="411"/>
                  </a:cubicBezTo>
                  <a:cubicBezTo>
                    <a:pt x="1451" y="384"/>
                    <a:pt x="1456" y="356"/>
                    <a:pt x="1456" y="327"/>
                  </a:cubicBezTo>
                  <a:cubicBezTo>
                    <a:pt x="1456" y="149"/>
                    <a:pt x="1311" y="1"/>
                    <a:pt x="113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27"/>
            <p:cNvSpPr/>
            <p:nvPr/>
          </p:nvSpPr>
          <p:spPr>
            <a:xfrm>
              <a:off x="5526932" y="4329692"/>
              <a:ext cx="47606" cy="20687"/>
            </a:xfrm>
            <a:custGeom>
              <a:rect b="b" l="l" r="r" t="t"/>
              <a:pathLst>
                <a:path extrusionOk="0" h="644" w="1482">
                  <a:moveTo>
                    <a:pt x="1482" y="400"/>
                  </a:moveTo>
                  <a:cubicBezTo>
                    <a:pt x="1481" y="400"/>
                    <a:pt x="1481" y="401"/>
                    <a:pt x="1481" y="401"/>
                  </a:cubicBezTo>
                  <a:lnTo>
                    <a:pt x="1482" y="401"/>
                  </a:lnTo>
                  <a:lnTo>
                    <a:pt x="1482" y="400"/>
                  </a:lnTo>
                  <a:close/>
                  <a:moveTo>
                    <a:pt x="252" y="0"/>
                  </a:moveTo>
                  <a:lnTo>
                    <a:pt x="252" y="0"/>
                  </a:lnTo>
                  <a:cubicBezTo>
                    <a:pt x="193" y="15"/>
                    <a:pt x="138" y="45"/>
                    <a:pt x="96" y="87"/>
                  </a:cubicBezTo>
                  <a:cubicBezTo>
                    <a:pt x="37" y="145"/>
                    <a:pt x="1" y="226"/>
                    <a:pt x="1" y="317"/>
                  </a:cubicBezTo>
                  <a:cubicBezTo>
                    <a:pt x="1" y="496"/>
                    <a:pt x="145" y="643"/>
                    <a:pt x="326" y="643"/>
                  </a:cubicBezTo>
                  <a:lnTo>
                    <a:pt x="1166" y="643"/>
                  </a:lnTo>
                  <a:cubicBezTo>
                    <a:pt x="1256" y="643"/>
                    <a:pt x="1337" y="607"/>
                    <a:pt x="1396" y="546"/>
                  </a:cubicBezTo>
                  <a:cubicBezTo>
                    <a:pt x="1436" y="507"/>
                    <a:pt x="1467" y="457"/>
                    <a:pt x="1481" y="401"/>
                  </a:cubicBezTo>
                  <a:lnTo>
                    <a:pt x="569" y="401"/>
                  </a:lnTo>
                  <a:cubicBezTo>
                    <a:pt x="390" y="401"/>
                    <a:pt x="244" y="257"/>
                    <a:pt x="244" y="76"/>
                  </a:cubicBezTo>
                  <a:cubicBezTo>
                    <a:pt x="244" y="50"/>
                    <a:pt x="247" y="24"/>
                    <a:pt x="25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39" name="Google Shape;2839;p27"/>
          <p:cNvGrpSpPr/>
          <p:nvPr/>
        </p:nvGrpSpPr>
        <p:grpSpPr>
          <a:xfrm>
            <a:off x="4742301" y="4158375"/>
            <a:ext cx="297711" cy="234815"/>
            <a:chOff x="4742301" y="4158375"/>
            <a:chExt cx="297711" cy="234815"/>
          </a:xfrm>
        </p:grpSpPr>
        <p:sp>
          <p:nvSpPr>
            <p:cNvPr id="2840" name="Google Shape;2840;p27"/>
            <p:cNvSpPr/>
            <p:nvPr/>
          </p:nvSpPr>
          <p:spPr>
            <a:xfrm>
              <a:off x="4743521" y="4158375"/>
              <a:ext cx="296491" cy="233595"/>
            </a:xfrm>
            <a:custGeom>
              <a:rect b="b" l="l" r="r" t="t"/>
              <a:pathLst>
                <a:path extrusionOk="0" h="7272" w="9230">
                  <a:moveTo>
                    <a:pt x="244" y="0"/>
                  </a:moveTo>
                  <a:cubicBezTo>
                    <a:pt x="89" y="0"/>
                    <a:pt x="1" y="181"/>
                    <a:pt x="1" y="335"/>
                  </a:cubicBezTo>
                  <a:lnTo>
                    <a:pt x="1" y="6991"/>
                  </a:lnTo>
                  <a:cubicBezTo>
                    <a:pt x="1" y="7146"/>
                    <a:pt x="128" y="7272"/>
                    <a:pt x="281" y="7272"/>
                  </a:cubicBezTo>
                  <a:lnTo>
                    <a:pt x="8893" y="7272"/>
                  </a:lnTo>
                  <a:cubicBezTo>
                    <a:pt x="9048" y="7272"/>
                    <a:pt x="9229" y="7182"/>
                    <a:pt x="9229" y="7029"/>
                  </a:cubicBezTo>
                  <a:lnTo>
                    <a:pt x="9229" y="281"/>
                  </a:lnTo>
                  <a:cubicBezTo>
                    <a:pt x="9229" y="125"/>
                    <a:pt x="9103" y="0"/>
                    <a:pt x="89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27"/>
            <p:cNvSpPr/>
            <p:nvPr/>
          </p:nvSpPr>
          <p:spPr>
            <a:xfrm>
              <a:off x="4742301" y="4158375"/>
              <a:ext cx="297711" cy="234815"/>
            </a:xfrm>
            <a:custGeom>
              <a:rect b="b" l="l" r="r" t="t"/>
              <a:pathLst>
                <a:path extrusionOk="0" h="7310" w="9268">
                  <a:moveTo>
                    <a:pt x="282" y="0"/>
                  </a:moveTo>
                  <a:cubicBezTo>
                    <a:pt x="125" y="0"/>
                    <a:pt x="1" y="128"/>
                    <a:pt x="1" y="281"/>
                  </a:cubicBezTo>
                  <a:lnTo>
                    <a:pt x="1" y="7029"/>
                  </a:lnTo>
                  <a:cubicBezTo>
                    <a:pt x="1" y="7185"/>
                    <a:pt x="127" y="7309"/>
                    <a:pt x="282" y="7309"/>
                  </a:cubicBezTo>
                  <a:lnTo>
                    <a:pt x="8986" y="7309"/>
                  </a:lnTo>
                  <a:cubicBezTo>
                    <a:pt x="9143" y="7309"/>
                    <a:pt x="9267" y="7182"/>
                    <a:pt x="9267" y="7029"/>
                  </a:cubicBezTo>
                  <a:lnTo>
                    <a:pt x="356" y="7029"/>
                  </a:lnTo>
                  <a:cubicBezTo>
                    <a:pt x="314" y="7029"/>
                    <a:pt x="282" y="6997"/>
                    <a:pt x="282" y="6955"/>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27"/>
            <p:cNvSpPr/>
            <p:nvPr/>
          </p:nvSpPr>
          <p:spPr>
            <a:xfrm>
              <a:off x="4761479" y="4176332"/>
              <a:ext cx="260546" cy="197650"/>
            </a:xfrm>
            <a:custGeom>
              <a:rect b="b" l="l" r="r" t="t"/>
              <a:pathLst>
                <a:path extrusionOk="0" h="6153" w="8111">
                  <a:moveTo>
                    <a:pt x="244" y="0"/>
                  </a:moveTo>
                  <a:lnTo>
                    <a:pt x="57" y="39"/>
                  </a:lnTo>
                  <a:cubicBezTo>
                    <a:pt x="26" y="39"/>
                    <a:pt x="0" y="64"/>
                    <a:pt x="0" y="94"/>
                  </a:cubicBezTo>
                  <a:lnTo>
                    <a:pt x="0" y="6098"/>
                  </a:lnTo>
                  <a:cubicBezTo>
                    <a:pt x="0" y="6128"/>
                    <a:pt x="26" y="6153"/>
                    <a:pt x="57" y="6153"/>
                  </a:cubicBezTo>
                  <a:lnTo>
                    <a:pt x="8017" y="6153"/>
                  </a:lnTo>
                  <a:cubicBezTo>
                    <a:pt x="8048" y="6153"/>
                    <a:pt x="8074" y="6128"/>
                    <a:pt x="8071" y="6098"/>
                  </a:cubicBezTo>
                  <a:lnTo>
                    <a:pt x="8110" y="5911"/>
                  </a:lnTo>
                  <a:lnTo>
                    <a:pt x="8110" y="57"/>
                  </a:lnTo>
                  <a:cubicBezTo>
                    <a:pt x="8110" y="26"/>
                    <a:pt x="8084" y="0"/>
                    <a:pt x="805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27"/>
            <p:cNvSpPr/>
            <p:nvPr/>
          </p:nvSpPr>
          <p:spPr>
            <a:xfrm>
              <a:off x="4760322" y="4176364"/>
              <a:ext cx="261734" cy="198870"/>
            </a:xfrm>
            <a:custGeom>
              <a:rect b="b" l="l" r="r" t="t"/>
              <a:pathLst>
                <a:path extrusionOk="0" h="6191" w="8148">
                  <a:moveTo>
                    <a:pt x="57" y="1"/>
                  </a:moveTo>
                  <a:cubicBezTo>
                    <a:pt x="26" y="1"/>
                    <a:pt x="0" y="27"/>
                    <a:pt x="0" y="57"/>
                  </a:cubicBezTo>
                  <a:lnTo>
                    <a:pt x="0" y="6134"/>
                  </a:lnTo>
                  <a:cubicBezTo>
                    <a:pt x="0" y="6165"/>
                    <a:pt x="26" y="6191"/>
                    <a:pt x="57" y="6191"/>
                  </a:cubicBezTo>
                  <a:lnTo>
                    <a:pt x="8091" y="6191"/>
                  </a:lnTo>
                  <a:cubicBezTo>
                    <a:pt x="8121" y="6191"/>
                    <a:pt x="8148" y="6165"/>
                    <a:pt x="8148" y="6134"/>
                  </a:cubicBezTo>
                  <a:lnTo>
                    <a:pt x="8148" y="5911"/>
                  </a:lnTo>
                  <a:lnTo>
                    <a:pt x="337" y="5911"/>
                  </a:lnTo>
                  <a:cubicBezTo>
                    <a:pt x="306" y="5911"/>
                    <a:pt x="281" y="5885"/>
                    <a:pt x="281" y="5855"/>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27"/>
            <p:cNvSpPr/>
            <p:nvPr/>
          </p:nvSpPr>
          <p:spPr>
            <a:xfrm>
              <a:off x="4781877" y="4194450"/>
              <a:ext cx="159038" cy="159295"/>
            </a:xfrm>
            <a:custGeom>
              <a:rect b="b" l="l" r="r" t="t"/>
              <a:pathLst>
                <a:path extrusionOk="0" h="4959" w="4951">
                  <a:moveTo>
                    <a:pt x="2420" y="1"/>
                  </a:moveTo>
                  <a:cubicBezTo>
                    <a:pt x="1779" y="1"/>
                    <a:pt x="1192" y="240"/>
                    <a:pt x="746" y="635"/>
                  </a:cubicBezTo>
                  <a:cubicBezTo>
                    <a:pt x="222" y="1098"/>
                    <a:pt x="1" y="1849"/>
                    <a:pt x="1" y="2605"/>
                  </a:cubicBezTo>
                  <a:cubicBezTo>
                    <a:pt x="1" y="4002"/>
                    <a:pt x="1257" y="4959"/>
                    <a:pt x="2350" y="4959"/>
                  </a:cubicBezTo>
                  <a:cubicBezTo>
                    <a:pt x="3106" y="4959"/>
                    <a:pt x="3856" y="4733"/>
                    <a:pt x="4321" y="4206"/>
                  </a:cubicBezTo>
                  <a:cubicBezTo>
                    <a:pt x="4712" y="3760"/>
                    <a:pt x="4950" y="3174"/>
                    <a:pt x="4950" y="2531"/>
                  </a:cubicBezTo>
                  <a:cubicBezTo>
                    <a:pt x="4950" y="1134"/>
                    <a:pt x="3817" y="1"/>
                    <a:pt x="24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27"/>
            <p:cNvSpPr/>
            <p:nvPr/>
          </p:nvSpPr>
          <p:spPr>
            <a:xfrm>
              <a:off x="4778312" y="4214785"/>
              <a:ext cx="142238" cy="142238"/>
            </a:xfrm>
            <a:custGeom>
              <a:rect b="b" l="l" r="r" t="t"/>
              <a:pathLst>
                <a:path extrusionOk="0" h="4428" w="4428">
                  <a:moveTo>
                    <a:pt x="856" y="0"/>
                  </a:moveTo>
                  <a:cubicBezTo>
                    <a:pt x="330" y="464"/>
                    <a:pt x="0" y="1141"/>
                    <a:pt x="0" y="1898"/>
                  </a:cubicBezTo>
                  <a:cubicBezTo>
                    <a:pt x="0" y="3295"/>
                    <a:pt x="1132" y="4427"/>
                    <a:pt x="2529" y="4427"/>
                  </a:cubicBezTo>
                  <a:cubicBezTo>
                    <a:pt x="3287" y="4427"/>
                    <a:pt x="3964" y="4097"/>
                    <a:pt x="4427" y="3572"/>
                  </a:cubicBezTo>
                  <a:lnTo>
                    <a:pt x="4427" y="3572"/>
                  </a:lnTo>
                  <a:cubicBezTo>
                    <a:pt x="3984" y="3964"/>
                    <a:pt x="3404" y="4203"/>
                    <a:pt x="2764" y="4203"/>
                  </a:cubicBezTo>
                  <a:cubicBezTo>
                    <a:pt x="2760" y="4203"/>
                    <a:pt x="2756" y="4203"/>
                    <a:pt x="2752" y="4203"/>
                  </a:cubicBezTo>
                  <a:cubicBezTo>
                    <a:pt x="1355" y="4203"/>
                    <a:pt x="222" y="3071"/>
                    <a:pt x="222" y="1674"/>
                  </a:cubicBezTo>
                  <a:cubicBezTo>
                    <a:pt x="222" y="1031"/>
                    <a:pt x="461" y="446"/>
                    <a:pt x="85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27"/>
            <p:cNvSpPr/>
            <p:nvPr/>
          </p:nvSpPr>
          <p:spPr>
            <a:xfrm>
              <a:off x="4833790" y="4248772"/>
              <a:ext cx="52777" cy="52777"/>
            </a:xfrm>
            <a:custGeom>
              <a:rect b="b" l="l" r="r" t="t"/>
              <a:pathLst>
                <a:path extrusionOk="0" h="1643" w="1643">
                  <a:moveTo>
                    <a:pt x="802" y="1"/>
                  </a:moveTo>
                  <a:cubicBezTo>
                    <a:pt x="629" y="1"/>
                    <a:pt x="467" y="54"/>
                    <a:pt x="332" y="145"/>
                  </a:cubicBezTo>
                  <a:cubicBezTo>
                    <a:pt x="109" y="296"/>
                    <a:pt x="0" y="588"/>
                    <a:pt x="0" y="878"/>
                  </a:cubicBezTo>
                  <a:cubicBezTo>
                    <a:pt x="0" y="1195"/>
                    <a:pt x="302" y="1642"/>
                    <a:pt x="765" y="1642"/>
                  </a:cubicBezTo>
                  <a:cubicBezTo>
                    <a:pt x="1054" y="1642"/>
                    <a:pt x="1345" y="1534"/>
                    <a:pt x="1496" y="1311"/>
                  </a:cubicBezTo>
                  <a:cubicBezTo>
                    <a:pt x="1589" y="1176"/>
                    <a:pt x="1642" y="1015"/>
                    <a:pt x="1642" y="840"/>
                  </a:cubicBezTo>
                  <a:cubicBezTo>
                    <a:pt x="1642" y="377"/>
                    <a:pt x="1266" y="1"/>
                    <a:pt x="80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27"/>
            <p:cNvSpPr/>
            <p:nvPr/>
          </p:nvSpPr>
          <p:spPr>
            <a:xfrm>
              <a:off x="4832569" y="4253430"/>
              <a:ext cx="49340" cy="49308"/>
            </a:xfrm>
            <a:custGeom>
              <a:rect b="b" l="l" r="r" t="t"/>
              <a:pathLst>
                <a:path extrusionOk="0" h="1535" w="1536">
                  <a:moveTo>
                    <a:pt x="370" y="0"/>
                  </a:moveTo>
                  <a:lnTo>
                    <a:pt x="370" y="0"/>
                  </a:lnTo>
                  <a:cubicBezTo>
                    <a:pt x="147" y="151"/>
                    <a:pt x="1" y="406"/>
                    <a:pt x="1" y="695"/>
                  </a:cubicBezTo>
                  <a:cubicBezTo>
                    <a:pt x="1" y="1158"/>
                    <a:pt x="377" y="1535"/>
                    <a:pt x="840" y="1535"/>
                  </a:cubicBezTo>
                  <a:cubicBezTo>
                    <a:pt x="1130" y="1535"/>
                    <a:pt x="1385" y="1390"/>
                    <a:pt x="1535" y="1167"/>
                  </a:cubicBezTo>
                  <a:lnTo>
                    <a:pt x="1535" y="1167"/>
                  </a:lnTo>
                  <a:cubicBezTo>
                    <a:pt x="1401" y="1258"/>
                    <a:pt x="1239" y="1310"/>
                    <a:pt x="1065" y="1310"/>
                  </a:cubicBezTo>
                  <a:cubicBezTo>
                    <a:pt x="602" y="1310"/>
                    <a:pt x="225" y="934"/>
                    <a:pt x="225" y="471"/>
                  </a:cubicBezTo>
                  <a:cubicBezTo>
                    <a:pt x="225" y="297"/>
                    <a:pt x="280" y="133"/>
                    <a:pt x="3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27"/>
            <p:cNvSpPr/>
            <p:nvPr/>
          </p:nvSpPr>
          <p:spPr>
            <a:xfrm>
              <a:off x="4850527" y="4266729"/>
              <a:ext cx="18085" cy="18085"/>
            </a:xfrm>
            <a:custGeom>
              <a:rect b="b" l="l" r="r" t="t"/>
              <a:pathLst>
                <a:path extrusionOk="0" h="563" w="563">
                  <a:moveTo>
                    <a:pt x="281" y="0"/>
                  </a:moveTo>
                  <a:cubicBezTo>
                    <a:pt x="127" y="0"/>
                    <a:pt x="1" y="126"/>
                    <a:pt x="1" y="281"/>
                  </a:cubicBezTo>
                  <a:cubicBezTo>
                    <a:pt x="1" y="436"/>
                    <a:pt x="127" y="562"/>
                    <a:pt x="281" y="562"/>
                  </a:cubicBezTo>
                  <a:cubicBezTo>
                    <a:pt x="436" y="562"/>
                    <a:pt x="562" y="436"/>
                    <a:pt x="562" y="281"/>
                  </a:cubicBezTo>
                  <a:cubicBezTo>
                    <a:pt x="562" y="126"/>
                    <a:pt x="436" y="0"/>
                    <a:pt x="28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27"/>
            <p:cNvSpPr/>
            <p:nvPr/>
          </p:nvSpPr>
          <p:spPr>
            <a:xfrm>
              <a:off x="4877125" y="4233063"/>
              <a:ext cx="93637" cy="95211"/>
            </a:xfrm>
            <a:custGeom>
              <a:rect b="b" l="l" r="r" t="t"/>
              <a:pathLst>
                <a:path extrusionOk="0" h="2964" w="2915">
                  <a:moveTo>
                    <a:pt x="2755" y="1"/>
                  </a:moveTo>
                  <a:cubicBezTo>
                    <a:pt x="2711" y="1"/>
                    <a:pt x="2666" y="22"/>
                    <a:pt x="2640" y="61"/>
                  </a:cubicBezTo>
                  <a:lnTo>
                    <a:pt x="992" y="2429"/>
                  </a:lnTo>
                  <a:cubicBezTo>
                    <a:pt x="972" y="2457"/>
                    <a:pt x="945" y="2474"/>
                    <a:pt x="913" y="2483"/>
                  </a:cubicBezTo>
                  <a:lnTo>
                    <a:pt x="121" y="2689"/>
                  </a:lnTo>
                  <a:cubicBezTo>
                    <a:pt x="46" y="2707"/>
                    <a:pt x="1" y="2784"/>
                    <a:pt x="19" y="2858"/>
                  </a:cubicBezTo>
                  <a:cubicBezTo>
                    <a:pt x="37" y="2922"/>
                    <a:pt x="95" y="2964"/>
                    <a:pt x="156" y="2964"/>
                  </a:cubicBezTo>
                  <a:cubicBezTo>
                    <a:pt x="163" y="2964"/>
                    <a:pt x="171" y="2962"/>
                    <a:pt x="179" y="2962"/>
                  </a:cubicBezTo>
                  <a:cubicBezTo>
                    <a:pt x="183" y="2962"/>
                    <a:pt x="187" y="2963"/>
                    <a:pt x="192" y="2964"/>
                  </a:cubicBezTo>
                  <a:lnTo>
                    <a:pt x="982" y="2758"/>
                  </a:lnTo>
                  <a:cubicBezTo>
                    <a:pt x="1079" y="2733"/>
                    <a:pt x="1163" y="2674"/>
                    <a:pt x="1221" y="2592"/>
                  </a:cubicBezTo>
                  <a:lnTo>
                    <a:pt x="2870" y="222"/>
                  </a:lnTo>
                  <a:cubicBezTo>
                    <a:pt x="2915" y="158"/>
                    <a:pt x="2899" y="70"/>
                    <a:pt x="2835" y="26"/>
                  </a:cubicBezTo>
                  <a:cubicBezTo>
                    <a:pt x="2811" y="9"/>
                    <a:pt x="2783" y="1"/>
                    <a:pt x="275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27"/>
            <p:cNvSpPr/>
            <p:nvPr/>
          </p:nvSpPr>
          <p:spPr>
            <a:xfrm>
              <a:off x="4871407" y="4313855"/>
              <a:ext cx="24156" cy="19049"/>
            </a:xfrm>
            <a:custGeom>
              <a:rect b="b" l="l" r="r" t="t"/>
              <a:pathLst>
                <a:path extrusionOk="0" h="593" w="752">
                  <a:moveTo>
                    <a:pt x="445" y="0"/>
                  </a:moveTo>
                  <a:cubicBezTo>
                    <a:pt x="423" y="0"/>
                    <a:pt x="400" y="3"/>
                    <a:pt x="377" y="8"/>
                  </a:cubicBezTo>
                  <a:lnTo>
                    <a:pt x="242" y="40"/>
                  </a:lnTo>
                  <a:cubicBezTo>
                    <a:pt x="93" y="77"/>
                    <a:pt x="1" y="229"/>
                    <a:pt x="38" y="379"/>
                  </a:cubicBezTo>
                  <a:cubicBezTo>
                    <a:pt x="69" y="506"/>
                    <a:pt x="182" y="592"/>
                    <a:pt x="307" y="592"/>
                  </a:cubicBezTo>
                  <a:cubicBezTo>
                    <a:pt x="330" y="592"/>
                    <a:pt x="354" y="589"/>
                    <a:pt x="377" y="583"/>
                  </a:cubicBezTo>
                  <a:lnTo>
                    <a:pt x="512" y="551"/>
                  </a:lnTo>
                  <a:cubicBezTo>
                    <a:pt x="661" y="514"/>
                    <a:pt x="752" y="362"/>
                    <a:pt x="716" y="213"/>
                  </a:cubicBezTo>
                  <a:cubicBezTo>
                    <a:pt x="685" y="85"/>
                    <a:pt x="571" y="0"/>
                    <a:pt x="44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27"/>
            <p:cNvSpPr/>
            <p:nvPr/>
          </p:nvSpPr>
          <p:spPr>
            <a:xfrm>
              <a:off x="4986058" y="4339040"/>
              <a:ext cx="18053" cy="18085"/>
            </a:xfrm>
            <a:custGeom>
              <a:rect b="b" l="l" r="r" t="t"/>
              <a:pathLst>
                <a:path extrusionOk="0" h="563" w="562">
                  <a:moveTo>
                    <a:pt x="94" y="0"/>
                  </a:moveTo>
                  <a:cubicBezTo>
                    <a:pt x="42" y="0"/>
                    <a:pt x="0" y="44"/>
                    <a:pt x="0" y="95"/>
                  </a:cubicBezTo>
                  <a:lnTo>
                    <a:pt x="0" y="468"/>
                  </a:lnTo>
                  <a:cubicBezTo>
                    <a:pt x="0" y="520"/>
                    <a:pt x="43" y="562"/>
                    <a:pt x="94" y="562"/>
                  </a:cubicBezTo>
                  <a:lnTo>
                    <a:pt x="468" y="562"/>
                  </a:lnTo>
                  <a:cubicBezTo>
                    <a:pt x="518" y="562"/>
                    <a:pt x="562" y="520"/>
                    <a:pt x="562" y="468"/>
                  </a:cubicBezTo>
                  <a:lnTo>
                    <a:pt x="562" y="95"/>
                  </a:lnTo>
                  <a:cubicBezTo>
                    <a:pt x="562" y="42"/>
                    <a:pt x="518" y="0"/>
                    <a:pt x="46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27"/>
            <p:cNvSpPr/>
            <p:nvPr/>
          </p:nvSpPr>
          <p:spPr>
            <a:xfrm>
              <a:off x="4933086" y="4334607"/>
              <a:ext cx="39511" cy="9026"/>
            </a:xfrm>
            <a:custGeom>
              <a:rect b="b" l="l" r="r" t="t"/>
              <a:pathLst>
                <a:path extrusionOk="0" h="281" w="1230">
                  <a:moveTo>
                    <a:pt x="141" y="1"/>
                  </a:moveTo>
                  <a:cubicBezTo>
                    <a:pt x="64" y="1"/>
                    <a:pt x="0" y="65"/>
                    <a:pt x="0" y="140"/>
                  </a:cubicBezTo>
                  <a:cubicBezTo>
                    <a:pt x="0" y="217"/>
                    <a:pt x="62" y="280"/>
                    <a:pt x="141" y="280"/>
                  </a:cubicBezTo>
                  <a:lnTo>
                    <a:pt x="1090" y="280"/>
                  </a:lnTo>
                  <a:cubicBezTo>
                    <a:pt x="1167" y="280"/>
                    <a:pt x="1229" y="217"/>
                    <a:pt x="1229" y="140"/>
                  </a:cubicBezTo>
                  <a:cubicBezTo>
                    <a:pt x="1229" y="65"/>
                    <a:pt x="1167" y="1"/>
                    <a:pt x="1090" y="1"/>
                  </a:cubicBez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27"/>
            <p:cNvSpPr/>
            <p:nvPr/>
          </p:nvSpPr>
          <p:spPr>
            <a:xfrm>
              <a:off x="4945068" y="4352564"/>
              <a:ext cx="27529" cy="9026"/>
            </a:xfrm>
            <a:custGeom>
              <a:rect b="b" l="l" r="r" t="t"/>
              <a:pathLst>
                <a:path extrusionOk="0" h="281" w="857">
                  <a:moveTo>
                    <a:pt x="140" y="1"/>
                  </a:moveTo>
                  <a:cubicBezTo>
                    <a:pt x="64" y="1"/>
                    <a:pt x="1" y="64"/>
                    <a:pt x="1" y="141"/>
                  </a:cubicBezTo>
                  <a:cubicBezTo>
                    <a:pt x="1" y="216"/>
                    <a:pt x="61" y="280"/>
                    <a:pt x="140" y="280"/>
                  </a:cubicBezTo>
                  <a:lnTo>
                    <a:pt x="717" y="280"/>
                  </a:lnTo>
                  <a:cubicBezTo>
                    <a:pt x="794" y="280"/>
                    <a:pt x="856" y="216"/>
                    <a:pt x="856" y="141"/>
                  </a:cubicBezTo>
                  <a:cubicBezTo>
                    <a:pt x="856" y="64"/>
                    <a:pt x="794" y="1"/>
                    <a:pt x="717" y="1"/>
                  </a:cubicBez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27"/>
            <p:cNvSpPr/>
            <p:nvPr/>
          </p:nvSpPr>
          <p:spPr>
            <a:xfrm>
              <a:off x="4990556" y="4246170"/>
              <a:ext cx="8994" cy="78989"/>
            </a:xfrm>
            <a:custGeom>
              <a:rect b="b" l="l" r="r" t="t"/>
              <a:pathLst>
                <a:path extrusionOk="0" h="2459" w="280">
                  <a:moveTo>
                    <a:pt x="141" y="0"/>
                  </a:moveTo>
                  <a:cubicBezTo>
                    <a:pt x="64" y="0"/>
                    <a:pt x="0" y="61"/>
                    <a:pt x="0" y="139"/>
                  </a:cubicBezTo>
                  <a:lnTo>
                    <a:pt x="0" y="2320"/>
                  </a:lnTo>
                  <a:cubicBezTo>
                    <a:pt x="0" y="2396"/>
                    <a:pt x="63" y="2459"/>
                    <a:pt x="141" y="2459"/>
                  </a:cubicBezTo>
                  <a:cubicBezTo>
                    <a:pt x="219" y="2459"/>
                    <a:pt x="280" y="2398"/>
                    <a:pt x="280" y="2320"/>
                  </a:cubicBezTo>
                  <a:lnTo>
                    <a:pt x="280" y="139"/>
                  </a:lnTo>
                  <a:cubicBezTo>
                    <a:pt x="280" y="63"/>
                    <a:pt x="218" y="0"/>
                    <a:pt x="1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27"/>
            <p:cNvSpPr/>
            <p:nvPr/>
          </p:nvSpPr>
          <p:spPr>
            <a:xfrm>
              <a:off x="4986058" y="4282566"/>
              <a:ext cx="18053" cy="18085"/>
            </a:xfrm>
            <a:custGeom>
              <a:rect b="b" l="l" r="r" t="t"/>
              <a:pathLst>
                <a:path extrusionOk="0" h="563" w="562">
                  <a:moveTo>
                    <a:pt x="281" y="1"/>
                  </a:moveTo>
                  <a:cubicBezTo>
                    <a:pt x="125" y="1"/>
                    <a:pt x="0" y="128"/>
                    <a:pt x="0" y="282"/>
                  </a:cubicBezTo>
                  <a:cubicBezTo>
                    <a:pt x="0" y="438"/>
                    <a:pt x="127" y="563"/>
                    <a:pt x="281" y="563"/>
                  </a:cubicBezTo>
                  <a:cubicBezTo>
                    <a:pt x="434" y="563"/>
                    <a:pt x="562" y="438"/>
                    <a:pt x="562" y="282"/>
                  </a:cubicBezTo>
                  <a:cubicBezTo>
                    <a:pt x="562" y="125"/>
                    <a:pt x="436" y="1"/>
                    <a:pt x="28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27"/>
            <p:cNvSpPr/>
            <p:nvPr/>
          </p:nvSpPr>
          <p:spPr>
            <a:xfrm>
              <a:off x="4956697" y="4216230"/>
              <a:ext cx="28268" cy="29681"/>
            </a:xfrm>
            <a:custGeom>
              <a:rect b="b" l="l" r="r" t="t"/>
              <a:pathLst>
                <a:path extrusionOk="0" h="924" w="880">
                  <a:moveTo>
                    <a:pt x="451" y="0"/>
                  </a:moveTo>
                  <a:lnTo>
                    <a:pt x="89" y="517"/>
                  </a:lnTo>
                  <a:cubicBezTo>
                    <a:pt x="1" y="644"/>
                    <a:pt x="21" y="756"/>
                    <a:pt x="147" y="846"/>
                  </a:cubicBezTo>
                  <a:cubicBezTo>
                    <a:pt x="147" y="846"/>
                    <a:pt x="269" y="923"/>
                    <a:pt x="361" y="923"/>
                  </a:cubicBezTo>
                  <a:cubicBezTo>
                    <a:pt x="378" y="923"/>
                    <a:pt x="395" y="920"/>
                    <a:pt x="409" y="914"/>
                  </a:cubicBezTo>
                  <a:cubicBezTo>
                    <a:pt x="451" y="893"/>
                    <a:pt x="488" y="863"/>
                    <a:pt x="517" y="821"/>
                  </a:cubicBezTo>
                  <a:lnTo>
                    <a:pt x="879" y="304"/>
                  </a:lnTo>
                  <a:lnTo>
                    <a:pt x="4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27"/>
            <p:cNvSpPr/>
            <p:nvPr/>
          </p:nvSpPr>
          <p:spPr>
            <a:xfrm>
              <a:off x="4955765" y="4215748"/>
              <a:ext cx="19627" cy="30709"/>
            </a:xfrm>
            <a:custGeom>
              <a:rect b="b" l="l" r="r" t="t"/>
              <a:pathLst>
                <a:path extrusionOk="0" h="956" w="611">
                  <a:moveTo>
                    <a:pt x="448" y="1"/>
                  </a:moveTo>
                  <a:lnTo>
                    <a:pt x="89" y="516"/>
                  </a:lnTo>
                  <a:cubicBezTo>
                    <a:pt x="1" y="643"/>
                    <a:pt x="31" y="817"/>
                    <a:pt x="158" y="905"/>
                  </a:cubicBezTo>
                  <a:cubicBezTo>
                    <a:pt x="206" y="939"/>
                    <a:pt x="262" y="956"/>
                    <a:pt x="317" y="956"/>
                  </a:cubicBezTo>
                  <a:cubicBezTo>
                    <a:pt x="359" y="956"/>
                    <a:pt x="400" y="947"/>
                    <a:pt x="438" y="929"/>
                  </a:cubicBezTo>
                  <a:cubicBezTo>
                    <a:pt x="423" y="921"/>
                    <a:pt x="412" y="914"/>
                    <a:pt x="399" y="905"/>
                  </a:cubicBezTo>
                  <a:cubicBezTo>
                    <a:pt x="271" y="817"/>
                    <a:pt x="241" y="643"/>
                    <a:pt x="332" y="516"/>
                  </a:cubicBezTo>
                  <a:lnTo>
                    <a:pt x="610" y="115"/>
                  </a:lnTo>
                  <a:lnTo>
                    <a:pt x="44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27"/>
            <p:cNvSpPr/>
            <p:nvPr/>
          </p:nvSpPr>
          <p:spPr>
            <a:xfrm>
              <a:off x="4962222" y="4199012"/>
              <a:ext cx="40346" cy="31705"/>
            </a:xfrm>
            <a:custGeom>
              <a:rect b="b" l="l" r="r" t="t"/>
              <a:pathLst>
                <a:path extrusionOk="0" h="987" w="1256">
                  <a:moveTo>
                    <a:pt x="280" y="0"/>
                  </a:moveTo>
                  <a:cubicBezTo>
                    <a:pt x="222" y="0"/>
                    <a:pt x="164" y="28"/>
                    <a:pt x="128" y="80"/>
                  </a:cubicBezTo>
                  <a:lnTo>
                    <a:pt x="60" y="196"/>
                  </a:lnTo>
                  <a:cubicBezTo>
                    <a:pt x="1" y="279"/>
                    <a:pt x="20" y="394"/>
                    <a:pt x="105" y="455"/>
                  </a:cubicBezTo>
                  <a:lnTo>
                    <a:pt x="830" y="952"/>
                  </a:lnTo>
                  <a:cubicBezTo>
                    <a:pt x="863" y="975"/>
                    <a:pt x="901" y="987"/>
                    <a:pt x="938" y="987"/>
                  </a:cubicBezTo>
                  <a:cubicBezTo>
                    <a:pt x="996" y="987"/>
                    <a:pt x="1053" y="959"/>
                    <a:pt x="1089" y="907"/>
                  </a:cubicBezTo>
                  <a:lnTo>
                    <a:pt x="1123" y="898"/>
                  </a:lnTo>
                  <a:lnTo>
                    <a:pt x="1197" y="791"/>
                  </a:lnTo>
                  <a:cubicBezTo>
                    <a:pt x="1256" y="708"/>
                    <a:pt x="1234" y="593"/>
                    <a:pt x="1152" y="532"/>
                  </a:cubicBezTo>
                  <a:lnTo>
                    <a:pt x="432" y="30"/>
                  </a:lnTo>
                  <a:lnTo>
                    <a:pt x="387" y="35"/>
                  </a:lnTo>
                  <a:cubicBezTo>
                    <a:pt x="355" y="12"/>
                    <a:pt x="318" y="0"/>
                    <a:pt x="2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27"/>
            <p:cNvSpPr/>
            <p:nvPr/>
          </p:nvSpPr>
          <p:spPr>
            <a:xfrm>
              <a:off x="4960937" y="4197855"/>
              <a:ext cx="37358" cy="34082"/>
            </a:xfrm>
            <a:custGeom>
              <a:rect b="b" l="l" r="r" t="t"/>
              <a:pathLst>
                <a:path extrusionOk="0" h="1061" w="1163">
                  <a:moveTo>
                    <a:pt x="318" y="0"/>
                  </a:moveTo>
                  <a:cubicBezTo>
                    <a:pt x="260" y="0"/>
                    <a:pt x="203" y="28"/>
                    <a:pt x="167" y="80"/>
                  </a:cubicBezTo>
                  <a:lnTo>
                    <a:pt x="60" y="232"/>
                  </a:lnTo>
                  <a:cubicBezTo>
                    <a:pt x="0" y="317"/>
                    <a:pt x="21" y="433"/>
                    <a:pt x="106" y="493"/>
                  </a:cubicBezTo>
                  <a:lnTo>
                    <a:pt x="869" y="1027"/>
                  </a:lnTo>
                  <a:cubicBezTo>
                    <a:pt x="902" y="1050"/>
                    <a:pt x="939" y="1061"/>
                    <a:pt x="976" y="1061"/>
                  </a:cubicBezTo>
                  <a:cubicBezTo>
                    <a:pt x="1035" y="1061"/>
                    <a:pt x="1093" y="1033"/>
                    <a:pt x="1129" y="980"/>
                  </a:cubicBezTo>
                  <a:lnTo>
                    <a:pt x="1163" y="936"/>
                  </a:lnTo>
                  <a:lnTo>
                    <a:pt x="335" y="358"/>
                  </a:lnTo>
                  <a:cubicBezTo>
                    <a:pt x="310" y="341"/>
                    <a:pt x="303" y="306"/>
                    <a:pt x="320" y="281"/>
                  </a:cubicBezTo>
                  <a:lnTo>
                    <a:pt x="471" y="67"/>
                  </a:lnTo>
                  <a:lnTo>
                    <a:pt x="426" y="35"/>
                  </a:lnTo>
                  <a:cubicBezTo>
                    <a:pt x="393" y="11"/>
                    <a:pt x="356" y="0"/>
                    <a:pt x="31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60" name="Google Shape;2860;p27"/>
          <p:cNvGrpSpPr/>
          <p:nvPr/>
        </p:nvGrpSpPr>
        <p:grpSpPr>
          <a:xfrm>
            <a:off x="4157385" y="4126990"/>
            <a:ext cx="197746" cy="297583"/>
            <a:chOff x="4157385" y="4126990"/>
            <a:chExt cx="197746" cy="297583"/>
          </a:xfrm>
        </p:grpSpPr>
        <p:sp>
          <p:nvSpPr>
            <p:cNvPr id="2861" name="Google Shape;2861;p27"/>
            <p:cNvSpPr/>
            <p:nvPr/>
          </p:nvSpPr>
          <p:spPr>
            <a:xfrm>
              <a:off x="4158638" y="4126990"/>
              <a:ext cx="196493" cy="296426"/>
            </a:xfrm>
            <a:custGeom>
              <a:rect b="b" l="l" r="r" t="t"/>
              <a:pathLst>
                <a:path extrusionOk="0" h="9228" w="6117">
                  <a:moveTo>
                    <a:pt x="242" y="0"/>
                  </a:moveTo>
                  <a:cubicBezTo>
                    <a:pt x="229" y="0"/>
                    <a:pt x="218" y="0"/>
                    <a:pt x="205" y="2"/>
                  </a:cubicBezTo>
                  <a:cubicBezTo>
                    <a:pt x="69" y="20"/>
                    <a:pt x="2" y="300"/>
                    <a:pt x="2" y="442"/>
                  </a:cubicBezTo>
                  <a:lnTo>
                    <a:pt x="1" y="8947"/>
                  </a:lnTo>
                  <a:cubicBezTo>
                    <a:pt x="1" y="9101"/>
                    <a:pt x="127" y="9227"/>
                    <a:pt x="280" y="9227"/>
                  </a:cubicBezTo>
                  <a:lnTo>
                    <a:pt x="5678" y="9222"/>
                  </a:lnTo>
                  <a:cubicBezTo>
                    <a:pt x="5822" y="9222"/>
                    <a:pt x="6095" y="9158"/>
                    <a:pt x="6114" y="9025"/>
                  </a:cubicBezTo>
                  <a:cubicBezTo>
                    <a:pt x="6114" y="9012"/>
                    <a:pt x="6117" y="8999"/>
                    <a:pt x="6117" y="8986"/>
                  </a:cubicBezTo>
                  <a:lnTo>
                    <a:pt x="6117" y="281"/>
                  </a:lnTo>
                  <a:cubicBezTo>
                    <a:pt x="6117" y="125"/>
                    <a:pt x="5989" y="0"/>
                    <a:pt x="58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27"/>
            <p:cNvSpPr/>
            <p:nvPr/>
          </p:nvSpPr>
          <p:spPr>
            <a:xfrm>
              <a:off x="4157385" y="4126990"/>
              <a:ext cx="197618" cy="297583"/>
            </a:xfrm>
            <a:custGeom>
              <a:rect b="b" l="l" r="r" t="t"/>
              <a:pathLst>
                <a:path extrusionOk="0" h="9264" w="6152">
                  <a:moveTo>
                    <a:pt x="244" y="0"/>
                  </a:moveTo>
                  <a:cubicBezTo>
                    <a:pt x="106" y="19"/>
                    <a:pt x="1" y="136"/>
                    <a:pt x="1" y="277"/>
                  </a:cubicBezTo>
                  <a:lnTo>
                    <a:pt x="1" y="8983"/>
                  </a:lnTo>
                  <a:cubicBezTo>
                    <a:pt x="1" y="9139"/>
                    <a:pt x="128" y="9264"/>
                    <a:pt x="281" y="9264"/>
                  </a:cubicBezTo>
                  <a:lnTo>
                    <a:pt x="5875" y="9264"/>
                  </a:lnTo>
                  <a:cubicBezTo>
                    <a:pt x="6015" y="9264"/>
                    <a:pt x="6134" y="9158"/>
                    <a:pt x="6152" y="9020"/>
                  </a:cubicBezTo>
                  <a:lnTo>
                    <a:pt x="391" y="9019"/>
                  </a:lnTo>
                  <a:cubicBezTo>
                    <a:pt x="310" y="9019"/>
                    <a:pt x="244" y="8954"/>
                    <a:pt x="244" y="8871"/>
                  </a:cubicBezTo>
                  <a:lnTo>
                    <a:pt x="24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27"/>
            <p:cNvSpPr/>
            <p:nvPr/>
          </p:nvSpPr>
          <p:spPr>
            <a:xfrm>
              <a:off x="4212574" y="4367084"/>
              <a:ext cx="31191" cy="28171"/>
            </a:xfrm>
            <a:custGeom>
              <a:rect b="b" l="l" r="r" t="t"/>
              <a:pathLst>
                <a:path extrusionOk="0" h="877" w="971">
                  <a:moveTo>
                    <a:pt x="1" y="0"/>
                  </a:moveTo>
                  <a:lnTo>
                    <a:pt x="1" y="876"/>
                  </a:lnTo>
                  <a:lnTo>
                    <a:pt x="971" y="876"/>
                  </a:lnTo>
                  <a:lnTo>
                    <a:pt x="97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27"/>
            <p:cNvSpPr/>
            <p:nvPr/>
          </p:nvSpPr>
          <p:spPr>
            <a:xfrm>
              <a:off x="4212863" y="4367084"/>
              <a:ext cx="30548" cy="29938"/>
            </a:xfrm>
            <a:custGeom>
              <a:rect b="b" l="l" r="r" t="t"/>
              <a:pathLst>
                <a:path extrusionOk="0" h="932" w="951">
                  <a:moveTo>
                    <a:pt x="1" y="0"/>
                  </a:moveTo>
                  <a:lnTo>
                    <a:pt x="1" y="931"/>
                  </a:lnTo>
                  <a:lnTo>
                    <a:pt x="950" y="931"/>
                  </a:lnTo>
                  <a:lnTo>
                    <a:pt x="950" y="671"/>
                  </a:lnTo>
                  <a:lnTo>
                    <a:pt x="373" y="671"/>
                  </a:lnTo>
                  <a:cubicBezTo>
                    <a:pt x="332" y="671"/>
                    <a:pt x="299" y="639"/>
                    <a:pt x="299" y="597"/>
                  </a:cubicBezTo>
                  <a:lnTo>
                    <a:pt x="29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27"/>
            <p:cNvSpPr/>
            <p:nvPr/>
          </p:nvSpPr>
          <p:spPr>
            <a:xfrm>
              <a:off x="4186457" y="4367084"/>
              <a:ext cx="27593" cy="38932"/>
            </a:xfrm>
            <a:custGeom>
              <a:rect b="b" l="l" r="r" t="t"/>
              <a:pathLst>
                <a:path extrusionOk="0" h="1212" w="859">
                  <a:moveTo>
                    <a:pt x="0" y="0"/>
                  </a:moveTo>
                  <a:lnTo>
                    <a:pt x="0" y="1025"/>
                  </a:lnTo>
                  <a:cubicBezTo>
                    <a:pt x="0" y="1129"/>
                    <a:pt x="84" y="1212"/>
                    <a:pt x="187" y="1212"/>
                  </a:cubicBezTo>
                  <a:lnTo>
                    <a:pt x="655" y="1212"/>
                  </a:lnTo>
                  <a:cubicBezTo>
                    <a:pt x="757" y="1212"/>
                    <a:pt x="840" y="1129"/>
                    <a:pt x="840" y="1025"/>
                  </a:cubicBezTo>
                  <a:lnTo>
                    <a:pt x="859" y="970"/>
                  </a:lnTo>
                  <a:lnTo>
                    <a:pt x="859"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27"/>
            <p:cNvSpPr/>
            <p:nvPr/>
          </p:nvSpPr>
          <p:spPr>
            <a:xfrm>
              <a:off x="4185879" y="4367084"/>
              <a:ext cx="28171" cy="39543"/>
            </a:xfrm>
            <a:custGeom>
              <a:rect b="b" l="l" r="r" t="t"/>
              <a:pathLst>
                <a:path extrusionOk="0" h="1231" w="877">
                  <a:moveTo>
                    <a:pt x="1" y="0"/>
                  </a:moveTo>
                  <a:lnTo>
                    <a:pt x="1" y="1044"/>
                  </a:lnTo>
                  <a:cubicBezTo>
                    <a:pt x="1" y="1147"/>
                    <a:pt x="83" y="1231"/>
                    <a:pt x="188" y="1231"/>
                  </a:cubicBezTo>
                  <a:lnTo>
                    <a:pt x="690" y="1231"/>
                  </a:lnTo>
                  <a:cubicBezTo>
                    <a:pt x="793" y="1231"/>
                    <a:pt x="877" y="1147"/>
                    <a:pt x="877" y="1044"/>
                  </a:cubicBezTo>
                  <a:lnTo>
                    <a:pt x="877" y="970"/>
                  </a:lnTo>
                  <a:lnTo>
                    <a:pt x="877" y="967"/>
                  </a:lnTo>
                  <a:lnTo>
                    <a:pt x="335" y="967"/>
                  </a:lnTo>
                  <a:cubicBezTo>
                    <a:pt x="293" y="967"/>
                    <a:pt x="261" y="936"/>
                    <a:pt x="261" y="894"/>
                  </a:cubicBezTo>
                  <a:lnTo>
                    <a:pt x="26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27"/>
            <p:cNvSpPr/>
            <p:nvPr/>
          </p:nvSpPr>
          <p:spPr>
            <a:xfrm>
              <a:off x="4243381" y="4367084"/>
              <a:ext cx="26983" cy="37744"/>
            </a:xfrm>
            <a:custGeom>
              <a:rect b="b" l="l" r="r" t="t"/>
              <a:pathLst>
                <a:path extrusionOk="0" h="1175" w="840">
                  <a:moveTo>
                    <a:pt x="0" y="0"/>
                  </a:moveTo>
                  <a:lnTo>
                    <a:pt x="0" y="988"/>
                  </a:lnTo>
                  <a:cubicBezTo>
                    <a:pt x="0" y="1090"/>
                    <a:pt x="45" y="1174"/>
                    <a:pt x="149" y="1174"/>
                  </a:cubicBezTo>
                  <a:lnTo>
                    <a:pt x="840" y="1174"/>
                  </a:lnTo>
                  <a:lnTo>
                    <a:pt x="84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27"/>
            <p:cNvSpPr/>
            <p:nvPr/>
          </p:nvSpPr>
          <p:spPr>
            <a:xfrm>
              <a:off x="4242160" y="4367084"/>
              <a:ext cx="29392" cy="39543"/>
            </a:xfrm>
            <a:custGeom>
              <a:rect b="b" l="l" r="r" t="t"/>
              <a:pathLst>
                <a:path extrusionOk="0" h="1231" w="915">
                  <a:moveTo>
                    <a:pt x="1" y="0"/>
                  </a:moveTo>
                  <a:lnTo>
                    <a:pt x="1" y="1044"/>
                  </a:lnTo>
                  <a:cubicBezTo>
                    <a:pt x="1" y="1147"/>
                    <a:pt x="83" y="1231"/>
                    <a:pt x="187" y="1231"/>
                  </a:cubicBezTo>
                  <a:lnTo>
                    <a:pt x="914" y="1231"/>
                  </a:lnTo>
                  <a:lnTo>
                    <a:pt x="914" y="970"/>
                  </a:lnTo>
                  <a:lnTo>
                    <a:pt x="914" y="967"/>
                  </a:lnTo>
                  <a:lnTo>
                    <a:pt x="335" y="967"/>
                  </a:lnTo>
                  <a:cubicBezTo>
                    <a:pt x="293" y="967"/>
                    <a:pt x="261" y="936"/>
                    <a:pt x="261" y="894"/>
                  </a:cubicBezTo>
                  <a:lnTo>
                    <a:pt x="26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p27"/>
            <p:cNvSpPr/>
            <p:nvPr/>
          </p:nvSpPr>
          <p:spPr>
            <a:xfrm>
              <a:off x="4270333" y="4367084"/>
              <a:ext cx="28171" cy="37744"/>
            </a:xfrm>
            <a:custGeom>
              <a:rect b="b" l="l" r="r" t="t"/>
              <a:pathLst>
                <a:path extrusionOk="0" h="1175" w="877">
                  <a:moveTo>
                    <a:pt x="1" y="0"/>
                  </a:moveTo>
                  <a:lnTo>
                    <a:pt x="1" y="1174"/>
                  </a:lnTo>
                  <a:lnTo>
                    <a:pt x="877" y="1174"/>
                  </a:lnTo>
                  <a:lnTo>
                    <a:pt x="877"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27"/>
            <p:cNvSpPr/>
            <p:nvPr/>
          </p:nvSpPr>
          <p:spPr>
            <a:xfrm>
              <a:off x="4298474" y="4367084"/>
              <a:ext cx="28171" cy="37134"/>
            </a:xfrm>
            <a:custGeom>
              <a:rect b="b" l="l" r="r" t="t"/>
              <a:pathLst>
                <a:path extrusionOk="0" h="1156" w="877">
                  <a:moveTo>
                    <a:pt x="1" y="0"/>
                  </a:moveTo>
                  <a:lnTo>
                    <a:pt x="1" y="1156"/>
                  </a:lnTo>
                  <a:lnTo>
                    <a:pt x="690" y="1156"/>
                  </a:lnTo>
                  <a:cubicBezTo>
                    <a:pt x="794" y="1156"/>
                    <a:pt x="876" y="1073"/>
                    <a:pt x="876" y="970"/>
                  </a:cubicBezTo>
                  <a:lnTo>
                    <a:pt x="87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27"/>
            <p:cNvSpPr/>
            <p:nvPr/>
          </p:nvSpPr>
          <p:spPr>
            <a:xfrm>
              <a:off x="4270333" y="4367116"/>
              <a:ext cx="29392" cy="39575"/>
            </a:xfrm>
            <a:custGeom>
              <a:rect b="b" l="l" r="r" t="t"/>
              <a:pathLst>
                <a:path extrusionOk="0" h="1232" w="915">
                  <a:moveTo>
                    <a:pt x="1" y="1"/>
                  </a:moveTo>
                  <a:lnTo>
                    <a:pt x="1" y="971"/>
                  </a:lnTo>
                  <a:lnTo>
                    <a:pt x="1" y="1231"/>
                  </a:lnTo>
                  <a:lnTo>
                    <a:pt x="914" y="1231"/>
                  </a:lnTo>
                  <a:lnTo>
                    <a:pt x="914" y="971"/>
                  </a:lnTo>
                  <a:lnTo>
                    <a:pt x="338" y="971"/>
                  </a:lnTo>
                  <a:cubicBezTo>
                    <a:pt x="295" y="969"/>
                    <a:pt x="261" y="936"/>
                    <a:pt x="261" y="894"/>
                  </a:cubicBezTo>
                  <a:lnTo>
                    <a:pt x="26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27"/>
            <p:cNvSpPr/>
            <p:nvPr/>
          </p:nvSpPr>
          <p:spPr>
            <a:xfrm>
              <a:off x="4298474" y="4367116"/>
              <a:ext cx="28171" cy="39575"/>
            </a:xfrm>
            <a:custGeom>
              <a:rect b="b" l="l" r="r" t="t"/>
              <a:pathLst>
                <a:path extrusionOk="0" h="1232" w="877">
                  <a:moveTo>
                    <a:pt x="1" y="1"/>
                  </a:moveTo>
                  <a:lnTo>
                    <a:pt x="1" y="971"/>
                  </a:lnTo>
                  <a:lnTo>
                    <a:pt x="1" y="1231"/>
                  </a:lnTo>
                  <a:lnTo>
                    <a:pt x="690" y="1231"/>
                  </a:lnTo>
                  <a:cubicBezTo>
                    <a:pt x="794" y="1231"/>
                    <a:pt x="876" y="1147"/>
                    <a:pt x="876" y="1045"/>
                  </a:cubicBezTo>
                  <a:lnTo>
                    <a:pt x="876" y="971"/>
                  </a:lnTo>
                  <a:lnTo>
                    <a:pt x="335" y="971"/>
                  </a:lnTo>
                  <a:cubicBezTo>
                    <a:pt x="296" y="969"/>
                    <a:pt x="261" y="936"/>
                    <a:pt x="261" y="894"/>
                  </a:cubicBezTo>
                  <a:lnTo>
                    <a:pt x="26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27"/>
            <p:cNvSpPr/>
            <p:nvPr/>
          </p:nvSpPr>
          <p:spPr>
            <a:xfrm>
              <a:off x="4176531" y="4312570"/>
              <a:ext cx="160580" cy="55251"/>
            </a:xfrm>
            <a:custGeom>
              <a:rect b="b" l="l" r="r" t="t"/>
              <a:pathLst>
                <a:path extrusionOk="0" h="1720" w="4999">
                  <a:moveTo>
                    <a:pt x="75" y="1"/>
                  </a:moveTo>
                  <a:lnTo>
                    <a:pt x="1" y="40"/>
                  </a:lnTo>
                  <a:lnTo>
                    <a:pt x="1" y="1625"/>
                  </a:lnTo>
                  <a:cubicBezTo>
                    <a:pt x="1" y="1677"/>
                    <a:pt x="44" y="1719"/>
                    <a:pt x="95" y="1719"/>
                  </a:cubicBezTo>
                  <a:lnTo>
                    <a:pt x="4866" y="1719"/>
                  </a:lnTo>
                  <a:cubicBezTo>
                    <a:pt x="4919" y="1719"/>
                    <a:pt x="4961" y="1676"/>
                    <a:pt x="4961" y="1625"/>
                  </a:cubicBezTo>
                  <a:lnTo>
                    <a:pt x="4998" y="1531"/>
                  </a:lnTo>
                  <a:lnTo>
                    <a:pt x="4998" y="76"/>
                  </a:lnTo>
                  <a:lnTo>
                    <a:pt x="4888" y="17"/>
                  </a:lnTo>
                  <a:lnTo>
                    <a:pt x="75"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27"/>
            <p:cNvSpPr/>
            <p:nvPr/>
          </p:nvSpPr>
          <p:spPr>
            <a:xfrm>
              <a:off x="4175374" y="4312570"/>
              <a:ext cx="161737" cy="56407"/>
            </a:xfrm>
            <a:custGeom>
              <a:rect b="b" l="l" r="r" t="t"/>
              <a:pathLst>
                <a:path extrusionOk="0" h="1756" w="5035">
                  <a:moveTo>
                    <a:pt x="225" y="1"/>
                  </a:moveTo>
                  <a:lnTo>
                    <a:pt x="1" y="76"/>
                  </a:lnTo>
                  <a:lnTo>
                    <a:pt x="1" y="1661"/>
                  </a:lnTo>
                  <a:cubicBezTo>
                    <a:pt x="1" y="1713"/>
                    <a:pt x="44" y="1755"/>
                    <a:pt x="95" y="1755"/>
                  </a:cubicBezTo>
                  <a:lnTo>
                    <a:pt x="4940" y="1755"/>
                  </a:lnTo>
                  <a:cubicBezTo>
                    <a:pt x="4992" y="1755"/>
                    <a:pt x="5034" y="1712"/>
                    <a:pt x="5034" y="1661"/>
                  </a:cubicBezTo>
                  <a:lnTo>
                    <a:pt x="5034" y="1531"/>
                  </a:lnTo>
                  <a:lnTo>
                    <a:pt x="5034" y="1529"/>
                  </a:lnTo>
                  <a:lnTo>
                    <a:pt x="263" y="1529"/>
                  </a:lnTo>
                  <a:cubicBezTo>
                    <a:pt x="241" y="1529"/>
                    <a:pt x="225" y="1512"/>
                    <a:pt x="225" y="1492"/>
                  </a:cubicBezTo>
                  <a:lnTo>
                    <a:pt x="22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27"/>
            <p:cNvSpPr/>
            <p:nvPr/>
          </p:nvSpPr>
          <p:spPr>
            <a:xfrm>
              <a:off x="4234451" y="4328471"/>
              <a:ext cx="56279" cy="8962"/>
            </a:xfrm>
            <a:custGeom>
              <a:rect b="b" l="l" r="r" t="t"/>
              <a:pathLst>
                <a:path extrusionOk="0" h="279" w="1752">
                  <a:moveTo>
                    <a:pt x="139" y="1"/>
                  </a:moveTo>
                  <a:cubicBezTo>
                    <a:pt x="63" y="1"/>
                    <a:pt x="0" y="63"/>
                    <a:pt x="0" y="140"/>
                  </a:cubicBezTo>
                  <a:cubicBezTo>
                    <a:pt x="0" y="215"/>
                    <a:pt x="61" y="279"/>
                    <a:pt x="139" y="279"/>
                  </a:cubicBezTo>
                  <a:lnTo>
                    <a:pt x="1611" y="279"/>
                  </a:lnTo>
                  <a:cubicBezTo>
                    <a:pt x="1688" y="279"/>
                    <a:pt x="1752" y="215"/>
                    <a:pt x="1752" y="140"/>
                  </a:cubicBezTo>
                  <a:cubicBezTo>
                    <a:pt x="1752" y="63"/>
                    <a:pt x="1690" y="1"/>
                    <a:pt x="161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27"/>
            <p:cNvSpPr/>
            <p:nvPr/>
          </p:nvSpPr>
          <p:spPr>
            <a:xfrm>
              <a:off x="4188931" y="4346493"/>
              <a:ext cx="101796" cy="8994"/>
            </a:xfrm>
            <a:custGeom>
              <a:rect b="b" l="l" r="r" t="t"/>
              <a:pathLst>
                <a:path extrusionOk="0" h="280" w="3169">
                  <a:moveTo>
                    <a:pt x="139" y="0"/>
                  </a:moveTo>
                  <a:cubicBezTo>
                    <a:pt x="64" y="0"/>
                    <a:pt x="0" y="62"/>
                    <a:pt x="0" y="139"/>
                  </a:cubicBezTo>
                  <a:cubicBezTo>
                    <a:pt x="0" y="216"/>
                    <a:pt x="61" y="279"/>
                    <a:pt x="139" y="279"/>
                  </a:cubicBezTo>
                  <a:lnTo>
                    <a:pt x="3028" y="279"/>
                  </a:lnTo>
                  <a:cubicBezTo>
                    <a:pt x="3105" y="279"/>
                    <a:pt x="3169" y="216"/>
                    <a:pt x="3169" y="139"/>
                  </a:cubicBezTo>
                  <a:cubicBezTo>
                    <a:pt x="3169" y="64"/>
                    <a:pt x="3107" y="0"/>
                    <a:pt x="302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27"/>
            <p:cNvSpPr/>
            <p:nvPr/>
          </p:nvSpPr>
          <p:spPr>
            <a:xfrm>
              <a:off x="4301172" y="4332904"/>
              <a:ext cx="18021" cy="18021"/>
            </a:xfrm>
            <a:custGeom>
              <a:rect b="b" l="l" r="r" t="t"/>
              <a:pathLst>
                <a:path extrusionOk="0" h="561" w="561">
                  <a:moveTo>
                    <a:pt x="95" y="0"/>
                  </a:moveTo>
                  <a:cubicBezTo>
                    <a:pt x="44" y="0"/>
                    <a:pt x="1" y="41"/>
                    <a:pt x="1" y="94"/>
                  </a:cubicBezTo>
                  <a:lnTo>
                    <a:pt x="1" y="466"/>
                  </a:lnTo>
                  <a:cubicBezTo>
                    <a:pt x="1" y="519"/>
                    <a:pt x="41" y="561"/>
                    <a:pt x="95" y="561"/>
                  </a:cubicBezTo>
                  <a:lnTo>
                    <a:pt x="467" y="561"/>
                  </a:lnTo>
                  <a:cubicBezTo>
                    <a:pt x="517" y="561"/>
                    <a:pt x="561" y="519"/>
                    <a:pt x="561" y="466"/>
                  </a:cubicBezTo>
                  <a:lnTo>
                    <a:pt x="561" y="94"/>
                  </a:lnTo>
                  <a:cubicBezTo>
                    <a:pt x="561" y="42"/>
                    <a:pt x="519" y="0"/>
                    <a:pt x="46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27"/>
            <p:cNvSpPr/>
            <p:nvPr/>
          </p:nvSpPr>
          <p:spPr>
            <a:xfrm>
              <a:off x="4193332" y="4313180"/>
              <a:ext cx="27657" cy="19787"/>
            </a:xfrm>
            <a:custGeom>
              <a:rect b="b" l="l" r="r" t="t"/>
              <a:pathLst>
                <a:path extrusionOk="0" h="616" w="861">
                  <a:moveTo>
                    <a:pt x="1" y="1"/>
                  </a:moveTo>
                  <a:lnTo>
                    <a:pt x="1" y="522"/>
                  </a:lnTo>
                  <a:cubicBezTo>
                    <a:pt x="1" y="574"/>
                    <a:pt x="44" y="616"/>
                    <a:pt x="95" y="616"/>
                  </a:cubicBezTo>
                  <a:lnTo>
                    <a:pt x="766" y="616"/>
                  </a:lnTo>
                  <a:cubicBezTo>
                    <a:pt x="818" y="616"/>
                    <a:pt x="860" y="574"/>
                    <a:pt x="858" y="522"/>
                  </a:cubicBezTo>
                  <a:lnTo>
                    <a:pt x="858"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27"/>
            <p:cNvSpPr/>
            <p:nvPr/>
          </p:nvSpPr>
          <p:spPr>
            <a:xfrm>
              <a:off x="4176595" y="4144883"/>
              <a:ext cx="160516" cy="100158"/>
            </a:xfrm>
            <a:custGeom>
              <a:rect b="b" l="l" r="r" t="t"/>
              <a:pathLst>
                <a:path extrusionOk="0" h="3118" w="4997">
                  <a:moveTo>
                    <a:pt x="189" y="1"/>
                  </a:moveTo>
                  <a:lnTo>
                    <a:pt x="94" y="38"/>
                  </a:lnTo>
                  <a:cubicBezTo>
                    <a:pt x="42" y="38"/>
                    <a:pt x="0" y="82"/>
                    <a:pt x="0" y="132"/>
                  </a:cubicBezTo>
                  <a:lnTo>
                    <a:pt x="0" y="3059"/>
                  </a:lnTo>
                  <a:lnTo>
                    <a:pt x="74" y="3117"/>
                  </a:lnTo>
                  <a:lnTo>
                    <a:pt x="4817" y="3114"/>
                  </a:lnTo>
                  <a:lnTo>
                    <a:pt x="4996" y="3059"/>
                  </a:lnTo>
                  <a:lnTo>
                    <a:pt x="4996" y="95"/>
                  </a:lnTo>
                  <a:cubicBezTo>
                    <a:pt x="4996" y="44"/>
                    <a:pt x="4954" y="1"/>
                    <a:pt x="490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27"/>
            <p:cNvSpPr/>
            <p:nvPr/>
          </p:nvSpPr>
          <p:spPr>
            <a:xfrm>
              <a:off x="4175439" y="4144883"/>
              <a:ext cx="7228" cy="100672"/>
            </a:xfrm>
            <a:custGeom>
              <a:rect b="b" l="l" r="r" t="t"/>
              <a:pathLst>
                <a:path extrusionOk="0" h="3134" w="225">
                  <a:moveTo>
                    <a:pt x="94" y="1"/>
                  </a:moveTo>
                  <a:cubicBezTo>
                    <a:pt x="42" y="1"/>
                    <a:pt x="0" y="44"/>
                    <a:pt x="0" y="95"/>
                  </a:cubicBezTo>
                  <a:lnTo>
                    <a:pt x="0" y="3059"/>
                  </a:lnTo>
                  <a:lnTo>
                    <a:pt x="225" y="3133"/>
                  </a:lnTo>
                  <a:lnTo>
                    <a:pt x="22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27"/>
            <p:cNvSpPr/>
            <p:nvPr/>
          </p:nvSpPr>
          <p:spPr>
            <a:xfrm>
              <a:off x="4176595" y="4243054"/>
              <a:ext cx="160516" cy="71954"/>
            </a:xfrm>
            <a:custGeom>
              <a:rect b="b" l="l" r="r" t="t"/>
              <a:pathLst>
                <a:path extrusionOk="0" h="2240" w="4997">
                  <a:moveTo>
                    <a:pt x="187" y="0"/>
                  </a:moveTo>
                  <a:lnTo>
                    <a:pt x="0" y="40"/>
                  </a:lnTo>
                  <a:lnTo>
                    <a:pt x="0" y="2201"/>
                  </a:lnTo>
                  <a:lnTo>
                    <a:pt x="187" y="2240"/>
                  </a:lnTo>
                  <a:lnTo>
                    <a:pt x="4996" y="2240"/>
                  </a:lnTo>
                  <a:lnTo>
                    <a:pt x="4996" y="3"/>
                  </a:lnTo>
                  <a:lnTo>
                    <a:pt x="499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27"/>
            <p:cNvSpPr/>
            <p:nvPr/>
          </p:nvSpPr>
          <p:spPr>
            <a:xfrm>
              <a:off x="4175439" y="4243150"/>
              <a:ext cx="7228" cy="71858"/>
            </a:xfrm>
            <a:custGeom>
              <a:rect b="b" l="l" r="r" t="t"/>
              <a:pathLst>
                <a:path extrusionOk="0" h="2237" w="225">
                  <a:moveTo>
                    <a:pt x="0" y="0"/>
                  </a:moveTo>
                  <a:lnTo>
                    <a:pt x="0" y="2237"/>
                  </a:lnTo>
                  <a:lnTo>
                    <a:pt x="225" y="2237"/>
                  </a:lnTo>
                  <a:lnTo>
                    <a:pt x="22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27"/>
            <p:cNvSpPr/>
            <p:nvPr/>
          </p:nvSpPr>
          <p:spPr>
            <a:xfrm>
              <a:off x="4188931" y="4158375"/>
              <a:ext cx="8930" cy="8962"/>
            </a:xfrm>
            <a:custGeom>
              <a:rect b="b" l="l" r="r" t="t"/>
              <a:pathLst>
                <a:path extrusionOk="0" h="279" w="278">
                  <a:moveTo>
                    <a:pt x="139" y="0"/>
                  </a:moveTo>
                  <a:cubicBezTo>
                    <a:pt x="62" y="0"/>
                    <a:pt x="0" y="63"/>
                    <a:pt x="0" y="139"/>
                  </a:cubicBezTo>
                  <a:cubicBezTo>
                    <a:pt x="0" y="216"/>
                    <a:pt x="62"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27"/>
            <p:cNvSpPr/>
            <p:nvPr/>
          </p:nvSpPr>
          <p:spPr>
            <a:xfrm>
              <a:off x="4206856" y="4158375"/>
              <a:ext cx="9026" cy="8962"/>
            </a:xfrm>
            <a:custGeom>
              <a:rect b="b" l="l" r="r" t="t"/>
              <a:pathLst>
                <a:path extrusionOk="0" h="279" w="281">
                  <a:moveTo>
                    <a:pt x="140" y="0"/>
                  </a:moveTo>
                  <a:cubicBezTo>
                    <a:pt x="63" y="0"/>
                    <a:pt x="1" y="63"/>
                    <a:pt x="1" y="139"/>
                  </a:cubicBezTo>
                  <a:cubicBezTo>
                    <a:pt x="1" y="216"/>
                    <a:pt x="63" y="278"/>
                    <a:pt x="140" y="278"/>
                  </a:cubicBezTo>
                  <a:cubicBezTo>
                    <a:pt x="217" y="278"/>
                    <a:pt x="280" y="216"/>
                    <a:pt x="280" y="139"/>
                  </a:cubicBezTo>
                  <a:cubicBezTo>
                    <a:pt x="280"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27"/>
            <p:cNvSpPr/>
            <p:nvPr/>
          </p:nvSpPr>
          <p:spPr>
            <a:xfrm>
              <a:off x="4224813" y="4158375"/>
              <a:ext cx="8994" cy="8962"/>
            </a:xfrm>
            <a:custGeom>
              <a:rect b="b" l="l" r="r" t="t"/>
              <a:pathLst>
                <a:path extrusionOk="0" h="279" w="280">
                  <a:moveTo>
                    <a:pt x="141" y="0"/>
                  </a:moveTo>
                  <a:cubicBezTo>
                    <a:pt x="63" y="0"/>
                    <a:pt x="1" y="63"/>
                    <a:pt x="1" y="139"/>
                  </a:cubicBezTo>
                  <a:cubicBezTo>
                    <a:pt x="1" y="216"/>
                    <a:pt x="63" y="278"/>
                    <a:pt x="141" y="278"/>
                  </a:cubicBezTo>
                  <a:cubicBezTo>
                    <a:pt x="218" y="278"/>
                    <a:pt x="280" y="216"/>
                    <a:pt x="280" y="139"/>
                  </a:cubicBezTo>
                  <a:cubicBezTo>
                    <a:pt x="280" y="63"/>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27"/>
            <p:cNvSpPr/>
            <p:nvPr/>
          </p:nvSpPr>
          <p:spPr>
            <a:xfrm>
              <a:off x="4242803" y="4158375"/>
              <a:ext cx="8962" cy="8962"/>
            </a:xfrm>
            <a:custGeom>
              <a:rect b="b" l="l" r="r" t="t"/>
              <a:pathLst>
                <a:path extrusionOk="0" h="279" w="279">
                  <a:moveTo>
                    <a:pt x="140" y="0"/>
                  </a:moveTo>
                  <a:cubicBezTo>
                    <a:pt x="63" y="0"/>
                    <a:pt x="1" y="63"/>
                    <a:pt x="1" y="139"/>
                  </a:cubicBezTo>
                  <a:cubicBezTo>
                    <a:pt x="1" y="216"/>
                    <a:pt x="63" y="278"/>
                    <a:pt x="140" y="278"/>
                  </a:cubicBezTo>
                  <a:cubicBezTo>
                    <a:pt x="217" y="278"/>
                    <a:pt x="279" y="216"/>
                    <a:pt x="279" y="139"/>
                  </a:cubicBezTo>
                  <a:cubicBezTo>
                    <a:pt x="279"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27"/>
            <p:cNvSpPr/>
            <p:nvPr/>
          </p:nvSpPr>
          <p:spPr>
            <a:xfrm>
              <a:off x="4260760" y="4158375"/>
              <a:ext cx="8962" cy="8962"/>
            </a:xfrm>
            <a:custGeom>
              <a:rect b="b" l="l" r="r" t="t"/>
              <a:pathLst>
                <a:path extrusionOk="0" h="279" w="279">
                  <a:moveTo>
                    <a:pt x="140" y="0"/>
                  </a:moveTo>
                  <a:cubicBezTo>
                    <a:pt x="63" y="0"/>
                    <a:pt x="1" y="63"/>
                    <a:pt x="1" y="139"/>
                  </a:cubicBezTo>
                  <a:cubicBezTo>
                    <a:pt x="1" y="216"/>
                    <a:pt x="63" y="278"/>
                    <a:pt x="140" y="278"/>
                  </a:cubicBezTo>
                  <a:cubicBezTo>
                    <a:pt x="216" y="278"/>
                    <a:pt x="279" y="216"/>
                    <a:pt x="279" y="139"/>
                  </a:cubicBezTo>
                  <a:cubicBezTo>
                    <a:pt x="279" y="63"/>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27"/>
            <p:cNvSpPr/>
            <p:nvPr/>
          </p:nvSpPr>
          <p:spPr>
            <a:xfrm>
              <a:off x="4278718" y="4158375"/>
              <a:ext cx="8962" cy="8962"/>
            </a:xfrm>
            <a:custGeom>
              <a:rect b="b" l="l" r="r" t="t"/>
              <a:pathLst>
                <a:path extrusionOk="0" h="279" w="279">
                  <a:moveTo>
                    <a:pt x="139" y="0"/>
                  </a:moveTo>
                  <a:cubicBezTo>
                    <a:pt x="63" y="0"/>
                    <a:pt x="0" y="63"/>
                    <a:pt x="0" y="139"/>
                  </a:cubicBezTo>
                  <a:cubicBezTo>
                    <a:pt x="0" y="216"/>
                    <a:pt x="63"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27"/>
            <p:cNvSpPr/>
            <p:nvPr/>
          </p:nvSpPr>
          <p:spPr>
            <a:xfrm>
              <a:off x="4296675" y="4158375"/>
              <a:ext cx="8994" cy="8962"/>
            </a:xfrm>
            <a:custGeom>
              <a:rect b="b" l="l" r="r" t="t"/>
              <a:pathLst>
                <a:path extrusionOk="0" h="279" w="280">
                  <a:moveTo>
                    <a:pt x="141" y="0"/>
                  </a:moveTo>
                  <a:cubicBezTo>
                    <a:pt x="62" y="0"/>
                    <a:pt x="0" y="63"/>
                    <a:pt x="0" y="139"/>
                  </a:cubicBezTo>
                  <a:cubicBezTo>
                    <a:pt x="0" y="216"/>
                    <a:pt x="62" y="278"/>
                    <a:pt x="141" y="278"/>
                  </a:cubicBezTo>
                  <a:cubicBezTo>
                    <a:pt x="217" y="278"/>
                    <a:pt x="280" y="216"/>
                    <a:pt x="280" y="139"/>
                  </a:cubicBezTo>
                  <a:cubicBezTo>
                    <a:pt x="280" y="63"/>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27"/>
            <p:cNvSpPr/>
            <p:nvPr/>
          </p:nvSpPr>
          <p:spPr>
            <a:xfrm>
              <a:off x="4314665" y="4158375"/>
              <a:ext cx="8962" cy="8962"/>
            </a:xfrm>
            <a:custGeom>
              <a:rect b="b" l="l" r="r" t="t"/>
              <a:pathLst>
                <a:path extrusionOk="0" h="279" w="279">
                  <a:moveTo>
                    <a:pt x="139" y="0"/>
                  </a:moveTo>
                  <a:cubicBezTo>
                    <a:pt x="63" y="0"/>
                    <a:pt x="0" y="63"/>
                    <a:pt x="0" y="139"/>
                  </a:cubicBezTo>
                  <a:cubicBezTo>
                    <a:pt x="0" y="216"/>
                    <a:pt x="63"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27"/>
            <p:cNvSpPr/>
            <p:nvPr/>
          </p:nvSpPr>
          <p:spPr>
            <a:xfrm>
              <a:off x="4188931" y="4189535"/>
              <a:ext cx="8930" cy="8962"/>
            </a:xfrm>
            <a:custGeom>
              <a:rect b="b" l="l" r="r" t="t"/>
              <a:pathLst>
                <a:path extrusionOk="0" h="279" w="278">
                  <a:moveTo>
                    <a:pt x="139" y="0"/>
                  </a:moveTo>
                  <a:cubicBezTo>
                    <a:pt x="62" y="0"/>
                    <a:pt x="0" y="63"/>
                    <a:pt x="0" y="139"/>
                  </a:cubicBezTo>
                  <a:cubicBezTo>
                    <a:pt x="0" y="216"/>
                    <a:pt x="62"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2" name="Google Shape;2892;p27"/>
            <p:cNvSpPr/>
            <p:nvPr/>
          </p:nvSpPr>
          <p:spPr>
            <a:xfrm>
              <a:off x="4206856" y="4189535"/>
              <a:ext cx="9026" cy="8962"/>
            </a:xfrm>
            <a:custGeom>
              <a:rect b="b" l="l" r="r" t="t"/>
              <a:pathLst>
                <a:path extrusionOk="0" h="279" w="281">
                  <a:moveTo>
                    <a:pt x="140" y="0"/>
                  </a:moveTo>
                  <a:cubicBezTo>
                    <a:pt x="63" y="0"/>
                    <a:pt x="1" y="63"/>
                    <a:pt x="1" y="139"/>
                  </a:cubicBezTo>
                  <a:cubicBezTo>
                    <a:pt x="1" y="216"/>
                    <a:pt x="63" y="278"/>
                    <a:pt x="140" y="278"/>
                  </a:cubicBezTo>
                  <a:cubicBezTo>
                    <a:pt x="217" y="278"/>
                    <a:pt x="280" y="216"/>
                    <a:pt x="280" y="139"/>
                  </a:cubicBezTo>
                  <a:cubicBezTo>
                    <a:pt x="280"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27"/>
            <p:cNvSpPr/>
            <p:nvPr/>
          </p:nvSpPr>
          <p:spPr>
            <a:xfrm>
              <a:off x="4224813" y="4189535"/>
              <a:ext cx="8994" cy="8962"/>
            </a:xfrm>
            <a:custGeom>
              <a:rect b="b" l="l" r="r" t="t"/>
              <a:pathLst>
                <a:path extrusionOk="0" h="279" w="280">
                  <a:moveTo>
                    <a:pt x="141" y="0"/>
                  </a:moveTo>
                  <a:cubicBezTo>
                    <a:pt x="63" y="0"/>
                    <a:pt x="1" y="63"/>
                    <a:pt x="1" y="139"/>
                  </a:cubicBezTo>
                  <a:cubicBezTo>
                    <a:pt x="1" y="216"/>
                    <a:pt x="63" y="278"/>
                    <a:pt x="141" y="278"/>
                  </a:cubicBezTo>
                  <a:cubicBezTo>
                    <a:pt x="218" y="278"/>
                    <a:pt x="280" y="216"/>
                    <a:pt x="280" y="139"/>
                  </a:cubicBezTo>
                  <a:cubicBezTo>
                    <a:pt x="280" y="63"/>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27"/>
            <p:cNvSpPr/>
            <p:nvPr/>
          </p:nvSpPr>
          <p:spPr>
            <a:xfrm>
              <a:off x="4242803" y="4189535"/>
              <a:ext cx="8962" cy="8962"/>
            </a:xfrm>
            <a:custGeom>
              <a:rect b="b" l="l" r="r" t="t"/>
              <a:pathLst>
                <a:path extrusionOk="0" h="279" w="279">
                  <a:moveTo>
                    <a:pt x="140" y="0"/>
                  </a:moveTo>
                  <a:cubicBezTo>
                    <a:pt x="63" y="0"/>
                    <a:pt x="1" y="63"/>
                    <a:pt x="1" y="139"/>
                  </a:cubicBezTo>
                  <a:cubicBezTo>
                    <a:pt x="1" y="216"/>
                    <a:pt x="63" y="278"/>
                    <a:pt x="140" y="278"/>
                  </a:cubicBezTo>
                  <a:cubicBezTo>
                    <a:pt x="217" y="278"/>
                    <a:pt x="279" y="216"/>
                    <a:pt x="279" y="139"/>
                  </a:cubicBezTo>
                  <a:cubicBezTo>
                    <a:pt x="279"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27"/>
            <p:cNvSpPr/>
            <p:nvPr/>
          </p:nvSpPr>
          <p:spPr>
            <a:xfrm>
              <a:off x="4260760" y="4189535"/>
              <a:ext cx="8962" cy="8962"/>
            </a:xfrm>
            <a:custGeom>
              <a:rect b="b" l="l" r="r" t="t"/>
              <a:pathLst>
                <a:path extrusionOk="0" h="279" w="279">
                  <a:moveTo>
                    <a:pt x="140" y="0"/>
                  </a:moveTo>
                  <a:cubicBezTo>
                    <a:pt x="63" y="0"/>
                    <a:pt x="1" y="63"/>
                    <a:pt x="1" y="139"/>
                  </a:cubicBezTo>
                  <a:cubicBezTo>
                    <a:pt x="1" y="216"/>
                    <a:pt x="63" y="278"/>
                    <a:pt x="140" y="278"/>
                  </a:cubicBezTo>
                  <a:cubicBezTo>
                    <a:pt x="216" y="278"/>
                    <a:pt x="279" y="216"/>
                    <a:pt x="279" y="139"/>
                  </a:cubicBezTo>
                  <a:cubicBezTo>
                    <a:pt x="279" y="63"/>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27"/>
            <p:cNvSpPr/>
            <p:nvPr/>
          </p:nvSpPr>
          <p:spPr>
            <a:xfrm>
              <a:off x="4278718" y="4189535"/>
              <a:ext cx="8962" cy="8962"/>
            </a:xfrm>
            <a:custGeom>
              <a:rect b="b" l="l" r="r" t="t"/>
              <a:pathLst>
                <a:path extrusionOk="0" h="279" w="279">
                  <a:moveTo>
                    <a:pt x="139" y="0"/>
                  </a:moveTo>
                  <a:cubicBezTo>
                    <a:pt x="63" y="0"/>
                    <a:pt x="0" y="63"/>
                    <a:pt x="0" y="139"/>
                  </a:cubicBezTo>
                  <a:cubicBezTo>
                    <a:pt x="0" y="216"/>
                    <a:pt x="63"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27"/>
            <p:cNvSpPr/>
            <p:nvPr/>
          </p:nvSpPr>
          <p:spPr>
            <a:xfrm>
              <a:off x="4296675" y="4189535"/>
              <a:ext cx="8994" cy="8962"/>
            </a:xfrm>
            <a:custGeom>
              <a:rect b="b" l="l" r="r" t="t"/>
              <a:pathLst>
                <a:path extrusionOk="0" h="279" w="280">
                  <a:moveTo>
                    <a:pt x="141" y="0"/>
                  </a:moveTo>
                  <a:cubicBezTo>
                    <a:pt x="62" y="0"/>
                    <a:pt x="0" y="63"/>
                    <a:pt x="0" y="139"/>
                  </a:cubicBezTo>
                  <a:cubicBezTo>
                    <a:pt x="0" y="216"/>
                    <a:pt x="62" y="278"/>
                    <a:pt x="141" y="278"/>
                  </a:cubicBezTo>
                  <a:cubicBezTo>
                    <a:pt x="217" y="278"/>
                    <a:pt x="280" y="216"/>
                    <a:pt x="280" y="139"/>
                  </a:cubicBezTo>
                  <a:cubicBezTo>
                    <a:pt x="280" y="63"/>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27"/>
            <p:cNvSpPr/>
            <p:nvPr/>
          </p:nvSpPr>
          <p:spPr>
            <a:xfrm>
              <a:off x="4314665" y="4189535"/>
              <a:ext cx="8962" cy="8962"/>
            </a:xfrm>
            <a:custGeom>
              <a:rect b="b" l="l" r="r" t="t"/>
              <a:pathLst>
                <a:path extrusionOk="0" h="279" w="279">
                  <a:moveTo>
                    <a:pt x="139" y="0"/>
                  </a:moveTo>
                  <a:cubicBezTo>
                    <a:pt x="63" y="0"/>
                    <a:pt x="0" y="63"/>
                    <a:pt x="0" y="139"/>
                  </a:cubicBezTo>
                  <a:cubicBezTo>
                    <a:pt x="0" y="216"/>
                    <a:pt x="63"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27"/>
            <p:cNvSpPr/>
            <p:nvPr/>
          </p:nvSpPr>
          <p:spPr>
            <a:xfrm>
              <a:off x="4188931" y="4220696"/>
              <a:ext cx="8930" cy="8994"/>
            </a:xfrm>
            <a:custGeom>
              <a:rect b="b" l="l" r="r" t="t"/>
              <a:pathLst>
                <a:path extrusionOk="0" h="280" w="278">
                  <a:moveTo>
                    <a:pt x="139" y="0"/>
                  </a:moveTo>
                  <a:cubicBezTo>
                    <a:pt x="62" y="0"/>
                    <a:pt x="0" y="62"/>
                    <a:pt x="0" y="139"/>
                  </a:cubicBezTo>
                  <a:cubicBezTo>
                    <a:pt x="0" y="216"/>
                    <a:pt x="62" y="280"/>
                    <a:pt x="139" y="280"/>
                  </a:cubicBezTo>
                  <a:cubicBezTo>
                    <a:pt x="216" y="280"/>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27"/>
            <p:cNvSpPr/>
            <p:nvPr/>
          </p:nvSpPr>
          <p:spPr>
            <a:xfrm>
              <a:off x="4206856" y="4220696"/>
              <a:ext cx="9026" cy="8994"/>
            </a:xfrm>
            <a:custGeom>
              <a:rect b="b" l="l" r="r" t="t"/>
              <a:pathLst>
                <a:path extrusionOk="0" h="280" w="281">
                  <a:moveTo>
                    <a:pt x="140" y="0"/>
                  </a:moveTo>
                  <a:cubicBezTo>
                    <a:pt x="63" y="0"/>
                    <a:pt x="1" y="62"/>
                    <a:pt x="1" y="139"/>
                  </a:cubicBezTo>
                  <a:cubicBezTo>
                    <a:pt x="1" y="216"/>
                    <a:pt x="63" y="280"/>
                    <a:pt x="140" y="280"/>
                  </a:cubicBezTo>
                  <a:cubicBezTo>
                    <a:pt x="217" y="280"/>
                    <a:pt x="280" y="216"/>
                    <a:pt x="280" y="139"/>
                  </a:cubicBezTo>
                  <a:cubicBezTo>
                    <a:pt x="280" y="62"/>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27"/>
            <p:cNvSpPr/>
            <p:nvPr/>
          </p:nvSpPr>
          <p:spPr>
            <a:xfrm>
              <a:off x="4224813" y="4220696"/>
              <a:ext cx="8994" cy="8994"/>
            </a:xfrm>
            <a:custGeom>
              <a:rect b="b" l="l" r="r" t="t"/>
              <a:pathLst>
                <a:path extrusionOk="0" h="280" w="280">
                  <a:moveTo>
                    <a:pt x="141" y="0"/>
                  </a:moveTo>
                  <a:cubicBezTo>
                    <a:pt x="63" y="0"/>
                    <a:pt x="1" y="62"/>
                    <a:pt x="1" y="139"/>
                  </a:cubicBezTo>
                  <a:cubicBezTo>
                    <a:pt x="1" y="216"/>
                    <a:pt x="63" y="280"/>
                    <a:pt x="141" y="280"/>
                  </a:cubicBezTo>
                  <a:cubicBezTo>
                    <a:pt x="218" y="280"/>
                    <a:pt x="280" y="216"/>
                    <a:pt x="280" y="139"/>
                  </a:cubicBezTo>
                  <a:cubicBezTo>
                    <a:pt x="280" y="62"/>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27"/>
            <p:cNvSpPr/>
            <p:nvPr/>
          </p:nvSpPr>
          <p:spPr>
            <a:xfrm>
              <a:off x="4242803" y="4220696"/>
              <a:ext cx="8962" cy="8994"/>
            </a:xfrm>
            <a:custGeom>
              <a:rect b="b" l="l" r="r" t="t"/>
              <a:pathLst>
                <a:path extrusionOk="0" h="280" w="279">
                  <a:moveTo>
                    <a:pt x="140" y="0"/>
                  </a:moveTo>
                  <a:cubicBezTo>
                    <a:pt x="63" y="0"/>
                    <a:pt x="1" y="62"/>
                    <a:pt x="1" y="139"/>
                  </a:cubicBezTo>
                  <a:cubicBezTo>
                    <a:pt x="1" y="216"/>
                    <a:pt x="63" y="280"/>
                    <a:pt x="140" y="280"/>
                  </a:cubicBezTo>
                  <a:cubicBezTo>
                    <a:pt x="217" y="280"/>
                    <a:pt x="279" y="216"/>
                    <a:pt x="279" y="139"/>
                  </a:cubicBezTo>
                  <a:cubicBezTo>
                    <a:pt x="279" y="62"/>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27"/>
            <p:cNvSpPr/>
            <p:nvPr/>
          </p:nvSpPr>
          <p:spPr>
            <a:xfrm>
              <a:off x="4260760" y="4220696"/>
              <a:ext cx="8962" cy="8994"/>
            </a:xfrm>
            <a:custGeom>
              <a:rect b="b" l="l" r="r" t="t"/>
              <a:pathLst>
                <a:path extrusionOk="0" h="280" w="279">
                  <a:moveTo>
                    <a:pt x="140" y="0"/>
                  </a:moveTo>
                  <a:cubicBezTo>
                    <a:pt x="63" y="0"/>
                    <a:pt x="1" y="62"/>
                    <a:pt x="1" y="139"/>
                  </a:cubicBezTo>
                  <a:cubicBezTo>
                    <a:pt x="1" y="216"/>
                    <a:pt x="63" y="280"/>
                    <a:pt x="140" y="280"/>
                  </a:cubicBezTo>
                  <a:cubicBezTo>
                    <a:pt x="216" y="280"/>
                    <a:pt x="279" y="216"/>
                    <a:pt x="279" y="139"/>
                  </a:cubicBezTo>
                  <a:cubicBezTo>
                    <a:pt x="279" y="62"/>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27"/>
            <p:cNvSpPr/>
            <p:nvPr/>
          </p:nvSpPr>
          <p:spPr>
            <a:xfrm>
              <a:off x="4278718" y="4220696"/>
              <a:ext cx="8962" cy="8994"/>
            </a:xfrm>
            <a:custGeom>
              <a:rect b="b" l="l" r="r" t="t"/>
              <a:pathLst>
                <a:path extrusionOk="0" h="280" w="279">
                  <a:moveTo>
                    <a:pt x="139" y="0"/>
                  </a:moveTo>
                  <a:cubicBezTo>
                    <a:pt x="63" y="0"/>
                    <a:pt x="0" y="62"/>
                    <a:pt x="0" y="139"/>
                  </a:cubicBezTo>
                  <a:cubicBezTo>
                    <a:pt x="0" y="216"/>
                    <a:pt x="63" y="280"/>
                    <a:pt x="139" y="280"/>
                  </a:cubicBezTo>
                  <a:cubicBezTo>
                    <a:pt x="216" y="280"/>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27"/>
            <p:cNvSpPr/>
            <p:nvPr/>
          </p:nvSpPr>
          <p:spPr>
            <a:xfrm>
              <a:off x="4296675" y="4220696"/>
              <a:ext cx="8994" cy="8994"/>
            </a:xfrm>
            <a:custGeom>
              <a:rect b="b" l="l" r="r" t="t"/>
              <a:pathLst>
                <a:path extrusionOk="0" h="280" w="280">
                  <a:moveTo>
                    <a:pt x="141" y="0"/>
                  </a:moveTo>
                  <a:cubicBezTo>
                    <a:pt x="62" y="0"/>
                    <a:pt x="0" y="62"/>
                    <a:pt x="0" y="139"/>
                  </a:cubicBezTo>
                  <a:cubicBezTo>
                    <a:pt x="0" y="216"/>
                    <a:pt x="62" y="280"/>
                    <a:pt x="141" y="280"/>
                  </a:cubicBezTo>
                  <a:cubicBezTo>
                    <a:pt x="217" y="280"/>
                    <a:pt x="280" y="216"/>
                    <a:pt x="280" y="139"/>
                  </a:cubicBezTo>
                  <a:cubicBezTo>
                    <a:pt x="280" y="62"/>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27"/>
            <p:cNvSpPr/>
            <p:nvPr/>
          </p:nvSpPr>
          <p:spPr>
            <a:xfrm>
              <a:off x="4314665" y="4220696"/>
              <a:ext cx="8962" cy="8994"/>
            </a:xfrm>
            <a:custGeom>
              <a:rect b="b" l="l" r="r" t="t"/>
              <a:pathLst>
                <a:path extrusionOk="0" h="280" w="279">
                  <a:moveTo>
                    <a:pt x="139" y="0"/>
                  </a:moveTo>
                  <a:cubicBezTo>
                    <a:pt x="63" y="0"/>
                    <a:pt x="0" y="62"/>
                    <a:pt x="0" y="139"/>
                  </a:cubicBezTo>
                  <a:cubicBezTo>
                    <a:pt x="0" y="216"/>
                    <a:pt x="63" y="280"/>
                    <a:pt x="139" y="280"/>
                  </a:cubicBezTo>
                  <a:cubicBezTo>
                    <a:pt x="216" y="280"/>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27"/>
            <p:cNvSpPr/>
            <p:nvPr/>
          </p:nvSpPr>
          <p:spPr>
            <a:xfrm>
              <a:off x="4197829" y="4173955"/>
              <a:ext cx="9026" cy="8994"/>
            </a:xfrm>
            <a:custGeom>
              <a:rect b="b" l="l" r="r" t="t"/>
              <a:pathLst>
                <a:path extrusionOk="0" h="280" w="281">
                  <a:moveTo>
                    <a:pt x="141" y="0"/>
                  </a:moveTo>
                  <a:cubicBezTo>
                    <a:pt x="63" y="0"/>
                    <a:pt x="1" y="63"/>
                    <a:pt x="1" y="139"/>
                  </a:cubicBezTo>
                  <a:cubicBezTo>
                    <a:pt x="1" y="216"/>
                    <a:pt x="63" y="280"/>
                    <a:pt x="141" y="280"/>
                  </a:cubicBezTo>
                  <a:cubicBezTo>
                    <a:pt x="218" y="280"/>
                    <a:pt x="280" y="216"/>
                    <a:pt x="280" y="139"/>
                  </a:cubicBezTo>
                  <a:cubicBezTo>
                    <a:pt x="280" y="63"/>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27"/>
            <p:cNvSpPr/>
            <p:nvPr/>
          </p:nvSpPr>
          <p:spPr>
            <a:xfrm>
              <a:off x="4215883" y="4173955"/>
              <a:ext cx="8962" cy="8994"/>
            </a:xfrm>
            <a:custGeom>
              <a:rect b="b" l="l" r="r" t="t"/>
              <a:pathLst>
                <a:path extrusionOk="0" h="280" w="279">
                  <a:moveTo>
                    <a:pt x="140" y="0"/>
                  </a:moveTo>
                  <a:cubicBezTo>
                    <a:pt x="63" y="0"/>
                    <a:pt x="1" y="63"/>
                    <a:pt x="1" y="139"/>
                  </a:cubicBezTo>
                  <a:cubicBezTo>
                    <a:pt x="1" y="216"/>
                    <a:pt x="63" y="280"/>
                    <a:pt x="140" y="280"/>
                  </a:cubicBezTo>
                  <a:cubicBezTo>
                    <a:pt x="216" y="280"/>
                    <a:pt x="279" y="216"/>
                    <a:pt x="279" y="139"/>
                  </a:cubicBezTo>
                  <a:cubicBezTo>
                    <a:pt x="279" y="63"/>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27"/>
            <p:cNvSpPr/>
            <p:nvPr/>
          </p:nvSpPr>
          <p:spPr>
            <a:xfrm>
              <a:off x="4233840" y="4173955"/>
              <a:ext cx="8994" cy="8994"/>
            </a:xfrm>
            <a:custGeom>
              <a:rect b="b" l="l" r="r" t="t"/>
              <a:pathLst>
                <a:path extrusionOk="0" h="280" w="280">
                  <a:moveTo>
                    <a:pt x="139" y="0"/>
                  </a:moveTo>
                  <a:cubicBezTo>
                    <a:pt x="63" y="0"/>
                    <a:pt x="0" y="63"/>
                    <a:pt x="0" y="139"/>
                  </a:cubicBezTo>
                  <a:cubicBezTo>
                    <a:pt x="0" y="216"/>
                    <a:pt x="63" y="280"/>
                    <a:pt x="139" y="280"/>
                  </a:cubicBezTo>
                  <a:cubicBezTo>
                    <a:pt x="216" y="280"/>
                    <a:pt x="280" y="216"/>
                    <a:pt x="280" y="139"/>
                  </a:cubicBezTo>
                  <a:cubicBezTo>
                    <a:pt x="280"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27"/>
            <p:cNvSpPr/>
            <p:nvPr/>
          </p:nvSpPr>
          <p:spPr>
            <a:xfrm>
              <a:off x="4251798" y="4173955"/>
              <a:ext cx="8994" cy="8994"/>
            </a:xfrm>
            <a:custGeom>
              <a:rect b="b" l="l" r="r" t="t"/>
              <a:pathLst>
                <a:path extrusionOk="0" h="280" w="280">
                  <a:moveTo>
                    <a:pt x="141" y="0"/>
                  </a:moveTo>
                  <a:cubicBezTo>
                    <a:pt x="62" y="0"/>
                    <a:pt x="0" y="63"/>
                    <a:pt x="0" y="139"/>
                  </a:cubicBezTo>
                  <a:cubicBezTo>
                    <a:pt x="0" y="216"/>
                    <a:pt x="62" y="280"/>
                    <a:pt x="141" y="280"/>
                  </a:cubicBezTo>
                  <a:cubicBezTo>
                    <a:pt x="217" y="280"/>
                    <a:pt x="280" y="216"/>
                    <a:pt x="280" y="139"/>
                  </a:cubicBezTo>
                  <a:cubicBezTo>
                    <a:pt x="280" y="63"/>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27"/>
            <p:cNvSpPr/>
            <p:nvPr/>
          </p:nvSpPr>
          <p:spPr>
            <a:xfrm>
              <a:off x="4269755" y="4173955"/>
              <a:ext cx="8994" cy="8994"/>
            </a:xfrm>
            <a:custGeom>
              <a:rect b="b" l="l" r="r" t="t"/>
              <a:pathLst>
                <a:path extrusionOk="0" h="280" w="280">
                  <a:moveTo>
                    <a:pt x="140" y="0"/>
                  </a:moveTo>
                  <a:cubicBezTo>
                    <a:pt x="64" y="0"/>
                    <a:pt x="0" y="63"/>
                    <a:pt x="0" y="139"/>
                  </a:cubicBezTo>
                  <a:cubicBezTo>
                    <a:pt x="0" y="216"/>
                    <a:pt x="64" y="280"/>
                    <a:pt x="140" y="280"/>
                  </a:cubicBezTo>
                  <a:cubicBezTo>
                    <a:pt x="217" y="280"/>
                    <a:pt x="279" y="216"/>
                    <a:pt x="279" y="139"/>
                  </a:cubicBezTo>
                  <a:cubicBezTo>
                    <a:pt x="279"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27"/>
            <p:cNvSpPr/>
            <p:nvPr/>
          </p:nvSpPr>
          <p:spPr>
            <a:xfrm>
              <a:off x="4287745" y="4173955"/>
              <a:ext cx="8962" cy="8994"/>
            </a:xfrm>
            <a:custGeom>
              <a:rect b="b" l="l" r="r" t="t"/>
              <a:pathLst>
                <a:path extrusionOk="0" h="280" w="279">
                  <a:moveTo>
                    <a:pt x="139" y="0"/>
                  </a:moveTo>
                  <a:cubicBezTo>
                    <a:pt x="63" y="0"/>
                    <a:pt x="0" y="63"/>
                    <a:pt x="0" y="139"/>
                  </a:cubicBezTo>
                  <a:cubicBezTo>
                    <a:pt x="0" y="216"/>
                    <a:pt x="63" y="280"/>
                    <a:pt x="139" y="280"/>
                  </a:cubicBezTo>
                  <a:cubicBezTo>
                    <a:pt x="216" y="280"/>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27"/>
            <p:cNvSpPr/>
            <p:nvPr/>
          </p:nvSpPr>
          <p:spPr>
            <a:xfrm>
              <a:off x="4305702" y="4173955"/>
              <a:ext cx="8994" cy="8994"/>
            </a:xfrm>
            <a:custGeom>
              <a:rect b="b" l="l" r="r" t="t"/>
              <a:pathLst>
                <a:path extrusionOk="0" h="280" w="280">
                  <a:moveTo>
                    <a:pt x="139" y="0"/>
                  </a:moveTo>
                  <a:cubicBezTo>
                    <a:pt x="62" y="0"/>
                    <a:pt x="0" y="63"/>
                    <a:pt x="0" y="139"/>
                  </a:cubicBezTo>
                  <a:cubicBezTo>
                    <a:pt x="0" y="216"/>
                    <a:pt x="62" y="280"/>
                    <a:pt x="139" y="280"/>
                  </a:cubicBezTo>
                  <a:cubicBezTo>
                    <a:pt x="216" y="280"/>
                    <a:pt x="279" y="216"/>
                    <a:pt x="279" y="139"/>
                  </a:cubicBezTo>
                  <a:cubicBezTo>
                    <a:pt x="279"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27"/>
            <p:cNvSpPr/>
            <p:nvPr/>
          </p:nvSpPr>
          <p:spPr>
            <a:xfrm>
              <a:off x="4197829" y="4205115"/>
              <a:ext cx="9026" cy="8962"/>
            </a:xfrm>
            <a:custGeom>
              <a:rect b="b" l="l" r="r" t="t"/>
              <a:pathLst>
                <a:path extrusionOk="0" h="279" w="281">
                  <a:moveTo>
                    <a:pt x="141" y="0"/>
                  </a:moveTo>
                  <a:cubicBezTo>
                    <a:pt x="63" y="0"/>
                    <a:pt x="1" y="62"/>
                    <a:pt x="1" y="139"/>
                  </a:cubicBezTo>
                  <a:cubicBezTo>
                    <a:pt x="1" y="216"/>
                    <a:pt x="63" y="278"/>
                    <a:pt x="141" y="278"/>
                  </a:cubicBezTo>
                  <a:cubicBezTo>
                    <a:pt x="218" y="278"/>
                    <a:pt x="280" y="216"/>
                    <a:pt x="280" y="139"/>
                  </a:cubicBezTo>
                  <a:cubicBezTo>
                    <a:pt x="280" y="62"/>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27"/>
            <p:cNvSpPr/>
            <p:nvPr/>
          </p:nvSpPr>
          <p:spPr>
            <a:xfrm>
              <a:off x="4215883" y="4205115"/>
              <a:ext cx="8962" cy="8962"/>
            </a:xfrm>
            <a:custGeom>
              <a:rect b="b" l="l" r="r" t="t"/>
              <a:pathLst>
                <a:path extrusionOk="0" h="279" w="279">
                  <a:moveTo>
                    <a:pt x="140" y="0"/>
                  </a:moveTo>
                  <a:cubicBezTo>
                    <a:pt x="63" y="0"/>
                    <a:pt x="1" y="62"/>
                    <a:pt x="1" y="139"/>
                  </a:cubicBezTo>
                  <a:cubicBezTo>
                    <a:pt x="1" y="216"/>
                    <a:pt x="63" y="278"/>
                    <a:pt x="140" y="278"/>
                  </a:cubicBezTo>
                  <a:cubicBezTo>
                    <a:pt x="216" y="278"/>
                    <a:pt x="279" y="216"/>
                    <a:pt x="279" y="139"/>
                  </a:cubicBezTo>
                  <a:cubicBezTo>
                    <a:pt x="279" y="62"/>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27"/>
            <p:cNvSpPr/>
            <p:nvPr/>
          </p:nvSpPr>
          <p:spPr>
            <a:xfrm>
              <a:off x="4233840" y="4205115"/>
              <a:ext cx="8994" cy="8962"/>
            </a:xfrm>
            <a:custGeom>
              <a:rect b="b" l="l" r="r" t="t"/>
              <a:pathLst>
                <a:path extrusionOk="0" h="279" w="280">
                  <a:moveTo>
                    <a:pt x="139" y="0"/>
                  </a:moveTo>
                  <a:cubicBezTo>
                    <a:pt x="63" y="0"/>
                    <a:pt x="0" y="62"/>
                    <a:pt x="0" y="139"/>
                  </a:cubicBezTo>
                  <a:cubicBezTo>
                    <a:pt x="0" y="216"/>
                    <a:pt x="63" y="278"/>
                    <a:pt x="139" y="278"/>
                  </a:cubicBezTo>
                  <a:cubicBezTo>
                    <a:pt x="216" y="278"/>
                    <a:pt x="280" y="216"/>
                    <a:pt x="280" y="139"/>
                  </a:cubicBezTo>
                  <a:cubicBezTo>
                    <a:pt x="280"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27"/>
            <p:cNvSpPr/>
            <p:nvPr/>
          </p:nvSpPr>
          <p:spPr>
            <a:xfrm>
              <a:off x="4251798" y="4205115"/>
              <a:ext cx="8994" cy="8962"/>
            </a:xfrm>
            <a:custGeom>
              <a:rect b="b" l="l" r="r" t="t"/>
              <a:pathLst>
                <a:path extrusionOk="0" h="279" w="280">
                  <a:moveTo>
                    <a:pt x="141" y="0"/>
                  </a:moveTo>
                  <a:cubicBezTo>
                    <a:pt x="62" y="0"/>
                    <a:pt x="0" y="62"/>
                    <a:pt x="0" y="139"/>
                  </a:cubicBezTo>
                  <a:cubicBezTo>
                    <a:pt x="0" y="216"/>
                    <a:pt x="62" y="278"/>
                    <a:pt x="141" y="278"/>
                  </a:cubicBezTo>
                  <a:cubicBezTo>
                    <a:pt x="217" y="278"/>
                    <a:pt x="280" y="216"/>
                    <a:pt x="280" y="139"/>
                  </a:cubicBezTo>
                  <a:cubicBezTo>
                    <a:pt x="280" y="62"/>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27"/>
            <p:cNvSpPr/>
            <p:nvPr/>
          </p:nvSpPr>
          <p:spPr>
            <a:xfrm>
              <a:off x="4269755" y="4205115"/>
              <a:ext cx="8994" cy="8962"/>
            </a:xfrm>
            <a:custGeom>
              <a:rect b="b" l="l" r="r" t="t"/>
              <a:pathLst>
                <a:path extrusionOk="0" h="279" w="280">
                  <a:moveTo>
                    <a:pt x="140" y="0"/>
                  </a:moveTo>
                  <a:cubicBezTo>
                    <a:pt x="64" y="0"/>
                    <a:pt x="0" y="62"/>
                    <a:pt x="0" y="139"/>
                  </a:cubicBezTo>
                  <a:cubicBezTo>
                    <a:pt x="0" y="216"/>
                    <a:pt x="64" y="278"/>
                    <a:pt x="140" y="278"/>
                  </a:cubicBezTo>
                  <a:cubicBezTo>
                    <a:pt x="217" y="278"/>
                    <a:pt x="279" y="216"/>
                    <a:pt x="279" y="139"/>
                  </a:cubicBezTo>
                  <a:cubicBezTo>
                    <a:pt x="279" y="62"/>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27"/>
            <p:cNvSpPr/>
            <p:nvPr/>
          </p:nvSpPr>
          <p:spPr>
            <a:xfrm>
              <a:off x="4287745" y="4205115"/>
              <a:ext cx="8962" cy="8962"/>
            </a:xfrm>
            <a:custGeom>
              <a:rect b="b" l="l" r="r" t="t"/>
              <a:pathLst>
                <a:path extrusionOk="0" h="279" w="279">
                  <a:moveTo>
                    <a:pt x="139" y="0"/>
                  </a:moveTo>
                  <a:cubicBezTo>
                    <a:pt x="63" y="0"/>
                    <a:pt x="0" y="62"/>
                    <a:pt x="0" y="139"/>
                  </a:cubicBezTo>
                  <a:cubicBezTo>
                    <a:pt x="0" y="216"/>
                    <a:pt x="63" y="278"/>
                    <a:pt x="139" y="278"/>
                  </a:cubicBezTo>
                  <a:cubicBezTo>
                    <a:pt x="216" y="278"/>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27"/>
            <p:cNvSpPr/>
            <p:nvPr/>
          </p:nvSpPr>
          <p:spPr>
            <a:xfrm>
              <a:off x="4305702" y="4205115"/>
              <a:ext cx="8994" cy="8962"/>
            </a:xfrm>
            <a:custGeom>
              <a:rect b="b" l="l" r="r" t="t"/>
              <a:pathLst>
                <a:path extrusionOk="0" h="279" w="280">
                  <a:moveTo>
                    <a:pt x="139" y="0"/>
                  </a:moveTo>
                  <a:cubicBezTo>
                    <a:pt x="62" y="0"/>
                    <a:pt x="0" y="62"/>
                    <a:pt x="0" y="139"/>
                  </a:cubicBezTo>
                  <a:cubicBezTo>
                    <a:pt x="0" y="216"/>
                    <a:pt x="62" y="278"/>
                    <a:pt x="139" y="278"/>
                  </a:cubicBezTo>
                  <a:cubicBezTo>
                    <a:pt x="216" y="278"/>
                    <a:pt x="279" y="216"/>
                    <a:pt x="279" y="139"/>
                  </a:cubicBezTo>
                  <a:cubicBezTo>
                    <a:pt x="279"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27"/>
            <p:cNvSpPr/>
            <p:nvPr/>
          </p:nvSpPr>
          <p:spPr>
            <a:xfrm>
              <a:off x="4193364" y="4261107"/>
              <a:ext cx="125792" cy="35913"/>
            </a:xfrm>
            <a:custGeom>
              <a:rect b="b" l="l" r="r" t="t"/>
              <a:pathLst>
                <a:path extrusionOk="0" h="1118" w="3916">
                  <a:moveTo>
                    <a:pt x="560" y="0"/>
                  </a:moveTo>
                  <a:cubicBezTo>
                    <a:pt x="251" y="0"/>
                    <a:pt x="1" y="249"/>
                    <a:pt x="1" y="559"/>
                  </a:cubicBezTo>
                  <a:cubicBezTo>
                    <a:pt x="1" y="869"/>
                    <a:pt x="251" y="1118"/>
                    <a:pt x="560" y="1118"/>
                  </a:cubicBezTo>
                  <a:lnTo>
                    <a:pt x="3357" y="1118"/>
                  </a:lnTo>
                  <a:cubicBezTo>
                    <a:pt x="3665" y="1118"/>
                    <a:pt x="3915" y="869"/>
                    <a:pt x="3915" y="559"/>
                  </a:cubicBezTo>
                  <a:cubicBezTo>
                    <a:pt x="3915" y="249"/>
                    <a:pt x="3665" y="0"/>
                    <a:pt x="335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27"/>
            <p:cNvSpPr/>
            <p:nvPr/>
          </p:nvSpPr>
          <p:spPr>
            <a:xfrm>
              <a:off x="4211321" y="4261107"/>
              <a:ext cx="35977" cy="35913"/>
            </a:xfrm>
            <a:custGeom>
              <a:rect b="b" l="l" r="r" t="t"/>
              <a:pathLst>
                <a:path extrusionOk="0" h="1118" w="1120">
                  <a:moveTo>
                    <a:pt x="561" y="0"/>
                  </a:moveTo>
                  <a:cubicBezTo>
                    <a:pt x="251" y="0"/>
                    <a:pt x="1" y="251"/>
                    <a:pt x="1" y="559"/>
                  </a:cubicBezTo>
                  <a:cubicBezTo>
                    <a:pt x="1" y="867"/>
                    <a:pt x="251" y="1118"/>
                    <a:pt x="561" y="1118"/>
                  </a:cubicBezTo>
                  <a:cubicBezTo>
                    <a:pt x="869" y="1118"/>
                    <a:pt x="1120" y="867"/>
                    <a:pt x="1120" y="559"/>
                  </a:cubicBezTo>
                  <a:cubicBezTo>
                    <a:pt x="1120" y="251"/>
                    <a:pt x="869" y="0"/>
                    <a:pt x="56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27"/>
            <p:cNvSpPr/>
            <p:nvPr/>
          </p:nvSpPr>
          <p:spPr>
            <a:xfrm>
              <a:off x="4218549" y="4268303"/>
              <a:ext cx="21554" cy="21522"/>
            </a:xfrm>
            <a:custGeom>
              <a:rect b="b" l="l" r="r" t="t"/>
              <a:pathLst>
                <a:path extrusionOk="0" h="670" w="671">
                  <a:moveTo>
                    <a:pt x="336" y="1"/>
                  </a:moveTo>
                  <a:cubicBezTo>
                    <a:pt x="151" y="1"/>
                    <a:pt x="0" y="150"/>
                    <a:pt x="0" y="335"/>
                  </a:cubicBezTo>
                  <a:cubicBezTo>
                    <a:pt x="0" y="520"/>
                    <a:pt x="151" y="669"/>
                    <a:pt x="336" y="669"/>
                  </a:cubicBezTo>
                  <a:cubicBezTo>
                    <a:pt x="520" y="669"/>
                    <a:pt x="670" y="520"/>
                    <a:pt x="670" y="335"/>
                  </a:cubicBezTo>
                  <a:cubicBezTo>
                    <a:pt x="670" y="150"/>
                    <a:pt x="520" y="1"/>
                    <a:pt x="33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27"/>
            <p:cNvSpPr/>
            <p:nvPr/>
          </p:nvSpPr>
          <p:spPr>
            <a:xfrm>
              <a:off x="4265226" y="4261107"/>
              <a:ext cx="35945" cy="35913"/>
            </a:xfrm>
            <a:custGeom>
              <a:rect b="b" l="l" r="r" t="t"/>
              <a:pathLst>
                <a:path extrusionOk="0" h="1118" w="1119">
                  <a:moveTo>
                    <a:pt x="559" y="0"/>
                  </a:moveTo>
                  <a:cubicBezTo>
                    <a:pt x="251" y="0"/>
                    <a:pt x="1" y="251"/>
                    <a:pt x="1" y="559"/>
                  </a:cubicBezTo>
                  <a:cubicBezTo>
                    <a:pt x="1" y="867"/>
                    <a:pt x="251" y="1118"/>
                    <a:pt x="559" y="1118"/>
                  </a:cubicBezTo>
                  <a:cubicBezTo>
                    <a:pt x="869" y="1118"/>
                    <a:pt x="1118" y="867"/>
                    <a:pt x="1118" y="559"/>
                  </a:cubicBezTo>
                  <a:cubicBezTo>
                    <a:pt x="1118" y="251"/>
                    <a:pt x="869" y="0"/>
                    <a:pt x="55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27"/>
            <p:cNvSpPr/>
            <p:nvPr/>
          </p:nvSpPr>
          <p:spPr>
            <a:xfrm>
              <a:off x="4272421" y="4268303"/>
              <a:ext cx="21522" cy="21522"/>
            </a:xfrm>
            <a:custGeom>
              <a:rect b="b" l="l" r="r" t="t"/>
              <a:pathLst>
                <a:path extrusionOk="0" h="670" w="670">
                  <a:moveTo>
                    <a:pt x="335" y="1"/>
                  </a:moveTo>
                  <a:cubicBezTo>
                    <a:pt x="152" y="1"/>
                    <a:pt x="1" y="150"/>
                    <a:pt x="1" y="335"/>
                  </a:cubicBezTo>
                  <a:cubicBezTo>
                    <a:pt x="1" y="520"/>
                    <a:pt x="152" y="669"/>
                    <a:pt x="335" y="669"/>
                  </a:cubicBezTo>
                  <a:cubicBezTo>
                    <a:pt x="521" y="669"/>
                    <a:pt x="670" y="520"/>
                    <a:pt x="670" y="335"/>
                  </a:cubicBezTo>
                  <a:cubicBezTo>
                    <a:pt x="670" y="150"/>
                    <a:pt x="521" y="1"/>
                    <a:pt x="33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27"/>
            <p:cNvSpPr/>
            <p:nvPr/>
          </p:nvSpPr>
          <p:spPr>
            <a:xfrm>
              <a:off x="4278718" y="4274567"/>
              <a:ext cx="8962" cy="8962"/>
            </a:xfrm>
            <a:custGeom>
              <a:rect b="b" l="l" r="r" t="t"/>
              <a:pathLst>
                <a:path extrusionOk="0" h="279" w="279">
                  <a:moveTo>
                    <a:pt x="139" y="1"/>
                  </a:moveTo>
                  <a:cubicBezTo>
                    <a:pt x="63" y="1"/>
                    <a:pt x="0" y="63"/>
                    <a:pt x="0" y="140"/>
                  </a:cubicBezTo>
                  <a:cubicBezTo>
                    <a:pt x="0" y="217"/>
                    <a:pt x="63" y="279"/>
                    <a:pt x="139" y="279"/>
                  </a:cubicBezTo>
                  <a:cubicBezTo>
                    <a:pt x="216" y="279"/>
                    <a:pt x="278" y="217"/>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27"/>
            <p:cNvSpPr/>
            <p:nvPr/>
          </p:nvSpPr>
          <p:spPr>
            <a:xfrm>
              <a:off x="4224813" y="4274567"/>
              <a:ext cx="8994" cy="8962"/>
            </a:xfrm>
            <a:custGeom>
              <a:rect b="b" l="l" r="r" t="t"/>
              <a:pathLst>
                <a:path extrusionOk="0" h="279" w="280">
                  <a:moveTo>
                    <a:pt x="141" y="1"/>
                  </a:moveTo>
                  <a:cubicBezTo>
                    <a:pt x="63" y="1"/>
                    <a:pt x="1" y="63"/>
                    <a:pt x="1" y="140"/>
                  </a:cubicBezTo>
                  <a:cubicBezTo>
                    <a:pt x="1" y="217"/>
                    <a:pt x="63" y="279"/>
                    <a:pt x="141" y="279"/>
                  </a:cubicBezTo>
                  <a:cubicBezTo>
                    <a:pt x="218" y="279"/>
                    <a:pt x="280" y="217"/>
                    <a:pt x="280" y="140"/>
                  </a:cubicBezTo>
                  <a:cubicBezTo>
                    <a:pt x="280" y="63"/>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28" name="Google Shape;2928;p27"/>
          <p:cNvGrpSpPr/>
          <p:nvPr/>
        </p:nvGrpSpPr>
        <p:grpSpPr>
          <a:xfrm>
            <a:off x="3572726" y="4126829"/>
            <a:ext cx="97171" cy="297754"/>
            <a:chOff x="3572726" y="4126829"/>
            <a:chExt cx="97171" cy="297754"/>
          </a:xfrm>
        </p:grpSpPr>
        <p:sp>
          <p:nvSpPr>
            <p:cNvPr id="2929" name="Google Shape;2929;p27"/>
            <p:cNvSpPr/>
            <p:nvPr/>
          </p:nvSpPr>
          <p:spPr>
            <a:xfrm>
              <a:off x="3582749" y="4277555"/>
              <a:ext cx="79053" cy="22165"/>
            </a:xfrm>
            <a:custGeom>
              <a:rect b="b" l="l" r="r" t="t"/>
              <a:pathLst>
                <a:path extrusionOk="0" h="690" w="2461">
                  <a:moveTo>
                    <a:pt x="0" y="1"/>
                  </a:moveTo>
                  <a:lnTo>
                    <a:pt x="0" y="690"/>
                  </a:lnTo>
                  <a:lnTo>
                    <a:pt x="2461" y="690"/>
                  </a:lnTo>
                  <a:lnTo>
                    <a:pt x="2461"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27"/>
            <p:cNvSpPr/>
            <p:nvPr/>
          </p:nvSpPr>
          <p:spPr>
            <a:xfrm>
              <a:off x="3580918" y="4277555"/>
              <a:ext cx="10215" cy="22165"/>
            </a:xfrm>
            <a:custGeom>
              <a:rect b="b" l="l" r="r" t="t"/>
              <a:pathLst>
                <a:path extrusionOk="0" h="690" w="318">
                  <a:moveTo>
                    <a:pt x="1" y="1"/>
                  </a:moveTo>
                  <a:lnTo>
                    <a:pt x="1" y="690"/>
                  </a:lnTo>
                  <a:lnTo>
                    <a:pt x="318" y="690"/>
                  </a:lnTo>
                  <a:lnTo>
                    <a:pt x="31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27"/>
            <p:cNvSpPr/>
            <p:nvPr/>
          </p:nvSpPr>
          <p:spPr>
            <a:xfrm>
              <a:off x="3586090" y="4359824"/>
              <a:ext cx="70252" cy="64245"/>
            </a:xfrm>
            <a:custGeom>
              <a:rect b="b" l="l" r="r" t="t"/>
              <a:pathLst>
                <a:path extrusionOk="0" h="2000" w="2187">
                  <a:moveTo>
                    <a:pt x="1658" y="1"/>
                  </a:moveTo>
                  <a:lnTo>
                    <a:pt x="517" y="3"/>
                  </a:lnTo>
                  <a:lnTo>
                    <a:pt x="527" y="41"/>
                  </a:lnTo>
                  <a:lnTo>
                    <a:pt x="35" y="1762"/>
                  </a:lnTo>
                  <a:cubicBezTo>
                    <a:pt x="0" y="1881"/>
                    <a:pt x="91" y="2000"/>
                    <a:pt x="214" y="2000"/>
                  </a:cubicBezTo>
                  <a:lnTo>
                    <a:pt x="1976" y="1981"/>
                  </a:lnTo>
                  <a:cubicBezTo>
                    <a:pt x="2099" y="1981"/>
                    <a:pt x="2186" y="1756"/>
                    <a:pt x="2186" y="1756"/>
                  </a:cubicBezTo>
                  <a:lnTo>
                    <a:pt x="1704" y="40"/>
                  </a:lnTo>
                  <a:lnTo>
                    <a:pt x="1658"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27"/>
            <p:cNvSpPr/>
            <p:nvPr/>
          </p:nvSpPr>
          <p:spPr>
            <a:xfrm>
              <a:off x="3584998" y="4359278"/>
              <a:ext cx="72725" cy="65305"/>
            </a:xfrm>
            <a:custGeom>
              <a:rect b="b" l="l" r="r" t="t"/>
              <a:pathLst>
                <a:path extrusionOk="0" h="2033" w="2264">
                  <a:moveTo>
                    <a:pt x="664" y="0"/>
                  </a:moveTo>
                  <a:lnTo>
                    <a:pt x="526" y="57"/>
                  </a:lnTo>
                  <a:lnTo>
                    <a:pt x="34" y="1795"/>
                  </a:lnTo>
                  <a:cubicBezTo>
                    <a:pt x="1" y="1915"/>
                    <a:pt x="91" y="2033"/>
                    <a:pt x="214" y="2033"/>
                  </a:cubicBezTo>
                  <a:lnTo>
                    <a:pt x="2051" y="2033"/>
                  </a:lnTo>
                  <a:cubicBezTo>
                    <a:pt x="2175" y="2033"/>
                    <a:pt x="2264" y="1915"/>
                    <a:pt x="2232" y="1794"/>
                  </a:cubicBezTo>
                  <a:lnTo>
                    <a:pt x="2225" y="1771"/>
                  </a:lnTo>
                  <a:lnTo>
                    <a:pt x="387" y="1771"/>
                  </a:lnTo>
                  <a:cubicBezTo>
                    <a:pt x="350" y="1771"/>
                    <a:pt x="322" y="1736"/>
                    <a:pt x="334" y="1700"/>
                  </a:cubicBezTo>
                  <a:lnTo>
                    <a:pt x="797" y="57"/>
                  </a:lnTo>
                  <a:cubicBezTo>
                    <a:pt x="807" y="20"/>
                    <a:pt x="664" y="0"/>
                    <a:pt x="66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27"/>
            <p:cNvSpPr/>
            <p:nvPr/>
          </p:nvSpPr>
          <p:spPr>
            <a:xfrm>
              <a:off x="3574911" y="4297600"/>
              <a:ext cx="93926" cy="61450"/>
            </a:xfrm>
            <a:custGeom>
              <a:rect b="b" l="l" r="r" t="t"/>
              <a:pathLst>
                <a:path extrusionOk="0" h="1913" w="2924">
                  <a:moveTo>
                    <a:pt x="211" y="1"/>
                  </a:moveTo>
                  <a:lnTo>
                    <a:pt x="206" y="11"/>
                  </a:lnTo>
                  <a:cubicBezTo>
                    <a:pt x="83" y="11"/>
                    <a:pt x="1" y="140"/>
                    <a:pt x="54" y="250"/>
                  </a:cubicBezTo>
                  <a:lnTo>
                    <a:pt x="890" y="1913"/>
                  </a:lnTo>
                  <a:lnTo>
                    <a:pt x="1997" y="1911"/>
                  </a:lnTo>
                  <a:lnTo>
                    <a:pt x="2185" y="1696"/>
                  </a:lnTo>
                  <a:lnTo>
                    <a:pt x="2873" y="239"/>
                  </a:lnTo>
                  <a:cubicBezTo>
                    <a:pt x="2924" y="129"/>
                    <a:pt x="2843" y="1"/>
                    <a:pt x="271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27"/>
            <p:cNvSpPr/>
            <p:nvPr/>
          </p:nvSpPr>
          <p:spPr>
            <a:xfrm>
              <a:off x="3573883" y="4297600"/>
              <a:ext cx="71248" cy="63506"/>
            </a:xfrm>
            <a:custGeom>
              <a:rect b="b" l="l" r="r" t="t"/>
              <a:pathLst>
                <a:path extrusionOk="0" h="1977" w="2218">
                  <a:moveTo>
                    <a:pt x="205" y="1"/>
                  </a:moveTo>
                  <a:cubicBezTo>
                    <a:pt x="82" y="1"/>
                    <a:pt x="1" y="129"/>
                    <a:pt x="53" y="239"/>
                  </a:cubicBezTo>
                  <a:lnTo>
                    <a:pt x="872" y="1977"/>
                  </a:lnTo>
                  <a:lnTo>
                    <a:pt x="2086" y="1977"/>
                  </a:lnTo>
                  <a:lnTo>
                    <a:pt x="2217" y="1696"/>
                  </a:lnTo>
                  <a:lnTo>
                    <a:pt x="1092" y="1696"/>
                  </a:lnTo>
                  <a:cubicBezTo>
                    <a:pt x="1091" y="1696"/>
                    <a:pt x="1090" y="1696"/>
                    <a:pt x="1089" y="1696"/>
                  </a:cubicBezTo>
                  <a:cubicBezTo>
                    <a:pt x="1051" y="1696"/>
                    <a:pt x="1021" y="1674"/>
                    <a:pt x="1006" y="1644"/>
                  </a:cubicBezTo>
                  <a:lnTo>
                    <a:pt x="24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27"/>
            <p:cNvSpPr/>
            <p:nvPr/>
          </p:nvSpPr>
          <p:spPr>
            <a:xfrm>
              <a:off x="3575007" y="4173345"/>
              <a:ext cx="94890" cy="105265"/>
            </a:xfrm>
            <a:custGeom>
              <a:rect b="b" l="l" r="r" t="t"/>
              <a:pathLst>
                <a:path extrusionOk="0" h="3277" w="2954">
                  <a:moveTo>
                    <a:pt x="2220" y="0"/>
                  </a:moveTo>
                  <a:lnTo>
                    <a:pt x="645" y="3"/>
                  </a:lnTo>
                  <a:lnTo>
                    <a:pt x="584" y="105"/>
                  </a:lnTo>
                  <a:lnTo>
                    <a:pt x="27" y="3010"/>
                  </a:lnTo>
                  <a:cubicBezTo>
                    <a:pt x="1" y="3148"/>
                    <a:pt x="105" y="3276"/>
                    <a:pt x="247" y="3276"/>
                  </a:cubicBezTo>
                  <a:lnTo>
                    <a:pt x="2635" y="3268"/>
                  </a:lnTo>
                  <a:cubicBezTo>
                    <a:pt x="2774" y="3268"/>
                    <a:pt x="2954" y="3184"/>
                    <a:pt x="2932" y="3052"/>
                  </a:cubicBezTo>
                  <a:cubicBezTo>
                    <a:pt x="2929" y="3051"/>
                    <a:pt x="2929" y="3049"/>
                    <a:pt x="2929" y="3046"/>
                  </a:cubicBezTo>
                  <a:lnTo>
                    <a:pt x="2340" y="41"/>
                  </a:lnTo>
                  <a:lnTo>
                    <a:pt x="2220"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27"/>
            <p:cNvSpPr/>
            <p:nvPr/>
          </p:nvSpPr>
          <p:spPr>
            <a:xfrm>
              <a:off x="3572726" y="4172734"/>
              <a:ext cx="97171" cy="106936"/>
            </a:xfrm>
            <a:custGeom>
              <a:rect b="b" l="l" r="r" t="t"/>
              <a:pathLst>
                <a:path extrusionOk="0" h="3329" w="3025">
                  <a:moveTo>
                    <a:pt x="775" y="1"/>
                  </a:moveTo>
                  <a:lnTo>
                    <a:pt x="617" y="57"/>
                  </a:lnTo>
                  <a:lnTo>
                    <a:pt x="28" y="3062"/>
                  </a:lnTo>
                  <a:cubicBezTo>
                    <a:pt x="1" y="3200"/>
                    <a:pt x="105" y="3329"/>
                    <a:pt x="247" y="3329"/>
                  </a:cubicBezTo>
                  <a:lnTo>
                    <a:pt x="458" y="3329"/>
                  </a:lnTo>
                  <a:lnTo>
                    <a:pt x="510" y="3290"/>
                  </a:lnTo>
                  <a:lnTo>
                    <a:pt x="2404" y="3272"/>
                  </a:lnTo>
                  <a:lnTo>
                    <a:pt x="2417" y="3329"/>
                  </a:lnTo>
                  <a:lnTo>
                    <a:pt x="2780" y="3329"/>
                  </a:lnTo>
                  <a:cubicBezTo>
                    <a:pt x="2919" y="3329"/>
                    <a:pt x="3025" y="3203"/>
                    <a:pt x="3000" y="3068"/>
                  </a:cubicBezTo>
                  <a:lnTo>
                    <a:pt x="408" y="3068"/>
                  </a:lnTo>
                  <a:cubicBezTo>
                    <a:pt x="348" y="3068"/>
                    <a:pt x="305" y="3015"/>
                    <a:pt x="315" y="2957"/>
                  </a:cubicBezTo>
                  <a:lnTo>
                    <a:pt x="875" y="108"/>
                  </a:lnTo>
                  <a:lnTo>
                    <a:pt x="884" y="57"/>
                  </a:lnTo>
                  <a:lnTo>
                    <a:pt x="77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27"/>
            <p:cNvSpPr/>
            <p:nvPr/>
          </p:nvSpPr>
          <p:spPr>
            <a:xfrm>
              <a:off x="3606906" y="4172542"/>
              <a:ext cx="28974" cy="33729"/>
            </a:xfrm>
            <a:custGeom>
              <a:rect b="b" l="l" r="r" t="t"/>
              <a:pathLst>
                <a:path extrusionOk="0" h="1050" w="902">
                  <a:moveTo>
                    <a:pt x="806" y="1"/>
                  </a:moveTo>
                  <a:lnTo>
                    <a:pt x="51" y="7"/>
                  </a:lnTo>
                  <a:lnTo>
                    <a:pt x="1" y="63"/>
                  </a:lnTo>
                  <a:cubicBezTo>
                    <a:pt x="1" y="172"/>
                    <a:pt x="40" y="270"/>
                    <a:pt x="105" y="347"/>
                  </a:cubicBezTo>
                  <a:cubicBezTo>
                    <a:pt x="176" y="432"/>
                    <a:pt x="206" y="541"/>
                    <a:pt x="190" y="649"/>
                  </a:cubicBezTo>
                  <a:cubicBezTo>
                    <a:pt x="189" y="668"/>
                    <a:pt x="188" y="688"/>
                    <a:pt x="188" y="709"/>
                  </a:cubicBezTo>
                  <a:cubicBezTo>
                    <a:pt x="195" y="890"/>
                    <a:pt x="341" y="1037"/>
                    <a:pt x="523" y="1049"/>
                  </a:cubicBezTo>
                  <a:cubicBezTo>
                    <a:pt x="530" y="1049"/>
                    <a:pt x="536" y="1049"/>
                    <a:pt x="542" y="1049"/>
                  </a:cubicBezTo>
                  <a:cubicBezTo>
                    <a:pt x="740" y="1049"/>
                    <a:pt x="901" y="892"/>
                    <a:pt x="901" y="696"/>
                  </a:cubicBezTo>
                  <a:cubicBezTo>
                    <a:pt x="901" y="642"/>
                    <a:pt x="890" y="592"/>
                    <a:pt x="868" y="545"/>
                  </a:cubicBezTo>
                  <a:cubicBezTo>
                    <a:pt x="820" y="448"/>
                    <a:pt x="824" y="334"/>
                    <a:pt x="868" y="234"/>
                  </a:cubicBezTo>
                  <a:cubicBezTo>
                    <a:pt x="890" y="182"/>
                    <a:pt x="901" y="124"/>
                    <a:pt x="901" y="63"/>
                  </a:cubicBezTo>
                  <a:lnTo>
                    <a:pt x="806"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27"/>
            <p:cNvSpPr/>
            <p:nvPr/>
          </p:nvSpPr>
          <p:spPr>
            <a:xfrm>
              <a:off x="3606906" y="4172734"/>
              <a:ext cx="22004" cy="33536"/>
            </a:xfrm>
            <a:custGeom>
              <a:rect b="b" l="l" r="r" t="t"/>
              <a:pathLst>
                <a:path extrusionOk="0" h="1044" w="685">
                  <a:moveTo>
                    <a:pt x="124" y="1"/>
                  </a:moveTo>
                  <a:lnTo>
                    <a:pt x="1" y="57"/>
                  </a:lnTo>
                  <a:cubicBezTo>
                    <a:pt x="1" y="166"/>
                    <a:pt x="40" y="263"/>
                    <a:pt x="105" y="341"/>
                  </a:cubicBezTo>
                  <a:cubicBezTo>
                    <a:pt x="176" y="423"/>
                    <a:pt x="205" y="535"/>
                    <a:pt x="190" y="643"/>
                  </a:cubicBezTo>
                  <a:cubicBezTo>
                    <a:pt x="188" y="662"/>
                    <a:pt x="188" y="682"/>
                    <a:pt x="188" y="703"/>
                  </a:cubicBezTo>
                  <a:cubicBezTo>
                    <a:pt x="192" y="884"/>
                    <a:pt x="341" y="1034"/>
                    <a:pt x="523" y="1043"/>
                  </a:cubicBezTo>
                  <a:cubicBezTo>
                    <a:pt x="530" y="1043"/>
                    <a:pt x="536" y="1043"/>
                    <a:pt x="543" y="1043"/>
                  </a:cubicBezTo>
                  <a:cubicBezTo>
                    <a:pt x="594" y="1043"/>
                    <a:pt x="642" y="1033"/>
                    <a:pt x="684" y="1015"/>
                  </a:cubicBezTo>
                  <a:cubicBezTo>
                    <a:pt x="560" y="963"/>
                    <a:pt x="471" y="843"/>
                    <a:pt x="467" y="703"/>
                  </a:cubicBezTo>
                  <a:cubicBezTo>
                    <a:pt x="467" y="682"/>
                    <a:pt x="468" y="662"/>
                    <a:pt x="471" y="643"/>
                  </a:cubicBezTo>
                  <a:cubicBezTo>
                    <a:pt x="487" y="535"/>
                    <a:pt x="457" y="426"/>
                    <a:pt x="386" y="341"/>
                  </a:cubicBezTo>
                  <a:cubicBezTo>
                    <a:pt x="321" y="264"/>
                    <a:pt x="282" y="166"/>
                    <a:pt x="282" y="57"/>
                  </a:cubicBezTo>
                  <a:lnTo>
                    <a:pt x="12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27"/>
            <p:cNvSpPr/>
            <p:nvPr/>
          </p:nvSpPr>
          <p:spPr>
            <a:xfrm>
              <a:off x="3619339" y="4256899"/>
              <a:ext cx="32347" cy="22775"/>
            </a:xfrm>
            <a:custGeom>
              <a:rect b="b" l="l" r="r" t="t"/>
              <a:pathLst>
                <a:path extrusionOk="0" h="709" w="1007">
                  <a:moveTo>
                    <a:pt x="504" y="1"/>
                  </a:moveTo>
                  <a:cubicBezTo>
                    <a:pt x="225" y="1"/>
                    <a:pt x="0" y="227"/>
                    <a:pt x="0" y="503"/>
                  </a:cubicBezTo>
                  <a:cubicBezTo>
                    <a:pt x="0" y="573"/>
                    <a:pt x="18" y="648"/>
                    <a:pt x="42" y="709"/>
                  </a:cubicBezTo>
                  <a:lnTo>
                    <a:pt x="966" y="709"/>
                  </a:lnTo>
                  <a:cubicBezTo>
                    <a:pt x="988" y="652"/>
                    <a:pt x="1006" y="567"/>
                    <a:pt x="1006" y="503"/>
                  </a:cubicBezTo>
                  <a:cubicBezTo>
                    <a:pt x="1006" y="225"/>
                    <a:pt x="781" y="1"/>
                    <a:pt x="504" y="1"/>
                  </a:cubicBezTo>
                  <a:close/>
                </a:path>
              </a:pathLst>
            </a:custGeom>
            <a:solidFill>
              <a:srgbClr val="FA5E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27"/>
            <p:cNvSpPr/>
            <p:nvPr/>
          </p:nvSpPr>
          <p:spPr>
            <a:xfrm>
              <a:off x="3620880" y="4256899"/>
              <a:ext cx="30741" cy="21683"/>
            </a:xfrm>
            <a:custGeom>
              <a:rect b="b" l="l" r="r" t="t"/>
              <a:pathLst>
                <a:path extrusionOk="0" h="675" w="957">
                  <a:moveTo>
                    <a:pt x="456" y="1"/>
                  </a:moveTo>
                  <a:cubicBezTo>
                    <a:pt x="392" y="1"/>
                    <a:pt x="332" y="14"/>
                    <a:pt x="275" y="36"/>
                  </a:cubicBezTo>
                  <a:cubicBezTo>
                    <a:pt x="87" y="108"/>
                    <a:pt x="0" y="466"/>
                    <a:pt x="2" y="571"/>
                  </a:cubicBezTo>
                  <a:cubicBezTo>
                    <a:pt x="3" y="639"/>
                    <a:pt x="25" y="603"/>
                    <a:pt x="51" y="662"/>
                  </a:cubicBezTo>
                  <a:lnTo>
                    <a:pt x="874" y="674"/>
                  </a:lnTo>
                  <a:cubicBezTo>
                    <a:pt x="896" y="618"/>
                    <a:pt x="921" y="567"/>
                    <a:pt x="921" y="503"/>
                  </a:cubicBezTo>
                  <a:cubicBezTo>
                    <a:pt x="921" y="486"/>
                    <a:pt x="957" y="466"/>
                    <a:pt x="956" y="448"/>
                  </a:cubicBezTo>
                  <a:cubicBezTo>
                    <a:pt x="928" y="196"/>
                    <a:pt x="715" y="1"/>
                    <a:pt x="45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27"/>
            <p:cNvSpPr/>
            <p:nvPr/>
          </p:nvSpPr>
          <p:spPr>
            <a:xfrm>
              <a:off x="3619339" y="4257927"/>
              <a:ext cx="32347" cy="21715"/>
            </a:xfrm>
            <a:custGeom>
              <a:rect b="b" l="l" r="r" t="t"/>
              <a:pathLst>
                <a:path extrusionOk="0" h="676" w="1007">
                  <a:moveTo>
                    <a:pt x="323" y="1"/>
                  </a:moveTo>
                  <a:cubicBezTo>
                    <a:pt x="151" y="67"/>
                    <a:pt x="26" y="225"/>
                    <a:pt x="5" y="415"/>
                  </a:cubicBezTo>
                  <a:cubicBezTo>
                    <a:pt x="2" y="436"/>
                    <a:pt x="2" y="422"/>
                    <a:pt x="0" y="471"/>
                  </a:cubicBezTo>
                  <a:cubicBezTo>
                    <a:pt x="0" y="541"/>
                    <a:pt x="16" y="616"/>
                    <a:pt x="42" y="675"/>
                  </a:cubicBezTo>
                  <a:lnTo>
                    <a:pt x="966" y="675"/>
                  </a:lnTo>
                  <a:cubicBezTo>
                    <a:pt x="986" y="620"/>
                    <a:pt x="1006" y="533"/>
                    <a:pt x="1006" y="471"/>
                  </a:cubicBezTo>
                  <a:cubicBezTo>
                    <a:pt x="1006" y="454"/>
                    <a:pt x="1005" y="434"/>
                    <a:pt x="1004" y="416"/>
                  </a:cubicBezTo>
                  <a:lnTo>
                    <a:pt x="882" y="416"/>
                  </a:lnTo>
                  <a:cubicBezTo>
                    <a:pt x="627" y="416"/>
                    <a:pt x="397" y="251"/>
                    <a:pt x="325" y="7"/>
                  </a:cubicBezTo>
                  <a:cubicBezTo>
                    <a:pt x="325" y="5"/>
                    <a:pt x="323" y="4"/>
                    <a:pt x="32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27"/>
            <p:cNvSpPr/>
            <p:nvPr/>
          </p:nvSpPr>
          <p:spPr>
            <a:xfrm>
              <a:off x="3591166" y="4223683"/>
              <a:ext cx="38194" cy="54737"/>
            </a:xfrm>
            <a:custGeom>
              <a:rect b="b" l="l" r="r" t="t"/>
              <a:pathLst>
                <a:path extrusionOk="0" h="1704" w="1189">
                  <a:moveTo>
                    <a:pt x="1189" y="1699"/>
                  </a:moveTo>
                  <a:lnTo>
                    <a:pt x="1188" y="1699"/>
                  </a:lnTo>
                  <a:lnTo>
                    <a:pt x="1188" y="1699"/>
                  </a:lnTo>
                  <a:cubicBezTo>
                    <a:pt x="1188" y="1699"/>
                    <a:pt x="1188" y="1699"/>
                    <a:pt x="1188" y="1699"/>
                  </a:cubicBezTo>
                  <a:cubicBezTo>
                    <a:pt x="1189" y="1699"/>
                    <a:pt x="1189" y="1699"/>
                    <a:pt x="1189" y="1699"/>
                  </a:cubicBezTo>
                  <a:close/>
                  <a:moveTo>
                    <a:pt x="592" y="1"/>
                  </a:moveTo>
                  <a:cubicBezTo>
                    <a:pt x="389" y="1"/>
                    <a:pt x="281" y="172"/>
                    <a:pt x="281" y="379"/>
                  </a:cubicBezTo>
                  <a:cubicBezTo>
                    <a:pt x="281" y="434"/>
                    <a:pt x="294" y="486"/>
                    <a:pt x="316" y="534"/>
                  </a:cubicBezTo>
                  <a:cubicBezTo>
                    <a:pt x="349" y="609"/>
                    <a:pt x="366" y="680"/>
                    <a:pt x="369" y="761"/>
                  </a:cubicBezTo>
                  <a:cubicBezTo>
                    <a:pt x="382" y="1067"/>
                    <a:pt x="259" y="1392"/>
                    <a:pt x="51" y="1628"/>
                  </a:cubicBezTo>
                  <a:lnTo>
                    <a:pt x="0" y="1704"/>
                  </a:lnTo>
                  <a:lnTo>
                    <a:pt x="1188" y="1699"/>
                  </a:lnTo>
                  <a:lnTo>
                    <a:pt x="1188" y="1699"/>
                  </a:lnTo>
                  <a:cubicBezTo>
                    <a:pt x="1185" y="1697"/>
                    <a:pt x="1119" y="1522"/>
                    <a:pt x="1090" y="1482"/>
                  </a:cubicBezTo>
                  <a:cubicBezTo>
                    <a:pt x="938" y="1261"/>
                    <a:pt x="867" y="997"/>
                    <a:pt x="883" y="731"/>
                  </a:cubicBezTo>
                  <a:cubicBezTo>
                    <a:pt x="889" y="653"/>
                    <a:pt x="911" y="579"/>
                    <a:pt x="941" y="506"/>
                  </a:cubicBezTo>
                  <a:cubicBezTo>
                    <a:pt x="961" y="457"/>
                    <a:pt x="971" y="405"/>
                    <a:pt x="970" y="349"/>
                  </a:cubicBezTo>
                  <a:cubicBezTo>
                    <a:pt x="964" y="194"/>
                    <a:pt x="860" y="59"/>
                    <a:pt x="718" y="9"/>
                  </a:cubicBezTo>
                  <a:cubicBezTo>
                    <a:pt x="699" y="2"/>
                    <a:pt x="675" y="2"/>
                    <a:pt x="652" y="2"/>
                  </a:cubicBezTo>
                  <a:cubicBezTo>
                    <a:pt x="644" y="2"/>
                    <a:pt x="637" y="2"/>
                    <a:pt x="629" y="2"/>
                  </a:cubicBezTo>
                  <a:cubicBezTo>
                    <a:pt x="623" y="2"/>
                    <a:pt x="616" y="2"/>
                    <a:pt x="609" y="1"/>
                  </a:cubicBezTo>
                  <a:cubicBezTo>
                    <a:pt x="604" y="1"/>
                    <a:pt x="598" y="1"/>
                    <a:pt x="59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27"/>
            <p:cNvSpPr/>
            <p:nvPr/>
          </p:nvSpPr>
          <p:spPr>
            <a:xfrm>
              <a:off x="3587439" y="4223330"/>
              <a:ext cx="45775" cy="56407"/>
            </a:xfrm>
            <a:custGeom>
              <a:rect b="b" l="l" r="r" t="t"/>
              <a:pathLst>
                <a:path extrusionOk="0" h="1756" w="1425">
                  <a:moveTo>
                    <a:pt x="713" y="0"/>
                  </a:moveTo>
                  <a:cubicBezTo>
                    <a:pt x="506" y="0"/>
                    <a:pt x="339" y="166"/>
                    <a:pt x="339" y="374"/>
                  </a:cubicBezTo>
                  <a:cubicBezTo>
                    <a:pt x="339" y="429"/>
                    <a:pt x="352" y="481"/>
                    <a:pt x="374" y="528"/>
                  </a:cubicBezTo>
                  <a:cubicBezTo>
                    <a:pt x="407" y="604"/>
                    <a:pt x="424" y="685"/>
                    <a:pt x="427" y="769"/>
                  </a:cubicBezTo>
                  <a:cubicBezTo>
                    <a:pt x="440" y="1055"/>
                    <a:pt x="348" y="1337"/>
                    <a:pt x="167" y="1566"/>
                  </a:cubicBezTo>
                  <a:cubicBezTo>
                    <a:pt x="165" y="1567"/>
                    <a:pt x="164" y="1570"/>
                    <a:pt x="161" y="1571"/>
                  </a:cubicBezTo>
                  <a:cubicBezTo>
                    <a:pt x="151" y="1587"/>
                    <a:pt x="138" y="1599"/>
                    <a:pt x="128" y="1613"/>
                  </a:cubicBezTo>
                  <a:lnTo>
                    <a:pt x="0" y="1755"/>
                  </a:lnTo>
                  <a:lnTo>
                    <a:pt x="1425" y="1755"/>
                  </a:lnTo>
                  <a:lnTo>
                    <a:pt x="1300" y="1612"/>
                  </a:lnTo>
                  <a:cubicBezTo>
                    <a:pt x="1265" y="1574"/>
                    <a:pt x="1235" y="1534"/>
                    <a:pt x="1206" y="1493"/>
                  </a:cubicBezTo>
                  <a:lnTo>
                    <a:pt x="563" y="1493"/>
                  </a:lnTo>
                  <a:cubicBezTo>
                    <a:pt x="520" y="1493"/>
                    <a:pt x="492" y="1445"/>
                    <a:pt x="514" y="1409"/>
                  </a:cubicBezTo>
                  <a:cubicBezTo>
                    <a:pt x="624" y="1214"/>
                    <a:pt x="679" y="992"/>
                    <a:pt x="670" y="769"/>
                  </a:cubicBezTo>
                  <a:cubicBezTo>
                    <a:pt x="666" y="685"/>
                    <a:pt x="650" y="604"/>
                    <a:pt x="615" y="528"/>
                  </a:cubicBezTo>
                  <a:cubicBezTo>
                    <a:pt x="594" y="481"/>
                    <a:pt x="581" y="429"/>
                    <a:pt x="581" y="374"/>
                  </a:cubicBezTo>
                  <a:cubicBezTo>
                    <a:pt x="581" y="212"/>
                    <a:pt x="686" y="72"/>
                    <a:pt x="833" y="21"/>
                  </a:cubicBezTo>
                  <a:cubicBezTo>
                    <a:pt x="801" y="11"/>
                    <a:pt x="767" y="4"/>
                    <a:pt x="731" y="1"/>
                  </a:cubicBezTo>
                  <a:cubicBezTo>
                    <a:pt x="725" y="0"/>
                    <a:pt x="719" y="0"/>
                    <a:pt x="71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27"/>
            <p:cNvSpPr/>
            <p:nvPr/>
          </p:nvSpPr>
          <p:spPr>
            <a:xfrm>
              <a:off x="3593768" y="4126829"/>
              <a:ext cx="56439" cy="47766"/>
            </a:xfrm>
            <a:custGeom>
              <a:rect b="b" l="l" r="r" t="t"/>
              <a:pathLst>
                <a:path extrusionOk="0" h="1487" w="1757">
                  <a:moveTo>
                    <a:pt x="520" y="1"/>
                  </a:moveTo>
                  <a:lnTo>
                    <a:pt x="445" y="40"/>
                  </a:lnTo>
                  <a:cubicBezTo>
                    <a:pt x="355" y="40"/>
                    <a:pt x="278" y="104"/>
                    <a:pt x="261" y="190"/>
                  </a:cubicBezTo>
                  <a:lnTo>
                    <a:pt x="0" y="1447"/>
                  </a:lnTo>
                  <a:lnTo>
                    <a:pt x="229" y="1486"/>
                  </a:lnTo>
                  <a:lnTo>
                    <a:pt x="1756" y="1486"/>
                  </a:lnTo>
                  <a:lnTo>
                    <a:pt x="1496" y="151"/>
                  </a:lnTo>
                  <a:cubicBezTo>
                    <a:pt x="1480" y="65"/>
                    <a:pt x="1401" y="1"/>
                    <a:pt x="131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27"/>
            <p:cNvSpPr/>
            <p:nvPr/>
          </p:nvSpPr>
          <p:spPr>
            <a:xfrm>
              <a:off x="3592547" y="4126926"/>
              <a:ext cx="17924" cy="47670"/>
            </a:xfrm>
            <a:custGeom>
              <a:rect b="b" l="l" r="r" t="t"/>
              <a:pathLst>
                <a:path extrusionOk="0" h="1484" w="558">
                  <a:moveTo>
                    <a:pt x="443" y="1"/>
                  </a:moveTo>
                  <a:cubicBezTo>
                    <a:pt x="355" y="1"/>
                    <a:pt x="277" y="64"/>
                    <a:pt x="261" y="151"/>
                  </a:cubicBezTo>
                  <a:lnTo>
                    <a:pt x="0" y="1483"/>
                  </a:lnTo>
                  <a:lnTo>
                    <a:pt x="267" y="1483"/>
                  </a:lnTo>
                  <a:lnTo>
                    <a:pt x="55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46" name="Google Shape;2946;p27"/>
          <p:cNvGrpSpPr/>
          <p:nvPr/>
        </p:nvGrpSpPr>
        <p:grpSpPr>
          <a:xfrm>
            <a:off x="2876854" y="4126926"/>
            <a:ext cx="219238" cy="297659"/>
            <a:chOff x="2876854" y="4126926"/>
            <a:chExt cx="219238" cy="297659"/>
          </a:xfrm>
        </p:grpSpPr>
        <p:sp>
          <p:nvSpPr>
            <p:cNvPr id="2947" name="Google Shape;2947;p27"/>
            <p:cNvSpPr/>
            <p:nvPr/>
          </p:nvSpPr>
          <p:spPr>
            <a:xfrm>
              <a:off x="2946981" y="4376465"/>
              <a:ext cx="97685" cy="31062"/>
            </a:xfrm>
            <a:custGeom>
              <a:rect b="b" l="l" r="r" t="t"/>
              <a:pathLst>
                <a:path extrusionOk="0" h="967" w="3041">
                  <a:moveTo>
                    <a:pt x="228" y="1"/>
                  </a:moveTo>
                  <a:lnTo>
                    <a:pt x="0" y="743"/>
                  </a:lnTo>
                  <a:lnTo>
                    <a:pt x="1520" y="966"/>
                  </a:lnTo>
                  <a:lnTo>
                    <a:pt x="3040" y="743"/>
                  </a:lnTo>
                  <a:lnTo>
                    <a:pt x="2732"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27"/>
            <p:cNvSpPr/>
            <p:nvPr/>
          </p:nvSpPr>
          <p:spPr>
            <a:xfrm>
              <a:off x="2946821" y="4376465"/>
              <a:ext cx="97685" cy="25120"/>
            </a:xfrm>
            <a:custGeom>
              <a:rect b="b" l="l" r="r" t="t"/>
              <a:pathLst>
                <a:path extrusionOk="0" h="782" w="3041">
                  <a:moveTo>
                    <a:pt x="230" y="1"/>
                  </a:moveTo>
                  <a:lnTo>
                    <a:pt x="1" y="743"/>
                  </a:lnTo>
                  <a:lnTo>
                    <a:pt x="253" y="781"/>
                  </a:lnTo>
                  <a:lnTo>
                    <a:pt x="441" y="536"/>
                  </a:lnTo>
                  <a:cubicBezTo>
                    <a:pt x="477" y="492"/>
                    <a:pt x="531" y="464"/>
                    <a:pt x="589" y="464"/>
                  </a:cubicBezTo>
                  <a:lnTo>
                    <a:pt x="2456" y="464"/>
                  </a:lnTo>
                  <a:cubicBezTo>
                    <a:pt x="2514" y="464"/>
                    <a:pt x="2569" y="492"/>
                    <a:pt x="2605" y="536"/>
                  </a:cubicBezTo>
                  <a:lnTo>
                    <a:pt x="2789" y="781"/>
                  </a:lnTo>
                  <a:lnTo>
                    <a:pt x="3041" y="743"/>
                  </a:lnTo>
                  <a:lnTo>
                    <a:pt x="273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27"/>
            <p:cNvSpPr/>
            <p:nvPr/>
          </p:nvSpPr>
          <p:spPr>
            <a:xfrm>
              <a:off x="2930341" y="4363647"/>
              <a:ext cx="132505" cy="36716"/>
            </a:xfrm>
            <a:custGeom>
              <a:rect b="b" l="l" r="r" t="t"/>
              <a:pathLst>
                <a:path extrusionOk="0" h="1143" w="4125">
                  <a:moveTo>
                    <a:pt x="3794" y="0"/>
                  </a:moveTo>
                  <a:lnTo>
                    <a:pt x="167" y="22"/>
                  </a:lnTo>
                  <a:lnTo>
                    <a:pt x="4" y="48"/>
                  </a:lnTo>
                  <a:lnTo>
                    <a:pt x="0" y="935"/>
                  </a:lnTo>
                  <a:cubicBezTo>
                    <a:pt x="0" y="1038"/>
                    <a:pt x="28" y="1103"/>
                    <a:pt x="130" y="1103"/>
                  </a:cubicBezTo>
                  <a:lnTo>
                    <a:pt x="224" y="1142"/>
                  </a:lnTo>
                  <a:lnTo>
                    <a:pt x="514" y="1142"/>
                  </a:lnTo>
                  <a:lnTo>
                    <a:pt x="860" y="694"/>
                  </a:lnTo>
                  <a:cubicBezTo>
                    <a:pt x="896" y="647"/>
                    <a:pt x="950" y="621"/>
                    <a:pt x="1008" y="621"/>
                  </a:cubicBezTo>
                  <a:lnTo>
                    <a:pt x="3062" y="621"/>
                  </a:lnTo>
                  <a:cubicBezTo>
                    <a:pt x="3120" y="621"/>
                    <a:pt x="3176" y="647"/>
                    <a:pt x="3209" y="694"/>
                  </a:cubicBezTo>
                  <a:lnTo>
                    <a:pt x="3555" y="1142"/>
                  </a:lnTo>
                  <a:lnTo>
                    <a:pt x="3938" y="1142"/>
                  </a:lnTo>
                  <a:cubicBezTo>
                    <a:pt x="4040" y="1142"/>
                    <a:pt x="4124" y="1058"/>
                    <a:pt x="4119" y="956"/>
                  </a:cubicBezTo>
                  <a:lnTo>
                    <a:pt x="4119" y="340"/>
                  </a:lnTo>
                  <a:lnTo>
                    <a:pt x="4062" y="60"/>
                  </a:lnTo>
                  <a:lnTo>
                    <a:pt x="379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27"/>
            <p:cNvSpPr/>
            <p:nvPr/>
          </p:nvSpPr>
          <p:spPr>
            <a:xfrm>
              <a:off x="2928638" y="4363647"/>
              <a:ext cx="134208" cy="36716"/>
            </a:xfrm>
            <a:custGeom>
              <a:rect b="b" l="l" r="r" t="t"/>
              <a:pathLst>
                <a:path extrusionOk="0" h="1143" w="4178">
                  <a:moveTo>
                    <a:pt x="3853" y="0"/>
                  </a:moveTo>
                  <a:lnTo>
                    <a:pt x="225" y="22"/>
                  </a:lnTo>
                  <a:lnTo>
                    <a:pt x="1" y="60"/>
                  </a:lnTo>
                  <a:lnTo>
                    <a:pt x="1" y="956"/>
                  </a:lnTo>
                  <a:cubicBezTo>
                    <a:pt x="1" y="1058"/>
                    <a:pt x="83" y="1142"/>
                    <a:pt x="188" y="1142"/>
                  </a:cubicBezTo>
                  <a:lnTo>
                    <a:pt x="282" y="1142"/>
                  </a:lnTo>
                  <a:lnTo>
                    <a:pt x="282" y="435"/>
                  </a:lnTo>
                  <a:cubicBezTo>
                    <a:pt x="282" y="382"/>
                    <a:pt x="322" y="340"/>
                    <a:pt x="373" y="340"/>
                  </a:cubicBezTo>
                  <a:lnTo>
                    <a:pt x="4177" y="340"/>
                  </a:lnTo>
                  <a:lnTo>
                    <a:pt x="4177" y="60"/>
                  </a:lnTo>
                  <a:lnTo>
                    <a:pt x="385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27"/>
            <p:cNvSpPr/>
            <p:nvPr/>
          </p:nvSpPr>
          <p:spPr>
            <a:xfrm>
              <a:off x="2946981" y="4400333"/>
              <a:ext cx="41053" cy="24252"/>
            </a:xfrm>
            <a:custGeom>
              <a:rect b="b" l="l" r="r" t="t"/>
              <a:pathLst>
                <a:path extrusionOk="0" h="755" w="1278">
                  <a:moveTo>
                    <a:pt x="0" y="0"/>
                  </a:moveTo>
                  <a:lnTo>
                    <a:pt x="160" y="616"/>
                  </a:lnTo>
                  <a:cubicBezTo>
                    <a:pt x="181" y="697"/>
                    <a:pt x="255" y="755"/>
                    <a:pt x="340" y="755"/>
                  </a:cubicBezTo>
                  <a:lnTo>
                    <a:pt x="1239" y="755"/>
                  </a:lnTo>
                  <a:lnTo>
                    <a:pt x="1277" y="378"/>
                  </a:lnTo>
                  <a:lnTo>
                    <a:pt x="123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27"/>
            <p:cNvSpPr/>
            <p:nvPr/>
          </p:nvSpPr>
          <p:spPr>
            <a:xfrm>
              <a:off x="3003520" y="4400333"/>
              <a:ext cx="41053" cy="24252"/>
            </a:xfrm>
            <a:custGeom>
              <a:rect b="b" l="l" r="r" t="t"/>
              <a:pathLst>
                <a:path extrusionOk="0" h="755" w="1278">
                  <a:moveTo>
                    <a:pt x="38" y="0"/>
                  </a:moveTo>
                  <a:lnTo>
                    <a:pt x="1" y="378"/>
                  </a:lnTo>
                  <a:lnTo>
                    <a:pt x="38" y="755"/>
                  </a:lnTo>
                  <a:lnTo>
                    <a:pt x="937" y="755"/>
                  </a:lnTo>
                  <a:cubicBezTo>
                    <a:pt x="1023" y="755"/>
                    <a:pt x="1096" y="697"/>
                    <a:pt x="1118" y="616"/>
                  </a:cubicBezTo>
                  <a:lnTo>
                    <a:pt x="1277"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27"/>
            <p:cNvSpPr/>
            <p:nvPr/>
          </p:nvSpPr>
          <p:spPr>
            <a:xfrm>
              <a:off x="2986783" y="4400333"/>
              <a:ext cx="17989" cy="24252"/>
            </a:xfrm>
            <a:custGeom>
              <a:rect b="b" l="l" r="r" t="t"/>
              <a:pathLst>
                <a:path extrusionOk="0" h="755" w="560">
                  <a:moveTo>
                    <a:pt x="0" y="0"/>
                  </a:moveTo>
                  <a:lnTo>
                    <a:pt x="0" y="755"/>
                  </a:lnTo>
                  <a:lnTo>
                    <a:pt x="559" y="755"/>
                  </a:lnTo>
                  <a:lnTo>
                    <a:pt x="559"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27"/>
            <p:cNvSpPr/>
            <p:nvPr/>
          </p:nvSpPr>
          <p:spPr>
            <a:xfrm>
              <a:off x="2946981" y="4144016"/>
              <a:ext cx="97685" cy="31095"/>
            </a:xfrm>
            <a:custGeom>
              <a:rect b="b" l="l" r="r" t="t"/>
              <a:pathLst>
                <a:path extrusionOk="0" h="968" w="3041">
                  <a:moveTo>
                    <a:pt x="1520" y="0"/>
                  </a:moveTo>
                  <a:lnTo>
                    <a:pt x="0" y="224"/>
                  </a:lnTo>
                  <a:lnTo>
                    <a:pt x="228" y="967"/>
                  </a:lnTo>
                  <a:lnTo>
                    <a:pt x="2732" y="967"/>
                  </a:lnTo>
                  <a:lnTo>
                    <a:pt x="3040" y="224"/>
                  </a:lnTo>
                  <a:lnTo>
                    <a:pt x="1520"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27"/>
            <p:cNvSpPr/>
            <p:nvPr/>
          </p:nvSpPr>
          <p:spPr>
            <a:xfrm>
              <a:off x="2946821" y="4149991"/>
              <a:ext cx="97685" cy="25120"/>
            </a:xfrm>
            <a:custGeom>
              <a:rect b="b" l="l" r="r" t="t"/>
              <a:pathLst>
                <a:path extrusionOk="0" h="782" w="3041">
                  <a:moveTo>
                    <a:pt x="253" y="1"/>
                  </a:moveTo>
                  <a:lnTo>
                    <a:pt x="1" y="38"/>
                  </a:lnTo>
                  <a:lnTo>
                    <a:pt x="230" y="781"/>
                  </a:lnTo>
                  <a:lnTo>
                    <a:pt x="2734" y="781"/>
                  </a:lnTo>
                  <a:lnTo>
                    <a:pt x="3041" y="38"/>
                  </a:lnTo>
                  <a:lnTo>
                    <a:pt x="2789" y="1"/>
                  </a:lnTo>
                  <a:lnTo>
                    <a:pt x="2605" y="245"/>
                  </a:lnTo>
                  <a:cubicBezTo>
                    <a:pt x="2569" y="290"/>
                    <a:pt x="2514" y="318"/>
                    <a:pt x="2456" y="318"/>
                  </a:cubicBezTo>
                  <a:lnTo>
                    <a:pt x="589" y="318"/>
                  </a:lnTo>
                  <a:cubicBezTo>
                    <a:pt x="531" y="318"/>
                    <a:pt x="477" y="290"/>
                    <a:pt x="441" y="245"/>
                  </a:cubicBezTo>
                  <a:lnTo>
                    <a:pt x="25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27"/>
            <p:cNvSpPr/>
            <p:nvPr/>
          </p:nvSpPr>
          <p:spPr>
            <a:xfrm>
              <a:off x="2930341" y="4151211"/>
              <a:ext cx="132505" cy="36716"/>
            </a:xfrm>
            <a:custGeom>
              <a:rect b="b" l="l" r="r" t="t"/>
              <a:pathLst>
                <a:path extrusionOk="0" h="1143" w="4125">
                  <a:moveTo>
                    <a:pt x="224" y="0"/>
                  </a:moveTo>
                  <a:lnTo>
                    <a:pt x="130" y="39"/>
                  </a:lnTo>
                  <a:cubicBezTo>
                    <a:pt x="28" y="39"/>
                    <a:pt x="0" y="105"/>
                    <a:pt x="0" y="207"/>
                  </a:cubicBezTo>
                  <a:lnTo>
                    <a:pt x="4" y="1093"/>
                  </a:lnTo>
                  <a:lnTo>
                    <a:pt x="167" y="1121"/>
                  </a:lnTo>
                  <a:lnTo>
                    <a:pt x="3794" y="1143"/>
                  </a:lnTo>
                  <a:lnTo>
                    <a:pt x="4062" y="1083"/>
                  </a:lnTo>
                  <a:lnTo>
                    <a:pt x="4119" y="802"/>
                  </a:lnTo>
                  <a:lnTo>
                    <a:pt x="4119" y="187"/>
                  </a:lnTo>
                  <a:cubicBezTo>
                    <a:pt x="4124" y="84"/>
                    <a:pt x="4040" y="0"/>
                    <a:pt x="3938" y="0"/>
                  </a:cubicBezTo>
                  <a:lnTo>
                    <a:pt x="3555" y="0"/>
                  </a:lnTo>
                  <a:lnTo>
                    <a:pt x="3209" y="449"/>
                  </a:lnTo>
                  <a:cubicBezTo>
                    <a:pt x="3176" y="495"/>
                    <a:pt x="3120" y="522"/>
                    <a:pt x="3062" y="522"/>
                  </a:cubicBezTo>
                  <a:lnTo>
                    <a:pt x="1008" y="522"/>
                  </a:lnTo>
                  <a:cubicBezTo>
                    <a:pt x="950" y="522"/>
                    <a:pt x="896" y="495"/>
                    <a:pt x="860" y="449"/>
                  </a:cubicBezTo>
                  <a:lnTo>
                    <a:pt x="51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27"/>
            <p:cNvSpPr/>
            <p:nvPr/>
          </p:nvSpPr>
          <p:spPr>
            <a:xfrm>
              <a:off x="2928638" y="4151211"/>
              <a:ext cx="134208" cy="36684"/>
            </a:xfrm>
            <a:custGeom>
              <a:rect b="b" l="l" r="r" t="t"/>
              <a:pathLst>
                <a:path extrusionOk="0" h="1142" w="4178">
                  <a:moveTo>
                    <a:pt x="188" y="0"/>
                  </a:moveTo>
                  <a:cubicBezTo>
                    <a:pt x="83" y="0"/>
                    <a:pt x="1" y="84"/>
                    <a:pt x="1" y="187"/>
                  </a:cubicBezTo>
                  <a:lnTo>
                    <a:pt x="1" y="1082"/>
                  </a:lnTo>
                  <a:lnTo>
                    <a:pt x="225" y="1119"/>
                  </a:lnTo>
                  <a:lnTo>
                    <a:pt x="3853" y="1141"/>
                  </a:lnTo>
                  <a:lnTo>
                    <a:pt x="4177" y="1082"/>
                  </a:lnTo>
                  <a:lnTo>
                    <a:pt x="4177" y="801"/>
                  </a:lnTo>
                  <a:lnTo>
                    <a:pt x="373" y="801"/>
                  </a:lnTo>
                  <a:cubicBezTo>
                    <a:pt x="372" y="801"/>
                    <a:pt x="371" y="801"/>
                    <a:pt x="370" y="801"/>
                  </a:cubicBezTo>
                  <a:cubicBezTo>
                    <a:pt x="321" y="801"/>
                    <a:pt x="282" y="760"/>
                    <a:pt x="282" y="708"/>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27"/>
            <p:cNvSpPr/>
            <p:nvPr/>
          </p:nvSpPr>
          <p:spPr>
            <a:xfrm>
              <a:off x="2946981" y="4126926"/>
              <a:ext cx="41053" cy="24252"/>
            </a:xfrm>
            <a:custGeom>
              <a:rect b="b" l="l" r="r" t="t"/>
              <a:pathLst>
                <a:path extrusionOk="0" h="755" w="1278">
                  <a:moveTo>
                    <a:pt x="340" y="1"/>
                  </a:moveTo>
                  <a:cubicBezTo>
                    <a:pt x="255" y="1"/>
                    <a:pt x="181" y="59"/>
                    <a:pt x="160" y="140"/>
                  </a:cubicBezTo>
                  <a:lnTo>
                    <a:pt x="0" y="755"/>
                  </a:lnTo>
                  <a:lnTo>
                    <a:pt x="1239" y="755"/>
                  </a:lnTo>
                  <a:lnTo>
                    <a:pt x="1277" y="377"/>
                  </a:lnTo>
                  <a:lnTo>
                    <a:pt x="123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27"/>
            <p:cNvSpPr/>
            <p:nvPr/>
          </p:nvSpPr>
          <p:spPr>
            <a:xfrm>
              <a:off x="3003520" y="4126926"/>
              <a:ext cx="41053" cy="24252"/>
            </a:xfrm>
            <a:custGeom>
              <a:rect b="b" l="l" r="r" t="t"/>
              <a:pathLst>
                <a:path extrusionOk="0" h="755" w="1278">
                  <a:moveTo>
                    <a:pt x="38" y="1"/>
                  </a:moveTo>
                  <a:lnTo>
                    <a:pt x="1" y="377"/>
                  </a:lnTo>
                  <a:lnTo>
                    <a:pt x="38" y="755"/>
                  </a:lnTo>
                  <a:lnTo>
                    <a:pt x="1277" y="755"/>
                  </a:lnTo>
                  <a:lnTo>
                    <a:pt x="1118" y="140"/>
                  </a:lnTo>
                  <a:cubicBezTo>
                    <a:pt x="1096" y="59"/>
                    <a:pt x="1023" y="1"/>
                    <a:pt x="93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27"/>
            <p:cNvSpPr/>
            <p:nvPr/>
          </p:nvSpPr>
          <p:spPr>
            <a:xfrm>
              <a:off x="2986783" y="4126926"/>
              <a:ext cx="17989" cy="24252"/>
            </a:xfrm>
            <a:custGeom>
              <a:rect b="b" l="l" r="r" t="t"/>
              <a:pathLst>
                <a:path extrusionOk="0" h="755" w="560">
                  <a:moveTo>
                    <a:pt x="0" y="1"/>
                  </a:moveTo>
                  <a:lnTo>
                    <a:pt x="0" y="755"/>
                  </a:lnTo>
                  <a:lnTo>
                    <a:pt x="559" y="755"/>
                  </a:lnTo>
                  <a:lnTo>
                    <a:pt x="559"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27"/>
            <p:cNvSpPr/>
            <p:nvPr/>
          </p:nvSpPr>
          <p:spPr>
            <a:xfrm>
              <a:off x="2878043" y="4240901"/>
              <a:ext cx="19241" cy="20494"/>
            </a:xfrm>
            <a:custGeom>
              <a:rect b="b" l="l" r="r" t="t"/>
              <a:pathLst>
                <a:path extrusionOk="0" h="638" w="599">
                  <a:moveTo>
                    <a:pt x="208" y="1"/>
                  </a:moveTo>
                  <a:lnTo>
                    <a:pt x="95" y="39"/>
                  </a:lnTo>
                  <a:cubicBezTo>
                    <a:pt x="43" y="39"/>
                    <a:pt x="1" y="82"/>
                    <a:pt x="1" y="133"/>
                  </a:cubicBezTo>
                  <a:lnTo>
                    <a:pt x="1" y="544"/>
                  </a:lnTo>
                  <a:cubicBezTo>
                    <a:pt x="1" y="596"/>
                    <a:pt x="44" y="638"/>
                    <a:pt x="95" y="638"/>
                  </a:cubicBezTo>
                  <a:lnTo>
                    <a:pt x="599" y="638"/>
                  </a:lnTo>
                  <a:lnTo>
                    <a:pt x="59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27"/>
            <p:cNvSpPr/>
            <p:nvPr/>
          </p:nvSpPr>
          <p:spPr>
            <a:xfrm>
              <a:off x="2876854" y="4240966"/>
              <a:ext cx="20430" cy="21651"/>
            </a:xfrm>
            <a:custGeom>
              <a:rect b="b" l="l" r="r" t="t"/>
              <a:pathLst>
                <a:path extrusionOk="0" h="674" w="636">
                  <a:moveTo>
                    <a:pt x="94" y="0"/>
                  </a:moveTo>
                  <a:cubicBezTo>
                    <a:pt x="42" y="0"/>
                    <a:pt x="0" y="44"/>
                    <a:pt x="0" y="94"/>
                  </a:cubicBezTo>
                  <a:lnTo>
                    <a:pt x="0" y="579"/>
                  </a:lnTo>
                  <a:cubicBezTo>
                    <a:pt x="0" y="633"/>
                    <a:pt x="44" y="673"/>
                    <a:pt x="94" y="673"/>
                  </a:cubicBezTo>
                  <a:lnTo>
                    <a:pt x="636" y="673"/>
                  </a:lnTo>
                  <a:lnTo>
                    <a:pt x="636" y="432"/>
                  </a:lnTo>
                  <a:lnTo>
                    <a:pt x="636" y="430"/>
                  </a:lnTo>
                  <a:lnTo>
                    <a:pt x="281" y="430"/>
                  </a:lnTo>
                  <a:cubicBezTo>
                    <a:pt x="259" y="430"/>
                    <a:pt x="243" y="411"/>
                    <a:pt x="243" y="391"/>
                  </a:cubicBezTo>
                  <a:lnTo>
                    <a:pt x="24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27"/>
            <p:cNvSpPr/>
            <p:nvPr/>
          </p:nvSpPr>
          <p:spPr>
            <a:xfrm>
              <a:off x="2878043" y="4288863"/>
              <a:ext cx="19241" cy="20430"/>
            </a:xfrm>
            <a:custGeom>
              <a:rect b="b" l="l" r="r" t="t"/>
              <a:pathLst>
                <a:path extrusionOk="0" h="636" w="599">
                  <a:moveTo>
                    <a:pt x="208" y="0"/>
                  </a:moveTo>
                  <a:lnTo>
                    <a:pt x="95" y="39"/>
                  </a:lnTo>
                  <a:cubicBezTo>
                    <a:pt x="43" y="39"/>
                    <a:pt x="1" y="83"/>
                    <a:pt x="1" y="134"/>
                  </a:cubicBezTo>
                  <a:lnTo>
                    <a:pt x="1" y="524"/>
                  </a:lnTo>
                  <a:cubicBezTo>
                    <a:pt x="1" y="577"/>
                    <a:pt x="44" y="619"/>
                    <a:pt x="95" y="619"/>
                  </a:cubicBezTo>
                  <a:lnTo>
                    <a:pt x="599" y="636"/>
                  </a:lnTo>
                  <a:lnTo>
                    <a:pt x="59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27"/>
            <p:cNvSpPr/>
            <p:nvPr/>
          </p:nvSpPr>
          <p:spPr>
            <a:xfrm>
              <a:off x="2876854" y="4288959"/>
              <a:ext cx="20430" cy="21554"/>
            </a:xfrm>
            <a:custGeom>
              <a:rect b="b" l="l" r="r" t="t"/>
              <a:pathLst>
                <a:path extrusionOk="0" h="671" w="636">
                  <a:moveTo>
                    <a:pt x="94" y="0"/>
                  </a:moveTo>
                  <a:cubicBezTo>
                    <a:pt x="42" y="0"/>
                    <a:pt x="0" y="44"/>
                    <a:pt x="0" y="94"/>
                  </a:cubicBezTo>
                  <a:lnTo>
                    <a:pt x="0" y="576"/>
                  </a:lnTo>
                  <a:cubicBezTo>
                    <a:pt x="0" y="630"/>
                    <a:pt x="44" y="671"/>
                    <a:pt x="94" y="671"/>
                  </a:cubicBezTo>
                  <a:lnTo>
                    <a:pt x="636" y="671"/>
                  </a:lnTo>
                  <a:lnTo>
                    <a:pt x="636" y="429"/>
                  </a:lnTo>
                  <a:lnTo>
                    <a:pt x="281" y="429"/>
                  </a:lnTo>
                  <a:cubicBezTo>
                    <a:pt x="259" y="429"/>
                    <a:pt x="243" y="410"/>
                    <a:pt x="243" y="391"/>
                  </a:cubicBezTo>
                  <a:lnTo>
                    <a:pt x="24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27"/>
            <p:cNvSpPr/>
            <p:nvPr/>
          </p:nvSpPr>
          <p:spPr>
            <a:xfrm>
              <a:off x="2897157" y="4186034"/>
              <a:ext cx="198935" cy="179565"/>
            </a:xfrm>
            <a:custGeom>
              <a:rect b="b" l="l" r="r" t="t"/>
              <a:pathLst>
                <a:path extrusionOk="0" h="5590" w="6193">
                  <a:moveTo>
                    <a:pt x="1380" y="1"/>
                  </a:moveTo>
                  <a:lnTo>
                    <a:pt x="981" y="103"/>
                  </a:lnTo>
                  <a:lnTo>
                    <a:pt x="188" y="963"/>
                  </a:lnTo>
                  <a:cubicBezTo>
                    <a:pt x="69" y="1099"/>
                    <a:pt x="1" y="1275"/>
                    <a:pt x="1" y="1456"/>
                  </a:cubicBezTo>
                  <a:lnTo>
                    <a:pt x="1" y="4135"/>
                  </a:lnTo>
                  <a:cubicBezTo>
                    <a:pt x="1" y="4316"/>
                    <a:pt x="69" y="4493"/>
                    <a:pt x="188" y="4627"/>
                  </a:cubicBezTo>
                  <a:lnTo>
                    <a:pt x="981" y="5484"/>
                  </a:lnTo>
                  <a:lnTo>
                    <a:pt x="1375" y="5590"/>
                  </a:lnTo>
                  <a:lnTo>
                    <a:pt x="5157" y="5590"/>
                  </a:lnTo>
                  <a:lnTo>
                    <a:pt x="6006" y="4627"/>
                  </a:lnTo>
                  <a:cubicBezTo>
                    <a:pt x="6126" y="4493"/>
                    <a:pt x="6192" y="4316"/>
                    <a:pt x="6192" y="4135"/>
                  </a:cubicBezTo>
                  <a:lnTo>
                    <a:pt x="6192" y="1456"/>
                  </a:lnTo>
                  <a:cubicBezTo>
                    <a:pt x="6192" y="1275"/>
                    <a:pt x="6126" y="1099"/>
                    <a:pt x="6006" y="963"/>
                  </a:cubicBezTo>
                  <a:lnTo>
                    <a:pt x="5157"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27"/>
            <p:cNvSpPr/>
            <p:nvPr/>
          </p:nvSpPr>
          <p:spPr>
            <a:xfrm>
              <a:off x="2895390" y="4186034"/>
              <a:ext cx="46128" cy="179565"/>
            </a:xfrm>
            <a:custGeom>
              <a:rect b="b" l="l" r="r" t="t"/>
              <a:pathLst>
                <a:path extrusionOk="0" h="5590" w="1436">
                  <a:moveTo>
                    <a:pt x="1036" y="1"/>
                  </a:moveTo>
                  <a:lnTo>
                    <a:pt x="188" y="963"/>
                  </a:lnTo>
                  <a:cubicBezTo>
                    <a:pt x="67" y="1099"/>
                    <a:pt x="1" y="1275"/>
                    <a:pt x="1" y="1456"/>
                  </a:cubicBezTo>
                  <a:lnTo>
                    <a:pt x="1" y="4135"/>
                  </a:lnTo>
                  <a:cubicBezTo>
                    <a:pt x="1" y="4316"/>
                    <a:pt x="67" y="4493"/>
                    <a:pt x="188" y="4627"/>
                  </a:cubicBezTo>
                  <a:lnTo>
                    <a:pt x="1036" y="5590"/>
                  </a:lnTo>
                  <a:lnTo>
                    <a:pt x="1430" y="5590"/>
                  </a:lnTo>
                  <a:lnTo>
                    <a:pt x="412" y="4430"/>
                  </a:lnTo>
                  <a:cubicBezTo>
                    <a:pt x="340" y="4349"/>
                    <a:pt x="299" y="4244"/>
                    <a:pt x="299" y="4135"/>
                  </a:cubicBezTo>
                  <a:lnTo>
                    <a:pt x="299" y="1456"/>
                  </a:lnTo>
                  <a:cubicBezTo>
                    <a:pt x="299" y="1347"/>
                    <a:pt x="340" y="1243"/>
                    <a:pt x="412" y="1160"/>
                  </a:cubicBezTo>
                  <a:lnTo>
                    <a:pt x="143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27"/>
            <p:cNvSpPr/>
            <p:nvPr/>
          </p:nvSpPr>
          <p:spPr>
            <a:xfrm>
              <a:off x="2913411" y="4203895"/>
              <a:ext cx="164724" cy="143780"/>
            </a:xfrm>
            <a:custGeom>
              <a:rect b="b" l="l" r="r" t="t"/>
              <a:pathLst>
                <a:path extrusionOk="0" h="4476" w="5128">
                  <a:moveTo>
                    <a:pt x="921" y="1"/>
                  </a:moveTo>
                  <a:cubicBezTo>
                    <a:pt x="817" y="1"/>
                    <a:pt x="715" y="45"/>
                    <a:pt x="644" y="124"/>
                  </a:cubicBezTo>
                  <a:lnTo>
                    <a:pt x="96" y="733"/>
                  </a:lnTo>
                  <a:cubicBezTo>
                    <a:pt x="35" y="803"/>
                    <a:pt x="0" y="891"/>
                    <a:pt x="0" y="984"/>
                  </a:cubicBezTo>
                  <a:lnTo>
                    <a:pt x="0" y="3492"/>
                  </a:lnTo>
                  <a:cubicBezTo>
                    <a:pt x="0" y="3585"/>
                    <a:pt x="35" y="3673"/>
                    <a:pt x="96" y="3743"/>
                  </a:cubicBezTo>
                  <a:lnTo>
                    <a:pt x="644" y="4352"/>
                  </a:lnTo>
                  <a:cubicBezTo>
                    <a:pt x="715" y="4430"/>
                    <a:pt x="817" y="4475"/>
                    <a:pt x="921" y="4475"/>
                  </a:cubicBezTo>
                  <a:lnTo>
                    <a:pt x="4205" y="4475"/>
                  </a:lnTo>
                  <a:cubicBezTo>
                    <a:pt x="4311" y="4475"/>
                    <a:pt x="4413" y="4430"/>
                    <a:pt x="4482" y="4352"/>
                  </a:cubicBezTo>
                  <a:lnTo>
                    <a:pt x="5031" y="3743"/>
                  </a:lnTo>
                  <a:cubicBezTo>
                    <a:pt x="5093" y="3673"/>
                    <a:pt x="5128" y="3585"/>
                    <a:pt x="5128" y="3492"/>
                  </a:cubicBezTo>
                  <a:lnTo>
                    <a:pt x="5128" y="984"/>
                  </a:lnTo>
                  <a:cubicBezTo>
                    <a:pt x="5128" y="891"/>
                    <a:pt x="5093" y="803"/>
                    <a:pt x="5031" y="733"/>
                  </a:cubicBezTo>
                  <a:lnTo>
                    <a:pt x="4482" y="124"/>
                  </a:lnTo>
                  <a:cubicBezTo>
                    <a:pt x="4413" y="45"/>
                    <a:pt x="4311" y="1"/>
                    <a:pt x="420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27"/>
            <p:cNvSpPr/>
            <p:nvPr/>
          </p:nvSpPr>
          <p:spPr>
            <a:xfrm>
              <a:off x="2943351" y="4325227"/>
              <a:ext cx="104751" cy="8962"/>
            </a:xfrm>
            <a:custGeom>
              <a:rect b="b" l="l" r="r" t="t"/>
              <a:pathLst>
                <a:path extrusionOk="0" h="279" w="3261">
                  <a:moveTo>
                    <a:pt x="139" y="0"/>
                  </a:moveTo>
                  <a:cubicBezTo>
                    <a:pt x="64" y="0"/>
                    <a:pt x="0" y="63"/>
                    <a:pt x="0" y="139"/>
                  </a:cubicBezTo>
                  <a:cubicBezTo>
                    <a:pt x="0" y="215"/>
                    <a:pt x="61" y="278"/>
                    <a:pt x="139" y="278"/>
                  </a:cubicBezTo>
                  <a:lnTo>
                    <a:pt x="3121" y="278"/>
                  </a:lnTo>
                  <a:cubicBezTo>
                    <a:pt x="3200" y="278"/>
                    <a:pt x="3260" y="215"/>
                    <a:pt x="3260" y="139"/>
                  </a:cubicBezTo>
                  <a:cubicBezTo>
                    <a:pt x="3260" y="63"/>
                    <a:pt x="3200" y="0"/>
                    <a:pt x="312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27"/>
            <p:cNvSpPr/>
            <p:nvPr/>
          </p:nvSpPr>
          <p:spPr>
            <a:xfrm>
              <a:off x="2943351" y="4217419"/>
              <a:ext cx="68678" cy="9026"/>
            </a:xfrm>
            <a:custGeom>
              <a:rect b="b" l="l" r="r" t="t"/>
              <a:pathLst>
                <a:path extrusionOk="0" h="281" w="2138">
                  <a:moveTo>
                    <a:pt x="139" y="1"/>
                  </a:moveTo>
                  <a:cubicBezTo>
                    <a:pt x="64" y="1"/>
                    <a:pt x="0" y="65"/>
                    <a:pt x="0" y="140"/>
                  </a:cubicBezTo>
                  <a:cubicBezTo>
                    <a:pt x="0" y="217"/>
                    <a:pt x="63" y="280"/>
                    <a:pt x="139" y="280"/>
                  </a:cubicBezTo>
                  <a:lnTo>
                    <a:pt x="1998" y="280"/>
                  </a:lnTo>
                  <a:cubicBezTo>
                    <a:pt x="2076" y="280"/>
                    <a:pt x="2137" y="217"/>
                    <a:pt x="2137" y="140"/>
                  </a:cubicBezTo>
                  <a:cubicBezTo>
                    <a:pt x="2137" y="65"/>
                    <a:pt x="2076" y="1"/>
                    <a:pt x="199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27"/>
            <p:cNvSpPr/>
            <p:nvPr/>
          </p:nvSpPr>
          <p:spPr>
            <a:xfrm>
              <a:off x="3021252" y="4217419"/>
              <a:ext cx="26854" cy="9026"/>
            </a:xfrm>
            <a:custGeom>
              <a:rect b="b" l="l" r="r" t="t"/>
              <a:pathLst>
                <a:path extrusionOk="0" h="281" w="836">
                  <a:moveTo>
                    <a:pt x="139" y="1"/>
                  </a:moveTo>
                  <a:cubicBezTo>
                    <a:pt x="64" y="1"/>
                    <a:pt x="0" y="65"/>
                    <a:pt x="0" y="140"/>
                  </a:cubicBezTo>
                  <a:cubicBezTo>
                    <a:pt x="0" y="217"/>
                    <a:pt x="61" y="280"/>
                    <a:pt x="139" y="280"/>
                  </a:cubicBezTo>
                  <a:lnTo>
                    <a:pt x="696" y="280"/>
                  </a:lnTo>
                  <a:cubicBezTo>
                    <a:pt x="775" y="280"/>
                    <a:pt x="835" y="217"/>
                    <a:pt x="835" y="140"/>
                  </a:cubicBezTo>
                  <a:cubicBezTo>
                    <a:pt x="835" y="65"/>
                    <a:pt x="775" y="1"/>
                    <a:pt x="69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27"/>
            <p:cNvSpPr/>
            <p:nvPr/>
          </p:nvSpPr>
          <p:spPr>
            <a:xfrm>
              <a:off x="2937055" y="4239809"/>
              <a:ext cx="118564" cy="70702"/>
            </a:xfrm>
            <a:custGeom>
              <a:rect b="b" l="l" r="r" t="t"/>
              <a:pathLst>
                <a:path extrusionOk="0" h="2201" w="3691">
                  <a:moveTo>
                    <a:pt x="205" y="0"/>
                  </a:moveTo>
                  <a:lnTo>
                    <a:pt x="149" y="39"/>
                  </a:lnTo>
                  <a:cubicBezTo>
                    <a:pt x="49" y="39"/>
                    <a:pt x="1" y="122"/>
                    <a:pt x="1" y="225"/>
                  </a:cubicBezTo>
                  <a:lnTo>
                    <a:pt x="1" y="2015"/>
                  </a:lnTo>
                  <a:cubicBezTo>
                    <a:pt x="1" y="2118"/>
                    <a:pt x="85" y="2201"/>
                    <a:pt x="188" y="2201"/>
                  </a:cubicBezTo>
                  <a:lnTo>
                    <a:pt x="3468" y="2201"/>
                  </a:lnTo>
                  <a:cubicBezTo>
                    <a:pt x="3571" y="2201"/>
                    <a:pt x="3655" y="2154"/>
                    <a:pt x="3652" y="2051"/>
                  </a:cubicBezTo>
                  <a:lnTo>
                    <a:pt x="3691" y="1995"/>
                  </a:lnTo>
                  <a:lnTo>
                    <a:pt x="3691" y="187"/>
                  </a:lnTo>
                  <a:cubicBezTo>
                    <a:pt x="3691" y="84"/>
                    <a:pt x="3607" y="0"/>
                    <a:pt x="350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27"/>
            <p:cNvSpPr/>
            <p:nvPr/>
          </p:nvSpPr>
          <p:spPr>
            <a:xfrm>
              <a:off x="2935898" y="4239906"/>
              <a:ext cx="119785" cy="71858"/>
            </a:xfrm>
            <a:custGeom>
              <a:rect b="b" l="l" r="r" t="t"/>
              <a:pathLst>
                <a:path extrusionOk="0" h="2237" w="3729">
                  <a:moveTo>
                    <a:pt x="188" y="0"/>
                  </a:moveTo>
                  <a:cubicBezTo>
                    <a:pt x="85" y="0"/>
                    <a:pt x="1" y="83"/>
                    <a:pt x="1" y="185"/>
                  </a:cubicBezTo>
                  <a:lnTo>
                    <a:pt x="1" y="2050"/>
                  </a:lnTo>
                  <a:cubicBezTo>
                    <a:pt x="1" y="2153"/>
                    <a:pt x="85" y="2237"/>
                    <a:pt x="188" y="2237"/>
                  </a:cubicBezTo>
                  <a:lnTo>
                    <a:pt x="3542" y="2237"/>
                  </a:lnTo>
                  <a:cubicBezTo>
                    <a:pt x="3646" y="2237"/>
                    <a:pt x="3728" y="2153"/>
                    <a:pt x="3728" y="2050"/>
                  </a:cubicBezTo>
                  <a:lnTo>
                    <a:pt x="3728" y="1995"/>
                  </a:lnTo>
                  <a:lnTo>
                    <a:pt x="355" y="1995"/>
                  </a:lnTo>
                  <a:cubicBezTo>
                    <a:pt x="295" y="1995"/>
                    <a:pt x="244" y="1944"/>
                    <a:pt x="244" y="1883"/>
                  </a:cubicBezTo>
                  <a:lnTo>
                    <a:pt x="24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27"/>
            <p:cNvSpPr/>
            <p:nvPr/>
          </p:nvSpPr>
          <p:spPr>
            <a:xfrm>
              <a:off x="2985241" y="4253366"/>
              <a:ext cx="56921" cy="8962"/>
            </a:xfrm>
            <a:custGeom>
              <a:rect b="b" l="l" r="r" t="t"/>
              <a:pathLst>
                <a:path extrusionOk="0" h="279" w="1772">
                  <a:moveTo>
                    <a:pt x="141" y="1"/>
                  </a:moveTo>
                  <a:cubicBezTo>
                    <a:pt x="64" y="1"/>
                    <a:pt x="1" y="63"/>
                    <a:pt x="1" y="140"/>
                  </a:cubicBezTo>
                  <a:cubicBezTo>
                    <a:pt x="1" y="215"/>
                    <a:pt x="63" y="279"/>
                    <a:pt x="141" y="279"/>
                  </a:cubicBezTo>
                  <a:lnTo>
                    <a:pt x="1632" y="279"/>
                  </a:lnTo>
                  <a:cubicBezTo>
                    <a:pt x="1709" y="279"/>
                    <a:pt x="1771" y="215"/>
                    <a:pt x="1771" y="140"/>
                  </a:cubicBezTo>
                  <a:cubicBezTo>
                    <a:pt x="1771" y="63"/>
                    <a:pt x="1709" y="1"/>
                    <a:pt x="163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27"/>
            <p:cNvSpPr/>
            <p:nvPr/>
          </p:nvSpPr>
          <p:spPr>
            <a:xfrm>
              <a:off x="2953824" y="4275788"/>
              <a:ext cx="83872" cy="17989"/>
            </a:xfrm>
            <a:custGeom>
              <a:rect b="b" l="l" r="r" t="t"/>
              <a:pathLst>
                <a:path extrusionOk="0" h="560" w="2611">
                  <a:moveTo>
                    <a:pt x="74" y="1"/>
                  </a:moveTo>
                  <a:cubicBezTo>
                    <a:pt x="33" y="1"/>
                    <a:pt x="0" y="34"/>
                    <a:pt x="0" y="74"/>
                  </a:cubicBezTo>
                  <a:lnTo>
                    <a:pt x="0" y="486"/>
                  </a:lnTo>
                  <a:cubicBezTo>
                    <a:pt x="0" y="528"/>
                    <a:pt x="33" y="559"/>
                    <a:pt x="74" y="559"/>
                  </a:cubicBezTo>
                  <a:lnTo>
                    <a:pt x="2535" y="559"/>
                  </a:lnTo>
                  <a:cubicBezTo>
                    <a:pt x="2577" y="559"/>
                    <a:pt x="2610" y="526"/>
                    <a:pt x="2610" y="486"/>
                  </a:cubicBezTo>
                  <a:lnTo>
                    <a:pt x="2610" y="74"/>
                  </a:lnTo>
                  <a:cubicBezTo>
                    <a:pt x="2610" y="34"/>
                    <a:pt x="2577" y="1"/>
                    <a:pt x="253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75" name="Google Shape;2975;p27"/>
          <p:cNvGrpSpPr/>
          <p:nvPr/>
        </p:nvGrpSpPr>
        <p:grpSpPr>
          <a:xfrm>
            <a:off x="2246708" y="4126926"/>
            <a:ext cx="209668" cy="297723"/>
            <a:chOff x="2246708" y="4126926"/>
            <a:chExt cx="209668" cy="297723"/>
          </a:xfrm>
        </p:grpSpPr>
        <p:sp>
          <p:nvSpPr>
            <p:cNvPr id="2976" name="Google Shape;2976;p27"/>
            <p:cNvSpPr/>
            <p:nvPr/>
          </p:nvSpPr>
          <p:spPr>
            <a:xfrm>
              <a:off x="2286895" y="4126926"/>
              <a:ext cx="43751" cy="35945"/>
            </a:xfrm>
            <a:custGeom>
              <a:rect b="b" l="l" r="r" t="t"/>
              <a:pathLst>
                <a:path extrusionOk="0" h="1119" w="1362">
                  <a:moveTo>
                    <a:pt x="225" y="1"/>
                  </a:moveTo>
                  <a:lnTo>
                    <a:pt x="187" y="38"/>
                  </a:lnTo>
                  <a:cubicBezTo>
                    <a:pt x="83" y="38"/>
                    <a:pt x="0" y="122"/>
                    <a:pt x="0" y="225"/>
                  </a:cubicBezTo>
                  <a:lnTo>
                    <a:pt x="0" y="1118"/>
                  </a:lnTo>
                  <a:lnTo>
                    <a:pt x="1324" y="1118"/>
                  </a:lnTo>
                  <a:lnTo>
                    <a:pt x="1361" y="858"/>
                  </a:lnTo>
                  <a:lnTo>
                    <a:pt x="1361" y="699"/>
                  </a:lnTo>
                  <a:lnTo>
                    <a:pt x="1324" y="560"/>
                  </a:lnTo>
                  <a:lnTo>
                    <a:pt x="1361" y="421"/>
                  </a:lnTo>
                  <a:lnTo>
                    <a:pt x="1361" y="187"/>
                  </a:lnTo>
                  <a:cubicBezTo>
                    <a:pt x="1361" y="83"/>
                    <a:pt x="1277" y="1"/>
                    <a:pt x="117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27"/>
            <p:cNvSpPr/>
            <p:nvPr/>
          </p:nvSpPr>
          <p:spPr>
            <a:xfrm>
              <a:off x="2285675" y="4126926"/>
              <a:ext cx="44972" cy="37198"/>
            </a:xfrm>
            <a:custGeom>
              <a:rect b="b" l="l" r="r" t="t"/>
              <a:pathLst>
                <a:path extrusionOk="0" h="1158" w="1400">
                  <a:moveTo>
                    <a:pt x="186" y="1"/>
                  </a:moveTo>
                  <a:cubicBezTo>
                    <a:pt x="83" y="1"/>
                    <a:pt x="1" y="83"/>
                    <a:pt x="1" y="187"/>
                  </a:cubicBezTo>
                  <a:lnTo>
                    <a:pt x="1" y="1157"/>
                  </a:lnTo>
                  <a:lnTo>
                    <a:pt x="1399" y="1157"/>
                  </a:lnTo>
                  <a:lnTo>
                    <a:pt x="1399" y="858"/>
                  </a:lnTo>
                  <a:lnTo>
                    <a:pt x="335" y="858"/>
                  </a:lnTo>
                  <a:cubicBezTo>
                    <a:pt x="293" y="858"/>
                    <a:pt x="261" y="826"/>
                    <a:pt x="261" y="784"/>
                  </a:cubicBezTo>
                  <a:lnTo>
                    <a:pt x="26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27"/>
            <p:cNvSpPr/>
            <p:nvPr/>
          </p:nvSpPr>
          <p:spPr>
            <a:xfrm>
              <a:off x="2311759" y="4140482"/>
              <a:ext cx="18888" cy="8994"/>
            </a:xfrm>
            <a:custGeom>
              <a:rect b="b" l="l" r="r" t="t"/>
              <a:pathLst>
                <a:path extrusionOk="0" h="280" w="588">
                  <a:moveTo>
                    <a:pt x="140" y="0"/>
                  </a:moveTo>
                  <a:cubicBezTo>
                    <a:pt x="65" y="0"/>
                    <a:pt x="1" y="62"/>
                    <a:pt x="1" y="139"/>
                  </a:cubicBezTo>
                  <a:cubicBezTo>
                    <a:pt x="1" y="216"/>
                    <a:pt x="62" y="279"/>
                    <a:pt x="140" y="279"/>
                  </a:cubicBezTo>
                  <a:lnTo>
                    <a:pt x="587" y="279"/>
                  </a:lnTo>
                  <a:lnTo>
                    <a:pt x="58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27"/>
            <p:cNvSpPr/>
            <p:nvPr/>
          </p:nvSpPr>
          <p:spPr>
            <a:xfrm>
              <a:off x="2266850" y="4162840"/>
              <a:ext cx="83551" cy="29970"/>
            </a:xfrm>
            <a:custGeom>
              <a:rect b="b" l="l" r="r" t="t"/>
              <a:pathLst>
                <a:path extrusionOk="0" h="933" w="2601">
                  <a:moveTo>
                    <a:pt x="251" y="0"/>
                  </a:moveTo>
                  <a:cubicBezTo>
                    <a:pt x="98" y="0"/>
                    <a:pt x="1" y="251"/>
                    <a:pt x="1" y="406"/>
                  </a:cubicBezTo>
                  <a:lnTo>
                    <a:pt x="8" y="933"/>
                  </a:lnTo>
                  <a:lnTo>
                    <a:pt x="2544" y="933"/>
                  </a:lnTo>
                  <a:lnTo>
                    <a:pt x="2600" y="652"/>
                  </a:lnTo>
                  <a:lnTo>
                    <a:pt x="2600" y="280"/>
                  </a:lnTo>
                  <a:cubicBezTo>
                    <a:pt x="2600" y="128"/>
                    <a:pt x="2476" y="0"/>
                    <a:pt x="232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27"/>
            <p:cNvSpPr/>
            <p:nvPr/>
          </p:nvSpPr>
          <p:spPr>
            <a:xfrm>
              <a:off x="2265918" y="4162840"/>
              <a:ext cx="84482" cy="31801"/>
            </a:xfrm>
            <a:custGeom>
              <a:rect b="b" l="l" r="r" t="t"/>
              <a:pathLst>
                <a:path extrusionOk="0" h="990" w="2630">
                  <a:moveTo>
                    <a:pt x="280" y="0"/>
                  </a:moveTo>
                  <a:cubicBezTo>
                    <a:pt x="125" y="0"/>
                    <a:pt x="1" y="128"/>
                    <a:pt x="1" y="281"/>
                  </a:cubicBezTo>
                  <a:lnTo>
                    <a:pt x="1" y="989"/>
                  </a:lnTo>
                  <a:lnTo>
                    <a:pt x="2629" y="989"/>
                  </a:lnTo>
                  <a:lnTo>
                    <a:pt x="2629" y="655"/>
                  </a:lnTo>
                  <a:lnTo>
                    <a:pt x="336" y="655"/>
                  </a:lnTo>
                  <a:cubicBezTo>
                    <a:pt x="306" y="655"/>
                    <a:pt x="280" y="629"/>
                    <a:pt x="280" y="598"/>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27"/>
            <p:cNvSpPr/>
            <p:nvPr/>
          </p:nvSpPr>
          <p:spPr>
            <a:xfrm>
              <a:off x="2247640" y="4192844"/>
              <a:ext cx="121905" cy="31159"/>
            </a:xfrm>
            <a:custGeom>
              <a:rect b="b" l="l" r="r" t="t"/>
              <a:pathLst>
                <a:path extrusionOk="0" h="970" w="3795">
                  <a:moveTo>
                    <a:pt x="274" y="0"/>
                  </a:moveTo>
                  <a:lnTo>
                    <a:pt x="253" y="15"/>
                  </a:lnTo>
                  <a:cubicBezTo>
                    <a:pt x="96" y="15"/>
                    <a:pt x="1" y="195"/>
                    <a:pt x="1" y="350"/>
                  </a:cubicBezTo>
                  <a:lnTo>
                    <a:pt x="12" y="924"/>
                  </a:lnTo>
                  <a:lnTo>
                    <a:pt x="50" y="969"/>
                  </a:lnTo>
                  <a:lnTo>
                    <a:pt x="3692" y="970"/>
                  </a:lnTo>
                  <a:lnTo>
                    <a:pt x="3795" y="932"/>
                  </a:lnTo>
                  <a:lnTo>
                    <a:pt x="3795" y="279"/>
                  </a:lnTo>
                  <a:cubicBezTo>
                    <a:pt x="3795" y="126"/>
                    <a:pt x="3669" y="0"/>
                    <a:pt x="35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27"/>
            <p:cNvSpPr/>
            <p:nvPr/>
          </p:nvSpPr>
          <p:spPr>
            <a:xfrm>
              <a:off x="2246772" y="4192780"/>
              <a:ext cx="9637" cy="31833"/>
            </a:xfrm>
            <a:custGeom>
              <a:rect b="b" l="l" r="r" t="t"/>
              <a:pathLst>
                <a:path extrusionOk="0" h="991" w="300">
                  <a:moveTo>
                    <a:pt x="281" y="1"/>
                  </a:moveTo>
                  <a:cubicBezTo>
                    <a:pt x="126" y="1"/>
                    <a:pt x="0" y="128"/>
                    <a:pt x="0" y="281"/>
                  </a:cubicBezTo>
                  <a:lnTo>
                    <a:pt x="0" y="934"/>
                  </a:lnTo>
                  <a:lnTo>
                    <a:pt x="149" y="991"/>
                  </a:lnTo>
                  <a:lnTo>
                    <a:pt x="300" y="934"/>
                  </a:lnTo>
                  <a:lnTo>
                    <a:pt x="300" y="2"/>
                  </a:lnTo>
                  <a:lnTo>
                    <a:pt x="30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27"/>
            <p:cNvSpPr/>
            <p:nvPr/>
          </p:nvSpPr>
          <p:spPr>
            <a:xfrm>
              <a:off x="2247929" y="4393362"/>
              <a:ext cx="121616" cy="30067"/>
            </a:xfrm>
            <a:custGeom>
              <a:rect b="b" l="l" r="r" t="t"/>
              <a:pathLst>
                <a:path extrusionOk="0" h="936" w="3786">
                  <a:moveTo>
                    <a:pt x="3661" y="0"/>
                  </a:moveTo>
                  <a:lnTo>
                    <a:pt x="44" y="2"/>
                  </a:lnTo>
                  <a:lnTo>
                    <a:pt x="0" y="39"/>
                  </a:lnTo>
                  <a:lnTo>
                    <a:pt x="0" y="655"/>
                  </a:lnTo>
                  <a:cubicBezTo>
                    <a:pt x="0" y="811"/>
                    <a:pt x="128" y="935"/>
                    <a:pt x="281" y="935"/>
                  </a:cubicBezTo>
                  <a:lnTo>
                    <a:pt x="3507" y="935"/>
                  </a:lnTo>
                  <a:cubicBezTo>
                    <a:pt x="3661" y="935"/>
                    <a:pt x="3786" y="847"/>
                    <a:pt x="3786" y="692"/>
                  </a:cubicBezTo>
                  <a:lnTo>
                    <a:pt x="3786" y="39"/>
                  </a:lnTo>
                  <a:lnTo>
                    <a:pt x="366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27"/>
            <p:cNvSpPr/>
            <p:nvPr/>
          </p:nvSpPr>
          <p:spPr>
            <a:xfrm>
              <a:off x="2246708" y="4393394"/>
              <a:ext cx="122836" cy="31255"/>
            </a:xfrm>
            <a:custGeom>
              <a:rect b="b" l="l" r="r" t="t"/>
              <a:pathLst>
                <a:path extrusionOk="0" h="973" w="3824">
                  <a:moveTo>
                    <a:pt x="145" y="1"/>
                  </a:moveTo>
                  <a:lnTo>
                    <a:pt x="1" y="38"/>
                  </a:lnTo>
                  <a:lnTo>
                    <a:pt x="1" y="691"/>
                  </a:lnTo>
                  <a:cubicBezTo>
                    <a:pt x="1" y="848"/>
                    <a:pt x="128" y="972"/>
                    <a:pt x="282" y="972"/>
                  </a:cubicBezTo>
                  <a:lnTo>
                    <a:pt x="2984" y="972"/>
                  </a:lnTo>
                  <a:lnTo>
                    <a:pt x="3545" y="916"/>
                  </a:lnTo>
                  <a:cubicBezTo>
                    <a:pt x="3699" y="916"/>
                    <a:pt x="3824" y="846"/>
                    <a:pt x="3824" y="691"/>
                  </a:cubicBezTo>
                  <a:lnTo>
                    <a:pt x="3824" y="674"/>
                  </a:lnTo>
                  <a:lnTo>
                    <a:pt x="393" y="674"/>
                  </a:lnTo>
                  <a:cubicBezTo>
                    <a:pt x="341" y="674"/>
                    <a:pt x="299" y="630"/>
                    <a:pt x="299" y="580"/>
                  </a:cubicBezTo>
                  <a:lnTo>
                    <a:pt x="299" y="38"/>
                  </a:lnTo>
                  <a:lnTo>
                    <a:pt x="14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27"/>
            <p:cNvSpPr/>
            <p:nvPr/>
          </p:nvSpPr>
          <p:spPr>
            <a:xfrm>
              <a:off x="2248025" y="4222719"/>
              <a:ext cx="121519" cy="171952"/>
            </a:xfrm>
            <a:custGeom>
              <a:rect b="b" l="l" r="r" t="t"/>
              <a:pathLst>
                <a:path extrusionOk="0" h="5353" w="3783">
                  <a:moveTo>
                    <a:pt x="261" y="1"/>
                  </a:moveTo>
                  <a:lnTo>
                    <a:pt x="0" y="39"/>
                  </a:lnTo>
                  <a:lnTo>
                    <a:pt x="0" y="5315"/>
                  </a:lnTo>
                  <a:lnTo>
                    <a:pt x="261" y="5353"/>
                  </a:lnTo>
                  <a:lnTo>
                    <a:pt x="3783" y="5353"/>
                  </a:lnTo>
                  <a:lnTo>
                    <a:pt x="3783" y="2"/>
                  </a:lnTo>
                  <a:lnTo>
                    <a:pt x="3783"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27"/>
            <p:cNvSpPr/>
            <p:nvPr/>
          </p:nvSpPr>
          <p:spPr>
            <a:xfrm>
              <a:off x="2246772" y="4222784"/>
              <a:ext cx="9637" cy="171887"/>
            </a:xfrm>
            <a:custGeom>
              <a:rect b="b" l="l" r="r" t="t"/>
              <a:pathLst>
                <a:path extrusionOk="0" h="5351" w="300">
                  <a:moveTo>
                    <a:pt x="0" y="0"/>
                  </a:moveTo>
                  <a:lnTo>
                    <a:pt x="0" y="5351"/>
                  </a:lnTo>
                  <a:lnTo>
                    <a:pt x="300" y="5351"/>
                  </a:lnTo>
                  <a:lnTo>
                    <a:pt x="30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27"/>
            <p:cNvSpPr/>
            <p:nvPr/>
          </p:nvSpPr>
          <p:spPr>
            <a:xfrm>
              <a:off x="2266850" y="4240741"/>
              <a:ext cx="83775" cy="134786"/>
            </a:xfrm>
            <a:custGeom>
              <a:rect b="b" l="l" r="r" t="t"/>
              <a:pathLst>
                <a:path extrusionOk="0" h="4196" w="2608">
                  <a:moveTo>
                    <a:pt x="222" y="0"/>
                  </a:moveTo>
                  <a:lnTo>
                    <a:pt x="74" y="38"/>
                  </a:lnTo>
                  <a:cubicBezTo>
                    <a:pt x="32" y="38"/>
                    <a:pt x="1" y="71"/>
                    <a:pt x="1" y="113"/>
                  </a:cubicBezTo>
                  <a:lnTo>
                    <a:pt x="1" y="4122"/>
                  </a:lnTo>
                  <a:cubicBezTo>
                    <a:pt x="1" y="4162"/>
                    <a:pt x="32" y="4195"/>
                    <a:pt x="74" y="4195"/>
                  </a:cubicBezTo>
                  <a:lnTo>
                    <a:pt x="2498" y="4195"/>
                  </a:lnTo>
                  <a:cubicBezTo>
                    <a:pt x="2538" y="4195"/>
                    <a:pt x="2573" y="4161"/>
                    <a:pt x="2569" y="4119"/>
                  </a:cubicBezTo>
                  <a:lnTo>
                    <a:pt x="2608" y="3971"/>
                  </a:lnTo>
                  <a:lnTo>
                    <a:pt x="2608" y="74"/>
                  </a:lnTo>
                  <a:cubicBezTo>
                    <a:pt x="2608" y="33"/>
                    <a:pt x="2574" y="0"/>
                    <a:pt x="253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27"/>
            <p:cNvSpPr/>
            <p:nvPr/>
          </p:nvSpPr>
          <p:spPr>
            <a:xfrm>
              <a:off x="2265693" y="4240741"/>
              <a:ext cx="84996" cy="135942"/>
            </a:xfrm>
            <a:custGeom>
              <a:rect b="b" l="l" r="r" t="t"/>
              <a:pathLst>
                <a:path extrusionOk="0" h="4232" w="2646">
                  <a:moveTo>
                    <a:pt x="74" y="0"/>
                  </a:moveTo>
                  <a:cubicBezTo>
                    <a:pt x="32" y="0"/>
                    <a:pt x="0" y="33"/>
                    <a:pt x="0" y="75"/>
                  </a:cubicBezTo>
                  <a:lnTo>
                    <a:pt x="0" y="4158"/>
                  </a:lnTo>
                  <a:cubicBezTo>
                    <a:pt x="0" y="4198"/>
                    <a:pt x="32" y="4232"/>
                    <a:pt x="74" y="4232"/>
                  </a:cubicBezTo>
                  <a:lnTo>
                    <a:pt x="2571" y="4232"/>
                  </a:lnTo>
                  <a:cubicBezTo>
                    <a:pt x="2613" y="4232"/>
                    <a:pt x="2645" y="4198"/>
                    <a:pt x="2645" y="4158"/>
                  </a:cubicBezTo>
                  <a:lnTo>
                    <a:pt x="2645" y="3971"/>
                  </a:lnTo>
                  <a:lnTo>
                    <a:pt x="335" y="3971"/>
                  </a:lnTo>
                  <a:cubicBezTo>
                    <a:pt x="293" y="3971"/>
                    <a:pt x="261" y="3938"/>
                    <a:pt x="261" y="3897"/>
                  </a:cubicBezTo>
                  <a:lnTo>
                    <a:pt x="26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27"/>
            <p:cNvSpPr/>
            <p:nvPr/>
          </p:nvSpPr>
          <p:spPr>
            <a:xfrm>
              <a:off x="2279732" y="4354203"/>
              <a:ext cx="69095" cy="8994"/>
            </a:xfrm>
            <a:custGeom>
              <a:rect b="b" l="l" r="r" t="t"/>
              <a:pathLst>
                <a:path extrusionOk="0" h="280" w="2151">
                  <a:moveTo>
                    <a:pt x="140" y="0"/>
                  </a:moveTo>
                  <a:cubicBezTo>
                    <a:pt x="64" y="0"/>
                    <a:pt x="1" y="63"/>
                    <a:pt x="1" y="141"/>
                  </a:cubicBezTo>
                  <a:cubicBezTo>
                    <a:pt x="1" y="216"/>
                    <a:pt x="63" y="280"/>
                    <a:pt x="140" y="280"/>
                  </a:cubicBezTo>
                  <a:lnTo>
                    <a:pt x="2011" y="280"/>
                  </a:lnTo>
                  <a:cubicBezTo>
                    <a:pt x="2089" y="280"/>
                    <a:pt x="2150" y="217"/>
                    <a:pt x="2150" y="141"/>
                  </a:cubicBezTo>
                  <a:cubicBezTo>
                    <a:pt x="2150" y="64"/>
                    <a:pt x="2089" y="0"/>
                    <a:pt x="201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27"/>
            <p:cNvSpPr/>
            <p:nvPr/>
          </p:nvSpPr>
          <p:spPr>
            <a:xfrm>
              <a:off x="2283651" y="4295609"/>
              <a:ext cx="33022" cy="32829"/>
            </a:xfrm>
            <a:custGeom>
              <a:rect b="b" l="l" r="r" t="t"/>
              <a:pathLst>
                <a:path extrusionOk="0" h="1022" w="1028">
                  <a:moveTo>
                    <a:pt x="514" y="1"/>
                  </a:moveTo>
                  <a:cubicBezTo>
                    <a:pt x="508" y="1"/>
                    <a:pt x="502" y="4"/>
                    <a:pt x="498" y="10"/>
                  </a:cubicBezTo>
                  <a:lnTo>
                    <a:pt x="492" y="19"/>
                  </a:lnTo>
                  <a:cubicBezTo>
                    <a:pt x="377" y="213"/>
                    <a:pt x="214" y="374"/>
                    <a:pt x="22" y="490"/>
                  </a:cubicBezTo>
                  <a:lnTo>
                    <a:pt x="13" y="495"/>
                  </a:lnTo>
                  <a:cubicBezTo>
                    <a:pt x="0" y="503"/>
                    <a:pt x="0" y="520"/>
                    <a:pt x="13" y="527"/>
                  </a:cubicBezTo>
                  <a:lnTo>
                    <a:pt x="22" y="533"/>
                  </a:lnTo>
                  <a:cubicBezTo>
                    <a:pt x="214" y="649"/>
                    <a:pt x="377" y="810"/>
                    <a:pt x="492" y="1004"/>
                  </a:cubicBezTo>
                  <a:lnTo>
                    <a:pt x="498" y="1012"/>
                  </a:lnTo>
                  <a:cubicBezTo>
                    <a:pt x="502" y="1019"/>
                    <a:pt x="508" y="1022"/>
                    <a:pt x="514" y="1022"/>
                  </a:cubicBezTo>
                  <a:cubicBezTo>
                    <a:pt x="520" y="1022"/>
                    <a:pt x="526" y="1019"/>
                    <a:pt x="530" y="1012"/>
                  </a:cubicBezTo>
                  <a:lnTo>
                    <a:pt x="536" y="1004"/>
                  </a:lnTo>
                  <a:cubicBezTo>
                    <a:pt x="652" y="810"/>
                    <a:pt x="812" y="649"/>
                    <a:pt x="1006" y="533"/>
                  </a:cubicBezTo>
                  <a:lnTo>
                    <a:pt x="1015" y="527"/>
                  </a:lnTo>
                  <a:cubicBezTo>
                    <a:pt x="1028" y="520"/>
                    <a:pt x="1028" y="503"/>
                    <a:pt x="1015" y="495"/>
                  </a:cubicBezTo>
                  <a:cubicBezTo>
                    <a:pt x="821" y="381"/>
                    <a:pt x="659" y="220"/>
                    <a:pt x="542" y="26"/>
                  </a:cubicBezTo>
                  <a:lnTo>
                    <a:pt x="530" y="10"/>
                  </a:lnTo>
                  <a:cubicBezTo>
                    <a:pt x="526" y="4"/>
                    <a:pt x="520" y="1"/>
                    <a:pt x="51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27"/>
            <p:cNvSpPr/>
            <p:nvPr/>
          </p:nvSpPr>
          <p:spPr>
            <a:xfrm>
              <a:off x="2308483" y="4258666"/>
              <a:ext cx="24124" cy="24028"/>
            </a:xfrm>
            <a:custGeom>
              <a:rect b="b" l="l" r="r" t="t"/>
              <a:pathLst>
                <a:path extrusionOk="0" h="748" w="751">
                  <a:moveTo>
                    <a:pt x="375" y="0"/>
                  </a:moveTo>
                  <a:cubicBezTo>
                    <a:pt x="371" y="0"/>
                    <a:pt x="366" y="2"/>
                    <a:pt x="364" y="7"/>
                  </a:cubicBezTo>
                  <a:lnTo>
                    <a:pt x="359" y="14"/>
                  </a:lnTo>
                  <a:cubicBezTo>
                    <a:pt x="275" y="156"/>
                    <a:pt x="157" y="273"/>
                    <a:pt x="16" y="358"/>
                  </a:cubicBezTo>
                  <a:lnTo>
                    <a:pt x="9" y="361"/>
                  </a:lnTo>
                  <a:cubicBezTo>
                    <a:pt x="0" y="367"/>
                    <a:pt x="0" y="380"/>
                    <a:pt x="9" y="386"/>
                  </a:cubicBezTo>
                  <a:lnTo>
                    <a:pt x="16" y="389"/>
                  </a:lnTo>
                  <a:cubicBezTo>
                    <a:pt x="157" y="474"/>
                    <a:pt x="275" y="592"/>
                    <a:pt x="359" y="733"/>
                  </a:cubicBezTo>
                  <a:lnTo>
                    <a:pt x="364" y="741"/>
                  </a:lnTo>
                  <a:cubicBezTo>
                    <a:pt x="366" y="745"/>
                    <a:pt x="371" y="747"/>
                    <a:pt x="375" y="747"/>
                  </a:cubicBezTo>
                  <a:cubicBezTo>
                    <a:pt x="379" y="747"/>
                    <a:pt x="384" y="745"/>
                    <a:pt x="387" y="741"/>
                  </a:cubicBezTo>
                  <a:lnTo>
                    <a:pt x="391" y="733"/>
                  </a:lnTo>
                  <a:cubicBezTo>
                    <a:pt x="475" y="592"/>
                    <a:pt x="592" y="474"/>
                    <a:pt x="734" y="389"/>
                  </a:cubicBezTo>
                  <a:lnTo>
                    <a:pt x="740" y="386"/>
                  </a:lnTo>
                  <a:cubicBezTo>
                    <a:pt x="750" y="380"/>
                    <a:pt x="750" y="367"/>
                    <a:pt x="741" y="361"/>
                  </a:cubicBezTo>
                  <a:cubicBezTo>
                    <a:pt x="599" y="279"/>
                    <a:pt x="481" y="162"/>
                    <a:pt x="394" y="20"/>
                  </a:cubicBezTo>
                  <a:lnTo>
                    <a:pt x="387" y="7"/>
                  </a:lnTo>
                  <a:cubicBezTo>
                    <a:pt x="384" y="2"/>
                    <a:pt x="379" y="0"/>
                    <a:pt x="37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27"/>
            <p:cNvSpPr/>
            <p:nvPr/>
          </p:nvSpPr>
          <p:spPr>
            <a:xfrm>
              <a:off x="2334150" y="4322721"/>
              <a:ext cx="122226" cy="101250"/>
            </a:xfrm>
            <a:custGeom>
              <a:rect b="b" l="l" r="r" t="t"/>
              <a:pathLst>
                <a:path extrusionOk="0" h="3152" w="3805">
                  <a:moveTo>
                    <a:pt x="280" y="0"/>
                  </a:moveTo>
                  <a:lnTo>
                    <a:pt x="261" y="18"/>
                  </a:lnTo>
                  <a:cubicBezTo>
                    <a:pt x="107" y="18"/>
                    <a:pt x="0" y="145"/>
                    <a:pt x="0" y="299"/>
                  </a:cubicBezTo>
                  <a:lnTo>
                    <a:pt x="0" y="2872"/>
                  </a:lnTo>
                  <a:cubicBezTo>
                    <a:pt x="0" y="3027"/>
                    <a:pt x="128" y="3152"/>
                    <a:pt x="281" y="3152"/>
                  </a:cubicBezTo>
                  <a:lnTo>
                    <a:pt x="3488" y="3134"/>
                  </a:lnTo>
                  <a:cubicBezTo>
                    <a:pt x="3643" y="3134"/>
                    <a:pt x="3786" y="3046"/>
                    <a:pt x="3786" y="2890"/>
                  </a:cubicBezTo>
                  <a:lnTo>
                    <a:pt x="3805" y="2872"/>
                  </a:lnTo>
                  <a:lnTo>
                    <a:pt x="3805" y="281"/>
                  </a:lnTo>
                  <a:cubicBezTo>
                    <a:pt x="3805" y="125"/>
                    <a:pt x="3677" y="0"/>
                    <a:pt x="352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27"/>
            <p:cNvSpPr/>
            <p:nvPr/>
          </p:nvSpPr>
          <p:spPr>
            <a:xfrm>
              <a:off x="2333507" y="4322753"/>
              <a:ext cx="122869" cy="101893"/>
            </a:xfrm>
            <a:custGeom>
              <a:rect b="b" l="l" r="r" t="t"/>
              <a:pathLst>
                <a:path extrusionOk="0" h="3172" w="3825">
                  <a:moveTo>
                    <a:pt x="281" y="1"/>
                  </a:moveTo>
                  <a:cubicBezTo>
                    <a:pt x="126" y="1"/>
                    <a:pt x="0" y="128"/>
                    <a:pt x="0" y="282"/>
                  </a:cubicBezTo>
                  <a:lnTo>
                    <a:pt x="0" y="2890"/>
                  </a:lnTo>
                  <a:cubicBezTo>
                    <a:pt x="0" y="3047"/>
                    <a:pt x="127" y="3171"/>
                    <a:pt x="281" y="3171"/>
                  </a:cubicBezTo>
                  <a:lnTo>
                    <a:pt x="3544" y="3171"/>
                  </a:lnTo>
                  <a:cubicBezTo>
                    <a:pt x="3699" y="3171"/>
                    <a:pt x="3825" y="3045"/>
                    <a:pt x="3825" y="2890"/>
                  </a:cubicBezTo>
                  <a:lnTo>
                    <a:pt x="3825" y="2873"/>
                  </a:lnTo>
                  <a:lnTo>
                    <a:pt x="3825" y="2871"/>
                  </a:lnTo>
                  <a:lnTo>
                    <a:pt x="447" y="2871"/>
                  </a:lnTo>
                  <a:cubicBezTo>
                    <a:pt x="366" y="2871"/>
                    <a:pt x="300" y="2806"/>
                    <a:pt x="300" y="2722"/>
                  </a:cubicBezTo>
                  <a:lnTo>
                    <a:pt x="30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94" name="Google Shape;2994;p27"/>
          <p:cNvGrpSpPr/>
          <p:nvPr/>
        </p:nvGrpSpPr>
        <p:grpSpPr>
          <a:xfrm>
            <a:off x="1567797" y="4126926"/>
            <a:ext cx="297751" cy="297723"/>
            <a:chOff x="1567797" y="4126926"/>
            <a:chExt cx="297751" cy="297723"/>
          </a:xfrm>
        </p:grpSpPr>
        <p:sp>
          <p:nvSpPr>
            <p:cNvPr id="2995" name="Google Shape;2995;p27"/>
            <p:cNvSpPr/>
            <p:nvPr/>
          </p:nvSpPr>
          <p:spPr>
            <a:xfrm>
              <a:off x="1715183" y="4160238"/>
              <a:ext cx="144359" cy="231121"/>
            </a:xfrm>
            <a:custGeom>
              <a:rect b="b" l="l" r="r" t="t"/>
              <a:pathLst>
                <a:path extrusionOk="0" h="7195" w="4494">
                  <a:moveTo>
                    <a:pt x="0" y="0"/>
                  </a:moveTo>
                  <a:lnTo>
                    <a:pt x="0" y="7195"/>
                  </a:lnTo>
                  <a:lnTo>
                    <a:pt x="4363" y="7195"/>
                  </a:lnTo>
                  <a:lnTo>
                    <a:pt x="4494" y="6813"/>
                  </a:lnTo>
                  <a:lnTo>
                    <a:pt x="44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27"/>
            <p:cNvSpPr/>
            <p:nvPr/>
          </p:nvSpPr>
          <p:spPr>
            <a:xfrm>
              <a:off x="1712741" y="4160463"/>
              <a:ext cx="146768" cy="230575"/>
            </a:xfrm>
            <a:custGeom>
              <a:rect b="b" l="l" r="r" t="t"/>
              <a:pathLst>
                <a:path extrusionOk="0" h="7178" w="4569">
                  <a:moveTo>
                    <a:pt x="1" y="0"/>
                  </a:moveTo>
                  <a:lnTo>
                    <a:pt x="1" y="7178"/>
                  </a:lnTo>
                  <a:lnTo>
                    <a:pt x="4568" y="7178"/>
                  </a:lnTo>
                  <a:lnTo>
                    <a:pt x="4568" y="6804"/>
                  </a:lnTo>
                  <a:lnTo>
                    <a:pt x="373" y="6804"/>
                  </a:lnTo>
                  <a:cubicBezTo>
                    <a:pt x="322" y="6804"/>
                    <a:pt x="280" y="6762"/>
                    <a:pt x="280" y="6712"/>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27"/>
            <p:cNvSpPr/>
            <p:nvPr/>
          </p:nvSpPr>
          <p:spPr>
            <a:xfrm>
              <a:off x="1568954" y="4187447"/>
              <a:ext cx="218690" cy="175485"/>
            </a:xfrm>
            <a:custGeom>
              <a:rect b="b" l="l" r="r" t="t"/>
              <a:pathLst>
                <a:path extrusionOk="0" h="5463" w="6808">
                  <a:moveTo>
                    <a:pt x="1029" y="559"/>
                  </a:moveTo>
                  <a:cubicBezTo>
                    <a:pt x="1060" y="559"/>
                    <a:pt x="1085" y="585"/>
                    <a:pt x="1085" y="615"/>
                  </a:cubicBezTo>
                  <a:lnTo>
                    <a:pt x="1085" y="1249"/>
                  </a:lnTo>
                  <a:cubicBezTo>
                    <a:pt x="1085" y="1280"/>
                    <a:pt x="1060" y="1304"/>
                    <a:pt x="1029" y="1304"/>
                  </a:cubicBezTo>
                  <a:lnTo>
                    <a:pt x="583" y="1304"/>
                  </a:lnTo>
                  <a:cubicBezTo>
                    <a:pt x="551" y="1304"/>
                    <a:pt x="526" y="1280"/>
                    <a:pt x="526" y="1249"/>
                  </a:cubicBezTo>
                  <a:lnTo>
                    <a:pt x="526" y="615"/>
                  </a:lnTo>
                  <a:cubicBezTo>
                    <a:pt x="526" y="585"/>
                    <a:pt x="551" y="559"/>
                    <a:pt x="583" y="559"/>
                  </a:cubicBezTo>
                  <a:close/>
                  <a:moveTo>
                    <a:pt x="2148" y="559"/>
                  </a:moveTo>
                  <a:cubicBezTo>
                    <a:pt x="2178" y="559"/>
                    <a:pt x="2204" y="585"/>
                    <a:pt x="2204" y="615"/>
                  </a:cubicBezTo>
                  <a:lnTo>
                    <a:pt x="2204" y="1249"/>
                  </a:lnTo>
                  <a:cubicBezTo>
                    <a:pt x="2204" y="1280"/>
                    <a:pt x="2178" y="1304"/>
                    <a:pt x="2148" y="1304"/>
                  </a:cubicBezTo>
                  <a:lnTo>
                    <a:pt x="1700" y="1304"/>
                  </a:lnTo>
                  <a:cubicBezTo>
                    <a:pt x="1670" y="1304"/>
                    <a:pt x="1644" y="1280"/>
                    <a:pt x="1644" y="1249"/>
                  </a:cubicBezTo>
                  <a:lnTo>
                    <a:pt x="1644" y="615"/>
                  </a:lnTo>
                  <a:cubicBezTo>
                    <a:pt x="1644" y="585"/>
                    <a:pt x="1670" y="559"/>
                    <a:pt x="1700" y="559"/>
                  </a:cubicBezTo>
                  <a:close/>
                  <a:moveTo>
                    <a:pt x="3265" y="559"/>
                  </a:moveTo>
                  <a:cubicBezTo>
                    <a:pt x="3297" y="559"/>
                    <a:pt x="3322" y="585"/>
                    <a:pt x="3322" y="615"/>
                  </a:cubicBezTo>
                  <a:lnTo>
                    <a:pt x="3322" y="1249"/>
                  </a:lnTo>
                  <a:cubicBezTo>
                    <a:pt x="3322" y="1280"/>
                    <a:pt x="3297" y="1304"/>
                    <a:pt x="3265" y="1304"/>
                  </a:cubicBezTo>
                  <a:lnTo>
                    <a:pt x="2819" y="1304"/>
                  </a:lnTo>
                  <a:cubicBezTo>
                    <a:pt x="2787" y="1304"/>
                    <a:pt x="2763" y="1280"/>
                    <a:pt x="2763" y="1249"/>
                  </a:cubicBezTo>
                  <a:lnTo>
                    <a:pt x="2763" y="615"/>
                  </a:lnTo>
                  <a:cubicBezTo>
                    <a:pt x="2763" y="585"/>
                    <a:pt x="2787" y="559"/>
                    <a:pt x="2819" y="559"/>
                  </a:cubicBezTo>
                  <a:close/>
                  <a:moveTo>
                    <a:pt x="4384" y="559"/>
                  </a:moveTo>
                  <a:cubicBezTo>
                    <a:pt x="4415" y="559"/>
                    <a:pt x="4441" y="585"/>
                    <a:pt x="4441" y="615"/>
                  </a:cubicBezTo>
                  <a:lnTo>
                    <a:pt x="4441" y="1249"/>
                  </a:lnTo>
                  <a:cubicBezTo>
                    <a:pt x="4441" y="1280"/>
                    <a:pt x="4415" y="1304"/>
                    <a:pt x="4384" y="1304"/>
                  </a:cubicBezTo>
                  <a:lnTo>
                    <a:pt x="3937" y="1304"/>
                  </a:lnTo>
                  <a:cubicBezTo>
                    <a:pt x="3907" y="1304"/>
                    <a:pt x="3880" y="1280"/>
                    <a:pt x="3880" y="1249"/>
                  </a:cubicBezTo>
                  <a:lnTo>
                    <a:pt x="3880" y="615"/>
                  </a:lnTo>
                  <a:cubicBezTo>
                    <a:pt x="3880" y="585"/>
                    <a:pt x="3907" y="559"/>
                    <a:pt x="3937" y="559"/>
                  </a:cubicBezTo>
                  <a:close/>
                  <a:moveTo>
                    <a:pt x="5502" y="559"/>
                  </a:moveTo>
                  <a:cubicBezTo>
                    <a:pt x="5534" y="559"/>
                    <a:pt x="5558" y="585"/>
                    <a:pt x="5558" y="615"/>
                  </a:cubicBezTo>
                  <a:lnTo>
                    <a:pt x="5558" y="1249"/>
                  </a:lnTo>
                  <a:cubicBezTo>
                    <a:pt x="5558" y="1280"/>
                    <a:pt x="5534" y="1304"/>
                    <a:pt x="5502" y="1304"/>
                  </a:cubicBezTo>
                  <a:lnTo>
                    <a:pt x="5056" y="1304"/>
                  </a:lnTo>
                  <a:cubicBezTo>
                    <a:pt x="5024" y="1304"/>
                    <a:pt x="4999" y="1280"/>
                    <a:pt x="4999" y="1249"/>
                  </a:cubicBezTo>
                  <a:lnTo>
                    <a:pt x="4999" y="615"/>
                  </a:lnTo>
                  <a:cubicBezTo>
                    <a:pt x="4999" y="585"/>
                    <a:pt x="5024" y="559"/>
                    <a:pt x="5056" y="559"/>
                  </a:cubicBezTo>
                  <a:close/>
                  <a:moveTo>
                    <a:pt x="338" y="0"/>
                  </a:moveTo>
                  <a:cubicBezTo>
                    <a:pt x="305" y="0"/>
                    <a:pt x="274" y="6"/>
                    <a:pt x="244" y="13"/>
                  </a:cubicBezTo>
                  <a:cubicBezTo>
                    <a:pt x="83" y="55"/>
                    <a:pt x="1" y="238"/>
                    <a:pt x="1" y="411"/>
                  </a:cubicBezTo>
                  <a:lnTo>
                    <a:pt x="1" y="3280"/>
                  </a:lnTo>
                  <a:cubicBezTo>
                    <a:pt x="1" y="3487"/>
                    <a:pt x="167" y="3654"/>
                    <a:pt x="374" y="3654"/>
                  </a:cubicBezTo>
                  <a:lnTo>
                    <a:pt x="5211" y="3654"/>
                  </a:lnTo>
                  <a:cubicBezTo>
                    <a:pt x="5418" y="3654"/>
                    <a:pt x="5584" y="3820"/>
                    <a:pt x="5584" y="4026"/>
                  </a:cubicBezTo>
                  <a:lnTo>
                    <a:pt x="5584" y="5089"/>
                  </a:lnTo>
                  <a:cubicBezTo>
                    <a:pt x="5584" y="5296"/>
                    <a:pt x="5751" y="5462"/>
                    <a:pt x="5956" y="5462"/>
                  </a:cubicBezTo>
                  <a:lnTo>
                    <a:pt x="6805" y="5462"/>
                  </a:lnTo>
                  <a:lnTo>
                    <a:pt x="6805" y="4941"/>
                  </a:lnTo>
                  <a:lnTo>
                    <a:pt x="6172" y="4941"/>
                  </a:lnTo>
                  <a:cubicBezTo>
                    <a:pt x="6142" y="4941"/>
                    <a:pt x="6116" y="4915"/>
                    <a:pt x="6116" y="4884"/>
                  </a:cubicBezTo>
                  <a:lnTo>
                    <a:pt x="6116" y="4250"/>
                  </a:lnTo>
                  <a:cubicBezTo>
                    <a:pt x="6116" y="4220"/>
                    <a:pt x="6142" y="4195"/>
                    <a:pt x="6172" y="4195"/>
                  </a:cubicBezTo>
                  <a:lnTo>
                    <a:pt x="6805" y="4195"/>
                  </a:lnTo>
                  <a:lnTo>
                    <a:pt x="6805" y="1304"/>
                  </a:lnTo>
                  <a:lnTo>
                    <a:pt x="6172" y="1304"/>
                  </a:lnTo>
                  <a:cubicBezTo>
                    <a:pt x="6142" y="1304"/>
                    <a:pt x="6116" y="1280"/>
                    <a:pt x="6116" y="1249"/>
                  </a:cubicBezTo>
                  <a:lnTo>
                    <a:pt x="6116" y="615"/>
                  </a:lnTo>
                  <a:cubicBezTo>
                    <a:pt x="6116" y="585"/>
                    <a:pt x="6142" y="559"/>
                    <a:pt x="6172" y="559"/>
                  </a:cubicBezTo>
                  <a:lnTo>
                    <a:pt x="6808" y="559"/>
                  </a:lnTo>
                  <a:lnTo>
                    <a:pt x="6808"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27"/>
            <p:cNvSpPr/>
            <p:nvPr/>
          </p:nvSpPr>
          <p:spPr>
            <a:xfrm>
              <a:off x="1567797" y="4187768"/>
              <a:ext cx="219750" cy="176320"/>
            </a:xfrm>
            <a:custGeom>
              <a:rect b="b" l="l" r="r" t="t"/>
              <a:pathLst>
                <a:path extrusionOk="0" h="5489" w="6841">
                  <a:moveTo>
                    <a:pt x="281" y="0"/>
                  </a:moveTo>
                  <a:cubicBezTo>
                    <a:pt x="121" y="42"/>
                    <a:pt x="1" y="187"/>
                    <a:pt x="1" y="361"/>
                  </a:cubicBezTo>
                  <a:lnTo>
                    <a:pt x="1" y="3307"/>
                  </a:lnTo>
                  <a:cubicBezTo>
                    <a:pt x="1" y="3514"/>
                    <a:pt x="167" y="3680"/>
                    <a:pt x="374" y="3680"/>
                  </a:cubicBezTo>
                  <a:lnTo>
                    <a:pt x="5211" y="3680"/>
                  </a:lnTo>
                  <a:cubicBezTo>
                    <a:pt x="5418" y="3680"/>
                    <a:pt x="5584" y="3847"/>
                    <a:pt x="5584" y="4052"/>
                  </a:cubicBezTo>
                  <a:lnTo>
                    <a:pt x="5584" y="5115"/>
                  </a:lnTo>
                  <a:cubicBezTo>
                    <a:pt x="5584" y="5320"/>
                    <a:pt x="5751" y="5488"/>
                    <a:pt x="5956" y="5488"/>
                  </a:cubicBezTo>
                  <a:lnTo>
                    <a:pt x="6841" y="5488"/>
                  </a:lnTo>
                  <a:lnTo>
                    <a:pt x="6841" y="5207"/>
                  </a:lnTo>
                  <a:lnTo>
                    <a:pt x="5992" y="5207"/>
                  </a:lnTo>
                  <a:cubicBezTo>
                    <a:pt x="5992" y="5207"/>
                    <a:pt x="5991" y="5207"/>
                    <a:pt x="5990" y="5207"/>
                  </a:cubicBezTo>
                  <a:cubicBezTo>
                    <a:pt x="5923" y="5207"/>
                    <a:pt x="5866" y="5150"/>
                    <a:pt x="5866" y="5079"/>
                  </a:cubicBezTo>
                  <a:lnTo>
                    <a:pt x="5866" y="3997"/>
                  </a:lnTo>
                  <a:cubicBezTo>
                    <a:pt x="5866" y="3667"/>
                    <a:pt x="5597" y="3399"/>
                    <a:pt x="5269" y="3399"/>
                  </a:cubicBezTo>
                  <a:lnTo>
                    <a:pt x="412" y="3399"/>
                  </a:lnTo>
                  <a:cubicBezTo>
                    <a:pt x="339" y="3399"/>
                    <a:pt x="281" y="3341"/>
                    <a:pt x="281" y="3269"/>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27"/>
            <p:cNvSpPr/>
            <p:nvPr/>
          </p:nvSpPr>
          <p:spPr>
            <a:xfrm>
              <a:off x="1786466" y="4159917"/>
              <a:ext cx="50946" cy="231732"/>
            </a:xfrm>
            <a:custGeom>
              <a:rect b="b" l="l" r="r" t="t"/>
              <a:pathLst>
                <a:path extrusionOk="0" h="7214" w="1586">
                  <a:moveTo>
                    <a:pt x="0" y="0"/>
                  </a:moveTo>
                  <a:lnTo>
                    <a:pt x="0" y="7214"/>
                  </a:lnTo>
                  <a:lnTo>
                    <a:pt x="1491" y="7214"/>
                  </a:lnTo>
                  <a:lnTo>
                    <a:pt x="1586" y="6821"/>
                  </a:lnTo>
                  <a:lnTo>
                    <a:pt x="158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27"/>
            <p:cNvSpPr/>
            <p:nvPr/>
          </p:nvSpPr>
          <p:spPr>
            <a:xfrm>
              <a:off x="1783446" y="4158664"/>
              <a:ext cx="53869" cy="232952"/>
            </a:xfrm>
            <a:custGeom>
              <a:rect b="b" l="l" r="r" t="t"/>
              <a:pathLst>
                <a:path extrusionOk="0" h="7252" w="1677">
                  <a:moveTo>
                    <a:pt x="0" y="0"/>
                  </a:moveTo>
                  <a:lnTo>
                    <a:pt x="0" y="7251"/>
                  </a:lnTo>
                  <a:lnTo>
                    <a:pt x="1677" y="7251"/>
                  </a:lnTo>
                  <a:lnTo>
                    <a:pt x="1677" y="6860"/>
                  </a:lnTo>
                  <a:lnTo>
                    <a:pt x="372" y="6860"/>
                  </a:lnTo>
                  <a:cubicBezTo>
                    <a:pt x="322" y="6860"/>
                    <a:pt x="280" y="6818"/>
                    <a:pt x="280" y="6768"/>
                  </a:cubicBezTo>
                  <a:lnTo>
                    <a:pt x="280" y="0"/>
                  </a:ln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27"/>
            <p:cNvSpPr/>
            <p:nvPr/>
          </p:nvSpPr>
          <p:spPr>
            <a:xfrm>
              <a:off x="1802592" y="4181376"/>
              <a:ext cx="16832" cy="77929"/>
            </a:xfrm>
            <a:custGeom>
              <a:rect b="b" l="l" r="r" t="t"/>
              <a:pathLst>
                <a:path extrusionOk="0" h="2426" w="524">
                  <a:moveTo>
                    <a:pt x="244" y="1"/>
                  </a:moveTo>
                  <a:lnTo>
                    <a:pt x="57" y="39"/>
                  </a:lnTo>
                  <a:cubicBezTo>
                    <a:pt x="27" y="39"/>
                    <a:pt x="1" y="65"/>
                    <a:pt x="1" y="95"/>
                  </a:cubicBezTo>
                  <a:lnTo>
                    <a:pt x="1" y="2369"/>
                  </a:lnTo>
                  <a:cubicBezTo>
                    <a:pt x="1" y="2401"/>
                    <a:pt x="27" y="2426"/>
                    <a:pt x="57" y="2426"/>
                  </a:cubicBezTo>
                  <a:lnTo>
                    <a:pt x="429" y="2426"/>
                  </a:lnTo>
                  <a:cubicBezTo>
                    <a:pt x="461" y="2426"/>
                    <a:pt x="486" y="2401"/>
                    <a:pt x="486" y="2368"/>
                  </a:cubicBezTo>
                  <a:lnTo>
                    <a:pt x="523" y="2181"/>
                  </a:lnTo>
                  <a:lnTo>
                    <a:pt x="523" y="57"/>
                  </a:lnTo>
                  <a:cubicBezTo>
                    <a:pt x="523" y="26"/>
                    <a:pt x="499" y="1"/>
                    <a:pt x="46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27"/>
            <p:cNvSpPr/>
            <p:nvPr/>
          </p:nvSpPr>
          <p:spPr>
            <a:xfrm>
              <a:off x="1801404" y="4181440"/>
              <a:ext cx="17956" cy="79086"/>
            </a:xfrm>
            <a:custGeom>
              <a:rect b="b" l="l" r="r" t="t"/>
              <a:pathLst>
                <a:path extrusionOk="0" h="2462" w="559">
                  <a:moveTo>
                    <a:pt x="57" y="0"/>
                  </a:moveTo>
                  <a:cubicBezTo>
                    <a:pt x="25" y="0"/>
                    <a:pt x="0" y="26"/>
                    <a:pt x="0" y="57"/>
                  </a:cubicBezTo>
                  <a:lnTo>
                    <a:pt x="0" y="2406"/>
                  </a:lnTo>
                  <a:cubicBezTo>
                    <a:pt x="0" y="2437"/>
                    <a:pt x="25" y="2461"/>
                    <a:pt x="57" y="2461"/>
                  </a:cubicBezTo>
                  <a:lnTo>
                    <a:pt x="502" y="2461"/>
                  </a:lnTo>
                  <a:cubicBezTo>
                    <a:pt x="533" y="2461"/>
                    <a:pt x="559" y="2437"/>
                    <a:pt x="559" y="2406"/>
                  </a:cubicBezTo>
                  <a:lnTo>
                    <a:pt x="559" y="2182"/>
                  </a:lnTo>
                  <a:lnTo>
                    <a:pt x="336" y="2182"/>
                  </a:lnTo>
                  <a:cubicBezTo>
                    <a:pt x="306" y="2182"/>
                    <a:pt x="281" y="2156"/>
                    <a:pt x="281" y="2126"/>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27"/>
            <p:cNvSpPr/>
            <p:nvPr/>
          </p:nvSpPr>
          <p:spPr>
            <a:xfrm>
              <a:off x="1802592" y="4322111"/>
              <a:ext cx="16832" cy="46770"/>
            </a:xfrm>
            <a:custGeom>
              <a:rect b="b" l="l" r="r" t="t"/>
              <a:pathLst>
                <a:path extrusionOk="0" h="1456" w="524">
                  <a:moveTo>
                    <a:pt x="244" y="0"/>
                  </a:moveTo>
                  <a:lnTo>
                    <a:pt x="57" y="38"/>
                  </a:lnTo>
                  <a:cubicBezTo>
                    <a:pt x="27" y="38"/>
                    <a:pt x="1" y="64"/>
                    <a:pt x="1" y="95"/>
                  </a:cubicBezTo>
                  <a:lnTo>
                    <a:pt x="1" y="1400"/>
                  </a:lnTo>
                  <a:cubicBezTo>
                    <a:pt x="1" y="1431"/>
                    <a:pt x="27" y="1455"/>
                    <a:pt x="57" y="1455"/>
                  </a:cubicBezTo>
                  <a:lnTo>
                    <a:pt x="429" y="1455"/>
                  </a:lnTo>
                  <a:cubicBezTo>
                    <a:pt x="461" y="1455"/>
                    <a:pt x="486" y="1431"/>
                    <a:pt x="486" y="1399"/>
                  </a:cubicBezTo>
                  <a:lnTo>
                    <a:pt x="523" y="1214"/>
                  </a:lnTo>
                  <a:lnTo>
                    <a:pt x="523" y="57"/>
                  </a:lnTo>
                  <a:cubicBezTo>
                    <a:pt x="523" y="27"/>
                    <a:pt x="499" y="0"/>
                    <a:pt x="46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27"/>
            <p:cNvSpPr/>
            <p:nvPr/>
          </p:nvSpPr>
          <p:spPr>
            <a:xfrm>
              <a:off x="1801404" y="4322207"/>
              <a:ext cx="17956" cy="47927"/>
            </a:xfrm>
            <a:custGeom>
              <a:rect b="b" l="l" r="r" t="t"/>
              <a:pathLst>
                <a:path extrusionOk="0" h="1492" w="559">
                  <a:moveTo>
                    <a:pt x="57" y="0"/>
                  </a:moveTo>
                  <a:cubicBezTo>
                    <a:pt x="25" y="0"/>
                    <a:pt x="0" y="25"/>
                    <a:pt x="0" y="55"/>
                  </a:cubicBezTo>
                  <a:lnTo>
                    <a:pt x="0" y="1435"/>
                  </a:lnTo>
                  <a:cubicBezTo>
                    <a:pt x="0" y="1465"/>
                    <a:pt x="25" y="1491"/>
                    <a:pt x="57" y="1491"/>
                  </a:cubicBezTo>
                  <a:lnTo>
                    <a:pt x="502" y="1491"/>
                  </a:lnTo>
                  <a:cubicBezTo>
                    <a:pt x="533" y="1491"/>
                    <a:pt x="559" y="1465"/>
                    <a:pt x="559" y="1435"/>
                  </a:cubicBezTo>
                  <a:lnTo>
                    <a:pt x="559" y="1211"/>
                  </a:lnTo>
                  <a:lnTo>
                    <a:pt x="336" y="1211"/>
                  </a:lnTo>
                  <a:cubicBezTo>
                    <a:pt x="306" y="1211"/>
                    <a:pt x="281" y="1185"/>
                    <a:pt x="281" y="1154"/>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27"/>
            <p:cNvSpPr/>
            <p:nvPr/>
          </p:nvSpPr>
          <p:spPr>
            <a:xfrm>
              <a:off x="1748367" y="4126926"/>
              <a:ext cx="76676" cy="18631"/>
            </a:xfrm>
            <a:custGeom>
              <a:rect b="b" l="l" r="r" t="t"/>
              <a:pathLst>
                <a:path extrusionOk="0" h="580" w="2387">
                  <a:moveTo>
                    <a:pt x="243" y="1"/>
                  </a:moveTo>
                  <a:lnTo>
                    <a:pt x="95" y="38"/>
                  </a:lnTo>
                  <a:cubicBezTo>
                    <a:pt x="43" y="38"/>
                    <a:pt x="1" y="82"/>
                    <a:pt x="1" y="132"/>
                  </a:cubicBezTo>
                  <a:lnTo>
                    <a:pt x="1" y="580"/>
                  </a:lnTo>
                  <a:lnTo>
                    <a:pt x="2331" y="580"/>
                  </a:lnTo>
                  <a:lnTo>
                    <a:pt x="2386" y="299"/>
                  </a:lnTo>
                  <a:lnTo>
                    <a:pt x="2386" y="95"/>
                  </a:lnTo>
                  <a:cubicBezTo>
                    <a:pt x="2386" y="43"/>
                    <a:pt x="2345" y="1"/>
                    <a:pt x="229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27"/>
            <p:cNvSpPr/>
            <p:nvPr/>
          </p:nvSpPr>
          <p:spPr>
            <a:xfrm>
              <a:off x="1747210" y="4126926"/>
              <a:ext cx="77865" cy="21618"/>
            </a:xfrm>
            <a:custGeom>
              <a:rect b="b" l="l" r="r" t="t"/>
              <a:pathLst>
                <a:path extrusionOk="0" h="673" w="2424">
                  <a:moveTo>
                    <a:pt x="95" y="1"/>
                  </a:moveTo>
                  <a:cubicBezTo>
                    <a:pt x="44" y="1"/>
                    <a:pt x="1" y="43"/>
                    <a:pt x="1" y="95"/>
                  </a:cubicBezTo>
                  <a:lnTo>
                    <a:pt x="1" y="672"/>
                  </a:lnTo>
                  <a:lnTo>
                    <a:pt x="2424" y="672"/>
                  </a:lnTo>
                  <a:lnTo>
                    <a:pt x="2424" y="299"/>
                  </a:lnTo>
                  <a:lnTo>
                    <a:pt x="335" y="299"/>
                  </a:lnTo>
                  <a:cubicBezTo>
                    <a:pt x="305" y="299"/>
                    <a:pt x="281" y="274"/>
                    <a:pt x="281" y="242"/>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27"/>
            <p:cNvSpPr/>
            <p:nvPr/>
          </p:nvSpPr>
          <p:spPr>
            <a:xfrm>
              <a:off x="1707955" y="4145397"/>
              <a:ext cx="157593" cy="16896"/>
            </a:xfrm>
            <a:custGeom>
              <a:rect b="b" l="l" r="r" t="t"/>
              <a:pathLst>
                <a:path extrusionOk="0" h="526" w="4906">
                  <a:moveTo>
                    <a:pt x="244" y="0"/>
                  </a:moveTo>
                  <a:lnTo>
                    <a:pt x="95" y="40"/>
                  </a:lnTo>
                  <a:cubicBezTo>
                    <a:pt x="43" y="40"/>
                    <a:pt x="1" y="83"/>
                    <a:pt x="1" y="134"/>
                  </a:cubicBezTo>
                  <a:lnTo>
                    <a:pt x="1" y="432"/>
                  </a:lnTo>
                  <a:cubicBezTo>
                    <a:pt x="1" y="484"/>
                    <a:pt x="44" y="526"/>
                    <a:pt x="95" y="526"/>
                  </a:cubicBezTo>
                  <a:lnTo>
                    <a:pt x="4775" y="526"/>
                  </a:lnTo>
                  <a:cubicBezTo>
                    <a:pt x="4826" y="526"/>
                    <a:pt x="4866" y="484"/>
                    <a:pt x="4866" y="430"/>
                  </a:cubicBezTo>
                  <a:lnTo>
                    <a:pt x="4905" y="281"/>
                  </a:lnTo>
                  <a:lnTo>
                    <a:pt x="4905" y="95"/>
                  </a:lnTo>
                  <a:cubicBezTo>
                    <a:pt x="4905" y="42"/>
                    <a:pt x="4862" y="0"/>
                    <a:pt x="481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27"/>
            <p:cNvSpPr/>
            <p:nvPr/>
          </p:nvSpPr>
          <p:spPr>
            <a:xfrm>
              <a:off x="1706766" y="4145493"/>
              <a:ext cx="158782" cy="18021"/>
            </a:xfrm>
            <a:custGeom>
              <a:rect b="b" l="l" r="r" t="t"/>
              <a:pathLst>
                <a:path extrusionOk="0" h="561" w="4943">
                  <a:moveTo>
                    <a:pt x="94" y="0"/>
                  </a:moveTo>
                  <a:cubicBezTo>
                    <a:pt x="44" y="0"/>
                    <a:pt x="0" y="41"/>
                    <a:pt x="0" y="94"/>
                  </a:cubicBezTo>
                  <a:lnTo>
                    <a:pt x="0" y="466"/>
                  </a:lnTo>
                  <a:cubicBezTo>
                    <a:pt x="0" y="517"/>
                    <a:pt x="42" y="561"/>
                    <a:pt x="94" y="561"/>
                  </a:cubicBezTo>
                  <a:lnTo>
                    <a:pt x="4848" y="561"/>
                  </a:lnTo>
                  <a:cubicBezTo>
                    <a:pt x="4899" y="561"/>
                    <a:pt x="4942" y="519"/>
                    <a:pt x="4942" y="466"/>
                  </a:cubicBezTo>
                  <a:lnTo>
                    <a:pt x="4942" y="280"/>
                  </a:lnTo>
                  <a:lnTo>
                    <a:pt x="336" y="280"/>
                  </a:lnTo>
                  <a:cubicBezTo>
                    <a:pt x="306" y="280"/>
                    <a:pt x="281" y="255"/>
                    <a:pt x="281" y="225"/>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27"/>
            <p:cNvSpPr/>
            <p:nvPr/>
          </p:nvSpPr>
          <p:spPr>
            <a:xfrm>
              <a:off x="1748945" y="4403641"/>
              <a:ext cx="76066" cy="19787"/>
            </a:xfrm>
            <a:custGeom>
              <a:rect b="b" l="l" r="r" t="t"/>
              <a:pathLst>
                <a:path extrusionOk="0" h="616" w="2368">
                  <a:moveTo>
                    <a:pt x="0" y="0"/>
                  </a:moveTo>
                  <a:lnTo>
                    <a:pt x="0" y="521"/>
                  </a:lnTo>
                  <a:cubicBezTo>
                    <a:pt x="0" y="573"/>
                    <a:pt x="44" y="615"/>
                    <a:pt x="94" y="615"/>
                  </a:cubicBezTo>
                  <a:lnTo>
                    <a:pt x="2240" y="615"/>
                  </a:lnTo>
                  <a:cubicBezTo>
                    <a:pt x="2292" y="615"/>
                    <a:pt x="2334" y="573"/>
                    <a:pt x="2329" y="521"/>
                  </a:cubicBezTo>
                  <a:lnTo>
                    <a:pt x="2367" y="372"/>
                  </a:lnTo>
                  <a:lnTo>
                    <a:pt x="2367"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27"/>
            <p:cNvSpPr/>
            <p:nvPr/>
          </p:nvSpPr>
          <p:spPr>
            <a:xfrm>
              <a:off x="1747178" y="4403641"/>
              <a:ext cx="77865" cy="21008"/>
            </a:xfrm>
            <a:custGeom>
              <a:rect b="b" l="l" r="r" t="t"/>
              <a:pathLst>
                <a:path extrusionOk="0" h="654" w="2424">
                  <a:moveTo>
                    <a:pt x="0" y="0"/>
                  </a:moveTo>
                  <a:lnTo>
                    <a:pt x="0" y="559"/>
                  </a:lnTo>
                  <a:cubicBezTo>
                    <a:pt x="0" y="610"/>
                    <a:pt x="41" y="653"/>
                    <a:pt x="94" y="653"/>
                  </a:cubicBezTo>
                  <a:lnTo>
                    <a:pt x="2329" y="653"/>
                  </a:lnTo>
                  <a:cubicBezTo>
                    <a:pt x="2382" y="653"/>
                    <a:pt x="2423" y="611"/>
                    <a:pt x="2423" y="559"/>
                  </a:cubicBezTo>
                  <a:lnTo>
                    <a:pt x="2423" y="372"/>
                  </a:lnTo>
                  <a:lnTo>
                    <a:pt x="336" y="372"/>
                  </a:lnTo>
                  <a:cubicBezTo>
                    <a:pt x="306" y="372"/>
                    <a:pt x="280" y="348"/>
                    <a:pt x="280" y="317"/>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27"/>
            <p:cNvSpPr/>
            <p:nvPr/>
          </p:nvSpPr>
          <p:spPr>
            <a:xfrm>
              <a:off x="1707955" y="4387901"/>
              <a:ext cx="157593" cy="16929"/>
            </a:xfrm>
            <a:custGeom>
              <a:rect b="b" l="l" r="r" t="t"/>
              <a:pathLst>
                <a:path extrusionOk="0" h="527" w="4906">
                  <a:moveTo>
                    <a:pt x="244" y="1"/>
                  </a:moveTo>
                  <a:lnTo>
                    <a:pt x="95" y="40"/>
                  </a:lnTo>
                  <a:cubicBezTo>
                    <a:pt x="43" y="40"/>
                    <a:pt x="1" y="83"/>
                    <a:pt x="1" y="134"/>
                  </a:cubicBezTo>
                  <a:lnTo>
                    <a:pt x="1" y="432"/>
                  </a:lnTo>
                  <a:cubicBezTo>
                    <a:pt x="1" y="484"/>
                    <a:pt x="44" y="526"/>
                    <a:pt x="95" y="526"/>
                  </a:cubicBezTo>
                  <a:lnTo>
                    <a:pt x="4775" y="526"/>
                  </a:lnTo>
                  <a:cubicBezTo>
                    <a:pt x="4826" y="526"/>
                    <a:pt x="4866" y="484"/>
                    <a:pt x="4866" y="431"/>
                  </a:cubicBezTo>
                  <a:lnTo>
                    <a:pt x="4905" y="282"/>
                  </a:lnTo>
                  <a:lnTo>
                    <a:pt x="4905" y="95"/>
                  </a:lnTo>
                  <a:cubicBezTo>
                    <a:pt x="4905" y="43"/>
                    <a:pt x="4862" y="1"/>
                    <a:pt x="481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27"/>
            <p:cNvSpPr/>
            <p:nvPr/>
          </p:nvSpPr>
          <p:spPr>
            <a:xfrm>
              <a:off x="1706766" y="4388061"/>
              <a:ext cx="158782" cy="18021"/>
            </a:xfrm>
            <a:custGeom>
              <a:rect b="b" l="l" r="r" t="t"/>
              <a:pathLst>
                <a:path extrusionOk="0" h="561" w="4943">
                  <a:moveTo>
                    <a:pt x="94" y="0"/>
                  </a:moveTo>
                  <a:cubicBezTo>
                    <a:pt x="44" y="0"/>
                    <a:pt x="0" y="42"/>
                    <a:pt x="0" y="94"/>
                  </a:cubicBezTo>
                  <a:lnTo>
                    <a:pt x="0" y="466"/>
                  </a:lnTo>
                  <a:cubicBezTo>
                    <a:pt x="0" y="517"/>
                    <a:pt x="42" y="560"/>
                    <a:pt x="94" y="560"/>
                  </a:cubicBezTo>
                  <a:lnTo>
                    <a:pt x="4848" y="560"/>
                  </a:lnTo>
                  <a:cubicBezTo>
                    <a:pt x="4899" y="560"/>
                    <a:pt x="4942" y="520"/>
                    <a:pt x="4942" y="466"/>
                  </a:cubicBezTo>
                  <a:lnTo>
                    <a:pt x="4942" y="281"/>
                  </a:lnTo>
                  <a:lnTo>
                    <a:pt x="336" y="281"/>
                  </a:lnTo>
                  <a:cubicBezTo>
                    <a:pt x="306" y="281"/>
                    <a:pt x="281" y="255"/>
                    <a:pt x="281" y="225"/>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13" name="Google Shape;3013;p27"/>
          <p:cNvGrpSpPr/>
          <p:nvPr/>
        </p:nvGrpSpPr>
        <p:grpSpPr>
          <a:xfrm>
            <a:off x="7281967" y="3528071"/>
            <a:ext cx="297648" cy="203593"/>
            <a:chOff x="7281967" y="3528071"/>
            <a:chExt cx="297648" cy="203593"/>
          </a:xfrm>
        </p:grpSpPr>
        <p:sp>
          <p:nvSpPr>
            <p:cNvPr id="3014" name="Google Shape;3014;p27"/>
            <p:cNvSpPr/>
            <p:nvPr/>
          </p:nvSpPr>
          <p:spPr>
            <a:xfrm>
              <a:off x="7282899" y="3528071"/>
              <a:ext cx="296716" cy="202532"/>
            </a:xfrm>
            <a:custGeom>
              <a:rect b="b" l="l" r="r" t="t"/>
              <a:pathLst>
                <a:path extrusionOk="0" h="6305" w="9237">
                  <a:moveTo>
                    <a:pt x="345" y="0"/>
                  </a:moveTo>
                  <a:cubicBezTo>
                    <a:pt x="304" y="0"/>
                    <a:pt x="268" y="6"/>
                    <a:pt x="232" y="17"/>
                  </a:cubicBezTo>
                  <a:cubicBezTo>
                    <a:pt x="232" y="17"/>
                    <a:pt x="182" y="72"/>
                    <a:pt x="151" y="97"/>
                  </a:cubicBezTo>
                  <a:cubicBezTo>
                    <a:pt x="57" y="164"/>
                    <a:pt x="0" y="246"/>
                    <a:pt x="0" y="372"/>
                  </a:cubicBezTo>
                  <a:lnTo>
                    <a:pt x="42" y="5917"/>
                  </a:lnTo>
                  <a:cubicBezTo>
                    <a:pt x="42" y="6122"/>
                    <a:pt x="209" y="6289"/>
                    <a:pt x="414" y="6289"/>
                  </a:cubicBezTo>
                  <a:lnTo>
                    <a:pt x="8832" y="6305"/>
                  </a:lnTo>
                  <a:cubicBezTo>
                    <a:pt x="8965" y="6305"/>
                    <a:pt x="9083" y="6261"/>
                    <a:pt x="9151" y="6160"/>
                  </a:cubicBezTo>
                  <a:cubicBezTo>
                    <a:pt x="9168" y="6135"/>
                    <a:pt x="9220" y="6079"/>
                    <a:pt x="9220" y="6079"/>
                  </a:cubicBezTo>
                  <a:lnTo>
                    <a:pt x="9220" y="6077"/>
                  </a:lnTo>
                  <a:cubicBezTo>
                    <a:pt x="9230" y="6043"/>
                    <a:pt x="9236" y="6005"/>
                    <a:pt x="9236" y="5967"/>
                  </a:cubicBezTo>
                  <a:lnTo>
                    <a:pt x="9236" y="374"/>
                  </a:lnTo>
                  <a:cubicBezTo>
                    <a:pt x="9236" y="167"/>
                    <a:pt x="9070" y="0"/>
                    <a:pt x="88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27"/>
            <p:cNvSpPr/>
            <p:nvPr/>
          </p:nvSpPr>
          <p:spPr>
            <a:xfrm>
              <a:off x="7293628" y="3539668"/>
              <a:ext cx="8994" cy="9026"/>
            </a:xfrm>
            <a:custGeom>
              <a:rect b="b" l="l" r="r" t="t"/>
              <a:pathLst>
                <a:path extrusionOk="0" h="281" w="280">
                  <a:moveTo>
                    <a:pt x="139" y="1"/>
                  </a:moveTo>
                  <a:cubicBezTo>
                    <a:pt x="63" y="1"/>
                    <a:pt x="0" y="63"/>
                    <a:pt x="0" y="141"/>
                  </a:cubicBezTo>
                  <a:cubicBezTo>
                    <a:pt x="0" y="218"/>
                    <a:pt x="63" y="280"/>
                    <a:pt x="139" y="280"/>
                  </a:cubicBezTo>
                  <a:cubicBezTo>
                    <a:pt x="218" y="280"/>
                    <a:pt x="280" y="218"/>
                    <a:pt x="280" y="141"/>
                  </a:cubicBezTo>
                  <a:cubicBezTo>
                    <a:pt x="280" y="63"/>
                    <a:pt x="218"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27"/>
            <p:cNvSpPr/>
            <p:nvPr/>
          </p:nvSpPr>
          <p:spPr>
            <a:xfrm>
              <a:off x="7293628" y="3710342"/>
              <a:ext cx="8994" cy="9026"/>
            </a:xfrm>
            <a:custGeom>
              <a:rect b="b" l="l" r="r" t="t"/>
              <a:pathLst>
                <a:path extrusionOk="0" h="281" w="280">
                  <a:moveTo>
                    <a:pt x="139" y="1"/>
                  </a:moveTo>
                  <a:cubicBezTo>
                    <a:pt x="63" y="1"/>
                    <a:pt x="0" y="63"/>
                    <a:pt x="0" y="141"/>
                  </a:cubicBezTo>
                  <a:cubicBezTo>
                    <a:pt x="0" y="218"/>
                    <a:pt x="63" y="280"/>
                    <a:pt x="139" y="280"/>
                  </a:cubicBezTo>
                  <a:cubicBezTo>
                    <a:pt x="218" y="280"/>
                    <a:pt x="280" y="218"/>
                    <a:pt x="280" y="141"/>
                  </a:cubicBezTo>
                  <a:cubicBezTo>
                    <a:pt x="280" y="63"/>
                    <a:pt x="218"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27"/>
            <p:cNvSpPr/>
            <p:nvPr/>
          </p:nvSpPr>
          <p:spPr>
            <a:xfrm>
              <a:off x="7310044" y="3555216"/>
              <a:ext cx="242364" cy="105812"/>
            </a:xfrm>
            <a:custGeom>
              <a:rect b="b" l="l" r="r" t="t"/>
              <a:pathLst>
                <a:path extrusionOk="0" h="3294" w="7545">
                  <a:moveTo>
                    <a:pt x="255" y="1"/>
                  </a:moveTo>
                  <a:lnTo>
                    <a:pt x="187" y="16"/>
                  </a:lnTo>
                  <a:cubicBezTo>
                    <a:pt x="83" y="16"/>
                    <a:pt x="0" y="100"/>
                    <a:pt x="0" y="203"/>
                  </a:cubicBezTo>
                  <a:lnTo>
                    <a:pt x="44" y="3107"/>
                  </a:lnTo>
                  <a:cubicBezTo>
                    <a:pt x="44" y="3211"/>
                    <a:pt x="126" y="3294"/>
                    <a:pt x="231" y="3294"/>
                  </a:cubicBezTo>
                  <a:lnTo>
                    <a:pt x="7318" y="3288"/>
                  </a:lnTo>
                  <a:cubicBezTo>
                    <a:pt x="7421" y="3288"/>
                    <a:pt x="7508" y="3258"/>
                    <a:pt x="7509" y="3155"/>
                  </a:cubicBezTo>
                  <a:lnTo>
                    <a:pt x="7544" y="3077"/>
                  </a:lnTo>
                  <a:lnTo>
                    <a:pt x="7544" y="187"/>
                  </a:lnTo>
                  <a:cubicBezTo>
                    <a:pt x="7544" y="84"/>
                    <a:pt x="7462" y="1"/>
                    <a:pt x="735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27"/>
            <p:cNvSpPr/>
            <p:nvPr/>
          </p:nvSpPr>
          <p:spPr>
            <a:xfrm>
              <a:off x="7309209" y="3555248"/>
              <a:ext cx="243135" cy="107835"/>
            </a:xfrm>
            <a:custGeom>
              <a:rect b="b" l="l" r="r" t="t"/>
              <a:pathLst>
                <a:path extrusionOk="0" h="3357" w="7569">
                  <a:moveTo>
                    <a:pt x="187" y="1"/>
                  </a:moveTo>
                  <a:cubicBezTo>
                    <a:pt x="84" y="1"/>
                    <a:pt x="0" y="85"/>
                    <a:pt x="0" y="188"/>
                  </a:cubicBezTo>
                  <a:lnTo>
                    <a:pt x="0" y="3170"/>
                  </a:lnTo>
                  <a:cubicBezTo>
                    <a:pt x="0" y="3273"/>
                    <a:pt x="84" y="3357"/>
                    <a:pt x="187" y="3357"/>
                  </a:cubicBezTo>
                  <a:lnTo>
                    <a:pt x="569" y="3357"/>
                  </a:lnTo>
                  <a:lnTo>
                    <a:pt x="3971" y="3218"/>
                  </a:lnTo>
                  <a:lnTo>
                    <a:pt x="7000" y="3357"/>
                  </a:lnTo>
                  <a:lnTo>
                    <a:pt x="7382" y="3357"/>
                  </a:lnTo>
                  <a:cubicBezTo>
                    <a:pt x="7485" y="3357"/>
                    <a:pt x="7569" y="3273"/>
                    <a:pt x="7569" y="3170"/>
                  </a:cubicBezTo>
                  <a:lnTo>
                    <a:pt x="7569" y="3077"/>
                  </a:lnTo>
                  <a:lnTo>
                    <a:pt x="338" y="3077"/>
                  </a:lnTo>
                  <a:cubicBezTo>
                    <a:pt x="307" y="3077"/>
                    <a:pt x="281" y="3053"/>
                    <a:pt x="281" y="3022"/>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27"/>
            <p:cNvSpPr/>
            <p:nvPr/>
          </p:nvSpPr>
          <p:spPr>
            <a:xfrm>
              <a:off x="7327487" y="3590841"/>
              <a:ext cx="206580" cy="68806"/>
            </a:xfrm>
            <a:custGeom>
              <a:rect b="b" l="l" r="r" t="t"/>
              <a:pathLst>
                <a:path extrusionOk="0" h="2142" w="6431">
                  <a:moveTo>
                    <a:pt x="57" y="0"/>
                  </a:moveTo>
                  <a:cubicBezTo>
                    <a:pt x="25" y="0"/>
                    <a:pt x="0" y="26"/>
                    <a:pt x="0" y="57"/>
                  </a:cubicBezTo>
                  <a:lnTo>
                    <a:pt x="0" y="1968"/>
                  </a:lnTo>
                  <a:lnTo>
                    <a:pt x="45" y="2107"/>
                  </a:lnTo>
                  <a:lnTo>
                    <a:pt x="3372" y="2141"/>
                  </a:lnTo>
                  <a:lnTo>
                    <a:pt x="6328" y="2107"/>
                  </a:lnTo>
                  <a:lnTo>
                    <a:pt x="6431" y="1968"/>
                  </a:lnTo>
                  <a:lnTo>
                    <a:pt x="6431" y="57"/>
                  </a:lnTo>
                  <a:cubicBezTo>
                    <a:pt x="6431" y="26"/>
                    <a:pt x="6406" y="3"/>
                    <a:pt x="637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27"/>
            <p:cNvSpPr/>
            <p:nvPr/>
          </p:nvSpPr>
          <p:spPr>
            <a:xfrm>
              <a:off x="7327487" y="3654029"/>
              <a:ext cx="206580" cy="9059"/>
            </a:xfrm>
            <a:custGeom>
              <a:rect b="b" l="l" r="r" t="t"/>
              <a:pathLst>
                <a:path extrusionOk="0" h="282" w="6431">
                  <a:moveTo>
                    <a:pt x="0" y="1"/>
                  </a:moveTo>
                  <a:lnTo>
                    <a:pt x="0" y="282"/>
                  </a:lnTo>
                  <a:lnTo>
                    <a:pt x="6431" y="282"/>
                  </a:lnTo>
                  <a:lnTo>
                    <a:pt x="6431" y="1"/>
                  </a:ln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27"/>
            <p:cNvSpPr/>
            <p:nvPr/>
          </p:nvSpPr>
          <p:spPr>
            <a:xfrm>
              <a:off x="7338281" y="3681302"/>
              <a:ext cx="185058" cy="50336"/>
            </a:xfrm>
            <a:custGeom>
              <a:rect b="b" l="l" r="r" t="t"/>
              <a:pathLst>
                <a:path extrusionOk="0" h="1567" w="5761">
                  <a:moveTo>
                    <a:pt x="520" y="0"/>
                  </a:moveTo>
                  <a:cubicBezTo>
                    <a:pt x="433" y="0"/>
                    <a:pt x="359" y="61"/>
                    <a:pt x="339" y="143"/>
                  </a:cubicBezTo>
                  <a:lnTo>
                    <a:pt x="0" y="1566"/>
                  </a:lnTo>
                  <a:lnTo>
                    <a:pt x="5760" y="1566"/>
                  </a:lnTo>
                  <a:lnTo>
                    <a:pt x="5422" y="143"/>
                  </a:lnTo>
                  <a:cubicBezTo>
                    <a:pt x="5400" y="61"/>
                    <a:pt x="5326" y="0"/>
                    <a:pt x="5239" y="0"/>
                  </a:cubicBezTo>
                  <a:close/>
                </a:path>
              </a:pathLst>
            </a:custGeom>
            <a:solidFill>
              <a:srgbClr val="FA5E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27"/>
            <p:cNvSpPr/>
            <p:nvPr/>
          </p:nvSpPr>
          <p:spPr>
            <a:xfrm>
              <a:off x="7281967" y="3528521"/>
              <a:ext cx="297069" cy="203143"/>
            </a:xfrm>
            <a:custGeom>
              <a:rect b="b" l="l" r="r" t="t"/>
              <a:pathLst>
                <a:path extrusionOk="0" h="6324" w="9248">
                  <a:moveTo>
                    <a:pt x="261" y="1"/>
                  </a:moveTo>
                  <a:cubicBezTo>
                    <a:pt x="109" y="48"/>
                    <a:pt x="0" y="189"/>
                    <a:pt x="0" y="358"/>
                  </a:cubicBezTo>
                  <a:lnTo>
                    <a:pt x="0" y="5950"/>
                  </a:lnTo>
                  <a:cubicBezTo>
                    <a:pt x="0" y="6157"/>
                    <a:pt x="167" y="6324"/>
                    <a:pt x="374" y="6324"/>
                  </a:cubicBezTo>
                  <a:lnTo>
                    <a:pt x="1752" y="6324"/>
                  </a:lnTo>
                  <a:lnTo>
                    <a:pt x="4624" y="6224"/>
                  </a:lnTo>
                  <a:lnTo>
                    <a:pt x="7512" y="6324"/>
                  </a:lnTo>
                  <a:lnTo>
                    <a:pt x="8890" y="6324"/>
                  </a:lnTo>
                  <a:cubicBezTo>
                    <a:pt x="9057" y="6324"/>
                    <a:pt x="9198" y="6214"/>
                    <a:pt x="9248" y="6063"/>
                  </a:cubicBezTo>
                  <a:lnTo>
                    <a:pt x="7778" y="6063"/>
                  </a:lnTo>
                  <a:lnTo>
                    <a:pt x="7778" y="6062"/>
                  </a:lnTo>
                  <a:cubicBezTo>
                    <a:pt x="7744" y="6062"/>
                    <a:pt x="7713" y="6037"/>
                    <a:pt x="7706" y="6004"/>
                  </a:cubicBezTo>
                  <a:lnTo>
                    <a:pt x="7428" y="4839"/>
                  </a:lnTo>
                  <a:cubicBezTo>
                    <a:pt x="7380" y="4636"/>
                    <a:pt x="7201" y="4494"/>
                    <a:pt x="6992" y="4494"/>
                  </a:cubicBezTo>
                  <a:lnTo>
                    <a:pt x="2273" y="4494"/>
                  </a:lnTo>
                  <a:cubicBezTo>
                    <a:pt x="2064" y="4494"/>
                    <a:pt x="1886" y="4636"/>
                    <a:pt x="1837" y="4839"/>
                  </a:cubicBezTo>
                  <a:lnTo>
                    <a:pt x="1561" y="6004"/>
                  </a:lnTo>
                  <a:cubicBezTo>
                    <a:pt x="1553" y="6037"/>
                    <a:pt x="1522" y="6062"/>
                    <a:pt x="1488" y="6062"/>
                  </a:cubicBezTo>
                  <a:lnTo>
                    <a:pt x="429" y="6062"/>
                  </a:lnTo>
                  <a:cubicBezTo>
                    <a:pt x="337" y="6062"/>
                    <a:pt x="261" y="5985"/>
                    <a:pt x="261" y="5892"/>
                  </a:cubicBezTo>
                  <a:lnTo>
                    <a:pt x="26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27"/>
            <p:cNvSpPr/>
            <p:nvPr/>
          </p:nvSpPr>
          <p:spPr>
            <a:xfrm>
              <a:off x="7340048" y="3681302"/>
              <a:ext cx="182167" cy="49308"/>
            </a:xfrm>
            <a:custGeom>
              <a:rect b="b" l="l" r="r" t="t"/>
              <a:pathLst>
                <a:path extrusionOk="0" h="1535" w="5671">
                  <a:moveTo>
                    <a:pt x="465" y="0"/>
                  </a:moveTo>
                  <a:cubicBezTo>
                    <a:pt x="378" y="0"/>
                    <a:pt x="304" y="61"/>
                    <a:pt x="284" y="143"/>
                  </a:cubicBezTo>
                  <a:lnTo>
                    <a:pt x="7" y="1306"/>
                  </a:lnTo>
                  <a:lnTo>
                    <a:pt x="0" y="1516"/>
                  </a:lnTo>
                  <a:lnTo>
                    <a:pt x="2897" y="1465"/>
                  </a:lnTo>
                  <a:lnTo>
                    <a:pt x="5671" y="1535"/>
                  </a:lnTo>
                  <a:lnTo>
                    <a:pt x="5645" y="1307"/>
                  </a:lnTo>
                  <a:lnTo>
                    <a:pt x="5367" y="145"/>
                  </a:lnTo>
                  <a:cubicBezTo>
                    <a:pt x="5345" y="61"/>
                    <a:pt x="5271" y="0"/>
                    <a:pt x="518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27"/>
            <p:cNvSpPr/>
            <p:nvPr/>
          </p:nvSpPr>
          <p:spPr>
            <a:xfrm>
              <a:off x="7338217" y="3723224"/>
              <a:ext cx="185058" cy="8416"/>
            </a:xfrm>
            <a:custGeom>
              <a:rect b="b" l="l" r="r" t="t"/>
              <a:pathLst>
                <a:path extrusionOk="0" h="262" w="5761">
                  <a:moveTo>
                    <a:pt x="63" y="1"/>
                  </a:moveTo>
                  <a:lnTo>
                    <a:pt x="1" y="261"/>
                  </a:lnTo>
                  <a:lnTo>
                    <a:pt x="5761" y="261"/>
                  </a:lnTo>
                  <a:lnTo>
                    <a:pt x="5699" y="1"/>
                  </a:lnTo>
                  <a:close/>
                </a:path>
              </a:pathLst>
            </a:custGeom>
            <a:solidFill>
              <a:srgbClr val="D94F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27"/>
            <p:cNvSpPr/>
            <p:nvPr/>
          </p:nvSpPr>
          <p:spPr>
            <a:xfrm>
              <a:off x="7413933" y="3608895"/>
              <a:ext cx="33664" cy="35913"/>
            </a:xfrm>
            <a:custGeom>
              <a:rect b="b" l="l" r="r" t="t"/>
              <a:pathLst>
                <a:path extrusionOk="0" h="1118" w="1048">
                  <a:moveTo>
                    <a:pt x="1" y="0"/>
                  </a:moveTo>
                  <a:cubicBezTo>
                    <a:pt x="61" y="175"/>
                    <a:pt x="1" y="363"/>
                    <a:pt x="1" y="559"/>
                  </a:cubicBezTo>
                  <a:cubicBezTo>
                    <a:pt x="1" y="754"/>
                    <a:pt x="61" y="942"/>
                    <a:pt x="1" y="1118"/>
                  </a:cubicBezTo>
                  <a:lnTo>
                    <a:pt x="1047" y="1118"/>
                  </a:lnTo>
                  <a:cubicBezTo>
                    <a:pt x="986" y="942"/>
                    <a:pt x="1047" y="754"/>
                    <a:pt x="1047" y="559"/>
                  </a:cubicBezTo>
                  <a:cubicBezTo>
                    <a:pt x="1047" y="362"/>
                    <a:pt x="986" y="174"/>
                    <a:pt x="104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27"/>
            <p:cNvSpPr/>
            <p:nvPr/>
          </p:nvSpPr>
          <p:spPr>
            <a:xfrm>
              <a:off x="7360350" y="3698071"/>
              <a:ext cx="16768" cy="16768"/>
            </a:xfrm>
            <a:custGeom>
              <a:rect b="b" l="l" r="r" t="t"/>
              <a:pathLst>
                <a:path extrusionOk="0" h="522" w="522">
                  <a:moveTo>
                    <a:pt x="261" y="1"/>
                  </a:moveTo>
                  <a:cubicBezTo>
                    <a:pt x="118" y="1"/>
                    <a:pt x="1" y="118"/>
                    <a:pt x="1" y="261"/>
                  </a:cubicBezTo>
                  <a:cubicBezTo>
                    <a:pt x="1" y="406"/>
                    <a:pt x="118" y="522"/>
                    <a:pt x="261" y="522"/>
                  </a:cubicBezTo>
                  <a:cubicBezTo>
                    <a:pt x="406" y="522"/>
                    <a:pt x="522" y="406"/>
                    <a:pt x="522" y="261"/>
                  </a:cubicBezTo>
                  <a:cubicBezTo>
                    <a:pt x="522" y="118"/>
                    <a:pt x="406" y="1"/>
                    <a:pt x="2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27"/>
            <p:cNvSpPr/>
            <p:nvPr/>
          </p:nvSpPr>
          <p:spPr>
            <a:xfrm>
              <a:off x="7484349" y="3698071"/>
              <a:ext cx="16768" cy="16768"/>
            </a:xfrm>
            <a:custGeom>
              <a:rect b="b" l="l" r="r" t="t"/>
              <a:pathLst>
                <a:path extrusionOk="0" h="522" w="522">
                  <a:moveTo>
                    <a:pt x="261" y="1"/>
                  </a:moveTo>
                  <a:cubicBezTo>
                    <a:pt x="118" y="1"/>
                    <a:pt x="0" y="118"/>
                    <a:pt x="0" y="261"/>
                  </a:cubicBezTo>
                  <a:cubicBezTo>
                    <a:pt x="0" y="406"/>
                    <a:pt x="118" y="522"/>
                    <a:pt x="261" y="522"/>
                  </a:cubicBezTo>
                  <a:cubicBezTo>
                    <a:pt x="406" y="522"/>
                    <a:pt x="521" y="406"/>
                    <a:pt x="521" y="261"/>
                  </a:cubicBezTo>
                  <a:cubicBezTo>
                    <a:pt x="521" y="118"/>
                    <a:pt x="406" y="1"/>
                    <a:pt x="2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27"/>
            <p:cNvSpPr/>
            <p:nvPr/>
          </p:nvSpPr>
          <p:spPr>
            <a:xfrm>
              <a:off x="7462055" y="3701990"/>
              <a:ext cx="8962" cy="8994"/>
            </a:xfrm>
            <a:custGeom>
              <a:rect b="b" l="l" r="r" t="t"/>
              <a:pathLst>
                <a:path extrusionOk="0" h="280" w="279">
                  <a:moveTo>
                    <a:pt x="140" y="0"/>
                  </a:moveTo>
                  <a:cubicBezTo>
                    <a:pt x="63" y="0"/>
                    <a:pt x="1" y="62"/>
                    <a:pt x="1" y="139"/>
                  </a:cubicBezTo>
                  <a:cubicBezTo>
                    <a:pt x="1" y="217"/>
                    <a:pt x="63" y="280"/>
                    <a:pt x="140" y="280"/>
                  </a:cubicBezTo>
                  <a:cubicBezTo>
                    <a:pt x="217" y="280"/>
                    <a:pt x="279" y="217"/>
                    <a:pt x="279" y="139"/>
                  </a:cubicBezTo>
                  <a:cubicBezTo>
                    <a:pt x="279" y="62"/>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27"/>
            <p:cNvSpPr/>
            <p:nvPr/>
          </p:nvSpPr>
          <p:spPr>
            <a:xfrm>
              <a:off x="7390483" y="3701990"/>
              <a:ext cx="8962" cy="8994"/>
            </a:xfrm>
            <a:custGeom>
              <a:rect b="b" l="l" r="r" t="t"/>
              <a:pathLst>
                <a:path extrusionOk="0" h="280" w="279">
                  <a:moveTo>
                    <a:pt x="140" y="0"/>
                  </a:moveTo>
                  <a:cubicBezTo>
                    <a:pt x="63" y="0"/>
                    <a:pt x="1" y="62"/>
                    <a:pt x="1" y="139"/>
                  </a:cubicBezTo>
                  <a:cubicBezTo>
                    <a:pt x="1" y="217"/>
                    <a:pt x="63" y="280"/>
                    <a:pt x="140" y="280"/>
                  </a:cubicBezTo>
                  <a:cubicBezTo>
                    <a:pt x="217" y="280"/>
                    <a:pt x="279" y="217"/>
                    <a:pt x="279" y="139"/>
                  </a:cubicBezTo>
                  <a:cubicBezTo>
                    <a:pt x="279" y="62"/>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27"/>
            <p:cNvSpPr/>
            <p:nvPr/>
          </p:nvSpPr>
          <p:spPr>
            <a:xfrm>
              <a:off x="7408344" y="3701990"/>
              <a:ext cx="44907" cy="8994"/>
            </a:xfrm>
            <a:custGeom>
              <a:rect b="b" l="l" r="r" t="t"/>
              <a:pathLst>
                <a:path extrusionOk="0" h="280" w="1398">
                  <a:moveTo>
                    <a:pt x="140" y="0"/>
                  </a:moveTo>
                  <a:cubicBezTo>
                    <a:pt x="63" y="0"/>
                    <a:pt x="1" y="62"/>
                    <a:pt x="1" y="141"/>
                  </a:cubicBezTo>
                  <a:cubicBezTo>
                    <a:pt x="1" y="216"/>
                    <a:pt x="62" y="280"/>
                    <a:pt x="140" y="280"/>
                  </a:cubicBezTo>
                  <a:lnTo>
                    <a:pt x="1257" y="280"/>
                  </a:lnTo>
                  <a:cubicBezTo>
                    <a:pt x="1334" y="280"/>
                    <a:pt x="1398" y="216"/>
                    <a:pt x="1398" y="141"/>
                  </a:cubicBezTo>
                  <a:cubicBezTo>
                    <a:pt x="1398" y="64"/>
                    <a:pt x="1336" y="0"/>
                    <a:pt x="125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27"/>
            <p:cNvSpPr/>
            <p:nvPr/>
          </p:nvSpPr>
          <p:spPr>
            <a:xfrm>
              <a:off x="7340690" y="3604333"/>
              <a:ext cx="44907" cy="44907"/>
            </a:xfrm>
            <a:custGeom>
              <a:rect b="b" l="l" r="r" t="t"/>
              <a:pathLst>
                <a:path extrusionOk="0" h="1398" w="1398">
                  <a:moveTo>
                    <a:pt x="698" y="280"/>
                  </a:moveTo>
                  <a:cubicBezTo>
                    <a:pt x="804" y="280"/>
                    <a:pt x="897" y="317"/>
                    <a:pt x="972" y="381"/>
                  </a:cubicBezTo>
                  <a:lnTo>
                    <a:pt x="873" y="439"/>
                  </a:lnTo>
                  <a:cubicBezTo>
                    <a:pt x="807" y="478"/>
                    <a:pt x="785" y="563"/>
                    <a:pt x="823" y="630"/>
                  </a:cubicBezTo>
                  <a:cubicBezTo>
                    <a:pt x="849" y="676"/>
                    <a:pt x="895" y="699"/>
                    <a:pt x="944" y="699"/>
                  </a:cubicBezTo>
                  <a:cubicBezTo>
                    <a:pt x="968" y="699"/>
                    <a:pt x="994" y="694"/>
                    <a:pt x="1015" y="679"/>
                  </a:cubicBezTo>
                  <a:lnTo>
                    <a:pt x="1112" y="623"/>
                  </a:lnTo>
                  <a:cubicBezTo>
                    <a:pt x="1117" y="649"/>
                    <a:pt x="1120" y="673"/>
                    <a:pt x="1120" y="699"/>
                  </a:cubicBezTo>
                  <a:cubicBezTo>
                    <a:pt x="1117" y="882"/>
                    <a:pt x="1001" y="1038"/>
                    <a:pt x="837" y="1096"/>
                  </a:cubicBezTo>
                  <a:lnTo>
                    <a:pt x="837" y="980"/>
                  </a:lnTo>
                  <a:cubicBezTo>
                    <a:pt x="837" y="902"/>
                    <a:pt x="775" y="840"/>
                    <a:pt x="698" y="840"/>
                  </a:cubicBezTo>
                  <a:cubicBezTo>
                    <a:pt x="622" y="840"/>
                    <a:pt x="559" y="904"/>
                    <a:pt x="559" y="980"/>
                  </a:cubicBezTo>
                  <a:lnTo>
                    <a:pt x="559" y="1096"/>
                  </a:lnTo>
                  <a:cubicBezTo>
                    <a:pt x="396" y="1038"/>
                    <a:pt x="278" y="882"/>
                    <a:pt x="278" y="699"/>
                  </a:cubicBezTo>
                  <a:cubicBezTo>
                    <a:pt x="278" y="673"/>
                    <a:pt x="280" y="649"/>
                    <a:pt x="286" y="623"/>
                  </a:cubicBezTo>
                  <a:lnTo>
                    <a:pt x="381" y="679"/>
                  </a:lnTo>
                  <a:cubicBezTo>
                    <a:pt x="403" y="692"/>
                    <a:pt x="429" y="699"/>
                    <a:pt x="452" y="699"/>
                  </a:cubicBezTo>
                  <a:cubicBezTo>
                    <a:pt x="501" y="699"/>
                    <a:pt x="546" y="673"/>
                    <a:pt x="574" y="630"/>
                  </a:cubicBezTo>
                  <a:cubicBezTo>
                    <a:pt x="613" y="563"/>
                    <a:pt x="590" y="478"/>
                    <a:pt x="523" y="439"/>
                  </a:cubicBezTo>
                  <a:lnTo>
                    <a:pt x="425" y="381"/>
                  </a:lnTo>
                  <a:cubicBezTo>
                    <a:pt x="498" y="317"/>
                    <a:pt x="593" y="280"/>
                    <a:pt x="698" y="280"/>
                  </a:cubicBezTo>
                  <a:close/>
                  <a:moveTo>
                    <a:pt x="698" y="0"/>
                  </a:moveTo>
                  <a:cubicBezTo>
                    <a:pt x="313" y="0"/>
                    <a:pt x="0" y="314"/>
                    <a:pt x="0" y="699"/>
                  </a:cubicBezTo>
                  <a:cubicBezTo>
                    <a:pt x="0" y="1084"/>
                    <a:pt x="313" y="1397"/>
                    <a:pt x="698" y="1397"/>
                  </a:cubicBezTo>
                  <a:cubicBezTo>
                    <a:pt x="1083" y="1397"/>
                    <a:pt x="1397" y="1084"/>
                    <a:pt x="1397" y="699"/>
                  </a:cubicBezTo>
                  <a:cubicBezTo>
                    <a:pt x="1397" y="316"/>
                    <a:pt x="1083" y="0"/>
                    <a:pt x="6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27"/>
            <p:cNvSpPr/>
            <p:nvPr/>
          </p:nvSpPr>
          <p:spPr>
            <a:xfrm>
              <a:off x="7476029" y="3604333"/>
              <a:ext cx="44907" cy="44907"/>
            </a:xfrm>
            <a:custGeom>
              <a:rect b="b" l="l" r="r" t="t"/>
              <a:pathLst>
                <a:path extrusionOk="0" h="1398" w="1398">
                  <a:moveTo>
                    <a:pt x="698" y="281"/>
                  </a:moveTo>
                  <a:cubicBezTo>
                    <a:pt x="804" y="281"/>
                    <a:pt x="898" y="319"/>
                    <a:pt x="971" y="382"/>
                  </a:cubicBezTo>
                  <a:lnTo>
                    <a:pt x="873" y="439"/>
                  </a:lnTo>
                  <a:cubicBezTo>
                    <a:pt x="806" y="478"/>
                    <a:pt x="785" y="563"/>
                    <a:pt x="822" y="630"/>
                  </a:cubicBezTo>
                  <a:cubicBezTo>
                    <a:pt x="848" y="676"/>
                    <a:pt x="895" y="699"/>
                    <a:pt x="944" y="699"/>
                  </a:cubicBezTo>
                  <a:cubicBezTo>
                    <a:pt x="967" y="699"/>
                    <a:pt x="993" y="694"/>
                    <a:pt x="1015" y="679"/>
                  </a:cubicBezTo>
                  <a:lnTo>
                    <a:pt x="1110" y="623"/>
                  </a:lnTo>
                  <a:cubicBezTo>
                    <a:pt x="1115" y="649"/>
                    <a:pt x="1118" y="673"/>
                    <a:pt x="1118" y="699"/>
                  </a:cubicBezTo>
                  <a:cubicBezTo>
                    <a:pt x="1118" y="882"/>
                    <a:pt x="1000" y="1038"/>
                    <a:pt x="837" y="1096"/>
                  </a:cubicBezTo>
                  <a:lnTo>
                    <a:pt x="837" y="980"/>
                  </a:lnTo>
                  <a:cubicBezTo>
                    <a:pt x="837" y="902"/>
                    <a:pt x="775" y="840"/>
                    <a:pt x="698" y="840"/>
                  </a:cubicBezTo>
                  <a:cubicBezTo>
                    <a:pt x="620" y="840"/>
                    <a:pt x="559" y="904"/>
                    <a:pt x="559" y="980"/>
                  </a:cubicBezTo>
                  <a:lnTo>
                    <a:pt x="559" y="1096"/>
                  </a:lnTo>
                  <a:cubicBezTo>
                    <a:pt x="395" y="1038"/>
                    <a:pt x="278" y="882"/>
                    <a:pt x="278" y="699"/>
                  </a:cubicBezTo>
                  <a:cubicBezTo>
                    <a:pt x="278" y="673"/>
                    <a:pt x="280" y="649"/>
                    <a:pt x="285" y="623"/>
                  </a:cubicBezTo>
                  <a:lnTo>
                    <a:pt x="379" y="679"/>
                  </a:lnTo>
                  <a:cubicBezTo>
                    <a:pt x="401" y="692"/>
                    <a:pt x="427" y="699"/>
                    <a:pt x="450" y="699"/>
                  </a:cubicBezTo>
                  <a:cubicBezTo>
                    <a:pt x="500" y="699"/>
                    <a:pt x="544" y="673"/>
                    <a:pt x="572" y="630"/>
                  </a:cubicBezTo>
                  <a:cubicBezTo>
                    <a:pt x="611" y="563"/>
                    <a:pt x="588" y="478"/>
                    <a:pt x="521" y="439"/>
                  </a:cubicBezTo>
                  <a:lnTo>
                    <a:pt x="424" y="382"/>
                  </a:lnTo>
                  <a:cubicBezTo>
                    <a:pt x="500" y="319"/>
                    <a:pt x="594" y="281"/>
                    <a:pt x="698" y="281"/>
                  </a:cubicBezTo>
                  <a:close/>
                  <a:moveTo>
                    <a:pt x="698" y="0"/>
                  </a:moveTo>
                  <a:cubicBezTo>
                    <a:pt x="313" y="0"/>
                    <a:pt x="0" y="314"/>
                    <a:pt x="0" y="699"/>
                  </a:cubicBezTo>
                  <a:cubicBezTo>
                    <a:pt x="0" y="1084"/>
                    <a:pt x="313" y="1397"/>
                    <a:pt x="698" y="1397"/>
                  </a:cubicBezTo>
                  <a:cubicBezTo>
                    <a:pt x="1083" y="1397"/>
                    <a:pt x="1397" y="1084"/>
                    <a:pt x="1397" y="699"/>
                  </a:cubicBezTo>
                  <a:cubicBezTo>
                    <a:pt x="1397" y="316"/>
                    <a:pt x="1083" y="0"/>
                    <a:pt x="6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27"/>
            <p:cNvSpPr/>
            <p:nvPr/>
          </p:nvSpPr>
          <p:spPr>
            <a:xfrm>
              <a:off x="7340979" y="3568483"/>
              <a:ext cx="179597" cy="8994"/>
            </a:xfrm>
            <a:custGeom>
              <a:rect b="b" l="l" r="r" t="t"/>
              <a:pathLst>
                <a:path extrusionOk="0" h="280" w="5591">
                  <a:moveTo>
                    <a:pt x="139" y="0"/>
                  </a:moveTo>
                  <a:cubicBezTo>
                    <a:pt x="62" y="0"/>
                    <a:pt x="0" y="62"/>
                    <a:pt x="0" y="139"/>
                  </a:cubicBezTo>
                  <a:cubicBezTo>
                    <a:pt x="0" y="216"/>
                    <a:pt x="61" y="279"/>
                    <a:pt x="139" y="279"/>
                  </a:cubicBezTo>
                  <a:lnTo>
                    <a:pt x="5452" y="279"/>
                  </a:lnTo>
                  <a:cubicBezTo>
                    <a:pt x="5529" y="279"/>
                    <a:pt x="5591" y="216"/>
                    <a:pt x="5591" y="139"/>
                  </a:cubicBezTo>
                  <a:cubicBezTo>
                    <a:pt x="5591" y="64"/>
                    <a:pt x="5530" y="0"/>
                    <a:pt x="545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27"/>
            <p:cNvSpPr/>
            <p:nvPr/>
          </p:nvSpPr>
          <p:spPr>
            <a:xfrm>
              <a:off x="7558941" y="3539668"/>
              <a:ext cx="8994" cy="9026"/>
            </a:xfrm>
            <a:custGeom>
              <a:rect b="b" l="l" r="r" t="t"/>
              <a:pathLst>
                <a:path extrusionOk="0" h="281" w="280">
                  <a:moveTo>
                    <a:pt x="141" y="1"/>
                  </a:moveTo>
                  <a:cubicBezTo>
                    <a:pt x="63" y="1"/>
                    <a:pt x="0" y="63"/>
                    <a:pt x="0" y="141"/>
                  </a:cubicBezTo>
                  <a:cubicBezTo>
                    <a:pt x="0" y="218"/>
                    <a:pt x="63" y="280"/>
                    <a:pt x="141" y="280"/>
                  </a:cubicBezTo>
                  <a:cubicBezTo>
                    <a:pt x="217" y="280"/>
                    <a:pt x="280" y="218"/>
                    <a:pt x="280" y="141"/>
                  </a:cubicBezTo>
                  <a:cubicBezTo>
                    <a:pt x="280" y="63"/>
                    <a:pt x="217"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27"/>
            <p:cNvSpPr/>
            <p:nvPr/>
          </p:nvSpPr>
          <p:spPr>
            <a:xfrm>
              <a:off x="7558941" y="3710342"/>
              <a:ext cx="8994" cy="9026"/>
            </a:xfrm>
            <a:custGeom>
              <a:rect b="b" l="l" r="r" t="t"/>
              <a:pathLst>
                <a:path extrusionOk="0" h="281" w="280">
                  <a:moveTo>
                    <a:pt x="141" y="1"/>
                  </a:moveTo>
                  <a:cubicBezTo>
                    <a:pt x="63" y="1"/>
                    <a:pt x="0" y="63"/>
                    <a:pt x="0" y="141"/>
                  </a:cubicBezTo>
                  <a:cubicBezTo>
                    <a:pt x="0" y="218"/>
                    <a:pt x="63" y="280"/>
                    <a:pt x="141" y="280"/>
                  </a:cubicBezTo>
                  <a:cubicBezTo>
                    <a:pt x="217" y="280"/>
                    <a:pt x="280" y="218"/>
                    <a:pt x="280" y="141"/>
                  </a:cubicBezTo>
                  <a:cubicBezTo>
                    <a:pt x="280" y="63"/>
                    <a:pt x="217"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27"/>
            <p:cNvSpPr/>
            <p:nvPr/>
          </p:nvSpPr>
          <p:spPr>
            <a:xfrm>
              <a:off x="7399060" y="3608895"/>
              <a:ext cx="17989" cy="35913"/>
            </a:xfrm>
            <a:custGeom>
              <a:rect b="b" l="l" r="r" t="t"/>
              <a:pathLst>
                <a:path extrusionOk="0" h="1118" w="560">
                  <a:moveTo>
                    <a:pt x="186" y="0"/>
                  </a:moveTo>
                  <a:cubicBezTo>
                    <a:pt x="83" y="0"/>
                    <a:pt x="0" y="83"/>
                    <a:pt x="0" y="187"/>
                  </a:cubicBezTo>
                  <a:lnTo>
                    <a:pt x="0" y="932"/>
                  </a:lnTo>
                  <a:cubicBezTo>
                    <a:pt x="0" y="1035"/>
                    <a:pt x="83" y="1118"/>
                    <a:pt x="186" y="1118"/>
                  </a:cubicBezTo>
                  <a:lnTo>
                    <a:pt x="464" y="1118"/>
                  </a:lnTo>
                  <a:cubicBezTo>
                    <a:pt x="524" y="942"/>
                    <a:pt x="559" y="754"/>
                    <a:pt x="559" y="559"/>
                  </a:cubicBezTo>
                  <a:cubicBezTo>
                    <a:pt x="559" y="362"/>
                    <a:pt x="524" y="174"/>
                    <a:pt x="46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27"/>
            <p:cNvSpPr/>
            <p:nvPr/>
          </p:nvSpPr>
          <p:spPr>
            <a:xfrm>
              <a:off x="7444547" y="3608895"/>
              <a:ext cx="18021" cy="35913"/>
            </a:xfrm>
            <a:custGeom>
              <a:rect b="b" l="l" r="r" t="t"/>
              <a:pathLst>
                <a:path extrusionOk="0" h="1118" w="561">
                  <a:moveTo>
                    <a:pt x="97" y="0"/>
                  </a:moveTo>
                  <a:cubicBezTo>
                    <a:pt x="35" y="175"/>
                    <a:pt x="0" y="363"/>
                    <a:pt x="0" y="559"/>
                  </a:cubicBezTo>
                  <a:cubicBezTo>
                    <a:pt x="0" y="754"/>
                    <a:pt x="35" y="942"/>
                    <a:pt x="97" y="1118"/>
                  </a:cubicBezTo>
                  <a:lnTo>
                    <a:pt x="374" y="1118"/>
                  </a:lnTo>
                  <a:cubicBezTo>
                    <a:pt x="476" y="1118"/>
                    <a:pt x="560" y="1035"/>
                    <a:pt x="560" y="932"/>
                  </a:cubicBezTo>
                  <a:lnTo>
                    <a:pt x="560" y="187"/>
                  </a:lnTo>
                  <a:cubicBezTo>
                    <a:pt x="560" y="83"/>
                    <a:pt x="476" y="0"/>
                    <a:pt x="37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38" name="Google Shape;3038;p27"/>
          <p:cNvGrpSpPr/>
          <p:nvPr/>
        </p:nvGrpSpPr>
        <p:grpSpPr>
          <a:xfrm>
            <a:off x="6645974" y="3480945"/>
            <a:ext cx="299768" cy="297679"/>
            <a:chOff x="6645974" y="3480945"/>
            <a:chExt cx="299768" cy="297679"/>
          </a:xfrm>
        </p:grpSpPr>
        <p:sp>
          <p:nvSpPr>
            <p:cNvPr id="3039" name="Google Shape;3039;p27"/>
            <p:cNvSpPr/>
            <p:nvPr/>
          </p:nvSpPr>
          <p:spPr>
            <a:xfrm>
              <a:off x="6648577" y="3481845"/>
              <a:ext cx="297165" cy="296137"/>
            </a:xfrm>
            <a:custGeom>
              <a:rect b="b" l="l" r="r" t="t"/>
              <a:pathLst>
                <a:path extrusionOk="0" h="9219" w="9251">
                  <a:moveTo>
                    <a:pt x="6487" y="1"/>
                  </a:moveTo>
                  <a:cubicBezTo>
                    <a:pt x="6303" y="1"/>
                    <a:pt x="5941" y="264"/>
                    <a:pt x="5827" y="378"/>
                  </a:cubicBezTo>
                  <a:lnTo>
                    <a:pt x="154" y="6089"/>
                  </a:lnTo>
                  <a:cubicBezTo>
                    <a:pt x="122" y="6121"/>
                    <a:pt x="96" y="6157"/>
                    <a:pt x="77" y="6195"/>
                  </a:cubicBezTo>
                  <a:cubicBezTo>
                    <a:pt x="0" y="6349"/>
                    <a:pt x="26" y="6539"/>
                    <a:pt x="154" y="6668"/>
                  </a:cubicBezTo>
                  <a:lnTo>
                    <a:pt x="2495" y="9038"/>
                  </a:lnTo>
                  <a:cubicBezTo>
                    <a:pt x="2591" y="9136"/>
                    <a:pt x="2741" y="9219"/>
                    <a:pt x="2875" y="9219"/>
                  </a:cubicBezTo>
                  <a:cubicBezTo>
                    <a:pt x="2916" y="9219"/>
                    <a:pt x="2955" y="9211"/>
                    <a:pt x="2991" y="9194"/>
                  </a:cubicBezTo>
                  <a:cubicBezTo>
                    <a:pt x="3032" y="9175"/>
                    <a:pt x="3069" y="9148"/>
                    <a:pt x="3103" y="9116"/>
                  </a:cubicBezTo>
                  <a:lnTo>
                    <a:pt x="3394" y="8825"/>
                  </a:lnTo>
                  <a:lnTo>
                    <a:pt x="3460" y="8699"/>
                  </a:lnTo>
                  <a:lnTo>
                    <a:pt x="8644" y="3499"/>
                  </a:lnTo>
                  <a:lnTo>
                    <a:pt x="8806" y="3412"/>
                  </a:lnTo>
                  <a:lnTo>
                    <a:pt x="9097" y="3121"/>
                  </a:lnTo>
                  <a:cubicBezTo>
                    <a:pt x="9226" y="2994"/>
                    <a:pt x="9251" y="2803"/>
                    <a:pt x="9177" y="2644"/>
                  </a:cubicBezTo>
                  <a:cubicBezTo>
                    <a:pt x="9157" y="2604"/>
                    <a:pt x="9132" y="2568"/>
                    <a:pt x="9099" y="2536"/>
                  </a:cubicBezTo>
                  <a:lnTo>
                    <a:pt x="6652" y="90"/>
                  </a:lnTo>
                  <a:cubicBezTo>
                    <a:pt x="6617" y="57"/>
                    <a:pt x="6581" y="32"/>
                    <a:pt x="6542" y="12"/>
                  </a:cubicBezTo>
                  <a:cubicBezTo>
                    <a:pt x="6526" y="4"/>
                    <a:pt x="6508" y="1"/>
                    <a:pt x="648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27"/>
            <p:cNvSpPr/>
            <p:nvPr/>
          </p:nvSpPr>
          <p:spPr>
            <a:xfrm>
              <a:off x="6645974" y="3480945"/>
              <a:ext cx="212715" cy="297679"/>
            </a:xfrm>
            <a:custGeom>
              <a:rect b="b" l="l" r="r" t="t"/>
              <a:pathLst>
                <a:path extrusionOk="0" h="9267" w="6622">
                  <a:moveTo>
                    <a:pt x="6442" y="0"/>
                  </a:moveTo>
                  <a:cubicBezTo>
                    <a:pt x="6356" y="0"/>
                    <a:pt x="6291" y="28"/>
                    <a:pt x="6271" y="37"/>
                  </a:cubicBezTo>
                  <a:cubicBezTo>
                    <a:pt x="6242" y="48"/>
                    <a:pt x="6196" y="74"/>
                    <a:pt x="6150" y="119"/>
                  </a:cubicBezTo>
                  <a:lnTo>
                    <a:pt x="154" y="6117"/>
                  </a:lnTo>
                  <a:cubicBezTo>
                    <a:pt x="120" y="6149"/>
                    <a:pt x="96" y="6185"/>
                    <a:pt x="75" y="6223"/>
                  </a:cubicBezTo>
                  <a:cubicBezTo>
                    <a:pt x="0" y="6377"/>
                    <a:pt x="25" y="6569"/>
                    <a:pt x="154" y="6696"/>
                  </a:cubicBezTo>
                  <a:lnTo>
                    <a:pt x="2600" y="9142"/>
                  </a:lnTo>
                  <a:cubicBezTo>
                    <a:pt x="2683" y="9227"/>
                    <a:pt x="2791" y="9266"/>
                    <a:pt x="2895" y="9266"/>
                  </a:cubicBezTo>
                  <a:cubicBezTo>
                    <a:pt x="2957" y="9266"/>
                    <a:pt x="3018" y="9252"/>
                    <a:pt x="3071" y="9225"/>
                  </a:cubicBezTo>
                  <a:lnTo>
                    <a:pt x="362" y="6512"/>
                  </a:lnTo>
                  <a:cubicBezTo>
                    <a:pt x="304" y="6454"/>
                    <a:pt x="304" y="6360"/>
                    <a:pt x="362" y="6301"/>
                  </a:cubicBezTo>
                  <a:lnTo>
                    <a:pt x="6622" y="41"/>
                  </a:lnTo>
                  <a:cubicBezTo>
                    <a:pt x="6599" y="31"/>
                    <a:pt x="6567" y="18"/>
                    <a:pt x="6526" y="9"/>
                  </a:cubicBezTo>
                  <a:cubicBezTo>
                    <a:pt x="6496" y="3"/>
                    <a:pt x="6468" y="0"/>
                    <a:pt x="644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27"/>
            <p:cNvSpPr/>
            <p:nvPr/>
          </p:nvSpPr>
          <p:spPr>
            <a:xfrm>
              <a:off x="6701613" y="3538672"/>
              <a:ext cx="229772" cy="225082"/>
            </a:xfrm>
            <a:custGeom>
              <a:rect b="b" l="l" r="r" t="t"/>
              <a:pathLst>
                <a:path extrusionOk="0" h="7007" w="7153">
                  <a:moveTo>
                    <a:pt x="5511" y="1"/>
                  </a:moveTo>
                  <a:cubicBezTo>
                    <a:pt x="5368" y="1"/>
                    <a:pt x="0" y="5264"/>
                    <a:pt x="73" y="5338"/>
                  </a:cubicBezTo>
                  <a:lnTo>
                    <a:pt x="1743" y="7007"/>
                  </a:lnTo>
                  <a:lnTo>
                    <a:pt x="1939" y="6862"/>
                  </a:lnTo>
                  <a:lnTo>
                    <a:pt x="2284" y="6517"/>
                  </a:lnTo>
                  <a:lnTo>
                    <a:pt x="2336" y="6386"/>
                  </a:lnTo>
                  <a:lnTo>
                    <a:pt x="2481" y="6319"/>
                  </a:lnTo>
                  <a:lnTo>
                    <a:pt x="2725" y="6074"/>
                  </a:lnTo>
                  <a:lnTo>
                    <a:pt x="2809" y="5937"/>
                  </a:lnTo>
                  <a:lnTo>
                    <a:pt x="2922" y="5878"/>
                  </a:lnTo>
                  <a:lnTo>
                    <a:pt x="3365" y="5433"/>
                  </a:lnTo>
                  <a:lnTo>
                    <a:pt x="3454" y="5293"/>
                  </a:lnTo>
                  <a:lnTo>
                    <a:pt x="3562" y="5236"/>
                  </a:lnTo>
                  <a:lnTo>
                    <a:pt x="3807" y="4992"/>
                  </a:lnTo>
                  <a:lnTo>
                    <a:pt x="3879" y="4867"/>
                  </a:lnTo>
                  <a:lnTo>
                    <a:pt x="4004" y="4795"/>
                  </a:lnTo>
                  <a:lnTo>
                    <a:pt x="4448" y="4352"/>
                  </a:lnTo>
                  <a:lnTo>
                    <a:pt x="4521" y="4227"/>
                  </a:lnTo>
                  <a:lnTo>
                    <a:pt x="4645" y="4155"/>
                  </a:lnTo>
                  <a:lnTo>
                    <a:pt x="4890" y="3910"/>
                  </a:lnTo>
                  <a:lnTo>
                    <a:pt x="4949" y="3773"/>
                  </a:lnTo>
                  <a:lnTo>
                    <a:pt x="5087" y="3713"/>
                  </a:lnTo>
                  <a:lnTo>
                    <a:pt x="5530" y="3269"/>
                  </a:lnTo>
                  <a:lnTo>
                    <a:pt x="5602" y="3144"/>
                  </a:lnTo>
                  <a:lnTo>
                    <a:pt x="5726" y="3072"/>
                  </a:lnTo>
                  <a:lnTo>
                    <a:pt x="5971" y="2827"/>
                  </a:lnTo>
                  <a:lnTo>
                    <a:pt x="6043" y="2703"/>
                  </a:lnTo>
                  <a:lnTo>
                    <a:pt x="6168" y="2630"/>
                  </a:lnTo>
                  <a:lnTo>
                    <a:pt x="6611" y="2188"/>
                  </a:lnTo>
                  <a:lnTo>
                    <a:pt x="6672" y="2050"/>
                  </a:lnTo>
                  <a:lnTo>
                    <a:pt x="6809" y="1991"/>
                  </a:lnTo>
                  <a:lnTo>
                    <a:pt x="7152" y="1646"/>
                  </a:lnTo>
                  <a:lnTo>
                    <a:pt x="6955" y="1449"/>
                  </a:lnTo>
                  <a:lnTo>
                    <a:pt x="5514" y="2"/>
                  </a:lnTo>
                  <a:cubicBezTo>
                    <a:pt x="5513" y="1"/>
                    <a:pt x="5512" y="1"/>
                    <a:pt x="5511" y="1"/>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27"/>
            <p:cNvSpPr/>
            <p:nvPr/>
          </p:nvSpPr>
          <p:spPr>
            <a:xfrm>
              <a:off x="6700361" y="3534881"/>
              <a:ext cx="178344" cy="230511"/>
            </a:xfrm>
            <a:custGeom>
              <a:rect b="b" l="l" r="r" t="t"/>
              <a:pathLst>
                <a:path extrusionOk="0" h="7176" w="5552">
                  <a:moveTo>
                    <a:pt x="5354" y="0"/>
                  </a:moveTo>
                  <a:cubicBezTo>
                    <a:pt x="5307" y="0"/>
                    <a:pt x="5259" y="18"/>
                    <a:pt x="5223" y="54"/>
                  </a:cubicBezTo>
                  <a:lnTo>
                    <a:pt x="5011" y="266"/>
                  </a:lnTo>
                  <a:lnTo>
                    <a:pt x="4939" y="392"/>
                  </a:lnTo>
                  <a:lnTo>
                    <a:pt x="4814" y="464"/>
                  </a:lnTo>
                  <a:lnTo>
                    <a:pt x="4458" y="820"/>
                  </a:lnTo>
                  <a:lnTo>
                    <a:pt x="4313" y="1017"/>
                  </a:lnTo>
                  <a:lnTo>
                    <a:pt x="4089" y="1189"/>
                  </a:lnTo>
                  <a:lnTo>
                    <a:pt x="3930" y="1349"/>
                  </a:lnTo>
                  <a:lnTo>
                    <a:pt x="3852" y="1479"/>
                  </a:lnTo>
                  <a:lnTo>
                    <a:pt x="3731" y="1546"/>
                  </a:lnTo>
                  <a:lnTo>
                    <a:pt x="3375" y="1902"/>
                  </a:lnTo>
                  <a:lnTo>
                    <a:pt x="3216" y="2113"/>
                  </a:lnTo>
                  <a:lnTo>
                    <a:pt x="3005" y="2272"/>
                  </a:lnTo>
                  <a:lnTo>
                    <a:pt x="2846" y="2431"/>
                  </a:lnTo>
                  <a:lnTo>
                    <a:pt x="2773" y="2557"/>
                  </a:lnTo>
                  <a:lnTo>
                    <a:pt x="2649" y="2630"/>
                  </a:lnTo>
                  <a:lnTo>
                    <a:pt x="2291" y="2986"/>
                  </a:lnTo>
                  <a:lnTo>
                    <a:pt x="2125" y="3205"/>
                  </a:lnTo>
                  <a:lnTo>
                    <a:pt x="1922" y="3355"/>
                  </a:lnTo>
                  <a:lnTo>
                    <a:pt x="1763" y="3514"/>
                  </a:lnTo>
                  <a:lnTo>
                    <a:pt x="1682" y="3647"/>
                  </a:lnTo>
                  <a:lnTo>
                    <a:pt x="1564" y="3713"/>
                  </a:lnTo>
                  <a:lnTo>
                    <a:pt x="1208" y="4070"/>
                  </a:lnTo>
                  <a:lnTo>
                    <a:pt x="1056" y="4274"/>
                  </a:lnTo>
                  <a:lnTo>
                    <a:pt x="839" y="4439"/>
                  </a:lnTo>
                  <a:lnTo>
                    <a:pt x="680" y="4599"/>
                  </a:lnTo>
                  <a:lnTo>
                    <a:pt x="607" y="4723"/>
                  </a:lnTo>
                  <a:lnTo>
                    <a:pt x="482" y="4795"/>
                  </a:lnTo>
                  <a:lnTo>
                    <a:pt x="138" y="5140"/>
                  </a:lnTo>
                  <a:lnTo>
                    <a:pt x="73" y="5205"/>
                  </a:lnTo>
                  <a:cubicBezTo>
                    <a:pt x="1" y="5278"/>
                    <a:pt x="1" y="5396"/>
                    <a:pt x="73" y="5469"/>
                  </a:cubicBezTo>
                  <a:lnTo>
                    <a:pt x="1582" y="6978"/>
                  </a:lnTo>
                  <a:lnTo>
                    <a:pt x="1780" y="7175"/>
                  </a:lnTo>
                  <a:lnTo>
                    <a:pt x="1977" y="6978"/>
                  </a:lnTo>
                  <a:lnTo>
                    <a:pt x="1780" y="6780"/>
                  </a:lnTo>
                  <a:lnTo>
                    <a:pt x="400" y="5402"/>
                  </a:lnTo>
                  <a:cubicBezTo>
                    <a:pt x="364" y="5366"/>
                    <a:pt x="364" y="5306"/>
                    <a:pt x="400" y="5270"/>
                  </a:cubicBezTo>
                  <a:lnTo>
                    <a:pt x="5551" y="120"/>
                  </a:lnTo>
                  <a:lnTo>
                    <a:pt x="5485" y="54"/>
                  </a:lnTo>
                  <a:cubicBezTo>
                    <a:pt x="5449" y="18"/>
                    <a:pt x="5402" y="0"/>
                    <a:pt x="535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27"/>
            <p:cNvSpPr/>
            <p:nvPr/>
          </p:nvSpPr>
          <p:spPr>
            <a:xfrm>
              <a:off x="6764769" y="3633566"/>
              <a:ext cx="12688" cy="12721"/>
            </a:xfrm>
            <a:custGeom>
              <a:rect b="b" l="l" r="r" t="t"/>
              <a:pathLst>
                <a:path extrusionOk="0" h="396" w="395">
                  <a:moveTo>
                    <a:pt x="198" y="1"/>
                  </a:moveTo>
                  <a:lnTo>
                    <a:pt x="1" y="198"/>
                  </a:lnTo>
                  <a:lnTo>
                    <a:pt x="198" y="396"/>
                  </a:lnTo>
                  <a:lnTo>
                    <a:pt x="395" y="198"/>
                  </a:lnTo>
                  <a:lnTo>
                    <a:pt x="198" y="1"/>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27"/>
            <p:cNvSpPr/>
            <p:nvPr/>
          </p:nvSpPr>
          <p:spPr>
            <a:xfrm>
              <a:off x="6799624" y="3598744"/>
              <a:ext cx="12656" cy="12721"/>
            </a:xfrm>
            <a:custGeom>
              <a:rect b="b" l="l" r="r" t="t"/>
              <a:pathLst>
                <a:path extrusionOk="0" h="396" w="394">
                  <a:moveTo>
                    <a:pt x="197" y="0"/>
                  </a:moveTo>
                  <a:lnTo>
                    <a:pt x="0" y="199"/>
                  </a:lnTo>
                  <a:lnTo>
                    <a:pt x="197" y="396"/>
                  </a:lnTo>
                  <a:lnTo>
                    <a:pt x="394" y="199"/>
                  </a:lnTo>
                  <a:lnTo>
                    <a:pt x="197" y="0"/>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27"/>
            <p:cNvSpPr/>
            <p:nvPr/>
          </p:nvSpPr>
          <p:spPr>
            <a:xfrm>
              <a:off x="6834350" y="3564018"/>
              <a:ext cx="12721" cy="12656"/>
            </a:xfrm>
            <a:custGeom>
              <a:rect b="b" l="l" r="r" t="t"/>
              <a:pathLst>
                <a:path extrusionOk="0" h="394" w="396">
                  <a:moveTo>
                    <a:pt x="197" y="0"/>
                  </a:moveTo>
                  <a:lnTo>
                    <a:pt x="1" y="197"/>
                  </a:lnTo>
                  <a:lnTo>
                    <a:pt x="197" y="394"/>
                  </a:lnTo>
                  <a:lnTo>
                    <a:pt x="396" y="197"/>
                  </a:lnTo>
                  <a:lnTo>
                    <a:pt x="197" y="0"/>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27"/>
            <p:cNvSpPr/>
            <p:nvPr/>
          </p:nvSpPr>
          <p:spPr>
            <a:xfrm>
              <a:off x="6730011" y="3668356"/>
              <a:ext cx="12721" cy="12688"/>
            </a:xfrm>
            <a:custGeom>
              <a:rect b="b" l="l" r="r" t="t"/>
              <a:pathLst>
                <a:path extrusionOk="0" h="395" w="396">
                  <a:moveTo>
                    <a:pt x="198" y="1"/>
                  </a:moveTo>
                  <a:lnTo>
                    <a:pt x="0" y="197"/>
                  </a:lnTo>
                  <a:lnTo>
                    <a:pt x="198" y="394"/>
                  </a:lnTo>
                  <a:lnTo>
                    <a:pt x="395" y="197"/>
                  </a:lnTo>
                  <a:lnTo>
                    <a:pt x="198" y="1"/>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27"/>
            <p:cNvSpPr/>
            <p:nvPr/>
          </p:nvSpPr>
          <p:spPr>
            <a:xfrm>
              <a:off x="6761493" y="3699838"/>
              <a:ext cx="33953" cy="33986"/>
            </a:xfrm>
            <a:custGeom>
              <a:rect b="b" l="l" r="r" t="t"/>
              <a:pathLst>
                <a:path extrusionOk="0" h="1058" w="1057">
                  <a:moveTo>
                    <a:pt x="197" y="1"/>
                  </a:moveTo>
                  <a:lnTo>
                    <a:pt x="0" y="198"/>
                  </a:lnTo>
                  <a:lnTo>
                    <a:pt x="859" y="1057"/>
                  </a:lnTo>
                  <a:lnTo>
                    <a:pt x="1057" y="861"/>
                  </a:lnTo>
                  <a:lnTo>
                    <a:pt x="19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27"/>
            <p:cNvSpPr/>
            <p:nvPr/>
          </p:nvSpPr>
          <p:spPr>
            <a:xfrm>
              <a:off x="6796251" y="3665015"/>
              <a:ext cx="33986" cy="33986"/>
            </a:xfrm>
            <a:custGeom>
              <a:rect b="b" l="l" r="r" t="t"/>
              <a:pathLst>
                <a:path extrusionOk="0" h="1058" w="1058">
                  <a:moveTo>
                    <a:pt x="199" y="0"/>
                  </a:moveTo>
                  <a:lnTo>
                    <a:pt x="1" y="199"/>
                  </a:lnTo>
                  <a:lnTo>
                    <a:pt x="861" y="1057"/>
                  </a:lnTo>
                  <a:lnTo>
                    <a:pt x="1058" y="860"/>
                  </a:lnTo>
                  <a:lnTo>
                    <a:pt x="19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27"/>
            <p:cNvSpPr/>
            <p:nvPr/>
          </p:nvSpPr>
          <p:spPr>
            <a:xfrm>
              <a:off x="6831041" y="3630257"/>
              <a:ext cx="33986" cy="33986"/>
            </a:xfrm>
            <a:custGeom>
              <a:rect b="b" l="l" r="r" t="t"/>
              <a:pathLst>
                <a:path extrusionOk="0" h="1058" w="1058">
                  <a:moveTo>
                    <a:pt x="198" y="1"/>
                  </a:moveTo>
                  <a:lnTo>
                    <a:pt x="1" y="198"/>
                  </a:lnTo>
                  <a:lnTo>
                    <a:pt x="861" y="1058"/>
                  </a:lnTo>
                  <a:lnTo>
                    <a:pt x="1058" y="861"/>
                  </a:lnTo>
                  <a:lnTo>
                    <a:pt x="19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27"/>
            <p:cNvSpPr/>
            <p:nvPr/>
          </p:nvSpPr>
          <p:spPr>
            <a:xfrm>
              <a:off x="6865800" y="3595499"/>
              <a:ext cx="33953" cy="33953"/>
            </a:xfrm>
            <a:custGeom>
              <a:rect b="b" l="l" r="r" t="t"/>
              <a:pathLst>
                <a:path extrusionOk="0" h="1057" w="1057">
                  <a:moveTo>
                    <a:pt x="198" y="0"/>
                  </a:moveTo>
                  <a:lnTo>
                    <a:pt x="0" y="198"/>
                  </a:lnTo>
                  <a:lnTo>
                    <a:pt x="860" y="1057"/>
                  </a:lnTo>
                  <a:lnTo>
                    <a:pt x="1057" y="860"/>
                  </a:lnTo>
                  <a:lnTo>
                    <a:pt x="19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27"/>
            <p:cNvSpPr/>
            <p:nvPr/>
          </p:nvSpPr>
          <p:spPr>
            <a:xfrm>
              <a:off x="6717579" y="3684258"/>
              <a:ext cx="63731" cy="63731"/>
            </a:xfrm>
            <a:custGeom>
              <a:rect b="b" l="l" r="r" t="t"/>
              <a:pathLst>
                <a:path extrusionOk="0" h="1984" w="1984">
                  <a:moveTo>
                    <a:pt x="145" y="1"/>
                  </a:moveTo>
                  <a:lnTo>
                    <a:pt x="1" y="145"/>
                  </a:lnTo>
                  <a:lnTo>
                    <a:pt x="145" y="342"/>
                  </a:lnTo>
                  <a:lnTo>
                    <a:pt x="1787" y="1984"/>
                  </a:lnTo>
                  <a:lnTo>
                    <a:pt x="1984" y="1787"/>
                  </a:lnTo>
                  <a:lnTo>
                    <a:pt x="342" y="145"/>
                  </a:lnTo>
                  <a:lnTo>
                    <a:pt x="14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27"/>
            <p:cNvSpPr/>
            <p:nvPr/>
          </p:nvSpPr>
          <p:spPr>
            <a:xfrm>
              <a:off x="6715780" y="3682555"/>
              <a:ext cx="12721" cy="12656"/>
            </a:xfrm>
            <a:custGeom>
              <a:rect b="b" l="l" r="r" t="t"/>
              <a:pathLst>
                <a:path extrusionOk="0" h="394" w="396">
                  <a:moveTo>
                    <a:pt x="197" y="0"/>
                  </a:moveTo>
                  <a:lnTo>
                    <a:pt x="0" y="197"/>
                  </a:lnTo>
                  <a:lnTo>
                    <a:pt x="197" y="394"/>
                  </a:lnTo>
                  <a:lnTo>
                    <a:pt x="395" y="197"/>
                  </a:lnTo>
                  <a:lnTo>
                    <a:pt x="197" y="0"/>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27"/>
            <p:cNvSpPr/>
            <p:nvPr/>
          </p:nvSpPr>
          <p:spPr>
            <a:xfrm>
              <a:off x="6752305" y="3649532"/>
              <a:ext cx="63763" cy="63731"/>
            </a:xfrm>
            <a:custGeom>
              <a:rect b="b" l="l" r="r" t="t"/>
              <a:pathLst>
                <a:path extrusionOk="0" h="1984" w="1985">
                  <a:moveTo>
                    <a:pt x="146" y="0"/>
                  </a:moveTo>
                  <a:lnTo>
                    <a:pt x="1" y="145"/>
                  </a:lnTo>
                  <a:lnTo>
                    <a:pt x="146" y="342"/>
                  </a:lnTo>
                  <a:lnTo>
                    <a:pt x="1787" y="1984"/>
                  </a:lnTo>
                  <a:lnTo>
                    <a:pt x="1984" y="1785"/>
                  </a:lnTo>
                  <a:lnTo>
                    <a:pt x="344" y="145"/>
                  </a:lnTo>
                  <a:lnTo>
                    <a:pt x="14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27"/>
            <p:cNvSpPr/>
            <p:nvPr/>
          </p:nvSpPr>
          <p:spPr>
            <a:xfrm>
              <a:off x="6750603" y="3647765"/>
              <a:ext cx="12688" cy="12721"/>
            </a:xfrm>
            <a:custGeom>
              <a:rect b="b" l="l" r="r" t="t"/>
              <a:pathLst>
                <a:path extrusionOk="0" h="396" w="395">
                  <a:moveTo>
                    <a:pt x="197" y="0"/>
                  </a:moveTo>
                  <a:lnTo>
                    <a:pt x="0" y="197"/>
                  </a:lnTo>
                  <a:lnTo>
                    <a:pt x="197" y="396"/>
                  </a:lnTo>
                  <a:lnTo>
                    <a:pt x="394" y="197"/>
                  </a:lnTo>
                  <a:lnTo>
                    <a:pt x="197" y="0"/>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27"/>
            <p:cNvSpPr/>
            <p:nvPr/>
          </p:nvSpPr>
          <p:spPr>
            <a:xfrm>
              <a:off x="6787096" y="3614709"/>
              <a:ext cx="63763" cy="63731"/>
            </a:xfrm>
            <a:custGeom>
              <a:rect b="b" l="l" r="r" t="t"/>
              <a:pathLst>
                <a:path extrusionOk="0" h="1984" w="1985">
                  <a:moveTo>
                    <a:pt x="146" y="0"/>
                  </a:moveTo>
                  <a:lnTo>
                    <a:pt x="1" y="145"/>
                  </a:lnTo>
                  <a:lnTo>
                    <a:pt x="146" y="342"/>
                  </a:lnTo>
                  <a:lnTo>
                    <a:pt x="1787" y="1983"/>
                  </a:lnTo>
                  <a:lnTo>
                    <a:pt x="1984" y="1786"/>
                  </a:lnTo>
                  <a:lnTo>
                    <a:pt x="342" y="145"/>
                  </a:lnTo>
                  <a:lnTo>
                    <a:pt x="14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27"/>
            <p:cNvSpPr/>
            <p:nvPr/>
          </p:nvSpPr>
          <p:spPr>
            <a:xfrm>
              <a:off x="6785329" y="3613007"/>
              <a:ext cx="12721" cy="12688"/>
            </a:xfrm>
            <a:custGeom>
              <a:rect b="b" l="l" r="r" t="t"/>
              <a:pathLst>
                <a:path extrusionOk="0" h="395" w="396">
                  <a:moveTo>
                    <a:pt x="199" y="1"/>
                  </a:moveTo>
                  <a:lnTo>
                    <a:pt x="1" y="198"/>
                  </a:lnTo>
                  <a:lnTo>
                    <a:pt x="199" y="395"/>
                  </a:lnTo>
                  <a:lnTo>
                    <a:pt x="396" y="198"/>
                  </a:lnTo>
                  <a:lnTo>
                    <a:pt x="199" y="1"/>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27"/>
            <p:cNvSpPr/>
            <p:nvPr/>
          </p:nvSpPr>
          <p:spPr>
            <a:xfrm>
              <a:off x="6821950" y="3579919"/>
              <a:ext cx="63731" cy="63731"/>
            </a:xfrm>
            <a:custGeom>
              <a:rect b="b" l="l" r="r" t="t"/>
              <a:pathLst>
                <a:path extrusionOk="0" h="1984" w="1984">
                  <a:moveTo>
                    <a:pt x="145" y="0"/>
                  </a:moveTo>
                  <a:lnTo>
                    <a:pt x="0" y="145"/>
                  </a:lnTo>
                  <a:lnTo>
                    <a:pt x="145" y="343"/>
                  </a:lnTo>
                  <a:lnTo>
                    <a:pt x="1785" y="1983"/>
                  </a:lnTo>
                  <a:lnTo>
                    <a:pt x="1983" y="1787"/>
                  </a:lnTo>
                  <a:lnTo>
                    <a:pt x="342" y="145"/>
                  </a:lnTo>
                  <a:lnTo>
                    <a:pt x="14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27"/>
            <p:cNvSpPr/>
            <p:nvPr/>
          </p:nvSpPr>
          <p:spPr>
            <a:xfrm>
              <a:off x="6820119" y="3578249"/>
              <a:ext cx="12688" cy="12721"/>
            </a:xfrm>
            <a:custGeom>
              <a:rect b="b" l="l" r="r" t="t"/>
              <a:pathLst>
                <a:path extrusionOk="0" h="396" w="395">
                  <a:moveTo>
                    <a:pt x="197" y="0"/>
                  </a:moveTo>
                  <a:lnTo>
                    <a:pt x="1" y="197"/>
                  </a:lnTo>
                  <a:lnTo>
                    <a:pt x="197" y="395"/>
                  </a:lnTo>
                  <a:lnTo>
                    <a:pt x="394" y="197"/>
                  </a:lnTo>
                  <a:lnTo>
                    <a:pt x="197" y="0"/>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27"/>
            <p:cNvSpPr/>
            <p:nvPr/>
          </p:nvSpPr>
          <p:spPr>
            <a:xfrm>
              <a:off x="6856676" y="3545129"/>
              <a:ext cx="63731" cy="63699"/>
            </a:xfrm>
            <a:custGeom>
              <a:rect b="b" l="l" r="r" t="t"/>
              <a:pathLst>
                <a:path extrusionOk="0" h="1983" w="1984">
                  <a:moveTo>
                    <a:pt x="145" y="0"/>
                  </a:moveTo>
                  <a:lnTo>
                    <a:pt x="0" y="145"/>
                  </a:lnTo>
                  <a:lnTo>
                    <a:pt x="145" y="342"/>
                  </a:lnTo>
                  <a:lnTo>
                    <a:pt x="1787" y="1982"/>
                  </a:lnTo>
                  <a:lnTo>
                    <a:pt x="1984" y="1785"/>
                  </a:lnTo>
                  <a:lnTo>
                    <a:pt x="342" y="145"/>
                  </a:lnTo>
                  <a:lnTo>
                    <a:pt x="14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27"/>
            <p:cNvSpPr/>
            <p:nvPr/>
          </p:nvSpPr>
          <p:spPr>
            <a:xfrm>
              <a:off x="6854942" y="3543394"/>
              <a:ext cx="12688" cy="12721"/>
            </a:xfrm>
            <a:custGeom>
              <a:rect b="b" l="l" r="r" t="t"/>
              <a:pathLst>
                <a:path extrusionOk="0" h="396" w="395">
                  <a:moveTo>
                    <a:pt x="198" y="1"/>
                  </a:moveTo>
                  <a:lnTo>
                    <a:pt x="1" y="199"/>
                  </a:lnTo>
                  <a:lnTo>
                    <a:pt x="198" y="396"/>
                  </a:lnTo>
                  <a:lnTo>
                    <a:pt x="395" y="199"/>
                  </a:lnTo>
                  <a:lnTo>
                    <a:pt x="198" y="1"/>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27"/>
            <p:cNvSpPr/>
            <p:nvPr/>
          </p:nvSpPr>
          <p:spPr>
            <a:xfrm>
              <a:off x="6764737" y="3633662"/>
              <a:ext cx="45710" cy="44715"/>
            </a:xfrm>
            <a:custGeom>
              <a:rect b="b" l="l" r="r" t="t"/>
              <a:pathLst>
                <a:path extrusionOk="0" h="1392" w="1423">
                  <a:moveTo>
                    <a:pt x="287" y="1"/>
                  </a:moveTo>
                  <a:cubicBezTo>
                    <a:pt x="263" y="1"/>
                    <a:pt x="239" y="10"/>
                    <a:pt x="220" y="28"/>
                  </a:cubicBezTo>
                  <a:lnTo>
                    <a:pt x="37" y="213"/>
                  </a:lnTo>
                  <a:cubicBezTo>
                    <a:pt x="0" y="250"/>
                    <a:pt x="0" y="309"/>
                    <a:pt x="37" y="345"/>
                  </a:cubicBezTo>
                  <a:lnTo>
                    <a:pt x="1082" y="1392"/>
                  </a:lnTo>
                  <a:lnTo>
                    <a:pt x="1254" y="1272"/>
                  </a:lnTo>
                  <a:lnTo>
                    <a:pt x="1386" y="1140"/>
                  </a:lnTo>
                  <a:cubicBezTo>
                    <a:pt x="1422" y="1104"/>
                    <a:pt x="1422" y="1044"/>
                    <a:pt x="1386" y="1008"/>
                  </a:cubicBezTo>
                  <a:lnTo>
                    <a:pt x="484" y="106"/>
                  </a:lnTo>
                  <a:lnTo>
                    <a:pt x="352" y="27"/>
                  </a:lnTo>
                  <a:cubicBezTo>
                    <a:pt x="334" y="10"/>
                    <a:pt x="311" y="1"/>
                    <a:pt x="28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27"/>
            <p:cNvSpPr/>
            <p:nvPr/>
          </p:nvSpPr>
          <p:spPr>
            <a:xfrm>
              <a:off x="6762039" y="3630771"/>
              <a:ext cx="42948" cy="48055"/>
            </a:xfrm>
            <a:custGeom>
              <a:rect b="b" l="l" r="r" t="t"/>
              <a:pathLst>
                <a:path extrusionOk="0" h="1496" w="1337">
                  <a:moveTo>
                    <a:pt x="370" y="1"/>
                  </a:moveTo>
                  <a:lnTo>
                    <a:pt x="0" y="370"/>
                  </a:lnTo>
                  <a:lnTo>
                    <a:pt x="1099" y="1469"/>
                  </a:lnTo>
                  <a:cubicBezTo>
                    <a:pt x="1117" y="1487"/>
                    <a:pt x="1141" y="1496"/>
                    <a:pt x="1165" y="1496"/>
                  </a:cubicBezTo>
                  <a:cubicBezTo>
                    <a:pt x="1189" y="1496"/>
                    <a:pt x="1213" y="1487"/>
                    <a:pt x="1231" y="1469"/>
                  </a:cubicBezTo>
                  <a:lnTo>
                    <a:pt x="1337" y="1363"/>
                  </a:lnTo>
                  <a:lnTo>
                    <a:pt x="410" y="437"/>
                  </a:lnTo>
                  <a:cubicBezTo>
                    <a:pt x="388" y="415"/>
                    <a:pt x="388" y="379"/>
                    <a:pt x="410" y="357"/>
                  </a:cubicBezTo>
                  <a:lnTo>
                    <a:pt x="567" y="198"/>
                  </a:lnTo>
                  <a:lnTo>
                    <a:pt x="37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27"/>
            <p:cNvSpPr/>
            <p:nvPr/>
          </p:nvSpPr>
          <p:spPr>
            <a:xfrm>
              <a:off x="6799463" y="3598936"/>
              <a:ext cx="45710" cy="44650"/>
            </a:xfrm>
            <a:custGeom>
              <a:rect b="b" l="l" r="r" t="t"/>
              <a:pathLst>
                <a:path extrusionOk="0" h="1390" w="1423">
                  <a:moveTo>
                    <a:pt x="289" y="0"/>
                  </a:moveTo>
                  <a:cubicBezTo>
                    <a:pt x="266" y="0"/>
                    <a:pt x="241" y="10"/>
                    <a:pt x="222" y="28"/>
                  </a:cubicBezTo>
                  <a:lnTo>
                    <a:pt x="37" y="212"/>
                  </a:lnTo>
                  <a:cubicBezTo>
                    <a:pt x="1" y="248"/>
                    <a:pt x="1" y="309"/>
                    <a:pt x="37" y="345"/>
                  </a:cubicBezTo>
                  <a:lnTo>
                    <a:pt x="1084" y="1390"/>
                  </a:lnTo>
                  <a:lnTo>
                    <a:pt x="1254" y="1271"/>
                  </a:lnTo>
                  <a:lnTo>
                    <a:pt x="1386" y="1138"/>
                  </a:lnTo>
                  <a:cubicBezTo>
                    <a:pt x="1422" y="1102"/>
                    <a:pt x="1422" y="1043"/>
                    <a:pt x="1386" y="1006"/>
                  </a:cubicBezTo>
                  <a:lnTo>
                    <a:pt x="486" y="106"/>
                  </a:lnTo>
                  <a:lnTo>
                    <a:pt x="354" y="26"/>
                  </a:lnTo>
                  <a:cubicBezTo>
                    <a:pt x="336" y="9"/>
                    <a:pt x="313" y="0"/>
                    <a:pt x="28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27"/>
            <p:cNvSpPr/>
            <p:nvPr/>
          </p:nvSpPr>
          <p:spPr>
            <a:xfrm>
              <a:off x="6796829" y="3596045"/>
              <a:ext cx="42916" cy="48023"/>
            </a:xfrm>
            <a:custGeom>
              <a:rect b="b" l="l" r="r" t="t"/>
              <a:pathLst>
                <a:path extrusionOk="0" h="1495" w="1336">
                  <a:moveTo>
                    <a:pt x="369" y="1"/>
                  </a:moveTo>
                  <a:lnTo>
                    <a:pt x="0" y="370"/>
                  </a:lnTo>
                  <a:lnTo>
                    <a:pt x="1098" y="1467"/>
                  </a:lnTo>
                  <a:cubicBezTo>
                    <a:pt x="1116" y="1485"/>
                    <a:pt x="1140" y="1494"/>
                    <a:pt x="1164" y="1494"/>
                  </a:cubicBezTo>
                  <a:cubicBezTo>
                    <a:pt x="1188" y="1494"/>
                    <a:pt x="1213" y="1485"/>
                    <a:pt x="1231" y="1467"/>
                  </a:cubicBezTo>
                  <a:lnTo>
                    <a:pt x="1335" y="1363"/>
                  </a:lnTo>
                  <a:lnTo>
                    <a:pt x="409" y="436"/>
                  </a:lnTo>
                  <a:cubicBezTo>
                    <a:pt x="387" y="415"/>
                    <a:pt x="387" y="378"/>
                    <a:pt x="409" y="357"/>
                  </a:cubicBezTo>
                  <a:lnTo>
                    <a:pt x="566" y="197"/>
                  </a:lnTo>
                  <a:lnTo>
                    <a:pt x="36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27"/>
            <p:cNvSpPr/>
            <p:nvPr/>
          </p:nvSpPr>
          <p:spPr>
            <a:xfrm>
              <a:off x="6834318" y="3564146"/>
              <a:ext cx="45678" cy="44715"/>
            </a:xfrm>
            <a:custGeom>
              <a:rect b="b" l="l" r="r" t="t"/>
              <a:pathLst>
                <a:path extrusionOk="0" h="1392" w="1422">
                  <a:moveTo>
                    <a:pt x="287" y="1"/>
                  </a:moveTo>
                  <a:cubicBezTo>
                    <a:pt x="263" y="1"/>
                    <a:pt x="238" y="10"/>
                    <a:pt x="220" y="28"/>
                  </a:cubicBezTo>
                  <a:lnTo>
                    <a:pt x="36" y="213"/>
                  </a:lnTo>
                  <a:cubicBezTo>
                    <a:pt x="0" y="249"/>
                    <a:pt x="0" y="309"/>
                    <a:pt x="36" y="345"/>
                  </a:cubicBezTo>
                  <a:lnTo>
                    <a:pt x="1082" y="1392"/>
                  </a:lnTo>
                  <a:lnTo>
                    <a:pt x="1254" y="1271"/>
                  </a:lnTo>
                  <a:lnTo>
                    <a:pt x="1386" y="1140"/>
                  </a:lnTo>
                  <a:cubicBezTo>
                    <a:pt x="1422" y="1104"/>
                    <a:pt x="1422" y="1044"/>
                    <a:pt x="1386" y="1008"/>
                  </a:cubicBezTo>
                  <a:lnTo>
                    <a:pt x="485" y="106"/>
                  </a:lnTo>
                  <a:lnTo>
                    <a:pt x="353" y="27"/>
                  </a:lnTo>
                  <a:cubicBezTo>
                    <a:pt x="335" y="9"/>
                    <a:pt x="311" y="1"/>
                    <a:pt x="28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27"/>
            <p:cNvSpPr/>
            <p:nvPr/>
          </p:nvSpPr>
          <p:spPr>
            <a:xfrm>
              <a:off x="6831620" y="3561223"/>
              <a:ext cx="42948" cy="48055"/>
            </a:xfrm>
            <a:custGeom>
              <a:rect b="b" l="l" r="r" t="t"/>
              <a:pathLst>
                <a:path extrusionOk="0" h="1496" w="1337">
                  <a:moveTo>
                    <a:pt x="369" y="0"/>
                  </a:moveTo>
                  <a:lnTo>
                    <a:pt x="0" y="369"/>
                  </a:lnTo>
                  <a:lnTo>
                    <a:pt x="1099" y="1468"/>
                  </a:lnTo>
                  <a:cubicBezTo>
                    <a:pt x="1117" y="1486"/>
                    <a:pt x="1141" y="1495"/>
                    <a:pt x="1165" y="1495"/>
                  </a:cubicBezTo>
                  <a:cubicBezTo>
                    <a:pt x="1189" y="1495"/>
                    <a:pt x="1213" y="1486"/>
                    <a:pt x="1231" y="1468"/>
                  </a:cubicBezTo>
                  <a:lnTo>
                    <a:pt x="1336" y="1362"/>
                  </a:lnTo>
                  <a:lnTo>
                    <a:pt x="410" y="436"/>
                  </a:lnTo>
                  <a:cubicBezTo>
                    <a:pt x="388" y="414"/>
                    <a:pt x="388" y="378"/>
                    <a:pt x="410" y="356"/>
                  </a:cubicBezTo>
                  <a:lnTo>
                    <a:pt x="568" y="197"/>
                  </a:lnTo>
                  <a:lnTo>
                    <a:pt x="36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27"/>
            <p:cNvSpPr/>
            <p:nvPr/>
          </p:nvSpPr>
          <p:spPr>
            <a:xfrm>
              <a:off x="6729947" y="3668517"/>
              <a:ext cx="45710" cy="43815"/>
            </a:xfrm>
            <a:custGeom>
              <a:rect b="b" l="l" r="r" t="t"/>
              <a:pathLst>
                <a:path extrusionOk="0" h="1364" w="1423">
                  <a:moveTo>
                    <a:pt x="288" y="0"/>
                  </a:moveTo>
                  <a:cubicBezTo>
                    <a:pt x="264" y="0"/>
                    <a:pt x="240" y="9"/>
                    <a:pt x="222" y="27"/>
                  </a:cubicBezTo>
                  <a:lnTo>
                    <a:pt x="37" y="213"/>
                  </a:lnTo>
                  <a:cubicBezTo>
                    <a:pt x="1" y="249"/>
                    <a:pt x="1" y="308"/>
                    <a:pt x="37" y="344"/>
                  </a:cubicBezTo>
                  <a:lnTo>
                    <a:pt x="1083" y="1364"/>
                  </a:lnTo>
                  <a:lnTo>
                    <a:pt x="1254" y="1271"/>
                  </a:lnTo>
                  <a:lnTo>
                    <a:pt x="1386" y="1139"/>
                  </a:lnTo>
                  <a:cubicBezTo>
                    <a:pt x="1422" y="1103"/>
                    <a:pt x="1422" y="1042"/>
                    <a:pt x="1386" y="1006"/>
                  </a:cubicBezTo>
                  <a:lnTo>
                    <a:pt x="486" y="106"/>
                  </a:lnTo>
                  <a:lnTo>
                    <a:pt x="354" y="26"/>
                  </a:lnTo>
                  <a:cubicBezTo>
                    <a:pt x="335" y="9"/>
                    <a:pt x="312" y="0"/>
                    <a:pt x="28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27"/>
            <p:cNvSpPr/>
            <p:nvPr/>
          </p:nvSpPr>
          <p:spPr>
            <a:xfrm>
              <a:off x="6727313" y="3665562"/>
              <a:ext cx="42884" cy="48023"/>
            </a:xfrm>
            <a:custGeom>
              <a:rect b="b" l="l" r="r" t="t"/>
              <a:pathLst>
                <a:path extrusionOk="0" h="1495" w="1335">
                  <a:moveTo>
                    <a:pt x="369" y="1"/>
                  </a:moveTo>
                  <a:lnTo>
                    <a:pt x="0" y="370"/>
                  </a:lnTo>
                  <a:lnTo>
                    <a:pt x="1097" y="1467"/>
                  </a:lnTo>
                  <a:cubicBezTo>
                    <a:pt x="1116" y="1485"/>
                    <a:pt x="1140" y="1494"/>
                    <a:pt x="1164" y="1494"/>
                  </a:cubicBezTo>
                  <a:cubicBezTo>
                    <a:pt x="1188" y="1494"/>
                    <a:pt x="1212" y="1485"/>
                    <a:pt x="1231" y="1467"/>
                  </a:cubicBezTo>
                  <a:lnTo>
                    <a:pt x="1335" y="1363"/>
                  </a:lnTo>
                  <a:lnTo>
                    <a:pt x="408" y="436"/>
                  </a:lnTo>
                  <a:cubicBezTo>
                    <a:pt x="387" y="415"/>
                    <a:pt x="387" y="379"/>
                    <a:pt x="408" y="357"/>
                  </a:cubicBezTo>
                  <a:lnTo>
                    <a:pt x="566" y="198"/>
                  </a:lnTo>
                  <a:lnTo>
                    <a:pt x="36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27"/>
            <p:cNvSpPr/>
            <p:nvPr/>
          </p:nvSpPr>
          <p:spPr>
            <a:xfrm>
              <a:off x="6814498" y="3535267"/>
              <a:ext cx="16832" cy="16864"/>
            </a:xfrm>
            <a:custGeom>
              <a:rect b="b" l="l" r="r" t="t"/>
              <a:pathLst>
                <a:path extrusionOk="0" h="525" w="524">
                  <a:moveTo>
                    <a:pt x="242" y="0"/>
                  </a:moveTo>
                  <a:cubicBezTo>
                    <a:pt x="213" y="0"/>
                    <a:pt x="186" y="5"/>
                    <a:pt x="161" y="13"/>
                  </a:cubicBezTo>
                  <a:cubicBezTo>
                    <a:pt x="47" y="48"/>
                    <a:pt x="0" y="264"/>
                    <a:pt x="0" y="281"/>
                  </a:cubicBezTo>
                  <a:cubicBezTo>
                    <a:pt x="0" y="435"/>
                    <a:pt x="89" y="525"/>
                    <a:pt x="242" y="525"/>
                  </a:cubicBezTo>
                  <a:cubicBezTo>
                    <a:pt x="261" y="525"/>
                    <a:pt x="475" y="477"/>
                    <a:pt x="510" y="362"/>
                  </a:cubicBezTo>
                  <a:cubicBezTo>
                    <a:pt x="519" y="338"/>
                    <a:pt x="523" y="310"/>
                    <a:pt x="523" y="281"/>
                  </a:cubicBezTo>
                  <a:cubicBezTo>
                    <a:pt x="523" y="128"/>
                    <a:pt x="399" y="0"/>
                    <a:pt x="24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27"/>
            <p:cNvSpPr/>
            <p:nvPr/>
          </p:nvSpPr>
          <p:spPr>
            <a:xfrm>
              <a:off x="6813245" y="3535684"/>
              <a:ext cx="17635" cy="17667"/>
            </a:xfrm>
            <a:custGeom>
              <a:rect b="b" l="l" r="r" t="t"/>
              <a:pathLst>
                <a:path extrusionOk="0" h="550" w="549">
                  <a:moveTo>
                    <a:pt x="200" y="0"/>
                  </a:moveTo>
                  <a:lnTo>
                    <a:pt x="200" y="0"/>
                  </a:lnTo>
                  <a:cubicBezTo>
                    <a:pt x="86" y="35"/>
                    <a:pt x="0" y="142"/>
                    <a:pt x="0" y="268"/>
                  </a:cubicBezTo>
                  <a:cubicBezTo>
                    <a:pt x="0" y="422"/>
                    <a:pt x="126" y="549"/>
                    <a:pt x="281" y="549"/>
                  </a:cubicBezTo>
                  <a:cubicBezTo>
                    <a:pt x="409" y="549"/>
                    <a:pt x="514" y="465"/>
                    <a:pt x="549" y="349"/>
                  </a:cubicBezTo>
                  <a:lnTo>
                    <a:pt x="549" y="349"/>
                  </a:lnTo>
                  <a:cubicBezTo>
                    <a:pt x="524" y="360"/>
                    <a:pt x="497" y="362"/>
                    <a:pt x="468" y="362"/>
                  </a:cubicBezTo>
                  <a:cubicBezTo>
                    <a:pt x="314" y="362"/>
                    <a:pt x="187" y="238"/>
                    <a:pt x="187" y="82"/>
                  </a:cubicBezTo>
                  <a:cubicBezTo>
                    <a:pt x="187" y="53"/>
                    <a:pt x="191" y="27"/>
                    <a:pt x="20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27"/>
            <p:cNvSpPr/>
            <p:nvPr/>
          </p:nvSpPr>
          <p:spPr>
            <a:xfrm>
              <a:off x="6789858" y="3559906"/>
              <a:ext cx="16800" cy="16864"/>
            </a:xfrm>
            <a:custGeom>
              <a:rect b="b" l="l" r="r" t="t"/>
              <a:pathLst>
                <a:path extrusionOk="0" h="525" w="523">
                  <a:moveTo>
                    <a:pt x="242" y="1"/>
                  </a:moveTo>
                  <a:cubicBezTo>
                    <a:pt x="213" y="1"/>
                    <a:pt x="185" y="5"/>
                    <a:pt x="161" y="14"/>
                  </a:cubicBezTo>
                  <a:cubicBezTo>
                    <a:pt x="46" y="48"/>
                    <a:pt x="0" y="235"/>
                    <a:pt x="0" y="282"/>
                  </a:cubicBezTo>
                  <a:cubicBezTo>
                    <a:pt x="0" y="435"/>
                    <a:pt x="88" y="525"/>
                    <a:pt x="242" y="525"/>
                  </a:cubicBezTo>
                  <a:cubicBezTo>
                    <a:pt x="293" y="525"/>
                    <a:pt x="475" y="477"/>
                    <a:pt x="510" y="363"/>
                  </a:cubicBezTo>
                  <a:cubicBezTo>
                    <a:pt x="518" y="338"/>
                    <a:pt x="523" y="311"/>
                    <a:pt x="523" y="282"/>
                  </a:cubicBezTo>
                  <a:cubicBezTo>
                    <a:pt x="523" y="128"/>
                    <a:pt x="398" y="1"/>
                    <a:pt x="24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27"/>
            <p:cNvSpPr/>
            <p:nvPr/>
          </p:nvSpPr>
          <p:spPr>
            <a:xfrm>
              <a:off x="6788605" y="3560323"/>
              <a:ext cx="17635" cy="17667"/>
            </a:xfrm>
            <a:custGeom>
              <a:rect b="b" l="l" r="r" t="t"/>
              <a:pathLst>
                <a:path extrusionOk="0" h="550" w="549">
                  <a:moveTo>
                    <a:pt x="200" y="1"/>
                  </a:moveTo>
                  <a:lnTo>
                    <a:pt x="200" y="1"/>
                  </a:lnTo>
                  <a:cubicBezTo>
                    <a:pt x="85" y="35"/>
                    <a:pt x="0" y="143"/>
                    <a:pt x="0" y="269"/>
                  </a:cubicBezTo>
                  <a:cubicBezTo>
                    <a:pt x="0" y="422"/>
                    <a:pt x="126" y="549"/>
                    <a:pt x="281" y="549"/>
                  </a:cubicBezTo>
                  <a:cubicBezTo>
                    <a:pt x="408" y="549"/>
                    <a:pt x="514" y="465"/>
                    <a:pt x="549" y="350"/>
                  </a:cubicBezTo>
                  <a:lnTo>
                    <a:pt x="549" y="350"/>
                  </a:lnTo>
                  <a:cubicBezTo>
                    <a:pt x="524" y="360"/>
                    <a:pt x="497" y="363"/>
                    <a:pt x="468" y="363"/>
                  </a:cubicBezTo>
                  <a:cubicBezTo>
                    <a:pt x="314" y="363"/>
                    <a:pt x="187" y="238"/>
                    <a:pt x="187" y="82"/>
                  </a:cubicBezTo>
                  <a:cubicBezTo>
                    <a:pt x="187" y="53"/>
                    <a:pt x="191" y="25"/>
                    <a:pt x="20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27"/>
            <p:cNvSpPr/>
            <p:nvPr/>
          </p:nvSpPr>
          <p:spPr>
            <a:xfrm>
              <a:off x="6839137" y="3510628"/>
              <a:ext cx="16832" cy="16832"/>
            </a:xfrm>
            <a:custGeom>
              <a:rect b="b" l="l" r="r" t="t"/>
              <a:pathLst>
                <a:path extrusionOk="0" h="524" w="524">
                  <a:moveTo>
                    <a:pt x="242" y="0"/>
                  </a:moveTo>
                  <a:cubicBezTo>
                    <a:pt x="213" y="0"/>
                    <a:pt x="186" y="5"/>
                    <a:pt x="161" y="13"/>
                  </a:cubicBezTo>
                  <a:cubicBezTo>
                    <a:pt x="46" y="48"/>
                    <a:pt x="1" y="259"/>
                    <a:pt x="1" y="281"/>
                  </a:cubicBezTo>
                  <a:cubicBezTo>
                    <a:pt x="1" y="435"/>
                    <a:pt x="92" y="485"/>
                    <a:pt x="242" y="523"/>
                  </a:cubicBezTo>
                  <a:cubicBezTo>
                    <a:pt x="243" y="523"/>
                    <a:pt x="245" y="523"/>
                    <a:pt x="247" y="523"/>
                  </a:cubicBezTo>
                  <a:cubicBezTo>
                    <a:pt x="282" y="523"/>
                    <a:pt x="477" y="471"/>
                    <a:pt x="510" y="362"/>
                  </a:cubicBezTo>
                  <a:cubicBezTo>
                    <a:pt x="517" y="338"/>
                    <a:pt x="523" y="310"/>
                    <a:pt x="523" y="281"/>
                  </a:cubicBezTo>
                  <a:cubicBezTo>
                    <a:pt x="523" y="128"/>
                    <a:pt x="399" y="0"/>
                    <a:pt x="24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27"/>
            <p:cNvSpPr/>
            <p:nvPr/>
          </p:nvSpPr>
          <p:spPr>
            <a:xfrm>
              <a:off x="6837884" y="3511045"/>
              <a:ext cx="17667" cy="17635"/>
            </a:xfrm>
            <a:custGeom>
              <a:rect b="b" l="l" r="r" t="t"/>
              <a:pathLst>
                <a:path extrusionOk="0" h="549" w="550">
                  <a:moveTo>
                    <a:pt x="200" y="0"/>
                  </a:moveTo>
                  <a:lnTo>
                    <a:pt x="200" y="0"/>
                  </a:lnTo>
                  <a:cubicBezTo>
                    <a:pt x="85" y="35"/>
                    <a:pt x="1" y="142"/>
                    <a:pt x="1" y="268"/>
                  </a:cubicBezTo>
                  <a:cubicBezTo>
                    <a:pt x="1" y="422"/>
                    <a:pt x="127" y="549"/>
                    <a:pt x="281" y="549"/>
                  </a:cubicBezTo>
                  <a:cubicBezTo>
                    <a:pt x="409" y="549"/>
                    <a:pt x="514" y="465"/>
                    <a:pt x="549" y="349"/>
                  </a:cubicBezTo>
                  <a:lnTo>
                    <a:pt x="549" y="349"/>
                  </a:lnTo>
                  <a:cubicBezTo>
                    <a:pt x="525" y="359"/>
                    <a:pt x="497" y="362"/>
                    <a:pt x="468" y="362"/>
                  </a:cubicBezTo>
                  <a:cubicBezTo>
                    <a:pt x="315" y="362"/>
                    <a:pt x="187" y="238"/>
                    <a:pt x="187" y="81"/>
                  </a:cubicBezTo>
                  <a:cubicBezTo>
                    <a:pt x="187" y="52"/>
                    <a:pt x="192" y="26"/>
                    <a:pt x="20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27"/>
            <p:cNvSpPr/>
            <p:nvPr/>
          </p:nvSpPr>
          <p:spPr>
            <a:xfrm>
              <a:off x="6757670" y="3578345"/>
              <a:ext cx="18342" cy="17443"/>
            </a:xfrm>
            <a:custGeom>
              <a:rect b="b" l="l" r="r" t="t"/>
              <a:pathLst>
                <a:path extrusionOk="0" h="543" w="571">
                  <a:moveTo>
                    <a:pt x="418" y="0"/>
                  </a:moveTo>
                  <a:cubicBezTo>
                    <a:pt x="382" y="0"/>
                    <a:pt x="346" y="14"/>
                    <a:pt x="319" y="41"/>
                  </a:cubicBezTo>
                  <a:lnTo>
                    <a:pt x="55" y="305"/>
                  </a:lnTo>
                  <a:cubicBezTo>
                    <a:pt x="0" y="359"/>
                    <a:pt x="0" y="447"/>
                    <a:pt x="55" y="502"/>
                  </a:cubicBezTo>
                  <a:cubicBezTo>
                    <a:pt x="82" y="529"/>
                    <a:pt x="118" y="542"/>
                    <a:pt x="154" y="542"/>
                  </a:cubicBezTo>
                  <a:cubicBezTo>
                    <a:pt x="190" y="542"/>
                    <a:pt x="226" y="529"/>
                    <a:pt x="252" y="502"/>
                  </a:cubicBezTo>
                  <a:lnTo>
                    <a:pt x="517" y="237"/>
                  </a:lnTo>
                  <a:cubicBezTo>
                    <a:pt x="571" y="182"/>
                    <a:pt x="571" y="96"/>
                    <a:pt x="517" y="41"/>
                  </a:cubicBezTo>
                  <a:cubicBezTo>
                    <a:pt x="490" y="14"/>
                    <a:pt x="454" y="0"/>
                    <a:pt x="41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27"/>
            <p:cNvSpPr/>
            <p:nvPr/>
          </p:nvSpPr>
          <p:spPr>
            <a:xfrm>
              <a:off x="6770423" y="3591034"/>
              <a:ext cx="18342" cy="17507"/>
            </a:xfrm>
            <a:custGeom>
              <a:rect b="b" l="l" r="r" t="t"/>
              <a:pathLst>
                <a:path extrusionOk="0" h="545" w="571">
                  <a:moveTo>
                    <a:pt x="418" y="1"/>
                  </a:moveTo>
                  <a:cubicBezTo>
                    <a:pt x="382" y="1"/>
                    <a:pt x="346" y="15"/>
                    <a:pt x="319" y="42"/>
                  </a:cubicBezTo>
                  <a:lnTo>
                    <a:pt x="55" y="306"/>
                  </a:lnTo>
                  <a:cubicBezTo>
                    <a:pt x="0" y="361"/>
                    <a:pt x="0" y="449"/>
                    <a:pt x="55" y="504"/>
                  </a:cubicBezTo>
                  <a:cubicBezTo>
                    <a:pt x="82" y="531"/>
                    <a:pt x="117" y="544"/>
                    <a:pt x="153" y="544"/>
                  </a:cubicBezTo>
                  <a:cubicBezTo>
                    <a:pt x="189" y="544"/>
                    <a:pt x="224" y="531"/>
                    <a:pt x="252" y="504"/>
                  </a:cubicBezTo>
                  <a:lnTo>
                    <a:pt x="515" y="239"/>
                  </a:lnTo>
                  <a:cubicBezTo>
                    <a:pt x="570" y="183"/>
                    <a:pt x="570" y="94"/>
                    <a:pt x="515" y="42"/>
                  </a:cubicBezTo>
                  <a:cubicBezTo>
                    <a:pt x="489" y="15"/>
                    <a:pt x="453" y="1"/>
                    <a:pt x="41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27"/>
            <p:cNvSpPr/>
            <p:nvPr/>
          </p:nvSpPr>
          <p:spPr>
            <a:xfrm>
              <a:off x="6726831" y="3607160"/>
              <a:ext cx="34596" cy="32379"/>
            </a:xfrm>
            <a:custGeom>
              <a:rect b="b" l="l" r="r" t="t"/>
              <a:pathLst>
                <a:path extrusionOk="0" h="1008" w="1077">
                  <a:moveTo>
                    <a:pt x="711" y="1"/>
                  </a:moveTo>
                  <a:cubicBezTo>
                    <a:pt x="687" y="1"/>
                    <a:pt x="663" y="10"/>
                    <a:pt x="645" y="28"/>
                  </a:cubicBezTo>
                  <a:lnTo>
                    <a:pt x="37" y="636"/>
                  </a:lnTo>
                  <a:cubicBezTo>
                    <a:pt x="1" y="672"/>
                    <a:pt x="1" y="730"/>
                    <a:pt x="35" y="769"/>
                  </a:cubicBezTo>
                  <a:lnTo>
                    <a:pt x="248" y="981"/>
                  </a:lnTo>
                  <a:cubicBezTo>
                    <a:pt x="266" y="999"/>
                    <a:pt x="290" y="1008"/>
                    <a:pt x="314" y="1008"/>
                  </a:cubicBezTo>
                  <a:cubicBezTo>
                    <a:pt x="338" y="1008"/>
                    <a:pt x="362" y="999"/>
                    <a:pt x="380" y="981"/>
                  </a:cubicBezTo>
                  <a:lnTo>
                    <a:pt x="512" y="901"/>
                  </a:lnTo>
                  <a:lnTo>
                    <a:pt x="1040" y="373"/>
                  </a:lnTo>
                  <a:cubicBezTo>
                    <a:pt x="1076" y="336"/>
                    <a:pt x="1076" y="277"/>
                    <a:pt x="1040" y="241"/>
                  </a:cubicBezTo>
                  <a:lnTo>
                    <a:pt x="908" y="108"/>
                  </a:lnTo>
                  <a:lnTo>
                    <a:pt x="777" y="28"/>
                  </a:lnTo>
                  <a:cubicBezTo>
                    <a:pt x="758" y="10"/>
                    <a:pt x="735" y="1"/>
                    <a:pt x="711" y="1"/>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27"/>
            <p:cNvSpPr/>
            <p:nvPr/>
          </p:nvSpPr>
          <p:spPr>
            <a:xfrm>
              <a:off x="6725128" y="3605458"/>
              <a:ext cx="30902" cy="35720"/>
            </a:xfrm>
            <a:custGeom>
              <a:rect b="b" l="l" r="r" t="t"/>
              <a:pathLst>
                <a:path extrusionOk="0" h="1112" w="962">
                  <a:moveTo>
                    <a:pt x="764" y="0"/>
                  </a:moveTo>
                  <a:cubicBezTo>
                    <a:pt x="740" y="0"/>
                    <a:pt x="716" y="9"/>
                    <a:pt x="698" y="27"/>
                  </a:cubicBezTo>
                  <a:lnTo>
                    <a:pt x="36" y="688"/>
                  </a:lnTo>
                  <a:cubicBezTo>
                    <a:pt x="0" y="724"/>
                    <a:pt x="0" y="783"/>
                    <a:pt x="36" y="819"/>
                  </a:cubicBezTo>
                  <a:lnTo>
                    <a:pt x="301" y="1084"/>
                  </a:lnTo>
                  <a:cubicBezTo>
                    <a:pt x="319" y="1102"/>
                    <a:pt x="343" y="1111"/>
                    <a:pt x="367" y="1111"/>
                  </a:cubicBezTo>
                  <a:cubicBezTo>
                    <a:pt x="391" y="1111"/>
                    <a:pt x="415" y="1102"/>
                    <a:pt x="433" y="1084"/>
                  </a:cubicBezTo>
                  <a:lnTo>
                    <a:pt x="565" y="952"/>
                  </a:lnTo>
                  <a:lnTo>
                    <a:pt x="394" y="780"/>
                  </a:lnTo>
                  <a:cubicBezTo>
                    <a:pt x="379" y="766"/>
                    <a:pt x="379" y="743"/>
                    <a:pt x="394" y="728"/>
                  </a:cubicBezTo>
                  <a:lnTo>
                    <a:pt x="961" y="159"/>
                  </a:lnTo>
                  <a:lnTo>
                    <a:pt x="830" y="27"/>
                  </a:lnTo>
                  <a:cubicBezTo>
                    <a:pt x="811" y="9"/>
                    <a:pt x="788" y="0"/>
                    <a:pt x="76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27"/>
            <p:cNvSpPr/>
            <p:nvPr/>
          </p:nvSpPr>
          <p:spPr>
            <a:xfrm>
              <a:off x="6668526" y="3676355"/>
              <a:ext cx="8962" cy="8994"/>
            </a:xfrm>
            <a:custGeom>
              <a:rect b="b" l="l" r="r" t="t"/>
              <a:pathLst>
                <a:path extrusionOk="0" h="280" w="279">
                  <a:moveTo>
                    <a:pt x="139" y="1"/>
                  </a:moveTo>
                  <a:cubicBezTo>
                    <a:pt x="63" y="1"/>
                    <a:pt x="0" y="63"/>
                    <a:pt x="0" y="140"/>
                  </a:cubicBezTo>
                  <a:cubicBezTo>
                    <a:pt x="0" y="216"/>
                    <a:pt x="63" y="280"/>
                    <a:pt x="139" y="280"/>
                  </a:cubicBezTo>
                  <a:cubicBezTo>
                    <a:pt x="216" y="280"/>
                    <a:pt x="278" y="216"/>
                    <a:pt x="278" y="140"/>
                  </a:cubicBezTo>
                  <a:cubicBezTo>
                    <a:pt x="278" y="63"/>
                    <a:pt x="216" y="1"/>
                    <a:pt x="139"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27"/>
            <p:cNvSpPr/>
            <p:nvPr/>
          </p:nvSpPr>
          <p:spPr>
            <a:xfrm>
              <a:off x="6681215" y="3663666"/>
              <a:ext cx="8994" cy="8994"/>
            </a:xfrm>
            <a:custGeom>
              <a:rect b="b" l="l" r="r" t="t"/>
              <a:pathLst>
                <a:path extrusionOk="0" h="280" w="280">
                  <a:moveTo>
                    <a:pt x="141" y="0"/>
                  </a:moveTo>
                  <a:cubicBezTo>
                    <a:pt x="64" y="0"/>
                    <a:pt x="0" y="64"/>
                    <a:pt x="0" y="141"/>
                  </a:cubicBezTo>
                  <a:cubicBezTo>
                    <a:pt x="0" y="218"/>
                    <a:pt x="64" y="280"/>
                    <a:pt x="141" y="280"/>
                  </a:cubicBezTo>
                  <a:cubicBezTo>
                    <a:pt x="218" y="280"/>
                    <a:pt x="280" y="218"/>
                    <a:pt x="280" y="141"/>
                  </a:cubicBezTo>
                  <a:cubicBezTo>
                    <a:pt x="280" y="64"/>
                    <a:pt x="218" y="0"/>
                    <a:pt x="141"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27"/>
            <p:cNvSpPr/>
            <p:nvPr/>
          </p:nvSpPr>
          <p:spPr>
            <a:xfrm>
              <a:off x="6693968" y="3650977"/>
              <a:ext cx="8994" cy="8962"/>
            </a:xfrm>
            <a:custGeom>
              <a:rect b="b" l="l" r="r" t="t"/>
              <a:pathLst>
                <a:path extrusionOk="0" h="279" w="280">
                  <a:moveTo>
                    <a:pt x="141" y="0"/>
                  </a:moveTo>
                  <a:cubicBezTo>
                    <a:pt x="62" y="0"/>
                    <a:pt x="0" y="62"/>
                    <a:pt x="0" y="139"/>
                  </a:cubicBezTo>
                  <a:cubicBezTo>
                    <a:pt x="0" y="216"/>
                    <a:pt x="62" y="278"/>
                    <a:pt x="141" y="278"/>
                  </a:cubicBezTo>
                  <a:cubicBezTo>
                    <a:pt x="217" y="278"/>
                    <a:pt x="280" y="216"/>
                    <a:pt x="280" y="139"/>
                  </a:cubicBezTo>
                  <a:cubicBezTo>
                    <a:pt x="280" y="62"/>
                    <a:pt x="217" y="0"/>
                    <a:pt x="141"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27"/>
            <p:cNvSpPr/>
            <p:nvPr/>
          </p:nvSpPr>
          <p:spPr>
            <a:xfrm>
              <a:off x="6706657" y="3638224"/>
              <a:ext cx="8962" cy="8994"/>
            </a:xfrm>
            <a:custGeom>
              <a:rect b="b" l="l" r="r" t="t"/>
              <a:pathLst>
                <a:path extrusionOk="0" h="280" w="279">
                  <a:moveTo>
                    <a:pt x="139" y="1"/>
                  </a:moveTo>
                  <a:cubicBezTo>
                    <a:pt x="63" y="1"/>
                    <a:pt x="0" y="63"/>
                    <a:pt x="0" y="140"/>
                  </a:cubicBezTo>
                  <a:cubicBezTo>
                    <a:pt x="0" y="216"/>
                    <a:pt x="63" y="280"/>
                    <a:pt x="139" y="280"/>
                  </a:cubicBezTo>
                  <a:cubicBezTo>
                    <a:pt x="216" y="280"/>
                    <a:pt x="278" y="216"/>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27"/>
            <p:cNvSpPr/>
            <p:nvPr/>
          </p:nvSpPr>
          <p:spPr>
            <a:xfrm>
              <a:off x="6687575" y="3682780"/>
              <a:ext cx="8962" cy="8962"/>
            </a:xfrm>
            <a:custGeom>
              <a:rect b="b" l="l" r="r" t="t"/>
              <a:pathLst>
                <a:path extrusionOk="0" h="279" w="279">
                  <a:moveTo>
                    <a:pt x="140" y="0"/>
                  </a:moveTo>
                  <a:cubicBezTo>
                    <a:pt x="63" y="0"/>
                    <a:pt x="1" y="63"/>
                    <a:pt x="1" y="139"/>
                  </a:cubicBezTo>
                  <a:cubicBezTo>
                    <a:pt x="1" y="216"/>
                    <a:pt x="63" y="278"/>
                    <a:pt x="140" y="278"/>
                  </a:cubicBezTo>
                  <a:cubicBezTo>
                    <a:pt x="217" y="278"/>
                    <a:pt x="279" y="216"/>
                    <a:pt x="279" y="139"/>
                  </a:cubicBezTo>
                  <a:cubicBezTo>
                    <a:pt x="279"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27"/>
            <p:cNvSpPr/>
            <p:nvPr/>
          </p:nvSpPr>
          <p:spPr>
            <a:xfrm>
              <a:off x="6700296" y="3670027"/>
              <a:ext cx="8994" cy="8962"/>
            </a:xfrm>
            <a:custGeom>
              <a:rect b="b" l="l" r="r" t="t"/>
              <a:pathLst>
                <a:path extrusionOk="0" h="279" w="280">
                  <a:moveTo>
                    <a:pt x="140" y="1"/>
                  </a:moveTo>
                  <a:cubicBezTo>
                    <a:pt x="64" y="1"/>
                    <a:pt x="0" y="63"/>
                    <a:pt x="0" y="140"/>
                  </a:cubicBezTo>
                  <a:cubicBezTo>
                    <a:pt x="0" y="216"/>
                    <a:pt x="64" y="279"/>
                    <a:pt x="140" y="279"/>
                  </a:cubicBezTo>
                  <a:cubicBezTo>
                    <a:pt x="217" y="279"/>
                    <a:pt x="279" y="216"/>
                    <a:pt x="279" y="140"/>
                  </a:cubicBezTo>
                  <a:cubicBezTo>
                    <a:pt x="279" y="63"/>
                    <a:pt x="217"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27"/>
            <p:cNvSpPr/>
            <p:nvPr/>
          </p:nvSpPr>
          <p:spPr>
            <a:xfrm>
              <a:off x="6713017" y="3657306"/>
              <a:ext cx="9026" cy="8930"/>
            </a:xfrm>
            <a:custGeom>
              <a:rect b="b" l="l" r="r" t="t"/>
              <a:pathLst>
                <a:path extrusionOk="0" h="278" w="281">
                  <a:moveTo>
                    <a:pt x="141" y="0"/>
                  </a:moveTo>
                  <a:cubicBezTo>
                    <a:pt x="63" y="0"/>
                    <a:pt x="1" y="62"/>
                    <a:pt x="1" y="139"/>
                  </a:cubicBezTo>
                  <a:cubicBezTo>
                    <a:pt x="1" y="216"/>
                    <a:pt x="63" y="278"/>
                    <a:pt x="141" y="278"/>
                  </a:cubicBezTo>
                  <a:cubicBezTo>
                    <a:pt x="218" y="278"/>
                    <a:pt x="280" y="216"/>
                    <a:pt x="280" y="139"/>
                  </a:cubicBezTo>
                  <a:cubicBezTo>
                    <a:pt x="280" y="62"/>
                    <a:pt x="218" y="0"/>
                    <a:pt x="14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86" name="Google Shape;3086;p27"/>
          <p:cNvGrpSpPr/>
          <p:nvPr/>
        </p:nvGrpSpPr>
        <p:grpSpPr>
          <a:xfrm>
            <a:off x="6012102" y="3530802"/>
            <a:ext cx="297743" cy="197947"/>
            <a:chOff x="6012102" y="3530802"/>
            <a:chExt cx="297743" cy="197947"/>
          </a:xfrm>
        </p:grpSpPr>
        <p:sp>
          <p:nvSpPr>
            <p:cNvPr id="3087" name="Google Shape;3087;p27"/>
            <p:cNvSpPr/>
            <p:nvPr/>
          </p:nvSpPr>
          <p:spPr>
            <a:xfrm>
              <a:off x="6043262" y="3708415"/>
              <a:ext cx="28718" cy="19177"/>
            </a:xfrm>
            <a:custGeom>
              <a:rect b="b" l="l" r="r" t="t"/>
              <a:pathLst>
                <a:path extrusionOk="0" h="597" w="894">
                  <a:moveTo>
                    <a:pt x="1" y="0"/>
                  </a:moveTo>
                  <a:lnTo>
                    <a:pt x="1" y="411"/>
                  </a:lnTo>
                  <a:cubicBezTo>
                    <a:pt x="1" y="514"/>
                    <a:pt x="83" y="596"/>
                    <a:pt x="187" y="596"/>
                  </a:cubicBezTo>
                  <a:lnTo>
                    <a:pt x="672" y="596"/>
                  </a:lnTo>
                  <a:cubicBezTo>
                    <a:pt x="775" y="596"/>
                    <a:pt x="858" y="514"/>
                    <a:pt x="856" y="411"/>
                  </a:cubicBezTo>
                  <a:lnTo>
                    <a:pt x="894" y="355"/>
                  </a:lnTo>
                  <a:lnTo>
                    <a:pt x="894"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27"/>
            <p:cNvSpPr/>
            <p:nvPr/>
          </p:nvSpPr>
          <p:spPr>
            <a:xfrm>
              <a:off x="6042074" y="3708415"/>
              <a:ext cx="29906" cy="20334"/>
            </a:xfrm>
            <a:custGeom>
              <a:rect b="b" l="l" r="r" t="t"/>
              <a:pathLst>
                <a:path extrusionOk="0" h="633" w="931">
                  <a:moveTo>
                    <a:pt x="0" y="0"/>
                  </a:moveTo>
                  <a:lnTo>
                    <a:pt x="0" y="447"/>
                  </a:lnTo>
                  <a:cubicBezTo>
                    <a:pt x="0" y="550"/>
                    <a:pt x="83" y="633"/>
                    <a:pt x="185" y="633"/>
                  </a:cubicBezTo>
                  <a:lnTo>
                    <a:pt x="744" y="633"/>
                  </a:lnTo>
                  <a:cubicBezTo>
                    <a:pt x="848" y="633"/>
                    <a:pt x="931" y="550"/>
                    <a:pt x="931" y="447"/>
                  </a:cubicBezTo>
                  <a:lnTo>
                    <a:pt x="931" y="353"/>
                  </a:lnTo>
                  <a:lnTo>
                    <a:pt x="372" y="353"/>
                  </a:lnTo>
                  <a:cubicBezTo>
                    <a:pt x="371" y="353"/>
                    <a:pt x="370" y="353"/>
                    <a:pt x="370" y="353"/>
                  </a:cubicBezTo>
                  <a:cubicBezTo>
                    <a:pt x="320" y="353"/>
                    <a:pt x="279" y="312"/>
                    <a:pt x="279" y="261"/>
                  </a:cubicBezTo>
                  <a:lnTo>
                    <a:pt x="27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27"/>
            <p:cNvSpPr/>
            <p:nvPr/>
          </p:nvSpPr>
          <p:spPr>
            <a:xfrm>
              <a:off x="6091159" y="3708415"/>
              <a:ext cx="28718" cy="19177"/>
            </a:xfrm>
            <a:custGeom>
              <a:rect b="b" l="l" r="r" t="t"/>
              <a:pathLst>
                <a:path extrusionOk="0" h="597" w="894">
                  <a:moveTo>
                    <a:pt x="1" y="0"/>
                  </a:moveTo>
                  <a:lnTo>
                    <a:pt x="1" y="411"/>
                  </a:lnTo>
                  <a:cubicBezTo>
                    <a:pt x="1" y="514"/>
                    <a:pt x="83" y="596"/>
                    <a:pt x="188" y="596"/>
                  </a:cubicBezTo>
                  <a:lnTo>
                    <a:pt x="673" y="596"/>
                  </a:lnTo>
                  <a:cubicBezTo>
                    <a:pt x="775" y="596"/>
                    <a:pt x="858" y="514"/>
                    <a:pt x="856" y="411"/>
                  </a:cubicBezTo>
                  <a:lnTo>
                    <a:pt x="894" y="355"/>
                  </a:lnTo>
                  <a:lnTo>
                    <a:pt x="894"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27"/>
            <p:cNvSpPr/>
            <p:nvPr/>
          </p:nvSpPr>
          <p:spPr>
            <a:xfrm>
              <a:off x="6089971" y="3708415"/>
              <a:ext cx="29906" cy="20334"/>
            </a:xfrm>
            <a:custGeom>
              <a:rect b="b" l="l" r="r" t="t"/>
              <a:pathLst>
                <a:path extrusionOk="0" h="633" w="931">
                  <a:moveTo>
                    <a:pt x="0" y="0"/>
                  </a:moveTo>
                  <a:lnTo>
                    <a:pt x="0" y="447"/>
                  </a:lnTo>
                  <a:cubicBezTo>
                    <a:pt x="0" y="550"/>
                    <a:pt x="83" y="633"/>
                    <a:pt x="185" y="633"/>
                  </a:cubicBezTo>
                  <a:lnTo>
                    <a:pt x="744" y="633"/>
                  </a:lnTo>
                  <a:cubicBezTo>
                    <a:pt x="848" y="633"/>
                    <a:pt x="931" y="550"/>
                    <a:pt x="931" y="447"/>
                  </a:cubicBezTo>
                  <a:lnTo>
                    <a:pt x="931" y="353"/>
                  </a:lnTo>
                  <a:lnTo>
                    <a:pt x="372" y="353"/>
                  </a:lnTo>
                  <a:cubicBezTo>
                    <a:pt x="371" y="353"/>
                    <a:pt x="371" y="353"/>
                    <a:pt x="370" y="353"/>
                  </a:cubicBezTo>
                  <a:cubicBezTo>
                    <a:pt x="320" y="353"/>
                    <a:pt x="280" y="312"/>
                    <a:pt x="280" y="261"/>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27"/>
            <p:cNvSpPr/>
            <p:nvPr/>
          </p:nvSpPr>
          <p:spPr>
            <a:xfrm>
              <a:off x="6139121" y="3708415"/>
              <a:ext cx="28750" cy="19177"/>
            </a:xfrm>
            <a:custGeom>
              <a:rect b="b" l="l" r="r" t="t"/>
              <a:pathLst>
                <a:path extrusionOk="0" h="597" w="895">
                  <a:moveTo>
                    <a:pt x="0" y="0"/>
                  </a:moveTo>
                  <a:lnTo>
                    <a:pt x="0" y="411"/>
                  </a:lnTo>
                  <a:cubicBezTo>
                    <a:pt x="0" y="514"/>
                    <a:pt x="84" y="596"/>
                    <a:pt x="187" y="596"/>
                  </a:cubicBezTo>
                  <a:lnTo>
                    <a:pt x="672" y="596"/>
                  </a:lnTo>
                  <a:cubicBezTo>
                    <a:pt x="773" y="596"/>
                    <a:pt x="859" y="514"/>
                    <a:pt x="856" y="411"/>
                  </a:cubicBezTo>
                  <a:lnTo>
                    <a:pt x="895" y="355"/>
                  </a:lnTo>
                  <a:lnTo>
                    <a:pt x="895"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27"/>
            <p:cNvSpPr/>
            <p:nvPr/>
          </p:nvSpPr>
          <p:spPr>
            <a:xfrm>
              <a:off x="6137900" y="3708415"/>
              <a:ext cx="29938" cy="20334"/>
            </a:xfrm>
            <a:custGeom>
              <a:rect b="b" l="l" r="r" t="t"/>
              <a:pathLst>
                <a:path extrusionOk="0" h="633" w="932">
                  <a:moveTo>
                    <a:pt x="1" y="0"/>
                  </a:moveTo>
                  <a:lnTo>
                    <a:pt x="1" y="447"/>
                  </a:lnTo>
                  <a:cubicBezTo>
                    <a:pt x="1" y="550"/>
                    <a:pt x="83" y="633"/>
                    <a:pt x="187" y="633"/>
                  </a:cubicBezTo>
                  <a:lnTo>
                    <a:pt x="746" y="633"/>
                  </a:lnTo>
                  <a:cubicBezTo>
                    <a:pt x="849" y="633"/>
                    <a:pt x="932" y="550"/>
                    <a:pt x="932" y="447"/>
                  </a:cubicBezTo>
                  <a:lnTo>
                    <a:pt x="932" y="353"/>
                  </a:lnTo>
                  <a:lnTo>
                    <a:pt x="373" y="353"/>
                  </a:lnTo>
                  <a:cubicBezTo>
                    <a:pt x="372" y="353"/>
                    <a:pt x="371" y="353"/>
                    <a:pt x="370" y="353"/>
                  </a:cubicBezTo>
                  <a:cubicBezTo>
                    <a:pt x="321" y="353"/>
                    <a:pt x="282" y="312"/>
                    <a:pt x="282" y="261"/>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27"/>
            <p:cNvSpPr/>
            <p:nvPr/>
          </p:nvSpPr>
          <p:spPr>
            <a:xfrm>
              <a:off x="6024437" y="3652680"/>
              <a:ext cx="274262" cy="56953"/>
            </a:xfrm>
            <a:custGeom>
              <a:rect b="b" l="l" r="r" t="t"/>
              <a:pathLst>
                <a:path extrusionOk="0" h="1773" w="8538">
                  <a:moveTo>
                    <a:pt x="18" y="1"/>
                  </a:moveTo>
                  <a:lnTo>
                    <a:pt x="0" y="1401"/>
                  </a:lnTo>
                  <a:cubicBezTo>
                    <a:pt x="0" y="1606"/>
                    <a:pt x="167" y="1773"/>
                    <a:pt x="372" y="1773"/>
                  </a:cubicBezTo>
                  <a:lnTo>
                    <a:pt x="8035" y="1755"/>
                  </a:lnTo>
                  <a:cubicBezTo>
                    <a:pt x="8209" y="1755"/>
                    <a:pt x="8484" y="1692"/>
                    <a:pt x="8526" y="1529"/>
                  </a:cubicBezTo>
                  <a:cubicBezTo>
                    <a:pt x="8534" y="1499"/>
                    <a:pt x="8537" y="1469"/>
                    <a:pt x="8537" y="1437"/>
                  </a:cubicBezTo>
                  <a:lnTo>
                    <a:pt x="8537"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27"/>
            <p:cNvSpPr/>
            <p:nvPr/>
          </p:nvSpPr>
          <p:spPr>
            <a:xfrm>
              <a:off x="6023217" y="3652680"/>
              <a:ext cx="275097" cy="58110"/>
            </a:xfrm>
            <a:custGeom>
              <a:rect b="b" l="l" r="r" t="t"/>
              <a:pathLst>
                <a:path extrusionOk="0" h="1809" w="8564">
                  <a:moveTo>
                    <a:pt x="1" y="1"/>
                  </a:moveTo>
                  <a:lnTo>
                    <a:pt x="1" y="1437"/>
                  </a:lnTo>
                  <a:cubicBezTo>
                    <a:pt x="1" y="1642"/>
                    <a:pt x="167" y="1809"/>
                    <a:pt x="373" y="1809"/>
                  </a:cubicBezTo>
                  <a:lnTo>
                    <a:pt x="8203" y="1809"/>
                  </a:lnTo>
                  <a:cubicBezTo>
                    <a:pt x="8377" y="1809"/>
                    <a:pt x="8522" y="1690"/>
                    <a:pt x="8564" y="1528"/>
                  </a:cubicBezTo>
                  <a:lnTo>
                    <a:pt x="465" y="1528"/>
                  </a:lnTo>
                  <a:cubicBezTo>
                    <a:pt x="464" y="1528"/>
                    <a:pt x="462" y="1528"/>
                    <a:pt x="460" y="1528"/>
                  </a:cubicBezTo>
                  <a:cubicBezTo>
                    <a:pt x="361" y="1528"/>
                    <a:pt x="280" y="1445"/>
                    <a:pt x="280" y="1344"/>
                  </a:cubicBezTo>
                  <a:lnTo>
                    <a:pt x="28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27"/>
            <p:cNvSpPr/>
            <p:nvPr/>
          </p:nvSpPr>
          <p:spPr>
            <a:xfrm>
              <a:off x="6014575" y="3530802"/>
              <a:ext cx="295270" cy="160516"/>
            </a:xfrm>
            <a:custGeom>
              <a:rect b="b" l="l" r="r" t="t"/>
              <a:pathLst>
                <a:path extrusionOk="0" h="4997" w="9192">
                  <a:moveTo>
                    <a:pt x="300" y="0"/>
                  </a:moveTo>
                  <a:cubicBezTo>
                    <a:pt x="267" y="0"/>
                    <a:pt x="235" y="6"/>
                    <a:pt x="206" y="14"/>
                  </a:cubicBezTo>
                  <a:cubicBezTo>
                    <a:pt x="44" y="54"/>
                    <a:pt x="1" y="312"/>
                    <a:pt x="1" y="485"/>
                  </a:cubicBezTo>
                  <a:lnTo>
                    <a:pt x="1" y="4624"/>
                  </a:lnTo>
                  <a:cubicBezTo>
                    <a:pt x="1" y="4830"/>
                    <a:pt x="167" y="4996"/>
                    <a:pt x="374" y="4996"/>
                  </a:cubicBezTo>
                  <a:lnTo>
                    <a:pt x="4799" y="4996"/>
                  </a:lnTo>
                  <a:cubicBezTo>
                    <a:pt x="4868" y="4996"/>
                    <a:pt x="4934" y="4979"/>
                    <a:pt x="4992" y="4944"/>
                  </a:cubicBezTo>
                  <a:lnTo>
                    <a:pt x="5746" y="4491"/>
                  </a:lnTo>
                  <a:cubicBezTo>
                    <a:pt x="5804" y="4458"/>
                    <a:pt x="5872" y="4439"/>
                    <a:pt x="5939" y="4439"/>
                  </a:cubicBezTo>
                  <a:lnTo>
                    <a:pt x="8688" y="4439"/>
                  </a:lnTo>
                  <a:cubicBezTo>
                    <a:pt x="8862" y="4439"/>
                    <a:pt x="9137" y="4377"/>
                    <a:pt x="9179" y="4215"/>
                  </a:cubicBezTo>
                  <a:cubicBezTo>
                    <a:pt x="9189" y="4184"/>
                    <a:pt x="9192" y="4154"/>
                    <a:pt x="9192" y="4120"/>
                  </a:cubicBezTo>
                  <a:lnTo>
                    <a:pt x="9192" y="373"/>
                  </a:lnTo>
                  <a:cubicBezTo>
                    <a:pt x="9192" y="167"/>
                    <a:pt x="9025" y="0"/>
                    <a:pt x="882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27"/>
            <p:cNvSpPr/>
            <p:nvPr/>
          </p:nvSpPr>
          <p:spPr>
            <a:xfrm>
              <a:off x="6012102" y="3531251"/>
              <a:ext cx="297197" cy="161930"/>
            </a:xfrm>
            <a:custGeom>
              <a:rect b="b" l="l" r="r" t="t"/>
              <a:pathLst>
                <a:path extrusionOk="0" h="5041" w="9252">
                  <a:moveTo>
                    <a:pt x="282" y="1"/>
                  </a:moveTo>
                  <a:cubicBezTo>
                    <a:pt x="120" y="43"/>
                    <a:pt x="1" y="188"/>
                    <a:pt x="1" y="361"/>
                  </a:cubicBezTo>
                  <a:lnTo>
                    <a:pt x="1" y="557"/>
                  </a:lnTo>
                  <a:lnTo>
                    <a:pt x="59" y="660"/>
                  </a:lnTo>
                  <a:lnTo>
                    <a:pt x="57" y="3784"/>
                  </a:lnTo>
                  <a:lnTo>
                    <a:pt x="1" y="3914"/>
                  </a:lnTo>
                  <a:lnTo>
                    <a:pt x="1" y="4668"/>
                  </a:lnTo>
                  <a:cubicBezTo>
                    <a:pt x="1" y="4771"/>
                    <a:pt x="43" y="4864"/>
                    <a:pt x="111" y="4930"/>
                  </a:cubicBezTo>
                  <a:cubicBezTo>
                    <a:pt x="177" y="4997"/>
                    <a:pt x="272" y="5040"/>
                    <a:pt x="373" y="5040"/>
                  </a:cubicBezTo>
                  <a:lnTo>
                    <a:pt x="4874" y="5040"/>
                  </a:lnTo>
                  <a:cubicBezTo>
                    <a:pt x="4940" y="5040"/>
                    <a:pt x="5008" y="5023"/>
                    <a:pt x="5066" y="4988"/>
                  </a:cubicBezTo>
                  <a:lnTo>
                    <a:pt x="5820" y="4536"/>
                  </a:lnTo>
                  <a:cubicBezTo>
                    <a:pt x="5878" y="4502"/>
                    <a:pt x="5945" y="4483"/>
                    <a:pt x="6011" y="4483"/>
                  </a:cubicBezTo>
                  <a:lnTo>
                    <a:pt x="8891" y="4483"/>
                  </a:lnTo>
                  <a:cubicBezTo>
                    <a:pt x="9064" y="4483"/>
                    <a:pt x="9209" y="4364"/>
                    <a:pt x="9251" y="4203"/>
                  </a:cubicBezTo>
                  <a:lnTo>
                    <a:pt x="5939" y="4203"/>
                  </a:lnTo>
                  <a:lnTo>
                    <a:pt x="5939" y="4201"/>
                  </a:lnTo>
                  <a:cubicBezTo>
                    <a:pt x="5872" y="4201"/>
                    <a:pt x="5806" y="4219"/>
                    <a:pt x="5748" y="4254"/>
                  </a:cubicBezTo>
                  <a:lnTo>
                    <a:pt x="4947" y="4733"/>
                  </a:lnTo>
                  <a:cubicBezTo>
                    <a:pt x="4918" y="4751"/>
                    <a:pt x="4887" y="4761"/>
                    <a:pt x="4852" y="4761"/>
                  </a:cubicBezTo>
                  <a:lnTo>
                    <a:pt x="467" y="4761"/>
                  </a:lnTo>
                  <a:cubicBezTo>
                    <a:pt x="364" y="4761"/>
                    <a:pt x="282" y="4677"/>
                    <a:pt x="282" y="4574"/>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27"/>
            <p:cNvSpPr/>
            <p:nvPr/>
          </p:nvSpPr>
          <p:spPr>
            <a:xfrm>
              <a:off x="6082518" y="3670444"/>
              <a:ext cx="24542" cy="8962"/>
            </a:xfrm>
            <a:custGeom>
              <a:rect b="b" l="l" r="r" t="t"/>
              <a:pathLst>
                <a:path extrusionOk="0" h="279" w="764">
                  <a:moveTo>
                    <a:pt x="140" y="1"/>
                  </a:moveTo>
                  <a:cubicBezTo>
                    <a:pt x="63" y="1"/>
                    <a:pt x="1" y="63"/>
                    <a:pt x="1" y="140"/>
                  </a:cubicBezTo>
                  <a:cubicBezTo>
                    <a:pt x="1" y="215"/>
                    <a:pt x="61" y="279"/>
                    <a:pt x="140" y="279"/>
                  </a:cubicBezTo>
                  <a:lnTo>
                    <a:pt x="624" y="279"/>
                  </a:lnTo>
                  <a:cubicBezTo>
                    <a:pt x="703" y="279"/>
                    <a:pt x="763" y="215"/>
                    <a:pt x="763" y="140"/>
                  </a:cubicBezTo>
                  <a:cubicBezTo>
                    <a:pt x="763" y="63"/>
                    <a:pt x="703" y="1"/>
                    <a:pt x="62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27"/>
            <p:cNvSpPr/>
            <p:nvPr/>
          </p:nvSpPr>
          <p:spPr>
            <a:xfrm>
              <a:off x="6116055" y="3670444"/>
              <a:ext cx="54480" cy="8962"/>
            </a:xfrm>
            <a:custGeom>
              <a:rect b="b" l="l" r="r" t="t"/>
              <a:pathLst>
                <a:path extrusionOk="0" h="279" w="1696">
                  <a:moveTo>
                    <a:pt x="139" y="1"/>
                  </a:moveTo>
                  <a:cubicBezTo>
                    <a:pt x="63" y="1"/>
                    <a:pt x="0" y="63"/>
                    <a:pt x="0" y="140"/>
                  </a:cubicBezTo>
                  <a:cubicBezTo>
                    <a:pt x="0" y="215"/>
                    <a:pt x="61" y="279"/>
                    <a:pt x="139" y="279"/>
                  </a:cubicBezTo>
                  <a:lnTo>
                    <a:pt x="1557" y="279"/>
                  </a:lnTo>
                  <a:cubicBezTo>
                    <a:pt x="1635" y="279"/>
                    <a:pt x="1695" y="215"/>
                    <a:pt x="1695" y="140"/>
                  </a:cubicBezTo>
                  <a:cubicBezTo>
                    <a:pt x="1695" y="63"/>
                    <a:pt x="1633" y="1"/>
                    <a:pt x="155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27"/>
            <p:cNvSpPr/>
            <p:nvPr/>
          </p:nvSpPr>
          <p:spPr>
            <a:xfrm>
              <a:off x="6013323" y="3549016"/>
              <a:ext cx="152742" cy="106679"/>
            </a:xfrm>
            <a:custGeom>
              <a:rect b="b" l="l" r="r" t="t"/>
              <a:pathLst>
                <a:path extrusionOk="0" h="3321" w="4755">
                  <a:moveTo>
                    <a:pt x="244" y="1"/>
                  </a:moveTo>
                  <a:lnTo>
                    <a:pt x="0" y="40"/>
                  </a:lnTo>
                  <a:lnTo>
                    <a:pt x="0" y="3320"/>
                  </a:lnTo>
                  <a:lnTo>
                    <a:pt x="4177" y="3303"/>
                  </a:lnTo>
                  <a:cubicBezTo>
                    <a:pt x="4351" y="3303"/>
                    <a:pt x="4702" y="3241"/>
                    <a:pt x="4741" y="3077"/>
                  </a:cubicBezTo>
                  <a:cubicBezTo>
                    <a:pt x="4749" y="3047"/>
                    <a:pt x="4755" y="3016"/>
                    <a:pt x="4755" y="2983"/>
                  </a:cubicBezTo>
                  <a:lnTo>
                    <a:pt x="4755" y="374"/>
                  </a:lnTo>
                  <a:cubicBezTo>
                    <a:pt x="4755" y="167"/>
                    <a:pt x="4588" y="1"/>
                    <a:pt x="438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27"/>
            <p:cNvSpPr/>
            <p:nvPr/>
          </p:nvSpPr>
          <p:spPr>
            <a:xfrm>
              <a:off x="6012102" y="3549112"/>
              <a:ext cx="153546" cy="107803"/>
            </a:xfrm>
            <a:custGeom>
              <a:rect b="b" l="l" r="r" t="t"/>
              <a:pathLst>
                <a:path extrusionOk="0" h="3356" w="4780">
                  <a:moveTo>
                    <a:pt x="1" y="1"/>
                  </a:moveTo>
                  <a:lnTo>
                    <a:pt x="1" y="560"/>
                  </a:lnTo>
                  <a:lnTo>
                    <a:pt x="59" y="658"/>
                  </a:lnTo>
                  <a:lnTo>
                    <a:pt x="57" y="2704"/>
                  </a:lnTo>
                  <a:lnTo>
                    <a:pt x="1" y="2796"/>
                  </a:lnTo>
                  <a:lnTo>
                    <a:pt x="1" y="3355"/>
                  </a:lnTo>
                  <a:lnTo>
                    <a:pt x="4419" y="3355"/>
                  </a:lnTo>
                  <a:cubicBezTo>
                    <a:pt x="4593" y="3355"/>
                    <a:pt x="4737" y="3236"/>
                    <a:pt x="4779" y="3076"/>
                  </a:cubicBezTo>
                  <a:lnTo>
                    <a:pt x="337" y="3076"/>
                  </a:lnTo>
                  <a:cubicBezTo>
                    <a:pt x="336" y="3076"/>
                    <a:pt x="335" y="3076"/>
                    <a:pt x="334" y="3076"/>
                  </a:cubicBezTo>
                  <a:cubicBezTo>
                    <a:pt x="305" y="3076"/>
                    <a:pt x="282" y="3050"/>
                    <a:pt x="282" y="3021"/>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27"/>
            <p:cNvSpPr/>
            <p:nvPr/>
          </p:nvSpPr>
          <p:spPr>
            <a:xfrm>
              <a:off x="6013355" y="3567069"/>
              <a:ext cx="134818" cy="70734"/>
            </a:xfrm>
            <a:custGeom>
              <a:rect b="b" l="l" r="r" t="t"/>
              <a:pathLst>
                <a:path extrusionOk="0" h="2202" w="4197">
                  <a:moveTo>
                    <a:pt x="244" y="1"/>
                  </a:moveTo>
                  <a:lnTo>
                    <a:pt x="1" y="38"/>
                  </a:lnTo>
                  <a:lnTo>
                    <a:pt x="1" y="2201"/>
                  </a:lnTo>
                  <a:lnTo>
                    <a:pt x="4102" y="2201"/>
                  </a:lnTo>
                  <a:cubicBezTo>
                    <a:pt x="4132" y="2201"/>
                    <a:pt x="4159" y="2176"/>
                    <a:pt x="4157" y="2145"/>
                  </a:cubicBezTo>
                  <a:lnTo>
                    <a:pt x="4196" y="1959"/>
                  </a:lnTo>
                  <a:lnTo>
                    <a:pt x="4196" y="57"/>
                  </a:lnTo>
                  <a:cubicBezTo>
                    <a:pt x="4196" y="27"/>
                    <a:pt x="4170" y="1"/>
                    <a:pt x="4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27"/>
            <p:cNvSpPr/>
            <p:nvPr/>
          </p:nvSpPr>
          <p:spPr>
            <a:xfrm>
              <a:off x="6012102" y="3567069"/>
              <a:ext cx="136007" cy="71922"/>
            </a:xfrm>
            <a:custGeom>
              <a:rect b="b" l="l" r="r" t="t"/>
              <a:pathLst>
                <a:path extrusionOk="0" h="2239" w="4234">
                  <a:moveTo>
                    <a:pt x="1" y="1"/>
                  </a:moveTo>
                  <a:lnTo>
                    <a:pt x="1" y="1959"/>
                  </a:lnTo>
                  <a:lnTo>
                    <a:pt x="1" y="2239"/>
                  </a:lnTo>
                  <a:lnTo>
                    <a:pt x="4177" y="2239"/>
                  </a:lnTo>
                  <a:cubicBezTo>
                    <a:pt x="4208" y="2239"/>
                    <a:pt x="4234" y="2214"/>
                    <a:pt x="4234" y="2184"/>
                  </a:cubicBezTo>
                  <a:lnTo>
                    <a:pt x="4234" y="1959"/>
                  </a:lnTo>
                  <a:lnTo>
                    <a:pt x="337" y="1959"/>
                  </a:lnTo>
                  <a:cubicBezTo>
                    <a:pt x="306" y="1959"/>
                    <a:pt x="282" y="1933"/>
                    <a:pt x="282" y="1903"/>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27"/>
            <p:cNvSpPr/>
            <p:nvPr/>
          </p:nvSpPr>
          <p:spPr>
            <a:xfrm>
              <a:off x="6025658" y="3585027"/>
              <a:ext cx="8994" cy="35977"/>
            </a:xfrm>
            <a:custGeom>
              <a:rect b="b" l="l" r="r" t="t"/>
              <a:pathLst>
                <a:path extrusionOk="0" h="1120" w="280">
                  <a:moveTo>
                    <a:pt x="139" y="0"/>
                  </a:moveTo>
                  <a:cubicBezTo>
                    <a:pt x="64" y="0"/>
                    <a:pt x="0" y="63"/>
                    <a:pt x="0" y="141"/>
                  </a:cubicBezTo>
                  <a:lnTo>
                    <a:pt x="0" y="980"/>
                  </a:lnTo>
                  <a:cubicBezTo>
                    <a:pt x="0" y="1056"/>
                    <a:pt x="62" y="1119"/>
                    <a:pt x="139" y="1119"/>
                  </a:cubicBezTo>
                  <a:cubicBezTo>
                    <a:pt x="216" y="1119"/>
                    <a:pt x="279" y="1057"/>
                    <a:pt x="279" y="980"/>
                  </a:cubicBezTo>
                  <a:lnTo>
                    <a:pt x="279" y="141"/>
                  </a:lnTo>
                  <a:cubicBezTo>
                    <a:pt x="279" y="64"/>
                    <a:pt x="217"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27"/>
            <p:cNvSpPr/>
            <p:nvPr/>
          </p:nvSpPr>
          <p:spPr>
            <a:xfrm>
              <a:off x="6049302" y="3585027"/>
              <a:ext cx="80917" cy="34821"/>
            </a:xfrm>
            <a:custGeom>
              <a:rect b="b" l="l" r="r" t="t"/>
              <a:pathLst>
                <a:path extrusionOk="0" h="1084" w="2519">
                  <a:moveTo>
                    <a:pt x="243" y="0"/>
                  </a:moveTo>
                  <a:lnTo>
                    <a:pt x="57" y="38"/>
                  </a:lnTo>
                  <a:cubicBezTo>
                    <a:pt x="26" y="38"/>
                    <a:pt x="1" y="64"/>
                    <a:pt x="1" y="95"/>
                  </a:cubicBezTo>
                  <a:lnTo>
                    <a:pt x="1" y="1027"/>
                  </a:lnTo>
                  <a:cubicBezTo>
                    <a:pt x="1" y="1057"/>
                    <a:pt x="26" y="1083"/>
                    <a:pt x="57" y="1083"/>
                  </a:cubicBezTo>
                  <a:lnTo>
                    <a:pt x="2424" y="1083"/>
                  </a:lnTo>
                  <a:cubicBezTo>
                    <a:pt x="2455" y="1083"/>
                    <a:pt x="2479" y="1057"/>
                    <a:pt x="2479" y="1027"/>
                  </a:cubicBezTo>
                  <a:lnTo>
                    <a:pt x="2518" y="840"/>
                  </a:lnTo>
                  <a:lnTo>
                    <a:pt x="2518" y="57"/>
                  </a:lnTo>
                  <a:cubicBezTo>
                    <a:pt x="2518" y="26"/>
                    <a:pt x="2492" y="0"/>
                    <a:pt x="246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27"/>
            <p:cNvSpPr/>
            <p:nvPr/>
          </p:nvSpPr>
          <p:spPr>
            <a:xfrm>
              <a:off x="6048017" y="3585027"/>
              <a:ext cx="82105" cy="35977"/>
            </a:xfrm>
            <a:custGeom>
              <a:rect b="b" l="l" r="r" t="t"/>
              <a:pathLst>
                <a:path extrusionOk="0" h="1120" w="2556">
                  <a:moveTo>
                    <a:pt x="57" y="0"/>
                  </a:moveTo>
                  <a:cubicBezTo>
                    <a:pt x="26" y="0"/>
                    <a:pt x="0" y="26"/>
                    <a:pt x="0" y="57"/>
                  </a:cubicBezTo>
                  <a:lnTo>
                    <a:pt x="0" y="1063"/>
                  </a:lnTo>
                  <a:cubicBezTo>
                    <a:pt x="0" y="1093"/>
                    <a:pt x="26" y="1119"/>
                    <a:pt x="57" y="1119"/>
                  </a:cubicBezTo>
                  <a:lnTo>
                    <a:pt x="2500" y="1119"/>
                  </a:lnTo>
                  <a:cubicBezTo>
                    <a:pt x="2531" y="1119"/>
                    <a:pt x="2555" y="1093"/>
                    <a:pt x="2555" y="1063"/>
                  </a:cubicBezTo>
                  <a:lnTo>
                    <a:pt x="2555" y="839"/>
                  </a:lnTo>
                  <a:lnTo>
                    <a:pt x="338" y="839"/>
                  </a:lnTo>
                  <a:cubicBezTo>
                    <a:pt x="337" y="839"/>
                    <a:pt x="336" y="839"/>
                    <a:pt x="335" y="839"/>
                  </a:cubicBezTo>
                  <a:cubicBezTo>
                    <a:pt x="306" y="839"/>
                    <a:pt x="281" y="815"/>
                    <a:pt x="281" y="785"/>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27"/>
            <p:cNvSpPr/>
            <p:nvPr/>
          </p:nvSpPr>
          <p:spPr>
            <a:xfrm>
              <a:off x="6185186" y="3549112"/>
              <a:ext cx="106679" cy="106036"/>
            </a:xfrm>
            <a:custGeom>
              <a:rect b="b" l="l" r="r" t="t"/>
              <a:pathLst>
                <a:path extrusionOk="0" h="3301" w="3321">
                  <a:moveTo>
                    <a:pt x="244" y="1"/>
                  </a:moveTo>
                  <a:cubicBezTo>
                    <a:pt x="91" y="1"/>
                    <a:pt x="1" y="182"/>
                    <a:pt x="1" y="335"/>
                  </a:cubicBezTo>
                  <a:lnTo>
                    <a:pt x="20" y="3019"/>
                  </a:lnTo>
                  <a:cubicBezTo>
                    <a:pt x="20" y="3174"/>
                    <a:pt x="146" y="3300"/>
                    <a:pt x="301" y="3300"/>
                  </a:cubicBezTo>
                  <a:lnTo>
                    <a:pt x="2966" y="3300"/>
                  </a:lnTo>
                  <a:cubicBezTo>
                    <a:pt x="3119" y="3300"/>
                    <a:pt x="3320" y="3231"/>
                    <a:pt x="3320" y="3077"/>
                  </a:cubicBezTo>
                  <a:lnTo>
                    <a:pt x="3320" y="282"/>
                  </a:lnTo>
                  <a:cubicBezTo>
                    <a:pt x="3320" y="125"/>
                    <a:pt x="3193" y="1"/>
                    <a:pt x="304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27"/>
            <p:cNvSpPr/>
            <p:nvPr/>
          </p:nvSpPr>
          <p:spPr>
            <a:xfrm>
              <a:off x="6183998" y="3549112"/>
              <a:ext cx="107867" cy="107867"/>
            </a:xfrm>
            <a:custGeom>
              <a:rect b="b" l="l" r="r" t="t"/>
              <a:pathLst>
                <a:path extrusionOk="0" h="3358" w="3358">
                  <a:moveTo>
                    <a:pt x="281" y="1"/>
                  </a:moveTo>
                  <a:cubicBezTo>
                    <a:pt x="128" y="1"/>
                    <a:pt x="0" y="125"/>
                    <a:pt x="0" y="282"/>
                  </a:cubicBezTo>
                  <a:lnTo>
                    <a:pt x="0" y="3077"/>
                  </a:lnTo>
                  <a:cubicBezTo>
                    <a:pt x="0" y="3231"/>
                    <a:pt x="125" y="3358"/>
                    <a:pt x="281" y="3358"/>
                  </a:cubicBezTo>
                  <a:lnTo>
                    <a:pt x="3077" y="3358"/>
                  </a:lnTo>
                  <a:cubicBezTo>
                    <a:pt x="3230" y="3358"/>
                    <a:pt x="3357" y="3232"/>
                    <a:pt x="3357" y="3077"/>
                  </a:cubicBezTo>
                  <a:lnTo>
                    <a:pt x="375" y="3077"/>
                  </a:lnTo>
                  <a:cubicBezTo>
                    <a:pt x="323" y="3077"/>
                    <a:pt x="281" y="3035"/>
                    <a:pt x="281" y="2983"/>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27"/>
            <p:cNvSpPr/>
            <p:nvPr/>
          </p:nvSpPr>
          <p:spPr>
            <a:xfrm>
              <a:off x="6197490" y="3562604"/>
              <a:ext cx="8962" cy="8962"/>
            </a:xfrm>
            <a:custGeom>
              <a:rect b="b" l="l" r="r" t="t"/>
              <a:pathLst>
                <a:path extrusionOk="0" h="279" w="279">
                  <a:moveTo>
                    <a:pt x="139" y="1"/>
                  </a:moveTo>
                  <a:cubicBezTo>
                    <a:pt x="62" y="1"/>
                    <a:pt x="0" y="63"/>
                    <a:pt x="0" y="140"/>
                  </a:cubicBezTo>
                  <a:cubicBezTo>
                    <a:pt x="0" y="216"/>
                    <a:pt x="62" y="279"/>
                    <a:pt x="139" y="279"/>
                  </a:cubicBezTo>
                  <a:cubicBezTo>
                    <a:pt x="216" y="279"/>
                    <a:pt x="278" y="216"/>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27"/>
            <p:cNvSpPr/>
            <p:nvPr/>
          </p:nvSpPr>
          <p:spPr>
            <a:xfrm>
              <a:off x="6215415" y="3562604"/>
              <a:ext cx="9026" cy="8962"/>
            </a:xfrm>
            <a:custGeom>
              <a:rect b="b" l="l" r="r" t="t"/>
              <a:pathLst>
                <a:path extrusionOk="0" h="279" w="281">
                  <a:moveTo>
                    <a:pt x="141" y="1"/>
                  </a:moveTo>
                  <a:cubicBezTo>
                    <a:pt x="63" y="1"/>
                    <a:pt x="1" y="63"/>
                    <a:pt x="1" y="140"/>
                  </a:cubicBezTo>
                  <a:cubicBezTo>
                    <a:pt x="1" y="216"/>
                    <a:pt x="63" y="279"/>
                    <a:pt x="141" y="279"/>
                  </a:cubicBezTo>
                  <a:cubicBezTo>
                    <a:pt x="218" y="279"/>
                    <a:pt x="280" y="216"/>
                    <a:pt x="280" y="140"/>
                  </a:cubicBezTo>
                  <a:cubicBezTo>
                    <a:pt x="280" y="63"/>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27"/>
            <p:cNvSpPr/>
            <p:nvPr/>
          </p:nvSpPr>
          <p:spPr>
            <a:xfrm>
              <a:off x="6233437" y="3562604"/>
              <a:ext cx="8962" cy="8962"/>
            </a:xfrm>
            <a:custGeom>
              <a:rect b="b" l="l" r="r" t="t"/>
              <a:pathLst>
                <a:path extrusionOk="0" h="279" w="279">
                  <a:moveTo>
                    <a:pt x="139" y="1"/>
                  </a:moveTo>
                  <a:cubicBezTo>
                    <a:pt x="62" y="1"/>
                    <a:pt x="0" y="63"/>
                    <a:pt x="0" y="140"/>
                  </a:cubicBezTo>
                  <a:cubicBezTo>
                    <a:pt x="0" y="216"/>
                    <a:pt x="62" y="279"/>
                    <a:pt x="139" y="279"/>
                  </a:cubicBezTo>
                  <a:cubicBezTo>
                    <a:pt x="216" y="279"/>
                    <a:pt x="278" y="216"/>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27"/>
            <p:cNvSpPr/>
            <p:nvPr/>
          </p:nvSpPr>
          <p:spPr>
            <a:xfrm>
              <a:off x="6251426" y="3562604"/>
              <a:ext cx="8994" cy="8962"/>
            </a:xfrm>
            <a:custGeom>
              <a:rect b="b" l="l" r="r" t="t"/>
              <a:pathLst>
                <a:path extrusionOk="0" h="279" w="280">
                  <a:moveTo>
                    <a:pt x="139" y="1"/>
                  </a:moveTo>
                  <a:cubicBezTo>
                    <a:pt x="63" y="1"/>
                    <a:pt x="0" y="63"/>
                    <a:pt x="0" y="140"/>
                  </a:cubicBezTo>
                  <a:cubicBezTo>
                    <a:pt x="0" y="216"/>
                    <a:pt x="63" y="279"/>
                    <a:pt x="139" y="279"/>
                  </a:cubicBezTo>
                  <a:cubicBezTo>
                    <a:pt x="216" y="279"/>
                    <a:pt x="280" y="216"/>
                    <a:pt x="280" y="140"/>
                  </a:cubicBezTo>
                  <a:cubicBezTo>
                    <a:pt x="280"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27"/>
            <p:cNvSpPr/>
            <p:nvPr/>
          </p:nvSpPr>
          <p:spPr>
            <a:xfrm>
              <a:off x="6269384" y="3562604"/>
              <a:ext cx="8994" cy="8962"/>
            </a:xfrm>
            <a:custGeom>
              <a:rect b="b" l="l" r="r" t="t"/>
              <a:pathLst>
                <a:path extrusionOk="0" h="279" w="280">
                  <a:moveTo>
                    <a:pt x="139" y="1"/>
                  </a:moveTo>
                  <a:cubicBezTo>
                    <a:pt x="62" y="1"/>
                    <a:pt x="0" y="63"/>
                    <a:pt x="0" y="140"/>
                  </a:cubicBezTo>
                  <a:cubicBezTo>
                    <a:pt x="0" y="216"/>
                    <a:pt x="62" y="279"/>
                    <a:pt x="139" y="279"/>
                  </a:cubicBezTo>
                  <a:cubicBezTo>
                    <a:pt x="217" y="279"/>
                    <a:pt x="280" y="216"/>
                    <a:pt x="280" y="140"/>
                  </a:cubicBezTo>
                  <a:cubicBezTo>
                    <a:pt x="280" y="63"/>
                    <a:pt x="217"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27"/>
            <p:cNvSpPr/>
            <p:nvPr/>
          </p:nvSpPr>
          <p:spPr>
            <a:xfrm>
              <a:off x="6197490" y="3598519"/>
              <a:ext cx="8962" cy="8994"/>
            </a:xfrm>
            <a:custGeom>
              <a:rect b="b" l="l" r="r" t="t"/>
              <a:pathLst>
                <a:path extrusionOk="0" h="280" w="279">
                  <a:moveTo>
                    <a:pt x="139" y="0"/>
                  </a:moveTo>
                  <a:cubicBezTo>
                    <a:pt x="62" y="0"/>
                    <a:pt x="0" y="62"/>
                    <a:pt x="0" y="139"/>
                  </a:cubicBezTo>
                  <a:cubicBezTo>
                    <a:pt x="0" y="217"/>
                    <a:pt x="62" y="280"/>
                    <a:pt x="139" y="280"/>
                  </a:cubicBezTo>
                  <a:cubicBezTo>
                    <a:pt x="216" y="280"/>
                    <a:pt x="278" y="217"/>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27"/>
            <p:cNvSpPr/>
            <p:nvPr/>
          </p:nvSpPr>
          <p:spPr>
            <a:xfrm>
              <a:off x="6215415" y="3598519"/>
              <a:ext cx="9026" cy="8994"/>
            </a:xfrm>
            <a:custGeom>
              <a:rect b="b" l="l" r="r" t="t"/>
              <a:pathLst>
                <a:path extrusionOk="0" h="280" w="281">
                  <a:moveTo>
                    <a:pt x="141" y="0"/>
                  </a:moveTo>
                  <a:cubicBezTo>
                    <a:pt x="63" y="0"/>
                    <a:pt x="1" y="62"/>
                    <a:pt x="1" y="139"/>
                  </a:cubicBezTo>
                  <a:cubicBezTo>
                    <a:pt x="1" y="217"/>
                    <a:pt x="63" y="280"/>
                    <a:pt x="141" y="280"/>
                  </a:cubicBezTo>
                  <a:cubicBezTo>
                    <a:pt x="218" y="280"/>
                    <a:pt x="280" y="217"/>
                    <a:pt x="280" y="139"/>
                  </a:cubicBezTo>
                  <a:cubicBezTo>
                    <a:pt x="280" y="62"/>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27"/>
            <p:cNvSpPr/>
            <p:nvPr/>
          </p:nvSpPr>
          <p:spPr>
            <a:xfrm>
              <a:off x="6233437" y="3598519"/>
              <a:ext cx="8962" cy="8994"/>
            </a:xfrm>
            <a:custGeom>
              <a:rect b="b" l="l" r="r" t="t"/>
              <a:pathLst>
                <a:path extrusionOk="0" h="280" w="279">
                  <a:moveTo>
                    <a:pt x="139" y="0"/>
                  </a:moveTo>
                  <a:cubicBezTo>
                    <a:pt x="62" y="0"/>
                    <a:pt x="0" y="62"/>
                    <a:pt x="0" y="139"/>
                  </a:cubicBezTo>
                  <a:cubicBezTo>
                    <a:pt x="0" y="217"/>
                    <a:pt x="62" y="280"/>
                    <a:pt x="139" y="280"/>
                  </a:cubicBezTo>
                  <a:cubicBezTo>
                    <a:pt x="216" y="280"/>
                    <a:pt x="278" y="217"/>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27"/>
            <p:cNvSpPr/>
            <p:nvPr/>
          </p:nvSpPr>
          <p:spPr>
            <a:xfrm>
              <a:off x="6251426" y="3598519"/>
              <a:ext cx="8994" cy="8994"/>
            </a:xfrm>
            <a:custGeom>
              <a:rect b="b" l="l" r="r" t="t"/>
              <a:pathLst>
                <a:path extrusionOk="0" h="280" w="280">
                  <a:moveTo>
                    <a:pt x="139" y="0"/>
                  </a:moveTo>
                  <a:cubicBezTo>
                    <a:pt x="63" y="0"/>
                    <a:pt x="0" y="62"/>
                    <a:pt x="0" y="139"/>
                  </a:cubicBezTo>
                  <a:cubicBezTo>
                    <a:pt x="0" y="217"/>
                    <a:pt x="63" y="280"/>
                    <a:pt x="139" y="280"/>
                  </a:cubicBezTo>
                  <a:cubicBezTo>
                    <a:pt x="216" y="280"/>
                    <a:pt x="280" y="217"/>
                    <a:pt x="280" y="139"/>
                  </a:cubicBezTo>
                  <a:cubicBezTo>
                    <a:pt x="280"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27"/>
            <p:cNvSpPr/>
            <p:nvPr/>
          </p:nvSpPr>
          <p:spPr>
            <a:xfrm>
              <a:off x="6269384" y="3598519"/>
              <a:ext cx="8994" cy="8994"/>
            </a:xfrm>
            <a:custGeom>
              <a:rect b="b" l="l" r="r" t="t"/>
              <a:pathLst>
                <a:path extrusionOk="0" h="280" w="280">
                  <a:moveTo>
                    <a:pt x="139" y="0"/>
                  </a:moveTo>
                  <a:cubicBezTo>
                    <a:pt x="62" y="0"/>
                    <a:pt x="0" y="62"/>
                    <a:pt x="0" y="139"/>
                  </a:cubicBezTo>
                  <a:cubicBezTo>
                    <a:pt x="0" y="217"/>
                    <a:pt x="62" y="280"/>
                    <a:pt x="139" y="280"/>
                  </a:cubicBezTo>
                  <a:cubicBezTo>
                    <a:pt x="217" y="280"/>
                    <a:pt x="280" y="217"/>
                    <a:pt x="280" y="139"/>
                  </a:cubicBezTo>
                  <a:cubicBezTo>
                    <a:pt x="280" y="62"/>
                    <a:pt x="217"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27"/>
            <p:cNvSpPr/>
            <p:nvPr/>
          </p:nvSpPr>
          <p:spPr>
            <a:xfrm>
              <a:off x="6197490" y="3634466"/>
              <a:ext cx="8962" cy="8962"/>
            </a:xfrm>
            <a:custGeom>
              <a:rect b="b" l="l" r="r" t="t"/>
              <a:pathLst>
                <a:path extrusionOk="0" h="279" w="279">
                  <a:moveTo>
                    <a:pt x="139" y="0"/>
                  </a:moveTo>
                  <a:cubicBezTo>
                    <a:pt x="62" y="0"/>
                    <a:pt x="0" y="63"/>
                    <a:pt x="0" y="139"/>
                  </a:cubicBezTo>
                  <a:cubicBezTo>
                    <a:pt x="0" y="216"/>
                    <a:pt x="62"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27"/>
            <p:cNvSpPr/>
            <p:nvPr/>
          </p:nvSpPr>
          <p:spPr>
            <a:xfrm>
              <a:off x="6215415" y="3634466"/>
              <a:ext cx="9026" cy="8962"/>
            </a:xfrm>
            <a:custGeom>
              <a:rect b="b" l="l" r="r" t="t"/>
              <a:pathLst>
                <a:path extrusionOk="0" h="279" w="281">
                  <a:moveTo>
                    <a:pt x="141" y="0"/>
                  </a:moveTo>
                  <a:cubicBezTo>
                    <a:pt x="63" y="0"/>
                    <a:pt x="1" y="63"/>
                    <a:pt x="1" y="139"/>
                  </a:cubicBezTo>
                  <a:cubicBezTo>
                    <a:pt x="1" y="216"/>
                    <a:pt x="63" y="278"/>
                    <a:pt x="141" y="278"/>
                  </a:cubicBezTo>
                  <a:cubicBezTo>
                    <a:pt x="218" y="278"/>
                    <a:pt x="280" y="216"/>
                    <a:pt x="280" y="139"/>
                  </a:cubicBezTo>
                  <a:cubicBezTo>
                    <a:pt x="280" y="63"/>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27"/>
            <p:cNvSpPr/>
            <p:nvPr/>
          </p:nvSpPr>
          <p:spPr>
            <a:xfrm>
              <a:off x="6233437" y="3634466"/>
              <a:ext cx="8962" cy="8962"/>
            </a:xfrm>
            <a:custGeom>
              <a:rect b="b" l="l" r="r" t="t"/>
              <a:pathLst>
                <a:path extrusionOk="0" h="279" w="279">
                  <a:moveTo>
                    <a:pt x="139" y="0"/>
                  </a:moveTo>
                  <a:cubicBezTo>
                    <a:pt x="62" y="0"/>
                    <a:pt x="0" y="63"/>
                    <a:pt x="0" y="139"/>
                  </a:cubicBezTo>
                  <a:cubicBezTo>
                    <a:pt x="0" y="216"/>
                    <a:pt x="62"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27"/>
            <p:cNvSpPr/>
            <p:nvPr/>
          </p:nvSpPr>
          <p:spPr>
            <a:xfrm>
              <a:off x="6251426" y="3634466"/>
              <a:ext cx="8994" cy="8962"/>
            </a:xfrm>
            <a:custGeom>
              <a:rect b="b" l="l" r="r" t="t"/>
              <a:pathLst>
                <a:path extrusionOk="0" h="279" w="280">
                  <a:moveTo>
                    <a:pt x="139" y="0"/>
                  </a:moveTo>
                  <a:cubicBezTo>
                    <a:pt x="63" y="0"/>
                    <a:pt x="0" y="63"/>
                    <a:pt x="0" y="139"/>
                  </a:cubicBezTo>
                  <a:cubicBezTo>
                    <a:pt x="0" y="216"/>
                    <a:pt x="63" y="278"/>
                    <a:pt x="139" y="278"/>
                  </a:cubicBezTo>
                  <a:cubicBezTo>
                    <a:pt x="216" y="278"/>
                    <a:pt x="280" y="216"/>
                    <a:pt x="280" y="139"/>
                  </a:cubicBezTo>
                  <a:cubicBezTo>
                    <a:pt x="280"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27"/>
            <p:cNvSpPr/>
            <p:nvPr/>
          </p:nvSpPr>
          <p:spPr>
            <a:xfrm>
              <a:off x="6269384" y="3634466"/>
              <a:ext cx="8994" cy="8962"/>
            </a:xfrm>
            <a:custGeom>
              <a:rect b="b" l="l" r="r" t="t"/>
              <a:pathLst>
                <a:path extrusionOk="0" h="279" w="280">
                  <a:moveTo>
                    <a:pt x="139" y="0"/>
                  </a:moveTo>
                  <a:cubicBezTo>
                    <a:pt x="62" y="0"/>
                    <a:pt x="0" y="63"/>
                    <a:pt x="0" y="139"/>
                  </a:cubicBezTo>
                  <a:cubicBezTo>
                    <a:pt x="0" y="216"/>
                    <a:pt x="62" y="278"/>
                    <a:pt x="139" y="278"/>
                  </a:cubicBezTo>
                  <a:cubicBezTo>
                    <a:pt x="217" y="278"/>
                    <a:pt x="280" y="216"/>
                    <a:pt x="280" y="139"/>
                  </a:cubicBezTo>
                  <a:cubicBezTo>
                    <a:pt x="280" y="63"/>
                    <a:pt x="217"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27"/>
            <p:cNvSpPr/>
            <p:nvPr/>
          </p:nvSpPr>
          <p:spPr>
            <a:xfrm>
              <a:off x="6206485" y="3616508"/>
              <a:ext cx="8962" cy="8962"/>
            </a:xfrm>
            <a:custGeom>
              <a:rect b="b" l="l" r="r" t="t"/>
              <a:pathLst>
                <a:path extrusionOk="0" h="279" w="279">
                  <a:moveTo>
                    <a:pt x="140" y="0"/>
                  </a:moveTo>
                  <a:cubicBezTo>
                    <a:pt x="63" y="0"/>
                    <a:pt x="1" y="63"/>
                    <a:pt x="1" y="139"/>
                  </a:cubicBezTo>
                  <a:cubicBezTo>
                    <a:pt x="1" y="216"/>
                    <a:pt x="63" y="278"/>
                    <a:pt x="140" y="278"/>
                  </a:cubicBezTo>
                  <a:cubicBezTo>
                    <a:pt x="217" y="278"/>
                    <a:pt x="279" y="216"/>
                    <a:pt x="279" y="139"/>
                  </a:cubicBezTo>
                  <a:cubicBezTo>
                    <a:pt x="279"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27"/>
            <p:cNvSpPr/>
            <p:nvPr/>
          </p:nvSpPr>
          <p:spPr>
            <a:xfrm>
              <a:off x="6224442" y="3616508"/>
              <a:ext cx="8962" cy="8962"/>
            </a:xfrm>
            <a:custGeom>
              <a:rect b="b" l="l" r="r" t="t"/>
              <a:pathLst>
                <a:path extrusionOk="0" h="279" w="279">
                  <a:moveTo>
                    <a:pt x="140" y="0"/>
                  </a:moveTo>
                  <a:cubicBezTo>
                    <a:pt x="63" y="0"/>
                    <a:pt x="1" y="63"/>
                    <a:pt x="1" y="139"/>
                  </a:cubicBezTo>
                  <a:cubicBezTo>
                    <a:pt x="1" y="216"/>
                    <a:pt x="63" y="278"/>
                    <a:pt x="140" y="278"/>
                  </a:cubicBezTo>
                  <a:cubicBezTo>
                    <a:pt x="216" y="278"/>
                    <a:pt x="279" y="216"/>
                    <a:pt x="279" y="139"/>
                  </a:cubicBezTo>
                  <a:cubicBezTo>
                    <a:pt x="279" y="63"/>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27"/>
            <p:cNvSpPr/>
            <p:nvPr/>
          </p:nvSpPr>
          <p:spPr>
            <a:xfrm>
              <a:off x="6242399" y="3616508"/>
              <a:ext cx="8994" cy="8962"/>
            </a:xfrm>
            <a:custGeom>
              <a:rect b="b" l="l" r="r" t="t"/>
              <a:pathLst>
                <a:path extrusionOk="0" h="279" w="280">
                  <a:moveTo>
                    <a:pt x="141" y="0"/>
                  </a:moveTo>
                  <a:cubicBezTo>
                    <a:pt x="63" y="0"/>
                    <a:pt x="1" y="63"/>
                    <a:pt x="1" y="139"/>
                  </a:cubicBezTo>
                  <a:cubicBezTo>
                    <a:pt x="1" y="216"/>
                    <a:pt x="63" y="278"/>
                    <a:pt x="141" y="278"/>
                  </a:cubicBezTo>
                  <a:cubicBezTo>
                    <a:pt x="218" y="278"/>
                    <a:pt x="280" y="216"/>
                    <a:pt x="280" y="139"/>
                  </a:cubicBezTo>
                  <a:cubicBezTo>
                    <a:pt x="280" y="63"/>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27"/>
            <p:cNvSpPr/>
            <p:nvPr/>
          </p:nvSpPr>
          <p:spPr>
            <a:xfrm>
              <a:off x="6260357" y="3616508"/>
              <a:ext cx="8994" cy="8962"/>
            </a:xfrm>
            <a:custGeom>
              <a:rect b="b" l="l" r="r" t="t"/>
              <a:pathLst>
                <a:path extrusionOk="0" h="279" w="280">
                  <a:moveTo>
                    <a:pt x="141" y="0"/>
                  </a:moveTo>
                  <a:cubicBezTo>
                    <a:pt x="64" y="0"/>
                    <a:pt x="0" y="63"/>
                    <a:pt x="0" y="139"/>
                  </a:cubicBezTo>
                  <a:cubicBezTo>
                    <a:pt x="0" y="216"/>
                    <a:pt x="64" y="278"/>
                    <a:pt x="141" y="278"/>
                  </a:cubicBezTo>
                  <a:cubicBezTo>
                    <a:pt x="217" y="278"/>
                    <a:pt x="280" y="216"/>
                    <a:pt x="280" y="139"/>
                  </a:cubicBezTo>
                  <a:cubicBezTo>
                    <a:pt x="280" y="63"/>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27"/>
            <p:cNvSpPr/>
            <p:nvPr/>
          </p:nvSpPr>
          <p:spPr>
            <a:xfrm>
              <a:off x="6206485" y="3580562"/>
              <a:ext cx="8962" cy="8962"/>
            </a:xfrm>
            <a:custGeom>
              <a:rect b="b" l="l" r="r" t="t"/>
              <a:pathLst>
                <a:path extrusionOk="0" h="279" w="279">
                  <a:moveTo>
                    <a:pt x="140" y="0"/>
                  </a:moveTo>
                  <a:cubicBezTo>
                    <a:pt x="63" y="0"/>
                    <a:pt x="1" y="63"/>
                    <a:pt x="1" y="139"/>
                  </a:cubicBezTo>
                  <a:cubicBezTo>
                    <a:pt x="1" y="216"/>
                    <a:pt x="63" y="278"/>
                    <a:pt x="140" y="278"/>
                  </a:cubicBezTo>
                  <a:cubicBezTo>
                    <a:pt x="217" y="278"/>
                    <a:pt x="279" y="216"/>
                    <a:pt x="279" y="139"/>
                  </a:cubicBezTo>
                  <a:cubicBezTo>
                    <a:pt x="279"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27"/>
            <p:cNvSpPr/>
            <p:nvPr/>
          </p:nvSpPr>
          <p:spPr>
            <a:xfrm>
              <a:off x="6224442" y="3580562"/>
              <a:ext cx="8962" cy="8962"/>
            </a:xfrm>
            <a:custGeom>
              <a:rect b="b" l="l" r="r" t="t"/>
              <a:pathLst>
                <a:path extrusionOk="0" h="279" w="279">
                  <a:moveTo>
                    <a:pt x="140" y="0"/>
                  </a:moveTo>
                  <a:cubicBezTo>
                    <a:pt x="63" y="0"/>
                    <a:pt x="1" y="63"/>
                    <a:pt x="1" y="139"/>
                  </a:cubicBezTo>
                  <a:cubicBezTo>
                    <a:pt x="1" y="216"/>
                    <a:pt x="63" y="278"/>
                    <a:pt x="140" y="278"/>
                  </a:cubicBezTo>
                  <a:cubicBezTo>
                    <a:pt x="216" y="278"/>
                    <a:pt x="279" y="216"/>
                    <a:pt x="279" y="139"/>
                  </a:cubicBezTo>
                  <a:cubicBezTo>
                    <a:pt x="279" y="63"/>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27"/>
            <p:cNvSpPr/>
            <p:nvPr/>
          </p:nvSpPr>
          <p:spPr>
            <a:xfrm>
              <a:off x="6242399" y="3580562"/>
              <a:ext cx="8994" cy="8962"/>
            </a:xfrm>
            <a:custGeom>
              <a:rect b="b" l="l" r="r" t="t"/>
              <a:pathLst>
                <a:path extrusionOk="0" h="279" w="280">
                  <a:moveTo>
                    <a:pt x="141" y="0"/>
                  </a:moveTo>
                  <a:cubicBezTo>
                    <a:pt x="63" y="0"/>
                    <a:pt x="1" y="63"/>
                    <a:pt x="1" y="139"/>
                  </a:cubicBezTo>
                  <a:cubicBezTo>
                    <a:pt x="1" y="216"/>
                    <a:pt x="63" y="278"/>
                    <a:pt x="141" y="278"/>
                  </a:cubicBezTo>
                  <a:cubicBezTo>
                    <a:pt x="218" y="278"/>
                    <a:pt x="280" y="216"/>
                    <a:pt x="280" y="139"/>
                  </a:cubicBezTo>
                  <a:cubicBezTo>
                    <a:pt x="280" y="63"/>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27"/>
            <p:cNvSpPr/>
            <p:nvPr/>
          </p:nvSpPr>
          <p:spPr>
            <a:xfrm>
              <a:off x="6260357" y="3580562"/>
              <a:ext cx="8994" cy="8962"/>
            </a:xfrm>
            <a:custGeom>
              <a:rect b="b" l="l" r="r" t="t"/>
              <a:pathLst>
                <a:path extrusionOk="0" h="279" w="280">
                  <a:moveTo>
                    <a:pt x="141" y="0"/>
                  </a:moveTo>
                  <a:cubicBezTo>
                    <a:pt x="64" y="0"/>
                    <a:pt x="0" y="63"/>
                    <a:pt x="0" y="139"/>
                  </a:cubicBezTo>
                  <a:cubicBezTo>
                    <a:pt x="0" y="216"/>
                    <a:pt x="64" y="278"/>
                    <a:pt x="141" y="278"/>
                  </a:cubicBezTo>
                  <a:cubicBezTo>
                    <a:pt x="217" y="278"/>
                    <a:pt x="280" y="216"/>
                    <a:pt x="280" y="139"/>
                  </a:cubicBezTo>
                  <a:cubicBezTo>
                    <a:pt x="280" y="63"/>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31" name="Google Shape;3131;p27"/>
          <p:cNvGrpSpPr/>
          <p:nvPr/>
        </p:nvGrpSpPr>
        <p:grpSpPr>
          <a:xfrm>
            <a:off x="5377201" y="3497682"/>
            <a:ext cx="297712" cy="264276"/>
            <a:chOff x="5377201" y="3497682"/>
            <a:chExt cx="297712" cy="264276"/>
          </a:xfrm>
        </p:grpSpPr>
        <p:sp>
          <p:nvSpPr>
            <p:cNvPr id="3132" name="Google Shape;3132;p27"/>
            <p:cNvSpPr/>
            <p:nvPr/>
          </p:nvSpPr>
          <p:spPr>
            <a:xfrm>
              <a:off x="5414594" y="3497682"/>
              <a:ext cx="224054" cy="85735"/>
            </a:xfrm>
            <a:custGeom>
              <a:rect b="b" l="l" r="r" t="t"/>
              <a:pathLst>
                <a:path extrusionOk="0" h="2669" w="6975">
                  <a:moveTo>
                    <a:pt x="337" y="1"/>
                  </a:moveTo>
                  <a:cubicBezTo>
                    <a:pt x="311" y="1"/>
                    <a:pt x="287" y="2"/>
                    <a:pt x="262" y="8"/>
                  </a:cubicBezTo>
                  <a:cubicBezTo>
                    <a:pt x="94" y="46"/>
                    <a:pt x="0" y="324"/>
                    <a:pt x="0" y="505"/>
                  </a:cubicBezTo>
                  <a:lnTo>
                    <a:pt x="13" y="2669"/>
                  </a:lnTo>
                  <a:lnTo>
                    <a:pt x="455" y="2669"/>
                  </a:lnTo>
                  <a:lnTo>
                    <a:pt x="526" y="2389"/>
                  </a:lnTo>
                  <a:lnTo>
                    <a:pt x="526" y="617"/>
                  </a:lnTo>
                  <a:cubicBezTo>
                    <a:pt x="526" y="587"/>
                    <a:pt x="550" y="468"/>
                    <a:pt x="581" y="468"/>
                  </a:cubicBezTo>
                  <a:lnTo>
                    <a:pt x="6360" y="468"/>
                  </a:lnTo>
                  <a:cubicBezTo>
                    <a:pt x="6390" y="468"/>
                    <a:pt x="6507" y="587"/>
                    <a:pt x="6507" y="617"/>
                  </a:cubicBezTo>
                  <a:lnTo>
                    <a:pt x="6507" y="2667"/>
                  </a:lnTo>
                  <a:lnTo>
                    <a:pt x="6918" y="2667"/>
                  </a:lnTo>
                  <a:lnTo>
                    <a:pt x="6975" y="2386"/>
                  </a:lnTo>
                  <a:lnTo>
                    <a:pt x="6975" y="373"/>
                  </a:lnTo>
                  <a:cubicBezTo>
                    <a:pt x="6975" y="167"/>
                    <a:pt x="6808" y="1"/>
                    <a:pt x="6601" y="1"/>
                  </a:cubicBezTo>
                  <a:lnTo>
                    <a:pt x="5948" y="1"/>
                  </a:lnTo>
                  <a:lnTo>
                    <a:pt x="5860" y="56"/>
                  </a:lnTo>
                  <a:lnTo>
                    <a:pt x="1039" y="56"/>
                  </a:lnTo>
                  <a:lnTo>
                    <a:pt x="990"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27"/>
            <p:cNvSpPr/>
            <p:nvPr/>
          </p:nvSpPr>
          <p:spPr>
            <a:xfrm>
              <a:off x="5413405" y="3497971"/>
              <a:ext cx="17989" cy="89044"/>
            </a:xfrm>
            <a:custGeom>
              <a:rect b="b" l="l" r="r" t="t"/>
              <a:pathLst>
                <a:path extrusionOk="0" h="2772" w="560">
                  <a:moveTo>
                    <a:pt x="299" y="0"/>
                  </a:moveTo>
                  <a:cubicBezTo>
                    <a:pt x="138" y="29"/>
                    <a:pt x="1" y="181"/>
                    <a:pt x="1" y="365"/>
                  </a:cubicBezTo>
                  <a:lnTo>
                    <a:pt x="1" y="2771"/>
                  </a:lnTo>
                  <a:lnTo>
                    <a:pt x="560" y="2771"/>
                  </a:lnTo>
                  <a:lnTo>
                    <a:pt x="560" y="2380"/>
                  </a:lnTo>
                  <a:lnTo>
                    <a:pt x="393" y="2380"/>
                  </a:lnTo>
                  <a:cubicBezTo>
                    <a:pt x="343" y="2380"/>
                    <a:pt x="299" y="2338"/>
                    <a:pt x="299" y="2286"/>
                  </a:cubicBezTo>
                  <a:lnTo>
                    <a:pt x="29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27"/>
            <p:cNvSpPr/>
            <p:nvPr/>
          </p:nvSpPr>
          <p:spPr>
            <a:xfrm>
              <a:off x="5431362" y="3506773"/>
              <a:ext cx="207286" cy="79118"/>
            </a:xfrm>
            <a:custGeom>
              <a:rect b="b" l="l" r="r" t="t"/>
              <a:pathLst>
                <a:path extrusionOk="0" h="2463" w="6453">
                  <a:moveTo>
                    <a:pt x="95" y="0"/>
                  </a:moveTo>
                  <a:cubicBezTo>
                    <a:pt x="44" y="0"/>
                    <a:pt x="1" y="41"/>
                    <a:pt x="1" y="94"/>
                  </a:cubicBezTo>
                  <a:lnTo>
                    <a:pt x="1" y="336"/>
                  </a:lnTo>
                  <a:cubicBezTo>
                    <a:pt x="1" y="333"/>
                    <a:pt x="1" y="311"/>
                    <a:pt x="19" y="294"/>
                  </a:cubicBezTo>
                  <a:cubicBezTo>
                    <a:pt x="35" y="279"/>
                    <a:pt x="54" y="279"/>
                    <a:pt x="57" y="279"/>
                  </a:cubicBezTo>
                  <a:lnTo>
                    <a:pt x="468" y="279"/>
                  </a:lnTo>
                  <a:lnTo>
                    <a:pt x="558" y="223"/>
                  </a:lnTo>
                  <a:lnTo>
                    <a:pt x="5331" y="226"/>
                  </a:lnTo>
                  <a:lnTo>
                    <a:pt x="5426" y="281"/>
                  </a:lnTo>
                  <a:lnTo>
                    <a:pt x="5838" y="281"/>
                  </a:lnTo>
                  <a:cubicBezTo>
                    <a:pt x="5868" y="281"/>
                    <a:pt x="5893" y="307"/>
                    <a:pt x="5893" y="337"/>
                  </a:cubicBezTo>
                  <a:lnTo>
                    <a:pt x="5893" y="2462"/>
                  </a:lnTo>
                  <a:lnTo>
                    <a:pt x="6453" y="2462"/>
                  </a:lnTo>
                  <a:lnTo>
                    <a:pt x="6453" y="2108"/>
                  </a:lnTo>
                  <a:lnTo>
                    <a:pt x="6283" y="2108"/>
                  </a:lnTo>
                  <a:cubicBezTo>
                    <a:pt x="6233" y="2106"/>
                    <a:pt x="6192" y="2064"/>
                    <a:pt x="6192" y="2014"/>
                  </a:cubicBezTo>
                  <a:lnTo>
                    <a:pt x="6192" y="185"/>
                  </a:lnTo>
                  <a:cubicBezTo>
                    <a:pt x="6192" y="83"/>
                    <a:pt x="6108" y="0"/>
                    <a:pt x="600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27"/>
            <p:cNvSpPr/>
            <p:nvPr/>
          </p:nvSpPr>
          <p:spPr>
            <a:xfrm>
              <a:off x="5446429" y="3497778"/>
              <a:ext cx="159295" cy="16254"/>
            </a:xfrm>
            <a:custGeom>
              <a:rect b="b" l="l" r="r" t="t"/>
              <a:pathLst>
                <a:path extrusionOk="0" h="506" w="4959">
                  <a:moveTo>
                    <a:pt x="1" y="1"/>
                  </a:moveTo>
                  <a:lnTo>
                    <a:pt x="1" y="282"/>
                  </a:lnTo>
                  <a:lnTo>
                    <a:pt x="57" y="506"/>
                  </a:lnTo>
                  <a:lnTo>
                    <a:pt x="4902" y="506"/>
                  </a:lnTo>
                  <a:lnTo>
                    <a:pt x="4959" y="282"/>
                  </a:lnTo>
                  <a:lnTo>
                    <a:pt x="495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27"/>
            <p:cNvSpPr/>
            <p:nvPr/>
          </p:nvSpPr>
          <p:spPr>
            <a:xfrm>
              <a:off x="5446429" y="3506773"/>
              <a:ext cx="159295" cy="8994"/>
            </a:xfrm>
            <a:custGeom>
              <a:rect b="b" l="l" r="r" t="t"/>
              <a:pathLst>
                <a:path extrusionOk="0" h="280" w="4959">
                  <a:moveTo>
                    <a:pt x="1" y="0"/>
                  </a:moveTo>
                  <a:lnTo>
                    <a:pt x="1" y="279"/>
                  </a:lnTo>
                  <a:lnTo>
                    <a:pt x="4959" y="279"/>
                  </a:lnTo>
                  <a:lnTo>
                    <a:pt x="495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27"/>
            <p:cNvSpPr/>
            <p:nvPr/>
          </p:nvSpPr>
          <p:spPr>
            <a:xfrm>
              <a:off x="5396411" y="3583388"/>
              <a:ext cx="69160" cy="16864"/>
            </a:xfrm>
            <a:custGeom>
              <a:rect b="b" l="l" r="r" t="t"/>
              <a:pathLst>
                <a:path extrusionOk="0" h="525" w="2153">
                  <a:moveTo>
                    <a:pt x="242" y="1"/>
                  </a:moveTo>
                  <a:lnTo>
                    <a:pt x="185" y="40"/>
                  </a:lnTo>
                  <a:cubicBezTo>
                    <a:pt x="83" y="40"/>
                    <a:pt x="0" y="122"/>
                    <a:pt x="0" y="225"/>
                  </a:cubicBezTo>
                  <a:lnTo>
                    <a:pt x="0" y="525"/>
                  </a:lnTo>
                  <a:lnTo>
                    <a:pt x="2153" y="525"/>
                  </a:lnTo>
                  <a:lnTo>
                    <a:pt x="2153"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27"/>
            <p:cNvSpPr/>
            <p:nvPr/>
          </p:nvSpPr>
          <p:spPr>
            <a:xfrm>
              <a:off x="5395191" y="3583388"/>
              <a:ext cx="70348" cy="19241"/>
            </a:xfrm>
            <a:custGeom>
              <a:rect b="b" l="l" r="r" t="t"/>
              <a:pathLst>
                <a:path extrusionOk="0" h="599" w="2190">
                  <a:moveTo>
                    <a:pt x="186" y="1"/>
                  </a:moveTo>
                  <a:cubicBezTo>
                    <a:pt x="83" y="1"/>
                    <a:pt x="0" y="85"/>
                    <a:pt x="0" y="188"/>
                  </a:cubicBezTo>
                  <a:lnTo>
                    <a:pt x="0" y="599"/>
                  </a:lnTo>
                  <a:lnTo>
                    <a:pt x="2189" y="599"/>
                  </a:lnTo>
                  <a:lnTo>
                    <a:pt x="2189" y="244"/>
                  </a:lnTo>
                  <a:lnTo>
                    <a:pt x="335" y="244"/>
                  </a:lnTo>
                  <a:cubicBezTo>
                    <a:pt x="306" y="244"/>
                    <a:pt x="280" y="218"/>
                    <a:pt x="280" y="188"/>
                  </a:cubicBezTo>
                  <a:lnTo>
                    <a:pt x="28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27"/>
            <p:cNvSpPr/>
            <p:nvPr/>
          </p:nvSpPr>
          <p:spPr>
            <a:xfrm>
              <a:off x="5588931" y="3583388"/>
              <a:ext cx="68003" cy="16864"/>
            </a:xfrm>
            <a:custGeom>
              <a:rect b="b" l="l" r="r" t="t"/>
              <a:pathLst>
                <a:path extrusionOk="0" h="525" w="2117">
                  <a:moveTo>
                    <a:pt x="281" y="1"/>
                  </a:moveTo>
                  <a:lnTo>
                    <a:pt x="0" y="57"/>
                  </a:lnTo>
                  <a:lnTo>
                    <a:pt x="0" y="525"/>
                  </a:lnTo>
                  <a:lnTo>
                    <a:pt x="2059" y="525"/>
                  </a:lnTo>
                  <a:lnTo>
                    <a:pt x="2115" y="244"/>
                  </a:lnTo>
                  <a:lnTo>
                    <a:pt x="2115" y="188"/>
                  </a:lnTo>
                  <a:cubicBezTo>
                    <a:pt x="2117" y="85"/>
                    <a:pt x="2031" y="1"/>
                    <a:pt x="193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27"/>
            <p:cNvSpPr/>
            <p:nvPr/>
          </p:nvSpPr>
          <p:spPr>
            <a:xfrm>
              <a:off x="5586554" y="3583388"/>
              <a:ext cx="70348" cy="18599"/>
            </a:xfrm>
            <a:custGeom>
              <a:rect b="b" l="l" r="r" t="t"/>
              <a:pathLst>
                <a:path extrusionOk="0" h="579" w="2190">
                  <a:moveTo>
                    <a:pt x="0" y="1"/>
                  </a:moveTo>
                  <a:lnTo>
                    <a:pt x="0" y="578"/>
                  </a:lnTo>
                  <a:lnTo>
                    <a:pt x="2189" y="578"/>
                  </a:lnTo>
                  <a:lnTo>
                    <a:pt x="2189" y="244"/>
                  </a:lnTo>
                  <a:lnTo>
                    <a:pt x="409" y="244"/>
                  </a:lnTo>
                  <a:cubicBezTo>
                    <a:pt x="380" y="244"/>
                    <a:pt x="355" y="218"/>
                    <a:pt x="355" y="188"/>
                  </a:cubicBezTo>
                  <a:lnTo>
                    <a:pt x="35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27"/>
            <p:cNvSpPr/>
            <p:nvPr/>
          </p:nvSpPr>
          <p:spPr>
            <a:xfrm>
              <a:off x="5478424" y="3583388"/>
              <a:ext cx="23385" cy="19209"/>
            </a:xfrm>
            <a:custGeom>
              <a:rect b="b" l="l" r="r" t="t"/>
              <a:pathLst>
                <a:path extrusionOk="0" h="598" w="728">
                  <a:moveTo>
                    <a:pt x="364" y="1"/>
                  </a:moveTo>
                  <a:lnTo>
                    <a:pt x="1" y="76"/>
                  </a:lnTo>
                  <a:lnTo>
                    <a:pt x="1" y="597"/>
                  </a:lnTo>
                  <a:lnTo>
                    <a:pt x="727" y="597"/>
                  </a:lnTo>
                  <a:lnTo>
                    <a:pt x="727"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27"/>
            <p:cNvSpPr/>
            <p:nvPr/>
          </p:nvSpPr>
          <p:spPr>
            <a:xfrm>
              <a:off x="5479356" y="3583388"/>
              <a:ext cx="21554" cy="19241"/>
            </a:xfrm>
            <a:custGeom>
              <a:rect b="b" l="l" r="r" t="t"/>
              <a:pathLst>
                <a:path extrusionOk="0" h="599" w="671">
                  <a:moveTo>
                    <a:pt x="1" y="1"/>
                  </a:moveTo>
                  <a:lnTo>
                    <a:pt x="1" y="599"/>
                  </a:lnTo>
                  <a:lnTo>
                    <a:pt x="671" y="599"/>
                  </a:lnTo>
                  <a:lnTo>
                    <a:pt x="671" y="244"/>
                  </a:lnTo>
                  <a:lnTo>
                    <a:pt x="391" y="244"/>
                  </a:lnTo>
                  <a:cubicBezTo>
                    <a:pt x="360" y="244"/>
                    <a:pt x="336" y="218"/>
                    <a:pt x="336" y="188"/>
                  </a:cubicBezTo>
                  <a:lnTo>
                    <a:pt x="33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27"/>
            <p:cNvSpPr/>
            <p:nvPr/>
          </p:nvSpPr>
          <p:spPr>
            <a:xfrm>
              <a:off x="5464386" y="3573269"/>
              <a:ext cx="16832" cy="26983"/>
            </a:xfrm>
            <a:custGeom>
              <a:rect b="b" l="l" r="r" t="t"/>
              <a:pathLst>
                <a:path extrusionOk="0" h="840" w="524">
                  <a:moveTo>
                    <a:pt x="244" y="0"/>
                  </a:moveTo>
                  <a:lnTo>
                    <a:pt x="95" y="38"/>
                  </a:lnTo>
                  <a:cubicBezTo>
                    <a:pt x="44" y="38"/>
                    <a:pt x="0" y="80"/>
                    <a:pt x="0" y="132"/>
                  </a:cubicBezTo>
                  <a:lnTo>
                    <a:pt x="0" y="840"/>
                  </a:lnTo>
                  <a:lnTo>
                    <a:pt x="485" y="840"/>
                  </a:lnTo>
                  <a:lnTo>
                    <a:pt x="523" y="559"/>
                  </a:lnTo>
                  <a:lnTo>
                    <a:pt x="523" y="91"/>
                  </a:lnTo>
                  <a:cubicBezTo>
                    <a:pt x="522" y="41"/>
                    <a:pt x="480" y="0"/>
                    <a:pt x="43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27"/>
            <p:cNvSpPr/>
            <p:nvPr/>
          </p:nvSpPr>
          <p:spPr>
            <a:xfrm>
              <a:off x="5463165" y="3573269"/>
              <a:ext cx="17989" cy="28750"/>
            </a:xfrm>
            <a:custGeom>
              <a:rect b="b" l="l" r="r" t="t"/>
              <a:pathLst>
                <a:path extrusionOk="0" h="895" w="560">
                  <a:moveTo>
                    <a:pt x="95" y="0"/>
                  </a:moveTo>
                  <a:cubicBezTo>
                    <a:pt x="44" y="0"/>
                    <a:pt x="1" y="41"/>
                    <a:pt x="1" y="93"/>
                  </a:cubicBezTo>
                  <a:lnTo>
                    <a:pt x="1" y="895"/>
                  </a:lnTo>
                  <a:lnTo>
                    <a:pt x="560" y="895"/>
                  </a:lnTo>
                  <a:lnTo>
                    <a:pt x="560" y="560"/>
                  </a:lnTo>
                  <a:lnTo>
                    <a:pt x="335" y="560"/>
                  </a:lnTo>
                  <a:cubicBezTo>
                    <a:pt x="305" y="559"/>
                    <a:pt x="282" y="533"/>
                    <a:pt x="282" y="503"/>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27"/>
            <p:cNvSpPr/>
            <p:nvPr/>
          </p:nvSpPr>
          <p:spPr>
            <a:xfrm>
              <a:off x="5500301" y="3573269"/>
              <a:ext cx="88658" cy="26983"/>
            </a:xfrm>
            <a:custGeom>
              <a:rect b="b" l="l" r="r" t="t"/>
              <a:pathLst>
                <a:path extrusionOk="0" h="840" w="2760">
                  <a:moveTo>
                    <a:pt x="242" y="0"/>
                  </a:moveTo>
                  <a:lnTo>
                    <a:pt x="55" y="38"/>
                  </a:lnTo>
                  <a:cubicBezTo>
                    <a:pt x="4" y="38"/>
                    <a:pt x="0" y="80"/>
                    <a:pt x="0" y="132"/>
                  </a:cubicBezTo>
                  <a:lnTo>
                    <a:pt x="0" y="840"/>
                  </a:lnTo>
                  <a:lnTo>
                    <a:pt x="2722" y="840"/>
                  </a:lnTo>
                  <a:lnTo>
                    <a:pt x="2759" y="559"/>
                  </a:lnTo>
                  <a:lnTo>
                    <a:pt x="2759" y="91"/>
                  </a:lnTo>
                  <a:cubicBezTo>
                    <a:pt x="2759" y="41"/>
                    <a:pt x="2717" y="0"/>
                    <a:pt x="2667" y="0"/>
                  </a:cubicBezTo>
                  <a:lnTo>
                    <a:pt x="2480" y="0"/>
                  </a:lnTo>
                  <a:lnTo>
                    <a:pt x="2347" y="55"/>
                  </a:lnTo>
                  <a:lnTo>
                    <a:pt x="2202" y="0"/>
                  </a:lnTo>
                  <a:lnTo>
                    <a:pt x="1921" y="0"/>
                  </a:lnTo>
                  <a:lnTo>
                    <a:pt x="1778" y="38"/>
                  </a:lnTo>
                  <a:lnTo>
                    <a:pt x="1643" y="0"/>
                  </a:lnTo>
                  <a:lnTo>
                    <a:pt x="1362" y="0"/>
                  </a:lnTo>
                  <a:lnTo>
                    <a:pt x="1213" y="38"/>
                  </a:lnTo>
                  <a:lnTo>
                    <a:pt x="1083" y="0"/>
                  </a:lnTo>
                  <a:lnTo>
                    <a:pt x="804" y="0"/>
                  </a:lnTo>
                  <a:lnTo>
                    <a:pt x="663" y="38"/>
                  </a:lnTo>
                  <a:lnTo>
                    <a:pt x="523"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27"/>
            <p:cNvSpPr/>
            <p:nvPr/>
          </p:nvSpPr>
          <p:spPr>
            <a:xfrm>
              <a:off x="5499112" y="3573269"/>
              <a:ext cx="19209" cy="29360"/>
            </a:xfrm>
            <a:custGeom>
              <a:rect b="b" l="l" r="r" t="t"/>
              <a:pathLst>
                <a:path extrusionOk="0" h="914" w="598">
                  <a:moveTo>
                    <a:pt x="95" y="0"/>
                  </a:moveTo>
                  <a:cubicBezTo>
                    <a:pt x="44" y="0"/>
                    <a:pt x="1" y="41"/>
                    <a:pt x="1" y="93"/>
                  </a:cubicBezTo>
                  <a:lnTo>
                    <a:pt x="1" y="914"/>
                  </a:lnTo>
                  <a:lnTo>
                    <a:pt x="597" y="914"/>
                  </a:lnTo>
                  <a:lnTo>
                    <a:pt x="597" y="559"/>
                  </a:lnTo>
                  <a:lnTo>
                    <a:pt x="337" y="559"/>
                  </a:lnTo>
                  <a:cubicBezTo>
                    <a:pt x="303" y="559"/>
                    <a:pt x="280" y="533"/>
                    <a:pt x="280" y="503"/>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27"/>
            <p:cNvSpPr/>
            <p:nvPr/>
          </p:nvSpPr>
          <p:spPr>
            <a:xfrm>
              <a:off x="5517070" y="3573269"/>
              <a:ext cx="19209" cy="29360"/>
            </a:xfrm>
            <a:custGeom>
              <a:rect b="b" l="l" r="r" t="t"/>
              <a:pathLst>
                <a:path extrusionOk="0" h="914" w="598">
                  <a:moveTo>
                    <a:pt x="1" y="0"/>
                  </a:moveTo>
                  <a:lnTo>
                    <a:pt x="1" y="914"/>
                  </a:lnTo>
                  <a:lnTo>
                    <a:pt x="597" y="914"/>
                  </a:lnTo>
                  <a:lnTo>
                    <a:pt x="597" y="559"/>
                  </a:lnTo>
                  <a:lnTo>
                    <a:pt x="337" y="559"/>
                  </a:lnTo>
                  <a:cubicBezTo>
                    <a:pt x="306" y="559"/>
                    <a:pt x="282" y="533"/>
                    <a:pt x="282" y="503"/>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27"/>
            <p:cNvSpPr/>
            <p:nvPr/>
          </p:nvSpPr>
          <p:spPr>
            <a:xfrm>
              <a:off x="5535027" y="3573269"/>
              <a:ext cx="19177" cy="29360"/>
            </a:xfrm>
            <a:custGeom>
              <a:rect b="b" l="l" r="r" t="t"/>
              <a:pathLst>
                <a:path extrusionOk="0" h="914" w="597">
                  <a:moveTo>
                    <a:pt x="0" y="0"/>
                  </a:moveTo>
                  <a:lnTo>
                    <a:pt x="0" y="914"/>
                  </a:lnTo>
                  <a:lnTo>
                    <a:pt x="597" y="914"/>
                  </a:lnTo>
                  <a:lnTo>
                    <a:pt x="597" y="559"/>
                  </a:lnTo>
                  <a:lnTo>
                    <a:pt x="338" y="559"/>
                  </a:lnTo>
                  <a:cubicBezTo>
                    <a:pt x="306" y="559"/>
                    <a:pt x="281" y="533"/>
                    <a:pt x="281" y="503"/>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27"/>
            <p:cNvSpPr/>
            <p:nvPr/>
          </p:nvSpPr>
          <p:spPr>
            <a:xfrm>
              <a:off x="5552984" y="3573269"/>
              <a:ext cx="19241" cy="29360"/>
            </a:xfrm>
            <a:custGeom>
              <a:rect b="b" l="l" r="r" t="t"/>
              <a:pathLst>
                <a:path extrusionOk="0" h="914" w="599">
                  <a:moveTo>
                    <a:pt x="0" y="0"/>
                  </a:moveTo>
                  <a:lnTo>
                    <a:pt x="0" y="914"/>
                  </a:lnTo>
                  <a:lnTo>
                    <a:pt x="598" y="914"/>
                  </a:lnTo>
                  <a:lnTo>
                    <a:pt x="598" y="559"/>
                  </a:lnTo>
                  <a:lnTo>
                    <a:pt x="338" y="559"/>
                  </a:lnTo>
                  <a:cubicBezTo>
                    <a:pt x="307" y="559"/>
                    <a:pt x="281" y="533"/>
                    <a:pt x="281" y="503"/>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27"/>
            <p:cNvSpPr/>
            <p:nvPr/>
          </p:nvSpPr>
          <p:spPr>
            <a:xfrm>
              <a:off x="5570974" y="3573269"/>
              <a:ext cx="17989" cy="29360"/>
            </a:xfrm>
            <a:custGeom>
              <a:rect b="b" l="l" r="r" t="t"/>
              <a:pathLst>
                <a:path extrusionOk="0" h="914" w="560">
                  <a:moveTo>
                    <a:pt x="0" y="0"/>
                  </a:moveTo>
                  <a:lnTo>
                    <a:pt x="0" y="914"/>
                  </a:lnTo>
                  <a:lnTo>
                    <a:pt x="559" y="914"/>
                  </a:lnTo>
                  <a:lnTo>
                    <a:pt x="559" y="559"/>
                  </a:lnTo>
                  <a:lnTo>
                    <a:pt x="335" y="559"/>
                  </a:lnTo>
                  <a:cubicBezTo>
                    <a:pt x="306" y="559"/>
                    <a:pt x="280" y="533"/>
                    <a:pt x="280" y="503"/>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27"/>
            <p:cNvSpPr/>
            <p:nvPr/>
          </p:nvSpPr>
          <p:spPr>
            <a:xfrm>
              <a:off x="5378454" y="3600093"/>
              <a:ext cx="296459" cy="160613"/>
            </a:xfrm>
            <a:custGeom>
              <a:rect b="b" l="l" r="r" t="t"/>
              <a:pathLst>
                <a:path extrusionOk="0" h="5000" w="9229">
                  <a:moveTo>
                    <a:pt x="242" y="0"/>
                  </a:moveTo>
                  <a:cubicBezTo>
                    <a:pt x="86" y="0"/>
                    <a:pt x="36" y="362"/>
                    <a:pt x="36" y="516"/>
                  </a:cubicBezTo>
                  <a:lnTo>
                    <a:pt x="0" y="4718"/>
                  </a:lnTo>
                  <a:cubicBezTo>
                    <a:pt x="0" y="4873"/>
                    <a:pt x="126" y="4999"/>
                    <a:pt x="280" y="4999"/>
                  </a:cubicBezTo>
                  <a:lnTo>
                    <a:pt x="8570" y="4992"/>
                  </a:lnTo>
                  <a:cubicBezTo>
                    <a:pt x="8724" y="4992"/>
                    <a:pt x="9229" y="4909"/>
                    <a:pt x="9228" y="4755"/>
                  </a:cubicBezTo>
                  <a:lnTo>
                    <a:pt x="9228" y="281"/>
                  </a:lnTo>
                  <a:cubicBezTo>
                    <a:pt x="9228" y="125"/>
                    <a:pt x="9102" y="0"/>
                    <a:pt x="8948" y="0"/>
                  </a:cubicBezTo>
                  <a:lnTo>
                    <a:pt x="7548" y="0"/>
                  </a:lnTo>
                  <a:lnTo>
                    <a:pt x="7472" y="57"/>
                  </a:lnTo>
                  <a:lnTo>
                    <a:pt x="1736" y="57"/>
                  </a:lnTo>
                  <a:lnTo>
                    <a:pt x="1640"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27"/>
            <p:cNvSpPr/>
            <p:nvPr/>
          </p:nvSpPr>
          <p:spPr>
            <a:xfrm>
              <a:off x="5377201" y="3600221"/>
              <a:ext cx="297711" cy="161737"/>
            </a:xfrm>
            <a:custGeom>
              <a:rect b="b" l="l" r="r" t="t"/>
              <a:pathLst>
                <a:path extrusionOk="0" h="5035" w="9268">
                  <a:moveTo>
                    <a:pt x="281" y="1"/>
                  </a:moveTo>
                  <a:cubicBezTo>
                    <a:pt x="128" y="1"/>
                    <a:pt x="0" y="125"/>
                    <a:pt x="0" y="280"/>
                  </a:cubicBezTo>
                  <a:lnTo>
                    <a:pt x="0" y="4753"/>
                  </a:lnTo>
                  <a:cubicBezTo>
                    <a:pt x="0" y="4908"/>
                    <a:pt x="125" y="5034"/>
                    <a:pt x="281" y="5034"/>
                  </a:cubicBezTo>
                  <a:lnTo>
                    <a:pt x="8987" y="5034"/>
                  </a:lnTo>
                  <a:cubicBezTo>
                    <a:pt x="9141" y="5034"/>
                    <a:pt x="9268" y="4910"/>
                    <a:pt x="9268" y="4753"/>
                  </a:cubicBezTo>
                  <a:lnTo>
                    <a:pt x="375" y="4753"/>
                  </a:lnTo>
                  <a:cubicBezTo>
                    <a:pt x="323" y="4752"/>
                    <a:pt x="281" y="4710"/>
                    <a:pt x="281" y="4659"/>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27"/>
            <p:cNvSpPr/>
            <p:nvPr/>
          </p:nvSpPr>
          <p:spPr>
            <a:xfrm>
              <a:off x="5512604" y="3739414"/>
              <a:ext cx="8962" cy="8994"/>
            </a:xfrm>
            <a:custGeom>
              <a:rect b="b" l="l" r="r" t="t"/>
              <a:pathLst>
                <a:path extrusionOk="0" h="280" w="279">
                  <a:moveTo>
                    <a:pt x="140" y="1"/>
                  </a:moveTo>
                  <a:cubicBezTo>
                    <a:pt x="63" y="1"/>
                    <a:pt x="1" y="63"/>
                    <a:pt x="1" y="141"/>
                  </a:cubicBezTo>
                  <a:cubicBezTo>
                    <a:pt x="1" y="218"/>
                    <a:pt x="63" y="280"/>
                    <a:pt x="140" y="280"/>
                  </a:cubicBezTo>
                  <a:cubicBezTo>
                    <a:pt x="216" y="280"/>
                    <a:pt x="279" y="218"/>
                    <a:pt x="279" y="141"/>
                  </a:cubicBezTo>
                  <a:cubicBezTo>
                    <a:pt x="279" y="63"/>
                    <a:pt x="216"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27"/>
            <p:cNvSpPr/>
            <p:nvPr/>
          </p:nvSpPr>
          <p:spPr>
            <a:xfrm>
              <a:off x="5530562" y="3739414"/>
              <a:ext cx="8962" cy="8994"/>
            </a:xfrm>
            <a:custGeom>
              <a:rect b="b" l="l" r="r" t="t"/>
              <a:pathLst>
                <a:path extrusionOk="0" h="280" w="279">
                  <a:moveTo>
                    <a:pt x="139" y="1"/>
                  </a:moveTo>
                  <a:cubicBezTo>
                    <a:pt x="63" y="1"/>
                    <a:pt x="0" y="63"/>
                    <a:pt x="0" y="141"/>
                  </a:cubicBezTo>
                  <a:cubicBezTo>
                    <a:pt x="0" y="218"/>
                    <a:pt x="63" y="280"/>
                    <a:pt x="139" y="280"/>
                  </a:cubicBezTo>
                  <a:cubicBezTo>
                    <a:pt x="216" y="280"/>
                    <a:pt x="278" y="218"/>
                    <a:pt x="278" y="141"/>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27"/>
            <p:cNvSpPr/>
            <p:nvPr/>
          </p:nvSpPr>
          <p:spPr>
            <a:xfrm>
              <a:off x="5491370" y="3633984"/>
              <a:ext cx="70702" cy="54480"/>
            </a:xfrm>
            <a:custGeom>
              <a:rect b="b" l="l" r="r" t="t"/>
              <a:pathLst>
                <a:path extrusionOk="0" h="1696" w="2201">
                  <a:moveTo>
                    <a:pt x="19" y="1"/>
                  </a:moveTo>
                  <a:lnTo>
                    <a:pt x="0" y="1509"/>
                  </a:lnTo>
                  <a:cubicBezTo>
                    <a:pt x="0" y="1613"/>
                    <a:pt x="84" y="1696"/>
                    <a:pt x="187" y="1696"/>
                  </a:cubicBezTo>
                  <a:lnTo>
                    <a:pt x="1976" y="1696"/>
                  </a:lnTo>
                  <a:cubicBezTo>
                    <a:pt x="2080" y="1696"/>
                    <a:pt x="2163" y="1613"/>
                    <a:pt x="2163" y="1509"/>
                  </a:cubicBezTo>
                  <a:lnTo>
                    <a:pt x="2201" y="1454"/>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27"/>
            <p:cNvSpPr/>
            <p:nvPr/>
          </p:nvSpPr>
          <p:spPr>
            <a:xfrm>
              <a:off x="5490117" y="3633373"/>
              <a:ext cx="71858" cy="56311"/>
            </a:xfrm>
            <a:custGeom>
              <a:rect b="b" l="l" r="r" t="t"/>
              <a:pathLst>
                <a:path extrusionOk="0" h="1753" w="2237">
                  <a:moveTo>
                    <a:pt x="0" y="1"/>
                  </a:moveTo>
                  <a:lnTo>
                    <a:pt x="0" y="1567"/>
                  </a:lnTo>
                  <a:cubicBezTo>
                    <a:pt x="0" y="1670"/>
                    <a:pt x="83" y="1753"/>
                    <a:pt x="185" y="1753"/>
                  </a:cubicBezTo>
                  <a:lnTo>
                    <a:pt x="2050" y="1753"/>
                  </a:lnTo>
                  <a:cubicBezTo>
                    <a:pt x="2153" y="1753"/>
                    <a:pt x="2237" y="1670"/>
                    <a:pt x="2237" y="1567"/>
                  </a:cubicBezTo>
                  <a:lnTo>
                    <a:pt x="2237" y="1473"/>
                  </a:lnTo>
                  <a:lnTo>
                    <a:pt x="334" y="1473"/>
                  </a:lnTo>
                  <a:cubicBezTo>
                    <a:pt x="334" y="1473"/>
                    <a:pt x="333" y="1473"/>
                    <a:pt x="332" y="1473"/>
                  </a:cubicBezTo>
                  <a:cubicBezTo>
                    <a:pt x="304" y="1473"/>
                    <a:pt x="281" y="1448"/>
                    <a:pt x="281" y="1418"/>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27"/>
            <p:cNvSpPr/>
            <p:nvPr/>
          </p:nvSpPr>
          <p:spPr>
            <a:xfrm>
              <a:off x="5505248" y="3654029"/>
              <a:ext cx="41374" cy="16222"/>
            </a:xfrm>
            <a:custGeom>
              <a:rect b="b" l="l" r="r" t="t"/>
              <a:pathLst>
                <a:path extrusionOk="0" h="505" w="1288">
                  <a:moveTo>
                    <a:pt x="1" y="1"/>
                  </a:moveTo>
                  <a:lnTo>
                    <a:pt x="8" y="505"/>
                  </a:lnTo>
                  <a:lnTo>
                    <a:pt x="1288" y="505"/>
                  </a:lnTo>
                  <a:lnTo>
                    <a:pt x="12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27"/>
            <p:cNvSpPr/>
            <p:nvPr/>
          </p:nvSpPr>
          <p:spPr>
            <a:xfrm>
              <a:off x="5505505" y="3663056"/>
              <a:ext cx="41117" cy="9059"/>
            </a:xfrm>
            <a:custGeom>
              <a:rect b="b" l="l" r="r" t="t"/>
              <a:pathLst>
                <a:path extrusionOk="0" h="282" w="1280">
                  <a:moveTo>
                    <a:pt x="0" y="1"/>
                  </a:moveTo>
                  <a:lnTo>
                    <a:pt x="0" y="281"/>
                  </a:lnTo>
                  <a:lnTo>
                    <a:pt x="1280" y="281"/>
                  </a:lnTo>
                  <a:lnTo>
                    <a:pt x="127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27"/>
            <p:cNvSpPr/>
            <p:nvPr/>
          </p:nvSpPr>
          <p:spPr>
            <a:xfrm>
              <a:off x="5491274" y="3651652"/>
              <a:ext cx="21651" cy="21618"/>
            </a:xfrm>
            <a:custGeom>
              <a:rect b="b" l="l" r="r" t="t"/>
              <a:pathLst>
                <a:path extrusionOk="0" h="673" w="674">
                  <a:moveTo>
                    <a:pt x="319" y="1"/>
                  </a:moveTo>
                  <a:cubicBezTo>
                    <a:pt x="269" y="1"/>
                    <a:pt x="223" y="11"/>
                    <a:pt x="180" y="30"/>
                  </a:cubicBezTo>
                  <a:cubicBezTo>
                    <a:pt x="52" y="83"/>
                    <a:pt x="0" y="299"/>
                    <a:pt x="0" y="356"/>
                  </a:cubicBezTo>
                  <a:cubicBezTo>
                    <a:pt x="0" y="551"/>
                    <a:pt x="122" y="673"/>
                    <a:pt x="317" y="673"/>
                  </a:cubicBezTo>
                  <a:cubicBezTo>
                    <a:pt x="351" y="673"/>
                    <a:pt x="588" y="622"/>
                    <a:pt x="643" y="495"/>
                  </a:cubicBezTo>
                  <a:cubicBezTo>
                    <a:pt x="662" y="451"/>
                    <a:pt x="673" y="405"/>
                    <a:pt x="673" y="356"/>
                  </a:cubicBezTo>
                  <a:cubicBezTo>
                    <a:pt x="673" y="160"/>
                    <a:pt x="514"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27"/>
            <p:cNvSpPr/>
            <p:nvPr/>
          </p:nvSpPr>
          <p:spPr>
            <a:xfrm>
              <a:off x="5490117" y="3652583"/>
              <a:ext cx="21875" cy="21908"/>
            </a:xfrm>
            <a:custGeom>
              <a:rect b="b" l="l" r="r" t="t"/>
              <a:pathLst>
                <a:path extrusionOk="0" h="682" w="681">
                  <a:moveTo>
                    <a:pt x="216" y="1"/>
                  </a:moveTo>
                  <a:lnTo>
                    <a:pt x="216" y="1"/>
                  </a:lnTo>
                  <a:cubicBezTo>
                    <a:pt x="88" y="54"/>
                    <a:pt x="0" y="179"/>
                    <a:pt x="0" y="327"/>
                  </a:cubicBezTo>
                  <a:cubicBezTo>
                    <a:pt x="0" y="522"/>
                    <a:pt x="159" y="681"/>
                    <a:pt x="355" y="681"/>
                  </a:cubicBezTo>
                  <a:cubicBezTo>
                    <a:pt x="501" y="681"/>
                    <a:pt x="625" y="593"/>
                    <a:pt x="680" y="466"/>
                  </a:cubicBezTo>
                  <a:lnTo>
                    <a:pt x="680" y="466"/>
                  </a:lnTo>
                  <a:cubicBezTo>
                    <a:pt x="638" y="484"/>
                    <a:pt x="592" y="494"/>
                    <a:pt x="541" y="494"/>
                  </a:cubicBezTo>
                  <a:cubicBezTo>
                    <a:pt x="346" y="494"/>
                    <a:pt x="185" y="335"/>
                    <a:pt x="185" y="140"/>
                  </a:cubicBezTo>
                  <a:cubicBezTo>
                    <a:pt x="185" y="91"/>
                    <a:pt x="197" y="43"/>
                    <a:pt x="21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27"/>
            <p:cNvSpPr/>
            <p:nvPr/>
          </p:nvSpPr>
          <p:spPr>
            <a:xfrm>
              <a:off x="5540359" y="3651652"/>
              <a:ext cx="21683" cy="21618"/>
            </a:xfrm>
            <a:custGeom>
              <a:rect b="b" l="l" r="r" t="t"/>
              <a:pathLst>
                <a:path extrusionOk="0" h="673" w="675">
                  <a:moveTo>
                    <a:pt x="319" y="1"/>
                  </a:moveTo>
                  <a:cubicBezTo>
                    <a:pt x="270" y="1"/>
                    <a:pt x="224" y="11"/>
                    <a:pt x="180" y="30"/>
                  </a:cubicBezTo>
                  <a:cubicBezTo>
                    <a:pt x="53" y="83"/>
                    <a:pt x="1" y="328"/>
                    <a:pt x="1" y="356"/>
                  </a:cubicBezTo>
                  <a:cubicBezTo>
                    <a:pt x="1" y="551"/>
                    <a:pt x="123" y="673"/>
                    <a:pt x="318" y="673"/>
                  </a:cubicBezTo>
                  <a:cubicBezTo>
                    <a:pt x="335" y="673"/>
                    <a:pt x="589" y="622"/>
                    <a:pt x="644" y="495"/>
                  </a:cubicBezTo>
                  <a:cubicBezTo>
                    <a:pt x="664" y="451"/>
                    <a:pt x="674" y="405"/>
                    <a:pt x="674" y="356"/>
                  </a:cubicBezTo>
                  <a:cubicBezTo>
                    <a:pt x="674" y="160"/>
                    <a:pt x="51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27"/>
            <p:cNvSpPr/>
            <p:nvPr/>
          </p:nvSpPr>
          <p:spPr>
            <a:xfrm>
              <a:off x="5539203" y="3652583"/>
              <a:ext cx="21908" cy="21908"/>
            </a:xfrm>
            <a:custGeom>
              <a:rect b="b" l="l" r="r" t="t"/>
              <a:pathLst>
                <a:path extrusionOk="0" h="682" w="682">
                  <a:moveTo>
                    <a:pt x="216" y="1"/>
                  </a:moveTo>
                  <a:lnTo>
                    <a:pt x="216" y="1"/>
                  </a:lnTo>
                  <a:cubicBezTo>
                    <a:pt x="89" y="54"/>
                    <a:pt x="1" y="179"/>
                    <a:pt x="1" y="327"/>
                  </a:cubicBezTo>
                  <a:cubicBezTo>
                    <a:pt x="1" y="522"/>
                    <a:pt x="160" y="681"/>
                    <a:pt x="355" y="681"/>
                  </a:cubicBezTo>
                  <a:cubicBezTo>
                    <a:pt x="502" y="681"/>
                    <a:pt x="628" y="593"/>
                    <a:pt x="681" y="466"/>
                  </a:cubicBezTo>
                  <a:lnTo>
                    <a:pt x="681" y="466"/>
                  </a:lnTo>
                  <a:cubicBezTo>
                    <a:pt x="638" y="484"/>
                    <a:pt x="591" y="494"/>
                    <a:pt x="542" y="494"/>
                  </a:cubicBezTo>
                  <a:cubicBezTo>
                    <a:pt x="347" y="494"/>
                    <a:pt x="187" y="335"/>
                    <a:pt x="187" y="140"/>
                  </a:cubicBezTo>
                  <a:cubicBezTo>
                    <a:pt x="187" y="91"/>
                    <a:pt x="198" y="43"/>
                    <a:pt x="21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27"/>
            <p:cNvSpPr/>
            <p:nvPr/>
          </p:nvSpPr>
          <p:spPr>
            <a:xfrm>
              <a:off x="5398210" y="3636361"/>
              <a:ext cx="16832" cy="16447"/>
            </a:xfrm>
            <a:custGeom>
              <a:rect b="b" l="l" r="r" t="t"/>
              <a:pathLst>
                <a:path extrusionOk="0" h="512" w="524">
                  <a:moveTo>
                    <a:pt x="242" y="1"/>
                  </a:moveTo>
                  <a:cubicBezTo>
                    <a:pt x="213" y="1"/>
                    <a:pt x="186" y="5"/>
                    <a:pt x="161" y="14"/>
                  </a:cubicBezTo>
                  <a:cubicBezTo>
                    <a:pt x="47" y="47"/>
                    <a:pt x="0" y="192"/>
                    <a:pt x="0" y="318"/>
                  </a:cubicBezTo>
                  <a:cubicBezTo>
                    <a:pt x="0" y="367"/>
                    <a:pt x="58" y="512"/>
                    <a:pt x="213" y="512"/>
                  </a:cubicBezTo>
                  <a:cubicBezTo>
                    <a:pt x="339" y="512"/>
                    <a:pt x="475" y="477"/>
                    <a:pt x="510" y="361"/>
                  </a:cubicBezTo>
                  <a:cubicBezTo>
                    <a:pt x="517" y="338"/>
                    <a:pt x="523" y="310"/>
                    <a:pt x="523" y="281"/>
                  </a:cubicBezTo>
                  <a:cubicBezTo>
                    <a:pt x="523" y="128"/>
                    <a:pt x="399" y="1"/>
                    <a:pt x="242" y="1"/>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27"/>
            <p:cNvSpPr/>
            <p:nvPr/>
          </p:nvSpPr>
          <p:spPr>
            <a:xfrm>
              <a:off x="5396958" y="3636746"/>
              <a:ext cx="17667" cy="17603"/>
            </a:xfrm>
            <a:custGeom>
              <a:rect b="b" l="l" r="r" t="t"/>
              <a:pathLst>
                <a:path extrusionOk="0" h="548" w="550">
                  <a:moveTo>
                    <a:pt x="200" y="0"/>
                  </a:moveTo>
                  <a:lnTo>
                    <a:pt x="200" y="0"/>
                  </a:lnTo>
                  <a:cubicBezTo>
                    <a:pt x="86" y="34"/>
                    <a:pt x="0" y="141"/>
                    <a:pt x="0" y="268"/>
                  </a:cubicBezTo>
                  <a:cubicBezTo>
                    <a:pt x="0" y="421"/>
                    <a:pt x="126" y="547"/>
                    <a:pt x="281" y="547"/>
                  </a:cubicBezTo>
                  <a:cubicBezTo>
                    <a:pt x="409" y="547"/>
                    <a:pt x="514" y="465"/>
                    <a:pt x="549" y="349"/>
                  </a:cubicBezTo>
                  <a:lnTo>
                    <a:pt x="549" y="349"/>
                  </a:lnTo>
                  <a:cubicBezTo>
                    <a:pt x="524" y="358"/>
                    <a:pt x="497" y="362"/>
                    <a:pt x="468" y="362"/>
                  </a:cubicBezTo>
                  <a:cubicBezTo>
                    <a:pt x="315" y="362"/>
                    <a:pt x="187" y="236"/>
                    <a:pt x="187" y="81"/>
                  </a:cubicBezTo>
                  <a:cubicBezTo>
                    <a:pt x="187" y="52"/>
                    <a:pt x="191" y="25"/>
                    <a:pt x="20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27"/>
            <p:cNvSpPr/>
            <p:nvPr/>
          </p:nvSpPr>
          <p:spPr>
            <a:xfrm>
              <a:off x="5638113" y="3636361"/>
              <a:ext cx="17057" cy="17057"/>
            </a:xfrm>
            <a:custGeom>
              <a:rect b="b" l="l" r="r" t="t"/>
              <a:pathLst>
                <a:path extrusionOk="0" h="531" w="531">
                  <a:moveTo>
                    <a:pt x="250" y="1"/>
                  </a:moveTo>
                  <a:cubicBezTo>
                    <a:pt x="221" y="1"/>
                    <a:pt x="193" y="5"/>
                    <a:pt x="169" y="14"/>
                  </a:cubicBezTo>
                  <a:cubicBezTo>
                    <a:pt x="54" y="47"/>
                    <a:pt x="1" y="267"/>
                    <a:pt x="1" y="287"/>
                  </a:cubicBezTo>
                  <a:cubicBezTo>
                    <a:pt x="1" y="441"/>
                    <a:pt x="88" y="530"/>
                    <a:pt x="244" y="530"/>
                  </a:cubicBezTo>
                  <a:cubicBezTo>
                    <a:pt x="280" y="530"/>
                    <a:pt x="483" y="477"/>
                    <a:pt x="518" y="363"/>
                  </a:cubicBezTo>
                  <a:cubicBezTo>
                    <a:pt x="525" y="338"/>
                    <a:pt x="531" y="310"/>
                    <a:pt x="531" y="281"/>
                  </a:cubicBezTo>
                  <a:cubicBezTo>
                    <a:pt x="531" y="128"/>
                    <a:pt x="405" y="1"/>
                    <a:pt x="250" y="1"/>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27"/>
            <p:cNvSpPr/>
            <p:nvPr/>
          </p:nvSpPr>
          <p:spPr>
            <a:xfrm>
              <a:off x="5637117" y="3636746"/>
              <a:ext cx="17635" cy="17603"/>
            </a:xfrm>
            <a:custGeom>
              <a:rect b="b" l="l" r="r" t="t"/>
              <a:pathLst>
                <a:path extrusionOk="0" h="548" w="549">
                  <a:moveTo>
                    <a:pt x="200" y="0"/>
                  </a:moveTo>
                  <a:lnTo>
                    <a:pt x="200" y="0"/>
                  </a:lnTo>
                  <a:cubicBezTo>
                    <a:pt x="85" y="34"/>
                    <a:pt x="0" y="141"/>
                    <a:pt x="0" y="268"/>
                  </a:cubicBezTo>
                  <a:cubicBezTo>
                    <a:pt x="0" y="421"/>
                    <a:pt x="125" y="547"/>
                    <a:pt x="281" y="547"/>
                  </a:cubicBezTo>
                  <a:cubicBezTo>
                    <a:pt x="407" y="547"/>
                    <a:pt x="514" y="465"/>
                    <a:pt x="549" y="349"/>
                  </a:cubicBezTo>
                  <a:lnTo>
                    <a:pt x="549" y="349"/>
                  </a:lnTo>
                  <a:cubicBezTo>
                    <a:pt x="523" y="358"/>
                    <a:pt x="495" y="362"/>
                    <a:pt x="468" y="362"/>
                  </a:cubicBezTo>
                  <a:cubicBezTo>
                    <a:pt x="313" y="362"/>
                    <a:pt x="187" y="236"/>
                    <a:pt x="187" y="81"/>
                  </a:cubicBezTo>
                  <a:cubicBezTo>
                    <a:pt x="187" y="52"/>
                    <a:pt x="190" y="25"/>
                    <a:pt x="200" y="0"/>
                  </a:cubicBez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27"/>
            <p:cNvSpPr/>
            <p:nvPr/>
          </p:nvSpPr>
          <p:spPr>
            <a:xfrm>
              <a:off x="5491306" y="3707644"/>
              <a:ext cx="70766" cy="16864"/>
            </a:xfrm>
            <a:custGeom>
              <a:rect b="b" l="l" r="r" t="t"/>
              <a:pathLst>
                <a:path extrusionOk="0" h="525" w="2203">
                  <a:moveTo>
                    <a:pt x="244" y="1"/>
                  </a:moveTo>
                  <a:lnTo>
                    <a:pt x="95" y="38"/>
                  </a:lnTo>
                  <a:cubicBezTo>
                    <a:pt x="44" y="38"/>
                    <a:pt x="1" y="80"/>
                    <a:pt x="1" y="133"/>
                  </a:cubicBezTo>
                  <a:lnTo>
                    <a:pt x="1" y="431"/>
                  </a:lnTo>
                  <a:cubicBezTo>
                    <a:pt x="1" y="481"/>
                    <a:pt x="43" y="525"/>
                    <a:pt x="95" y="525"/>
                  </a:cubicBezTo>
                  <a:lnTo>
                    <a:pt x="2071" y="525"/>
                  </a:lnTo>
                  <a:cubicBezTo>
                    <a:pt x="2121" y="525"/>
                    <a:pt x="2165" y="483"/>
                    <a:pt x="2165" y="431"/>
                  </a:cubicBezTo>
                  <a:lnTo>
                    <a:pt x="2203" y="283"/>
                  </a:lnTo>
                  <a:lnTo>
                    <a:pt x="2203" y="95"/>
                  </a:lnTo>
                  <a:cubicBezTo>
                    <a:pt x="2201" y="41"/>
                    <a:pt x="2159" y="1"/>
                    <a:pt x="210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27"/>
            <p:cNvSpPr/>
            <p:nvPr/>
          </p:nvSpPr>
          <p:spPr>
            <a:xfrm>
              <a:off x="5490117" y="3707644"/>
              <a:ext cx="71922" cy="18053"/>
            </a:xfrm>
            <a:custGeom>
              <a:rect b="b" l="l" r="r" t="t"/>
              <a:pathLst>
                <a:path extrusionOk="0" h="562" w="2239">
                  <a:moveTo>
                    <a:pt x="94" y="1"/>
                  </a:moveTo>
                  <a:cubicBezTo>
                    <a:pt x="43" y="1"/>
                    <a:pt x="0" y="41"/>
                    <a:pt x="0" y="95"/>
                  </a:cubicBezTo>
                  <a:lnTo>
                    <a:pt x="0" y="467"/>
                  </a:lnTo>
                  <a:cubicBezTo>
                    <a:pt x="0" y="518"/>
                    <a:pt x="41" y="561"/>
                    <a:pt x="94" y="561"/>
                  </a:cubicBezTo>
                  <a:lnTo>
                    <a:pt x="2144" y="561"/>
                  </a:lnTo>
                  <a:cubicBezTo>
                    <a:pt x="2195" y="561"/>
                    <a:pt x="2238" y="519"/>
                    <a:pt x="2238" y="467"/>
                  </a:cubicBezTo>
                  <a:lnTo>
                    <a:pt x="2238" y="280"/>
                  </a:lnTo>
                  <a:lnTo>
                    <a:pt x="336" y="280"/>
                  </a:lnTo>
                  <a:cubicBezTo>
                    <a:pt x="305" y="280"/>
                    <a:pt x="281" y="256"/>
                    <a:pt x="281" y="225"/>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27"/>
            <p:cNvSpPr/>
            <p:nvPr/>
          </p:nvSpPr>
          <p:spPr>
            <a:xfrm>
              <a:off x="5579005" y="3665722"/>
              <a:ext cx="77929" cy="77897"/>
            </a:xfrm>
            <a:custGeom>
              <a:rect b="b" l="l" r="r" t="t"/>
              <a:pathLst>
                <a:path extrusionOk="0" h="2425" w="2426">
                  <a:moveTo>
                    <a:pt x="1214" y="0"/>
                  </a:moveTo>
                  <a:cubicBezTo>
                    <a:pt x="544" y="0"/>
                    <a:pt x="1" y="543"/>
                    <a:pt x="1" y="1213"/>
                  </a:cubicBezTo>
                  <a:cubicBezTo>
                    <a:pt x="1" y="1882"/>
                    <a:pt x="544" y="2425"/>
                    <a:pt x="1214" y="2425"/>
                  </a:cubicBezTo>
                  <a:cubicBezTo>
                    <a:pt x="1883" y="2425"/>
                    <a:pt x="2426" y="1882"/>
                    <a:pt x="2426" y="1213"/>
                  </a:cubicBezTo>
                  <a:cubicBezTo>
                    <a:pt x="2426" y="543"/>
                    <a:pt x="1883" y="0"/>
                    <a:pt x="121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27"/>
            <p:cNvSpPr/>
            <p:nvPr/>
          </p:nvSpPr>
          <p:spPr>
            <a:xfrm>
              <a:off x="5395191" y="3665722"/>
              <a:ext cx="77929" cy="77897"/>
            </a:xfrm>
            <a:custGeom>
              <a:rect b="b" l="l" r="r" t="t"/>
              <a:pathLst>
                <a:path extrusionOk="0" h="2425" w="2426">
                  <a:moveTo>
                    <a:pt x="1212" y="0"/>
                  </a:moveTo>
                  <a:cubicBezTo>
                    <a:pt x="542" y="0"/>
                    <a:pt x="0" y="543"/>
                    <a:pt x="0" y="1213"/>
                  </a:cubicBezTo>
                  <a:cubicBezTo>
                    <a:pt x="0" y="1882"/>
                    <a:pt x="542" y="2425"/>
                    <a:pt x="1212" y="2425"/>
                  </a:cubicBezTo>
                  <a:cubicBezTo>
                    <a:pt x="1882" y="2425"/>
                    <a:pt x="2425" y="1882"/>
                    <a:pt x="2425" y="1213"/>
                  </a:cubicBezTo>
                  <a:cubicBezTo>
                    <a:pt x="2425" y="543"/>
                    <a:pt x="1882" y="0"/>
                    <a:pt x="121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27"/>
            <p:cNvSpPr/>
            <p:nvPr/>
          </p:nvSpPr>
          <p:spPr>
            <a:xfrm>
              <a:off x="5390661" y="3661257"/>
              <a:ext cx="86923" cy="86891"/>
            </a:xfrm>
            <a:custGeom>
              <a:rect b="b" l="l" r="r" t="t"/>
              <a:pathLst>
                <a:path extrusionOk="0" h="2705" w="2706">
                  <a:moveTo>
                    <a:pt x="1353" y="280"/>
                  </a:moveTo>
                  <a:cubicBezTo>
                    <a:pt x="1945" y="280"/>
                    <a:pt x="2424" y="760"/>
                    <a:pt x="2424" y="1351"/>
                  </a:cubicBezTo>
                  <a:cubicBezTo>
                    <a:pt x="2424" y="1940"/>
                    <a:pt x="1944" y="2421"/>
                    <a:pt x="1353" y="2421"/>
                  </a:cubicBezTo>
                  <a:cubicBezTo>
                    <a:pt x="764" y="2421"/>
                    <a:pt x="282" y="1940"/>
                    <a:pt x="282" y="1351"/>
                  </a:cubicBezTo>
                  <a:cubicBezTo>
                    <a:pt x="282" y="760"/>
                    <a:pt x="761" y="280"/>
                    <a:pt x="1353" y="280"/>
                  </a:cubicBezTo>
                  <a:close/>
                  <a:moveTo>
                    <a:pt x="1353" y="0"/>
                  </a:moveTo>
                  <a:cubicBezTo>
                    <a:pt x="608" y="0"/>
                    <a:pt x="1" y="607"/>
                    <a:pt x="1" y="1352"/>
                  </a:cubicBezTo>
                  <a:cubicBezTo>
                    <a:pt x="1" y="2098"/>
                    <a:pt x="608" y="2704"/>
                    <a:pt x="1353" y="2704"/>
                  </a:cubicBezTo>
                  <a:cubicBezTo>
                    <a:pt x="2099" y="2704"/>
                    <a:pt x="2705" y="2098"/>
                    <a:pt x="2705" y="1352"/>
                  </a:cubicBezTo>
                  <a:cubicBezTo>
                    <a:pt x="2705" y="607"/>
                    <a:pt x="2099" y="0"/>
                    <a:pt x="13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27"/>
            <p:cNvSpPr/>
            <p:nvPr/>
          </p:nvSpPr>
          <p:spPr>
            <a:xfrm>
              <a:off x="5417645" y="3688209"/>
              <a:ext cx="32958" cy="32958"/>
            </a:xfrm>
            <a:custGeom>
              <a:rect b="b" l="l" r="r" t="t"/>
              <a:pathLst>
                <a:path extrusionOk="0" h="1026" w="1026">
                  <a:moveTo>
                    <a:pt x="513" y="280"/>
                  </a:moveTo>
                  <a:cubicBezTo>
                    <a:pt x="642" y="280"/>
                    <a:pt x="746" y="384"/>
                    <a:pt x="746" y="513"/>
                  </a:cubicBezTo>
                  <a:cubicBezTo>
                    <a:pt x="746" y="641"/>
                    <a:pt x="642" y="746"/>
                    <a:pt x="513" y="746"/>
                  </a:cubicBezTo>
                  <a:cubicBezTo>
                    <a:pt x="384" y="746"/>
                    <a:pt x="280" y="641"/>
                    <a:pt x="280" y="513"/>
                  </a:cubicBezTo>
                  <a:cubicBezTo>
                    <a:pt x="280" y="384"/>
                    <a:pt x="384" y="280"/>
                    <a:pt x="513" y="280"/>
                  </a:cubicBezTo>
                  <a:close/>
                  <a:moveTo>
                    <a:pt x="513" y="1"/>
                  </a:moveTo>
                  <a:cubicBezTo>
                    <a:pt x="231" y="1"/>
                    <a:pt x="1" y="231"/>
                    <a:pt x="1" y="513"/>
                  </a:cubicBezTo>
                  <a:cubicBezTo>
                    <a:pt x="1" y="795"/>
                    <a:pt x="231" y="1026"/>
                    <a:pt x="513" y="1026"/>
                  </a:cubicBezTo>
                  <a:cubicBezTo>
                    <a:pt x="797" y="1026"/>
                    <a:pt x="1026" y="795"/>
                    <a:pt x="1026" y="513"/>
                  </a:cubicBezTo>
                  <a:cubicBezTo>
                    <a:pt x="1026" y="231"/>
                    <a:pt x="795" y="1"/>
                    <a:pt x="51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27"/>
            <p:cNvSpPr/>
            <p:nvPr/>
          </p:nvSpPr>
          <p:spPr>
            <a:xfrm>
              <a:off x="5601524" y="3688209"/>
              <a:ext cx="32926" cy="32958"/>
            </a:xfrm>
            <a:custGeom>
              <a:rect b="b" l="l" r="r" t="t"/>
              <a:pathLst>
                <a:path extrusionOk="0" h="1026" w="1025">
                  <a:moveTo>
                    <a:pt x="513" y="280"/>
                  </a:moveTo>
                  <a:cubicBezTo>
                    <a:pt x="642" y="280"/>
                    <a:pt x="746" y="384"/>
                    <a:pt x="746" y="513"/>
                  </a:cubicBezTo>
                  <a:cubicBezTo>
                    <a:pt x="746" y="641"/>
                    <a:pt x="642" y="746"/>
                    <a:pt x="513" y="746"/>
                  </a:cubicBezTo>
                  <a:cubicBezTo>
                    <a:pt x="384" y="746"/>
                    <a:pt x="280" y="641"/>
                    <a:pt x="280" y="513"/>
                  </a:cubicBezTo>
                  <a:cubicBezTo>
                    <a:pt x="280" y="384"/>
                    <a:pt x="384" y="280"/>
                    <a:pt x="513" y="280"/>
                  </a:cubicBezTo>
                  <a:close/>
                  <a:moveTo>
                    <a:pt x="513" y="1"/>
                  </a:moveTo>
                  <a:cubicBezTo>
                    <a:pt x="231" y="1"/>
                    <a:pt x="1" y="231"/>
                    <a:pt x="1" y="513"/>
                  </a:cubicBezTo>
                  <a:cubicBezTo>
                    <a:pt x="1" y="795"/>
                    <a:pt x="231" y="1026"/>
                    <a:pt x="513" y="1026"/>
                  </a:cubicBezTo>
                  <a:cubicBezTo>
                    <a:pt x="795" y="1026"/>
                    <a:pt x="1024" y="795"/>
                    <a:pt x="1024" y="513"/>
                  </a:cubicBezTo>
                  <a:cubicBezTo>
                    <a:pt x="1024" y="231"/>
                    <a:pt x="795" y="1"/>
                    <a:pt x="51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27"/>
            <p:cNvSpPr/>
            <p:nvPr/>
          </p:nvSpPr>
          <p:spPr>
            <a:xfrm>
              <a:off x="5574540" y="3661257"/>
              <a:ext cx="86923" cy="86891"/>
            </a:xfrm>
            <a:custGeom>
              <a:rect b="b" l="l" r="r" t="t"/>
              <a:pathLst>
                <a:path extrusionOk="0" h="2705" w="2706">
                  <a:moveTo>
                    <a:pt x="1353" y="280"/>
                  </a:moveTo>
                  <a:cubicBezTo>
                    <a:pt x="1945" y="280"/>
                    <a:pt x="2424" y="760"/>
                    <a:pt x="2424" y="1351"/>
                  </a:cubicBezTo>
                  <a:cubicBezTo>
                    <a:pt x="2424" y="1940"/>
                    <a:pt x="1942" y="2421"/>
                    <a:pt x="1353" y="2421"/>
                  </a:cubicBezTo>
                  <a:cubicBezTo>
                    <a:pt x="762" y="2421"/>
                    <a:pt x="282" y="1940"/>
                    <a:pt x="282" y="1351"/>
                  </a:cubicBezTo>
                  <a:cubicBezTo>
                    <a:pt x="282" y="760"/>
                    <a:pt x="761" y="280"/>
                    <a:pt x="1353" y="280"/>
                  </a:cubicBezTo>
                  <a:close/>
                  <a:moveTo>
                    <a:pt x="1353" y="0"/>
                  </a:moveTo>
                  <a:cubicBezTo>
                    <a:pt x="608" y="0"/>
                    <a:pt x="1" y="607"/>
                    <a:pt x="1" y="1352"/>
                  </a:cubicBezTo>
                  <a:cubicBezTo>
                    <a:pt x="1" y="2098"/>
                    <a:pt x="608" y="2704"/>
                    <a:pt x="1353" y="2704"/>
                  </a:cubicBezTo>
                  <a:cubicBezTo>
                    <a:pt x="2099" y="2704"/>
                    <a:pt x="2705" y="2098"/>
                    <a:pt x="2705" y="1352"/>
                  </a:cubicBezTo>
                  <a:cubicBezTo>
                    <a:pt x="2705" y="607"/>
                    <a:pt x="2099" y="0"/>
                    <a:pt x="13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27"/>
            <p:cNvSpPr/>
            <p:nvPr/>
          </p:nvSpPr>
          <p:spPr>
            <a:xfrm>
              <a:off x="5432294" y="3600125"/>
              <a:ext cx="188655" cy="35110"/>
            </a:xfrm>
            <a:custGeom>
              <a:rect b="b" l="l" r="r" t="t"/>
              <a:pathLst>
                <a:path extrusionOk="0" h="1093" w="5873">
                  <a:moveTo>
                    <a:pt x="1" y="1"/>
                  </a:moveTo>
                  <a:lnTo>
                    <a:pt x="1" y="906"/>
                  </a:lnTo>
                  <a:cubicBezTo>
                    <a:pt x="1" y="1010"/>
                    <a:pt x="85" y="1092"/>
                    <a:pt x="187" y="1092"/>
                  </a:cubicBezTo>
                  <a:lnTo>
                    <a:pt x="5648" y="1092"/>
                  </a:lnTo>
                  <a:cubicBezTo>
                    <a:pt x="5752" y="1092"/>
                    <a:pt x="5835" y="1010"/>
                    <a:pt x="5835" y="906"/>
                  </a:cubicBezTo>
                  <a:lnTo>
                    <a:pt x="5872" y="849"/>
                  </a:lnTo>
                  <a:lnTo>
                    <a:pt x="5872"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27"/>
            <p:cNvSpPr/>
            <p:nvPr/>
          </p:nvSpPr>
          <p:spPr>
            <a:xfrm>
              <a:off x="5431073" y="3600125"/>
              <a:ext cx="189908" cy="36266"/>
            </a:xfrm>
            <a:custGeom>
              <a:rect b="b" l="l" r="r" t="t"/>
              <a:pathLst>
                <a:path extrusionOk="0" h="1129" w="5912">
                  <a:moveTo>
                    <a:pt x="1" y="1"/>
                  </a:moveTo>
                  <a:lnTo>
                    <a:pt x="1" y="942"/>
                  </a:lnTo>
                  <a:cubicBezTo>
                    <a:pt x="1" y="1046"/>
                    <a:pt x="85" y="1129"/>
                    <a:pt x="188" y="1129"/>
                  </a:cubicBezTo>
                  <a:lnTo>
                    <a:pt x="5725" y="1129"/>
                  </a:lnTo>
                  <a:cubicBezTo>
                    <a:pt x="5828" y="1129"/>
                    <a:pt x="5912" y="1046"/>
                    <a:pt x="5912" y="942"/>
                  </a:cubicBezTo>
                  <a:lnTo>
                    <a:pt x="5912" y="848"/>
                  </a:lnTo>
                  <a:lnTo>
                    <a:pt x="4364" y="848"/>
                  </a:lnTo>
                  <a:lnTo>
                    <a:pt x="4364" y="851"/>
                  </a:lnTo>
                  <a:lnTo>
                    <a:pt x="338" y="851"/>
                  </a:lnTo>
                  <a:cubicBezTo>
                    <a:pt x="306" y="851"/>
                    <a:pt x="282" y="825"/>
                    <a:pt x="282" y="794"/>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27"/>
            <p:cNvSpPr/>
            <p:nvPr/>
          </p:nvSpPr>
          <p:spPr>
            <a:xfrm>
              <a:off x="5444630" y="3614003"/>
              <a:ext cx="162925" cy="8962"/>
            </a:xfrm>
            <a:custGeom>
              <a:rect b="b" l="l" r="r" t="t"/>
              <a:pathLst>
                <a:path extrusionOk="0" h="279" w="5072">
                  <a:moveTo>
                    <a:pt x="141" y="0"/>
                  </a:moveTo>
                  <a:cubicBezTo>
                    <a:pt x="64" y="0"/>
                    <a:pt x="0" y="64"/>
                    <a:pt x="0" y="139"/>
                  </a:cubicBezTo>
                  <a:cubicBezTo>
                    <a:pt x="0" y="216"/>
                    <a:pt x="62" y="278"/>
                    <a:pt x="141" y="278"/>
                  </a:cubicBezTo>
                  <a:lnTo>
                    <a:pt x="4929" y="278"/>
                  </a:lnTo>
                  <a:cubicBezTo>
                    <a:pt x="5008" y="278"/>
                    <a:pt x="5071" y="216"/>
                    <a:pt x="5071" y="139"/>
                  </a:cubicBezTo>
                  <a:cubicBezTo>
                    <a:pt x="5071" y="64"/>
                    <a:pt x="5009" y="0"/>
                    <a:pt x="493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78" name="Google Shape;3178;p27"/>
          <p:cNvGrpSpPr/>
          <p:nvPr/>
        </p:nvGrpSpPr>
        <p:grpSpPr>
          <a:xfrm>
            <a:off x="4757881" y="3481009"/>
            <a:ext cx="266552" cy="297615"/>
            <a:chOff x="4757881" y="3481009"/>
            <a:chExt cx="266552" cy="297615"/>
          </a:xfrm>
        </p:grpSpPr>
        <p:sp>
          <p:nvSpPr>
            <p:cNvPr id="3179" name="Google Shape;3179;p27"/>
            <p:cNvSpPr/>
            <p:nvPr/>
          </p:nvSpPr>
          <p:spPr>
            <a:xfrm>
              <a:off x="4759101" y="3481009"/>
              <a:ext cx="265332" cy="296459"/>
            </a:xfrm>
            <a:custGeom>
              <a:rect b="b" l="l" r="r" t="t"/>
              <a:pathLst>
                <a:path extrusionOk="0" h="9229" w="8260">
                  <a:moveTo>
                    <a:pt x="244" y="0"/>
                  </a:moveTo>
                  <a:lnTo>
                    <a:pt x="187" y="38"/>
                  </a:lnTo>
                  <a:cubicBezTo>
                    <a:pt x="85" y="38"/>
                    <a:pt x="1" y="122"/>
                    <a:pt x="1" y="224"/>
                  </a:cubicBezTo>
                  <a:lnTo>
                    <a:pt x="1" y="9042"/>
                  </a:lnTo>
                  <a:cubicBezTo>
                    <a:pt x="1" y="9145"/>
                    <a:pt x="85" y="9229"/>
                    <a:pt x="187" y="9229"/>
                  </a:cubicBezTo>
                  <a:lnTo>
                    <a:pt x="8035" y="9229"/>
                  </a:lnTo>
                  <a:cubicBezTo>
                    <a:pt x="8138" y="9229"/>
                    <a:pt x="8222" y="9143"/>
                    <a:pt x="8222" y="9041"/>
                  </a:cubicBezTo>
                  <a:lnTo>
                    <a:pt x="8259" y="8984"/>
                  </a:lnTo>
                  <a:lnTo>
                    <a:pt x="8259" y="185"/>
                  </a:lnTo>
                  <a:cubicBezTo>
                    <a:pt x="8259" y="83"/>
                    <a:pt x="8177" y="0"/>
                    <a:pt x="807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27"/>
            <p:cNvSpPr/>
            <p:nvPr/>
          </p:nvSpPr>
          <p:spPr>
            <a:xfrm>
              <a:off x="4757881" y="3481009"/>
              <a:ext cx="266488" cy="297615"/>
            </a:xfrm>
            <a:custGeom>
              <a:rect b="b" l="l" r="r" t="t"/>
              <a:pathLst>
                <a:path extrusionOk="0" h="9265" w="8296">
                  <a:moveTo>
                    <a:pt x="188" y="0"/>
                  </a:moveTo>
                  <a:cubicBezTo>
                    <a:pt x="83" y="0"/>
                    <a:pt x="1" y="83"/>
                    <a:pt x="1" y="187"/>
                  </a:cubicBezTo>
                  <a:lnTo>
                    <a:pt x="1" y="9078"/>
                  </a:lnTo>
                  <a:cubicBezTo>
                    <a:pt x="1" y="9181"/>
                    <a:pt x="83" y="9265"/>
                    <a:pt x="188" y="9265"/>
                  </a:cubicBezTo>
                  <a:lnTo>
                    <a:pt x="8109" y="9265"/>
                  </a:lnTo>
                  <a:cubicBezTo>
                    <a:pt x="8212" y="9265"/>
                    <a:pt x="8296" y="9181"/>
                    <a:pt x="8296" y="9078"/>
                  </a:cubicBezTo>
                  <a:lnTo>
                    <a:pt x="8296" y="8984"/>
                  </a:lnTo>
                  <a:lnTo>
                    <a:pt x="376" y="8984"/>
                  </a:lnTo>
                  <a:lnTo>
                    <a:pt x="376" y="8986"/>
                  </a:lnTo>
                  <a:cubicBezTo>
                    <a:pt x="325" y="8986"/>
                    <a:pt x="282" y="8945"/>
                    <a:pt x="282" y="8891"/>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27"/>
            <p:cNvSpPr/>
            <p:nvPr/>
          </p:nvSpPr>
          <p:spPr>
            <a:xfrm>
              <a:off x="4777059" y="3498902"/>
              <a:ext cx="229419" cy="170731"/>
            </a:xfrm>
            <a:custGeom>
              <a:rect b="b" l="l" r="r" t="t"/>
              <a:pathLst>
                <a:path extrusionOk="0" h="5315" w="7142">
                  <a:moveTo>
                    <a:pt x="244" y="0"/>
                  </a:moveTo>
                  <a:lnTo>
                    <a:pt x="94" y="38"/>
                  </a:lnTo>
                  <a:cubicBezTo>
                    <a:pt x="42" y="38"/>
                    <a:pt x="0" y="81"/>
                    <a:pt x="0" y="132"/>
                  </a:cubicBezTo>
                  <a:lnTo>
                    <a:pt x="0" y="5221"/>
                  </a:lnTo>
                  <a:cubicBezTo>
                    <a:pt x="0" y="5273"/>
                    <a:pt x="44" y="5315"/>
                    <a:pt x="94" y="5315"/>
                  </a:cubicBezTo>
                  <a:lnTo>
                    <a:pt x="7011" y="5315"/>
                  </a:lnTo>
                  <a:cubicBezTo>
                    <a:pt x="7062" y="5315"/>
                    <a:pt x="7104" y="5273"/>
                    <a:pt x="7104" y="5221"/>
                  </a:cubicBezTo>
                  <a:lnTo>
                    <a:pt x="7142" y="5073"/>
                  </a:lnTo>
                  <a:lnTo>
                    <a:pt x="7142" y="95"/>
                  </a:lnTo>
                  <a:cubicBezTo>
                    <a:pt x="7142" y="42"/>
                    <a:pt x="7098" y="0"/>
                    <a:pt x="704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27"/>
            <p:cNvSpPr/>
            <p:nvPr/>
          </p:nvSpPr>
          <p:spPr>
            <a:xfrm>
              <a:off x="4775838" y="3498902"/>
              <a:ext cx="230640" cy="171952"/>
            </a:xfrm>
            <a:custGeom>
              <a:rect b="b" l="l" r="r" t="t"/>
              <a:pathLst>
                <a:path extrusionOk="0" h="5353" w="7180">
                  <a:moveTo>
                    <a:pt x="95" y="0"/>
                  </a:moveTo>
                  <a:cubicBezTo>
                    <a:pt x="44" y="0"/>
                    <a:pt x="1" y="42"/>
                    <a:pt x="1" y="95"/>
                  </a:cubicBezTo>
                  <a:lnTo>
                    <a:pt x="1" y="5258"/>
                  </a:lnTo>
                  <a:cubicBezTo>
                    <a:pt x="1" y="5309"/>
                    <a:pt x="43" y="5352"/>
                    <a:pt x="95" y="5352"/>
                  </a:cubicBezTo>
                  <a:lnTo>
                    <a:pt x="7085" y="5352"/>
                  </a:lnTo>
                  <a:cubicBezTo>
                    <a:pt x="7136" y="5352"/>
                    <a:pt x="7180" y="5310"/>
                    <a:pt x="7180" y="5258"/>
                  </a:cubicBezTo>
                  <a:lnTo>
                    <a:pt x="7180" y="5073"/>
                  </a:lnTo>
                  <a:lnTo>
                    <a:pt x="376" y="5073"/>
                  </a:lnTo>
                  <a:cubicBezTo>
                    <a:pt x="325" y="5073"/>
                    <a:pt x="282" y="5031"/>
                    <a:pt x="282" y="4979"/>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27"/>
            <p:cNvSpPr/>
            <p:nvPr/>
          </p:nvSpPr>
          <p:spPr>
            <a:xfrm>
              <a:off x="4795016" y="3516860"/>
              <a:ext cx="193506" cy="134818"/>
            </a:xfrm>
            <a:custGeom>
              <a:rect b="b" l="l" r="r" t="t"/>
              <a:pathLst>
                <a:path extrusionOk="0" h="4197" w="6024">
                  <a:moveTo>
                    <a:pt x="337" y="0"/>
                  </a:moveTo>
                  <a:cubicBezTo>
                    <a:pt x="304" y="0"/>
                    <a:pt x="272" y="6"/>
                    <a:pt x="243" y="13"/>
                  </a:cubicBezTo>
                  <a:cubicBezTo>
                    <a:pt x="83" y="55"/>
                    <a:pt x="0" y="275"/>
                    <a:pt x="0" y="449"/>
                  </a:cubicBezTo>
                  <a:lnTo>
                    <a:pt x="0" y="3823"/>
                  </a:lnTo>
                  <a:cubicBezTo>
                    <a:pt x="0" y="4030"/>
                    <a:pt x="168" y="4197"/>
                    <a:pt x="374" y="4197"/>
                  </a:cubicBezTo>
                  <a:lnTo>
                    <a:pt x="5574" y="4197"/>
                  </a:lnTo>
                  <a:cubicBezTo>
                    <a:pt x="5749" y="4197"/>
                    <a:pt x="5969" y="4116"/>
                    <a:pt x="6011" y="3957"/>
                  </a:cubicBezTo>
                  <a:cubicBezTo>
                    <a:pt x="6019" y="3925"/>
                    <a:pt x="6024" y="3894"/>
                    <a:pt x="6024" y="3862"/>
                  </a:cubicBezTo>
                  <a:lnTo>
                    <a:pt x="6024" y="374"/>
                  </a:lnTo>
                  <a:cubicBezTo>
                    <a:pt x="6024" y="167"/>
                    <a:pt x="5857" y="0"/>
                    <a:pt x="565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27"/>
            <p:cNvSpPr/>
            <p:nvPr/>
          </p:nvSpPr>
          <p:spPr>
            <a:xfrm>
              <a:off x="4793892" y="3517309"/>
              <a:ext cx="194213" cy="135589"/>
            </a:xfrm>
            <a:custGeom>
              <a:rect b="b" l="l" r="r" t="t"/>
              <a:pathLst>
                <a:path extrusionOk="0" h="4221" w="6046">
                  <a:moveTo>
                    <a:pt x="278" y="1"/>
                  </a:moveTo>
                  <a:cubicBezTo>
                    <a:pt x="118" y="43"/>
                    <a:pt x="0" y="187"/>
                    <a:pt x="0" y="361"/>
                  </a:cubicBezTo>
                  <a:lnTo>
                    <a:pt x="0" y="3848"/>
                  </a:lnTo>
                  <a:cubicBezTo>
                    <a:pt x="0" y="4054"/>
                    <a:pt x="167" y="4221"/>
                    <a:pt x="372" y="4221"/>
                  </a:cubicBezTo>
                  <a:lnTo>
                    <a:pt x="5685" y="4221"/>
                  </a:lnTo>
                  <a:cubicBezTo>
                    <a:pt x="5859" y="4221"/>
                    <a:pt x="6005" y="4102"/>
                    <a:pt x="6046" y="3943"/>
                  </a:cubicBezTo>
                  <a:lnTo>
                    <a:pt x="409" y="3943"/>
                  </a:lnTo>
                  <a:cubicBezTo>
                    <a:pt x="336" y="3940"/>
                    <a:pt x="278" y="3882"/>
                    <a:pt x="278" y="3809"/>
                  </a:cubicBezTo>
                  <a:lnTo>
                    <a:pt x="27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27"/>
            <p:cNvSpPr/>
            <p:nvPr/>
          </p:nvSpPr>
          <p:spPr>
            <a:xfrm>
              <a:off x="4848888" y="3688723"/>
              <a:ext cx="157625" cy="70734"/>
            </a:xfrm>
            <a:custGeom>
              <a:rect b="b" l="l" r="r" t="t"/>
              <a:pathLst>
                <a:path extrusionOk="0" h="2202" w="4907">
                  <a:moveTo>
                    <a:pt x="246" y="1"/>
                  </a:moveTo>
                  <a:lnTo>
                    <a:pt x="98" y="40"/>
                  </a:lnTo>
                  <a:cubicBezTo>
                    <a:pt x="47" y="40"/>
                    <a:pt x="4" y="80"/>
                    <a:pt x="4" y="134"/>
                  </a:cubicBezTo>
                  <a:lnTo>
                    <a:pt x="4" y="2110"/>
                  </a:lnTo>
                  <a:cubicBezTo>
                    <a:pt x="1" y="2161"/>
                    <a:pt x="43" y="2201"/>
                    <a:pt x="95" y="2201"/>
                  </a:cubicBezTo>
                  <a:lnTo>
                    <a:pt x="4775" y="2201"/>
                  </a:lnTo>
                  <a:cubicBezTo>
                    <a:pt x="4826" y="2201"/>
                    <a:pt x="4869" y="2161"/>
                    <a:pt x="4869" y="2107"/>
                  </a:cubicBezTo>
                  <a:lnTo>
                    <a:pt x="4907" y="1959"/>
                  </a:lnTo>
                  <a:lnTo>
                    <a:pt x="4907" y="95"/>
                  </a:lnTo>
                  <a:cubicBezTo>
                    <a:pt x="4907" y="44"/>
                    <a:pt x="4865" y="1"/>
                    <a:pt x="481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27"/>
            <p:cNvSpPr/>
            <p:nvPr/>
          </p:nvSpPr>
          <p:spPr>
            <a:xfrm>
              <a:off x="4847700" y="3688819"/>
              <a:ext cx="158782" cy="71922"/>
            </a:xfrm>
            <a:custGeom>
              <a:rect b="b" l="l" r="r" t="t"/>
              <a:pathLst>
                <a:path extrusionOk="0" h="2239" w="4943">
                  <a:moveTo>
                    <a:pt x="94" y="1"/>
                  </a:moveTo>
                  <a:cubicBezTo>
                    <a:pt x="44" y="1"/>
                    <a:pt x="0" y="41"/>
                    <a:pt x="0" y="95"/>
                  </a:cubicBezTo>
                  <a:lnTo>
                    <a:pt x="0" y="2145"/>
                  </a:lnTo>
                  <a:cubicBezTo>
                    <a:pt x="0" y="2195"/>
                    <a:pt x="42" y="2239"/>
                    <a:pt x="94" y="2239"/>
                  </a:cubicBezTo>
                  <a:lnTo>
                    <a:pt x="4848" y="2239"/>
                  </a:lnTo>
                  <a:cubicBezTo>
                    <a:pt x="4899" y="2239"/>
                    <a:pt x="4943" y="2197"/>
                    <a:pt x="4943" y="2145"/>
                  </a:cubicBezTo>
                  <a:lnTo>
                    <a:pt x="4943" y="1958"/>
                  </a:lnTo>
                  <a:lnTo>
                    <a:pt x="375" y="1958"/>
                  </a:lnTo>
                  <a:cubicBezTo>
                    <a:pt x="325" y="1958"/>
                    <a:pt x="281" y="1916"/>
                    <a:pt x="281" y="1864"/>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27"/>
            <p:cNvSpPr/>
            <p:nvPr/>
          </p:nvSpPr>
          <p:spPr>
            <a:xfrm>
              <a:off x="4900158" y="3706777"/>
              <a:ext cx="35913" cy="35913"/>
            </a:xfrm>
            <a:custGeom>
              <a:rect b="b" l="l" r="r" t="t"/>
              <a:pathLst>
                <a:path extrusionOk="0" h="1118" w="1118">
                  <a:moveTo>
                    <a:pt x="559" y="0"/>
                  </a:moveTo>
                  <a:cubicBezTo>
                    <a:pt x="249" y="0"/>
                    <a:pt x="0" y="251"/>
                    <a:pt x="0" y="559"/>
                  </a:cubicBezTo>
                  <a:cubicBezTo>
                    <a:pt x="0" y="867"/>
                    <a:pt x="249" y="1118"/>
                    <a:pt x="559" y="1118"/>
                  </a:cubicBezTo>
                  <a:cubicBezTo>
                    <a:pt x="867" y="1118"/>
                    <a:pt x="1118" y="867"/>
                    <a:pt x="1118" y="559"/>
                  </a:cubicBezTo>
                  <a:cubicBezTo>
                    <a:pt x="1118" y="251"/>
                    <a:pt x="867" y="0"/>
                    <a:pt x="55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27"/>
            <p:cNvSpPr/>
            <p:nvPr/>
          </p:nvSpPr>
          <p:spPr>
            <a:xfrm>
              <a:off x="4895629" y="3720269"/>
              <a:ext cx="27015" cy="8962"/>
            </a:xfrm>
            <a:custGeom>
              <a:rect b="b" l="l" r="r" t="t"/>
              <a:pathLst>
                <a:path extrusionOk="0" h="279" w="841">
                  <a:moveTo>
                    <a:pt x="141" y="0"/>
                  </a:moveTo>
                  <a:cubicBezTo>
                    <a:pt x="65" y="0"/>
                    <a:pt x="1" y="61"/>
                    <a:pt x="1" y="139"/>
                  </a:cubicBezTo>
                  <a:cubicBezTo>
                    <a:pt x="1" y="216"/>
                    <a:pt x="63" y="278"/>
                    <a:pt x="141" y="278"/>
                  </a:cubicBezTo>
                  <a:lnTo>
                    <a:pt x="700" y="278"/>
                  </a:lnTo>
                  <a:cubicBezTo>
                    <a:pt x="777" y="278"/>
                    <a:pt x="840" y="217"/>
                    <a:pt x="839" y="139"/>
                  </a:cubicBezTo>
                  <a:cubicBezTo>
                    <a:pt x="839" y="64"/>
                    <a:pt x="777" y="0"/>
                    <a:pt x="70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27"/>
            <p:cNvSpPr/>
            <p:nvPr/>
          </p:nvSpPr>
          <p:spPr>
            <a:xfrm>
              <a:off x="4953998" y="3706777"/>
              <a:ext cx="35977" cy="35913"/>
            </a:xfrm>
            <a:custGeom>
              <a:rect b="b" l="l" r="r" t="t"/>
              <a:pathLst>
                <a:path extrusionOk="0" h="1118" w="1120">
                  <a:moveTo>
                    <a:pt x="561" y="0"/>
                  </a:moveTo>
                  <a:cubicBezTo>
                    <a:pt x="251" y="0"/>
                    <a:pt x="1" y="251"/>
                    <a:pt x="1" y="559"/>
                  </a:cubicBezTo>
                  <a:cubicBezTo>
                    <a:pt x="1" y="867"/>
                    <a:pt x="251" y="1118"/>
                    <a:pt x="561" y="1118"/>
                  </a:cubicBezTo>
                  <a:cubicBezTo>
                    <a:pt x="869" y="1118"/>
                    <a:pt x="1120" y="867"/>
                    <a:pt x="1120" y="559"/>
                  </a:cubicBezTo>
                  <a:cubicBezTo>
                    <a:pt x="1120" y="251"/>
                    <a:pt x="869" y="0"/>
                    <a:pt x="56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27"/>
            <p:cNvSpPr/>
            <p:nvPr/>
          </p:nvSpPr>
          <p:spPr>
            <a:xfrm>
              <a:off x="4950143" y="3720269"/>
              <a:ext cx="26405" cy="8962"/>
            </a:xfrm>
            <a:custGeom>
              <a:rect b="b" l="l" r="r" t="t"/>
              <a:pathLst>
                <a:path extrusionOk="0" h="279" w="822">
                  <a:moveTo>
                    <a:pt x="139" y="0"/>
                  </a:moveTo>
                  <a:cubicBezTo>
                    <a:pt x="63" y="0"/>
                    <a:pt x="0" y="61"/>
                    <a:pt x="0" y="139"/>
                  </a:cubicBezTo>
                  <a:cubicBezTo>
                    <a:pt x="0" y="216"/>
                    <a:pt x="61" y="278"/>
                    <a:pt x="139" y="278"/>
                  </a:cubicBezTo>
                  <a:lnTo>
                    <a:pt x="681" y="278"/>
                  </a:lnTo>
                  <a:cubicBezTo>
                    <a:pt x="758" y="278"/>
                    <a:pt x="821" y="217"/>
                    <a:pt x="820" y="139"/>
                  </a:cubicBezTo>
                  <a:cubicBezTo>
                    <a:pt x="820" y="64"/>
                    <a:pt x="758" y="0"/>
                    <a:pt x="68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27"/>
            <p:cNvSpPr/>
            <p:nvPr/>
          </p:nvSpPr>
          <p:spPr>
            <a:xfrm>
              <a:off x="4825309" y="3720269"/>
              <a:ext cx="8962" cy="44907"/>
            </a:xfrm>
            <a:custGeom>
              <a:rect b="b" l="l" r="r" t="t"/>
              <a:pathLst>
                <a:path extrusionOk="0" h="1398" w="279">
                  <a:moveTo>
                    <a:pt x="140" y="0"/>
                  </a:moveTo>
                  <a:cubicBezTo>
                    <a:pt x="65" y="0"/>
                    <a:pt x="1" y="61"/>
                    <a:pt x="1" y="139"/>
                  </a:cubicBezTo>
                  <a:lnTo>
                    <a:pt x="1" y="1258"/>
                  </a:lnTo>
                  <a:cubicBezTo>
                    <a:pt x="1" y="1333"/>
                    <a:pt x="62" y="1397"/>
                    <a:pt x="140" y="1397"/>
                  </a:cubicBezTo>
                  <a:cubicBezTo>
                    <a:pt x="215" y="1397"/>
                    <a:pt x="279" y="1335"/>
                    <a:pt x="279" y="1258"/>
                  </a:cubicBezTo>
                  <a:lnTo>
                    <a:pt x="279" y="139"/>
                  </a:lnTo>
                  <a:cubicBezTo>
                    <a:pt x="279" y="64"/>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27"/>
            <p:cNvSpPr/>
            <p:nvPr/>
          </p:nvSpPr>
          <p:spPr>
            <a:xfrm>
              <a:off x="4807384" y="3720269"/>
              <a:ext cx="8962" cy="44907"/>
            </a:xfrm>
            <a:custGeom>
              <a:rect b="b" l="l" r="r" t="t"/>
              <a:pathLst>
                <a:path extrusionOk="0" h="1398" w="279">
                  <a:moveTo>
                    <a:pt x="139" y="0"/>
                  </a:moveTo>
                  <a:cubicBezTo>
                    <a:pt x="62" y="0"/>
                    <a:pt x="0" y="61"/>
                    <a:pt x="0" y="139"/>
                  </a:cubicBezTo>
                  <a:lnTo>
                    <a:pt x="0" y="1258"/>
                  </a:lnTo>
                  <a:cubicBezTo>
                    <a:pt x="0" y="1333"/>
                    <a:pt x="61" y="1397"/>
                    <a:pt x="139" y="1397"/>
                  </a:cubicBezTo>
                  <a:cubicBezTo>
                    <a:pt x="214" y="1397"/>
                    <a:pt x="278" y="1335"/>
                    <a:pt x="278" y="1258"/>
                  </a:cubicBezTo>
                  <a:lnTo>
                    <a:pt x="278" y="139"/>
                  </a:lnTo>
                  <a:cubicBezTo>
                    <a:pt x="278" y="64"/>
                    <a:pt x="214"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27"/>
            <p:cNvSpPr/>
            <p:nvPr/>
          </p:nvSpPr>
          <p:spPr>
            <a:xfrm>
              <a:off x="4789362" y="3720269"/>
              <a:ext cx="9026" cy="44907"/>
            </a:xfrm>
            <a:custGeom>
              <a:rect b="b" l="l" r="r" t="t"/>
              <a:pathLst>
                <a:path extrusionOk="0" h="1398" w="281">
                  <a:moveTo>
                    <a:pt x="140" y="0"/>
                  </a:moveTo>
                  <a:cubicBezTo>
                    <a:pt x="65" y="0"/>
                    <a:pt x="1" y="61"/>
                    <a:pt x="1" y="139"/>
                  </a:cubicBezTo>
                  <a:lnTo>
                    <a:pt x="1" y="1258"/>
                  </a:lnTo>
                  <a:cubicBezTo>
                    <a:pt x="1" y="1333"/>
                    <a:pt x="63" y="1397"/>
                    <a:pt x="140" y="1397"/>
                  </a:cubicBezTo>
                  <a:cubicBezTo>
                    <a:pt x="217" y="1397"/>
                    <a:pt x="280" y="1335"/>
                    <a:pt x="280" y="1258"/>
                  </a:cubicBezTo>
                  <a:lnTo>
                    <a:pt x="280" y="139"/>
                  </a:lnTo>
                  <a:cubicBezTo>
                    <a:pt x="280" y="64"/>
                    <a:pt x="218"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27"/>
            <p:cNvSpPr/>
            <p:nvPr/>
          </p:nvSpPr>
          <p:spPr>
            <a:xfrm>
              <a:off x="4771437" y="3720269"/>
              <a:ext cx="8994" cy="44907"/>
            </a:xfrm>
            <a:custGeom>
              <a:rect b="b" l="l" r="r" t="t"/>
              <a:pathLst>
                <a:path extrusionOk="0" h="1398" w="280">
                  <a:moveTo>
                    <a:pt x="139" y="0"/>
                  </a:moveTo>
                  <a:cubicBezTo>
                    <a:pt x="64" y="0"/>
                    <a:pt x="0" y="61"/>
                    <a:pt x="0" y="139"/>
                  </a:cubicBezTo>
                  <a:lnTo>
                    <a:pt x="0" y="1258"/>
                  </a:lnTo>
                  <a:cubicBezTo>
                    <a:pt x="0" y="1333"/>
                    <a:pt x="62" y="1397"/>
                    <a:pt x="139" y="1397"/>
                  </a:cubicBezTo>
                  <a:cubicBezTo>
                    <a:pt x="216" y="1397"/>
                    <a:pt x="280" y="1335"/>
                    <a:pt x="280" y="1258"/>
                  </a:cubicBezTo>
                  <a:lnTo>
                    <a:pt x="280" y="139"/>
                  </a:lnTo>
                  <a:cubicBezTo>
                    <a:pt x="280" y="64"/>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27"/>
            <p:cNvSpPr/>
            <p:nvPr/>
          </p:nvSpPr>
          <p:spPr>
            <a:xfrm>
              <a:off x="4777059" y="3688691"/>
              <a:ext cx="52745" cy="16896"/>
            </a:xfrm>
            <a:custGeom>
              <a:rect b="b" l="l" r="r" t="t"/>
              <a:pathLst>
                <a:path extrusionOk="0" h="526" w="1642">
                  <a:moveTo>
                    <a:pt x="244" y="0"/>
                  </a:moveTo>
                  <a:lnTo>
                    <a:pt x="94" y="38"/>
                  </a:lnTo>
                  <a:cubicBezTo>
                    <a:pt x="42" y="38"/>
                    <a:pt x="0" y="81"/>
                    <a:pt x="0" y="132"/>
                  </a:cubicBezTo>
                  <a:lnTo>
                    <a:pt x="0" y="432"/>
                  </a:lnTo>
                  <a:cubicBezTo>
                    <a:pt x="0" y="484"/>
                    <a:pt x="44" y="526"/>
                    <a:pt x="94" y="526"/>
                  </a:cubicBezTo>
                  <a:lnTo>
                    <a:pt x="1512" y="526"/>
                  </a:lnTo>
                  <a:cubicBezTo>
                    <a:pt x="1562" y="526"/>
                    <a:pt x="1604" y="484"/>
                    <a:pt x="1604" y="429"/>
                  </a:cubicBezTo>
                  <a:lnTo>
                    <a:pt x="1642" y="281"/>
                  </a:lnTo>
                  <a:lnTo>
                    <a:pt x="1642" y="94"/>
                  </a:lnTo>
                  <a:cubicBezTo>
                    <a:pt x="1642" y="42"/>
                    <a:pt x="1599" y="0"/>
                    <a:pt x="154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27"/>
            <p:cNvSpPr/>
            <p:nvPr/>
          </p:nvSpPr>
          <p:spPr>
            <a:xfrm>
              <a:off x="4775838" y="3688723"/>
              <a:ext cx="53966" cy="18085"/>
            </a:xfrm>
            <a:custGeom>
              <a:rect b="b" l="l" r="r" t="t"/>
              <a:pathLst>
                <a:path extrusionOk="0" h="563" w="1680">
                  <a:moveTo>
                    <a:pt x="95" y="1"/>
                  </a:moveTo>
                  <a:cubicBezTo>
                    <a:pt x="44" y="1"/>
                    <a:pt x="1" y="43"/>
                    <a:pt x="1" y="95"/>
                  </a:cubicBezTo>
                  <a:lnTo>
                    <a:pt x="1" y="468"/>
                  </a:lnTo>
                  <a:cubicBezTo>
                    <a:pt x="1" y="519"/>
                    <a:pt x="43" y="562"/>
                    <a:pt x="95" y="562"/>
                  </a:cubicBezTo>
                  <a:lnTo>
                    <a:pt x="1586" y="562"/>
                  </a:lnTo>
                  <a:cubicBezTo>
                    <a:pt x="1637" y="562"/>
                    <a:pt x="1680" y="520"/>
                    <a:pt x="1680" y="468"/>
                  </a:cubicBezTo>
                  <a:lnTo>
                    <a:pt x="1680" y="282"/>
                  </a:lnTo>
                  <a:lnTo>
                    <a:pt x="338" y="282"/>
                  </a:lnTo>
                  <a:cubicBezTo>
                    <a:pt x="306" y="282"/>
                    <a:pt x="282" y="257"/>
                    <a:pt x="282" y="225"/>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27"/>
            <p:cNvSpPr/>
            <p:nvPr/>
          </p:nvSpPr>
          <p:spPr>
            <a:xfrm>
              <a:off x="4859746" y="3702311"/>
              <a:ext cx="26951" cy="8962"/>
            </a:xfrm>
            <a:custGeom>
              <a:rect b="b" l="l" r="r" t="t"/>
              <a:pathLst>
                <a:path extrusionOk="0" h="279" w="839">
                  <a:moveTo>
                    <a:pt x="139" y="0"/>
                  </a:moveTo>
                  <a:cubicBezTo>
                    <a:pt x="64" y="0"/>
                    <a:pt x="0" y="63"/>
                    <a:pt x="0" y="139"/>
                  </a:cubicBezTo>
                  <a:cubicBezTo>
                    <a:pt x="0" y="215"/>
                    <a:pt x="61" y="278"/>
                    <a:pt x="139" y="278"/>
                  </a:cubicBezTo>
                  <a:lnTo>
                    <a:pt x="698" y="278"/>
                  </a:lnTo>
                  <a:cubicBezTo>
                    <a:pt x="776" y="278"/>
                    <a:pt x="838" y="215"/>
                    <a:pt x="838" y="139"/>
                  </a:cubicBezTo>
                  <a:cubicBezTo>
                    <a:pt x="838" y="63"/>
                    <a:pt x="776" y="0"/>
                    <a:pt x="6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27"/>
            <p:cNvSpPr/>
            <p:nvPr/>
          </p:nvSpPr>
          <p:spPr>
            <a:xfrm>
              <a:off x="4859746" y="3720269"/>
              <a:ext cx="8962" cy="8962"/>
            </a:xfrm>
            <a:custGeom>
              <a:rect b="b" l="l" r="r" t="t"/>
              <a:pathLst>
                <a:path extrusionOk="0" h="279" w="279">
                  <a:moveTo>
                    <a:pt x="139" y="0"/>
                  </a:moveTo>
                  <a:cubicBezTo>
                    <a:pt x="62" y="0"/>
                    <a:pt x="0" y="62"/>
                    <a:pt x="0" y="139"/>
                  </a:cubicBezTo>
                  <a:cubicBezTo>
                    <a:pt x="0" y="216"/>
                    <a:pt x="62" y="278"/>
                    <a:pt x="139" y="278"/>
                  </a:cubicBezTo>
                  <a:cubicBezTo>
                    <a:pt x="216" y="278"/>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27"/>
            <p:cNvSpPr/>
            <p:nvPr/>
          </p:nvSpPr>
          <p:spPr>
            <a:xfrm>
              <a:off x="4859746" y="3738194"/>
              <a:ext cx="8962" cy="9026"/>
            </a:xfrm>
            <a:custGeom>
              <a:rect b="b" l="l" r="r" t="t"/>
              <a:pathLst>
                <a:path extrusionOk="0" h="281" w="279">
                  <a:moveTo>
                    <a:pt x="139" y="1"/>
                  </a:moveTo>
                  <a:cubicBezTo>
                    <a:pt x="62" y="1"/>
                    <a:pt x="0" y="63"/>
                    <a:pt x="0" y="140"/>
                  </a:cubicBezTo>
                  <a:cubicBezTo>
                    <a:pt x="0" y="217"/>
                    <a:pt x="62" y="280"/>
                    <a:pt x="139" y="280"/>
                  </a:cubicBezTo>
                  <a:cubicBezTo>
                    <a:pt x="216" y="280"/>
                    <a:pt x="278" y="217"/>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27"/>
            <p:cNvSpPr/>
            <p:nvPr/>
          </p:nvSpPr>
          <p:spPr>
            <a:xfrm>
              <a:off x="4877704" y="3720269"/>
              <a:ext cx="8994" cy="8962"/>
            </a:xfrm>
            <a:custGeom>
              <a:rect b="b" l="l" r="r" t="t"/>
              <a:pathLst>
                <a:path extrusionOk="0" h="279" w="280">
                  <a:moveTo>
                    <a:pt x="139" y="0"/>
                  </a:moveTo>
                  <a:cubicBezTo>
                    <a:pt x="62" y="0"/>
                    <a:pt x="0" y="62"/>
                    <a:pt x="0" y="139"/>
                  </a:cubicBezTo>
                  <a:cubicBezTo>
                    <a:pt x="0" y="216"/>
                    <a:pt x="62" y="278"/>
                    <a:pt x="139" y="278"/>
                  </a:cubicBezTo>
                  <a:cubicBezTo>
                    <a:pt x="216" y="278"/>
                    <a:pt x="279" y="216"/>
                    <a:pt x="279" y="139"/>
                  </a:cubicBezTo>
                  <a:cubicBezTo>
                    <a:pt x="279" y="62"/>
                    <a:pt x="216" y="0"/>
                    <a:pt x="13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27"/>
            <p:cNvSpPr/>
            <p:nvPr/>
          </p:nvSpPr>
          <p:spPr>
            <a:xfrm>
              <a:off x="4877704" y="3738194"/>
              <a:ext cx="8994" cy="9026"/>
            </a:xfrm>
            <a:custGeom>
              <a:rect b="b" l="l" r="r" t="t"/>
              <a:pathLst>
                <a:path extrusionOk="0" h="281" w="280">
                  <a:moveTo>
                    <a:pt x="139" y="1"/>
                  </a:moveTo>
                  <a:cubicBezTo>
                    <a:pt x="62" y="1"/>
                    <a:pt x="0" y="63"/>
                    <a:pt x="0" y="140"/>
                  </a:cubicBezTo>
                  <a:cubicBezTo>
                    <a:pt x="0" y="217"/>
                    <a:pt x="62" y="280"/>
                    <a:pt x="139" y="280"/>
                  </a:cubicBezTo>
                  <a:cubicBezTo>
                    <a:pt x="216" y="280"/>
                    <a:pt x="279" y="217"/>
                    <a:pt x="279" y="140"/>
                  </a:cubicBezTo>
                  <a:cubicBezTo>
                    <a:pt x="279" y="63"/>
                    <a:pt x="216" y="1"/>
                    <a:pt x="13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02" name="Google Shape;3202;p27"/>
          <p:cNvGrpSpPr/>
          <p:nvPr/>
        </p:nvGrpSpPr>
        <p:grpSpPr>
          <a:xfrm>
            <a:off x="4107400" y="3495272"/>
            <a:ext cx="297872" cy="268999"/>
            <a:chOff x="4107400" y="3495272"/>
            <a:chExt cx="297872" cy="268999"/>
          </a:xfrm>
        </p:grpSpPr>
        <p:sp>
          <p:nvSpPr>
            <p:cNvPr id="3203" name="Google Shape;3203;p27"/>
            <p:cNvSpPr/>
            <p:nvPr/>
          </p:nvSpPr>
          <p:spPr>
            <a:xfrm>
              <a:off x="4109263" y="3547506"/>
              <a:ext cx="78507" cy="39896"/>
            </a:xfrm>
            <a:custGeom>
              <a:rect b="b" l="l" r="r" t="t"/>
              <a:pathLst>
                <a:path extrusionOk="0" h="1242" w="2444">
                  <a:moveTo>
                    <a:pt x="2357" y="0"/>
                  </a:moveTo>
                  <a:lnTo>
                    <a:pt x="36" y="450"/>
                  </a:lnTo>
                  <a:lnTo>
                    <a:pt x="0" y="524"/>
                  </a:lnTo>
                  <a:cubicBezTo>
                    <a:pt x="0" y="559"/>
                    <a:pt x="7" y="594"/>
                    <a:pt x="19" y="624"/>
                  </a:cubicBezTo>
                  <a:lnTo>
                    <a:pt x="174" y="1053"/>
                  </a:lnTo>
                  <a:cubicBezTo>
                    <a:pt x="217" y="1168"/>
                    <a:pt x="327" y="1242"/>
                    <a:pt x="446" y="1242"/>
                  </a:cubicBezTo>
                  <a:cubicBezTo>
                    <a:pt x="464" y="1242"/>
                    <a:pt x="482" y="1240"/>
                    <a:pt x="500" y="1236"/>
                  </a:cubicBezTo>
                  <a:lnTo>
                    <a:pt x="2053" y="928"/>
                  </a:lnTo>
                  <a:cubicBezTo>
                    <a:pt x="2172" y="906"/>
                    <a:pt x="2264" y="812"/>
                    <a:pt x="2285" y="694"/>
                  </a:cubicBezTo>
                  <a:lnTo>
                    <a:pt x="2338" y="639"/>
                  </a:lnTo>
                  <a:lnTo>
                    <a:pt x="2444" y="47"/>
                  </a:lnTo>
                  <a:lnTo>
                    <a:pt x="2357"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27"/>
            <p:cNvSpPr/>
            <p:nvPr/>
          </p:nvSpPr>
          <p:spPr>
            <a:xfrm>
              <a:off x="4107400" y="3560613"/>
              <a:ext cx="76998" cy="28011"/>
            </a:xfrm>
            <a:custGeom>
              <a:rect b="b" l="l" r="r" t="t"/>
              <a:pathLst>
                <a:path extrusionOk="0" h="872" w="2397">
                  <a:moveTo>
                    <a:pt x="223" y="0"/>
                  </a:moveTo>
                  <a:lnTo>
                    <a:pt x="36" y="50"/>
                  </a:lnTo>
                  <a:lnTo>
                    <a:pt x="0" y="113"/>
                  </a:lnTo>
                  <a:cubicBezTo>
                    <a:pt x="0" y="148"/>
                    <a:pt x="8" y="180"/>
                    <a:pt x="19" y="213"/>
                  </a:cubicBezTo>
                  <a:lnTo>
                    <a:pt x="193" y="678"/>
                  </a:lnTo>
                  <a:cubicBezTo>
                    <a:pt x="236" y="794"/>
                    <a:pt x="351" y="871"/>
                    <a:pt x="469" y="871"/>
                  </a:cubicBezTo>
                  <a:cubicBezTo>
                    <a:pt x="486" y="871"/>
                    <a:pt x="504" y="870"/>
                    <a:pt x="521" y="866"/>
                  </a:cubicBezTo>
                  <a:lnTo>
                    <a:pt x="597" y="852"/>
                  </a:lnTo>
                  <a:lnTo>
                    <a:pt x="2149" y="558"/>
                  </a:lnTo>
                  <a:cubicBezTo>
                    <a:pt x="2269" y="536"/>
                    <a:pt x="2360" y="442"/>
                    <a:pt x="2380" y="323"/>
                  </a:cubicBezTo>
                  <a:lnTo>
                    <a:pt x="2392" y="261"/>
                  </a:lnTo>
                  <a:lnTo>
                    <a:pt x="2396" y="231"/>
                  </a:lnTo>
                  <a:lnTo>
                    <a:pt x="520" y="585"/>
                  </a:lnTo>
                  <a:cubicBezTo>
                    <a:pt x="514" y="586"/>
                    <a:pt x="508" y="587"/>
                    <a:pt x="502" y="587"/>
                  </a:cubicBezTo>
                  <a:cubicBezTo>
                    <a:pt x="464" y="587"/>
                    <a:pt x="430" y="564"/>
                    <a:pt x="416" y="526"/>
                  </a:cubicBezTo>
                  <a:lnTo>
                    <a:pt x="300" y="215"/>
                  </a:lnTo>
                  <a:cubicBezTo>
                    <a:pt x="281" y="165"/>
                    <a:pt x="275" y="113"/>
                    <a:pt x="285" y="61"/>
                  </a:cubicBezTo>
                  <a:lnTo>
                    <a:pt x="22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27"/>
            <p:cNvSpPr/>
            <p:nvPr/>
          </p:nvSpPr>
          <p:spPr>
            <a:xfrm>
              <a:off x="4327450" y="3547121"/>
              <a:ext cx="77608" cy="39446"/>
            </a:xfrm>
            <a:custGeom>
              <a:rect b="b" l="l" r="r" t="t"/>
              <a:pathLst>
                <a:path extrusionOk="0" h="1228" w="2416">
                  <a:moveTo>
                    <a:pt x="1" y="1"/>
                  </a:moveTo>
                  <a:lnTo>
                    <a:pt x="9" y="59"/>
                  </a:lnTo>
                  <a:lnTo>
                    <a:pt x="95" y="687"/>
                  </a:lnTo>
                  <a:cubicBezTo>
                    <a:pt x="115" y="807"/>
                    <a:pt x="208" y="898"/>
                    <a:pt x="326" y="923"/>
                  </a:cubicBezTo>
                  <a:lnTo>
                    <a:pt x="1814" y="1218"/>
                  </a:lnTo>
                  <a:cubicBezTo>
                    <a:pt x="1845" y="1224"/>
                    <a:pt x="1878" y="1227"/>
                    <a:pt x="1911" y="1227"/>
                  </a:cubicBezTo>
                  <a:cubicBezTo>
                    <a:pt x="2028" y="1227"/>
                    <a:pt x="2148" y="1186"/>
                    <a:pt x="2186" y="1083"/>
                  </a:cubicBezTo>
                  <a:lnTo>
                    <a:pt x="2234" y="1070"/>
                  </a:lnTo>
                  <a:lnTo>
                    <a:pt x="2398" y="636"/>
                  </a:lnTo>
                  <a:cubicBezTo>
                    <a:pt x="2411" y="603"/>
                    <a:pt x="2415" y="571"/>
                    <a:pt x="2415" y="536"/>
                  </a:cubicBezTo>
                  <a:lnTo>
                    <a:pt x="2362" y="457"/>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27"/>
            <p:cNvSpPr/>
            <p:nvPr/>
          </p:nvSpPr>
          <p:spPr>
            <a:xfrm>
              <a:off x="4324752" y="3547956"/>
              <a:ext cx="74524" cy="40667"/>
            </a:xfrm>
            <a:custGeom>
              <a:rect b="b" l="l" r="r" t="t"/>
              <a:pathLst>
                <a:path extrusionOk="0" h="1266" w="2320">
                  <a:moveTo>
                    <a:pt x="24" y="1"/>
                  </a:moveTo>
                  <a:lnTo>
                    <a:pt x="1" y="33"/>
                  </a:lnTo>
                  <a:lnTo>
                    <a:pt x="115" y="669"/>
                  </a:lnTo>
                  <a:cubicBezTo>
                    <a:pt x="125" y="804"/>
                    <a:pt x="218" y="929"/>
                    <a:pt x="355" y="952"/>
                  </a:cubicBezTo>
                  <a:lnTo>
                    <a:pt x="1982" y="1260"/>
                  </a:lnTo>
                  <a:cubicBezTo>
                    <a:pt x="2001" y="1264"/>
                    <a:pt x="2020" y="1266"/>
                    <a:pt x="2038" y="1266"/>
                  </a:cubicBezTo>
                  <a:cubicBezTo>
                    <a:pt x="2157" y="1266"/>
                    <a:pt x="2266" y="1192"/>
                    <a:pt x="2308" y="1078"/>
                  </a:cubicBezTo>
                  <a:lnTo>
                    <a:pt x="2320" y="1044"/>
                  </a:lnTo>
                  <a:lnTo>
                    <a:pt x="458" y="691"/>
                  </a:lnTo>
                  <a:cubicBezTo>
                    <a:pt x="420" y="684"/>
                    <a:pt x="391" y="655"/>
                    <a:pt x="384" y="617"/>
                  </a:cubicBezTo>
                  <a:lnTo>
                    <a:pt x="316" y="253"/>
                  </a:lnTo>
                  <a:cubicBezTo>
                    <a:pt x="305" y="189"/>
                    <a:pt x="292" y="132"/>
                    <a:pt x="276" y="86"/>
                  </a:cubicBezTo>
                  <a:lnTo>
                    <a:pt x="216" y="28"/>
                  </a:lnTo>
                  <a:lnTo>
                    <a:pt x="2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27"/>
            <p:cNvSpPr/>
            <p:nvPr/>
          </p:nvSpPr>
          <p:spPr>
            <a:xfrm>
              <a:off x="4112283" y="3495272"/>
              <a:ext cx="292989" cy="69031"/>
            </a:xfrm>
            <a:custGeom>
              <a:rect b="b" l="l" r="r" t="t"/>
              <a:pathLst>
                <a:path extrusionOk="0" h="2149" w="9121">
                  <a:moveTo>
                    <a:pt x="4487" y="0"/>
                  </a:moveTo>
                  <a:cubicBezTo>
                    <a:pt x="3611" y="0"/>
                    <a:pt x="2736" y="86"/>
                    <a:pt x="1878" y="258"/>
                  </a:cubicBezTo>
                  <a:lnTo>
                    <a:pt x="714" y="490"/>
                  </a:lnTo>
                  <a:cubicBezTo>
                    <a:pt x="645" y="504"/>
                    <a:pt x="578" y="526"/>
                    <a:pt x="517" y="556"/>
                  </a:cubicBezTo>
                  <a:cubicBezTo>
                    <a:pt x="317" y="658"/>
                    <a:pt x="203" y="1115"/>
                    <a:pt x="149" y="1338"/>
                  </a:cubicBezTo>
                  <a:lnTo>
                    <a:pt x="6" y="1867"/>
                  </a:lnTo>
                  <a:cubicBezTo>
                    <a:pt x="0" y="1890"/>
                    <a:pt x="12" y="2097"/>
                    <a:pt x="12" y="2120"/>
                  </a:cubicBezTo>
                  <a:lnTo>
                    <a:pt x="2356" y="1671"/>
                  </a:lnTo>
                  <a:cubicBezTo>
                    <a:pt x="2372" y="1578"/>
                    <a:pt x="2451" y="1512"/>
                    <a:pt x="2545" y="1512"/>
                  </a:cubicBezTo>
                  <a:lnTo>
                    <a:pt x="2599" y="1512"/>
                  </a:lnTo>
                  <a:lnTo>
                    <a:pt x="2638" y="1474"/>
                  </a:lnTo>
                  <a:lnTo>
                    <a:pt x="3893" y="1457"/>
                  </a:lnTo>
                  <a:lnTo>
                    <a:pt x="3935" y="1513"/>
                  </a:lnTo>
                  <a:lnTo>
                    <a:pt x="5035" y="1513"/>
                  </a:lnTo>
                  <a:lnTo>
                    <a:pt x="5070" y="1455"/>
                  </a:lnTo>
                  <a:lnTo>
                    <a:pt x="6326" y="1458"/>
                  </a:lnTo>
                  <a:lnTo>
                    <a:pt x="6370" y="1513"/>
                  </a:lnTo>
                  <a:lnTo>
                    <a:pt x="6425" y="1513"/>
                  </a:lnTo>
                  <a:cubicBezTo>
                    <a:pt x="6519" y="1513"/>
                    <a:pt x="6631" y="1548"/>
                    <a:pt x="6648" y="1641"/>
                  </a:cubicBezTo>
                  <a:lnTo>
                    <a:pt x="6895" y="1723"/>
                  </a:lnTo>
                  <a:lnTo>
                    <a:pt x="9120" y="2149"/>
                  </a:lnTo>
                  <a:cubicBezTo>
                    <a:pt x="9120" y="2126"/>
                    <a:pt x="9118" y="2100"/>
                    <a:pt x="9112" y="2076"/>
                  </a:cubicBezTo>
                  <a:lnTo>
                    <a:pt x="8863" y="1065"/>
                  </a:lnTo>
                  <a:cubicBezTo>
                    <a:pt x="8790" y="774"/>
                    <a:pt x="8554" y="549"/>
                    <a:pt x="8259" y="490"/>
                  </a:cubicBezTo>
                  <a:lnTo>
                    <a:pt x="7097" y="258"/>
                  </a:lnTo>
                  <a:cubicBezTo>
                    <a:pt x="6237" y="87"/>
                    <a:pt x="5362" y="0"/>
                    <a:pt x="448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27"/>
            <p:cNvSpPr/>
            <p:nvPr/>
          </p:nvSpPr>
          <p:spPr>
            <a:xfrm>
              <a:off x="4107400" y="3513166"/>
              <a:ext cx="21361" cy="51203"/>
            </a:xfrm>
            <a:custGeom>
              <a:rect b="b" l="l" r="r" t="t"/>
              <a:pathLst>
                <a:path extrusionOk="0" h="1594" w="665">
                  <a:moveTo>
                    <a:pt x="665" y="1"/>
                  </a:moveTo>
                  <a:cubicBezTo>
                    <a:pt x="665" y="1"/>
                    <a:pt x="359" y="134"/>
                    <a:pt x="259" y="510"/>
                  </a:cubicBezTo>
                  <a:lnTo>
                    <a:pt x="10" y="1521"/>
                  </a:lnTo>
                  <a:cubicBezTo>
                    <a:pt x="5" y="1545"/>
                    <a:pt x="0" y="1569"/>
                    <a:pt x="0" y="1593"/>
                  </a:cubicBezTo>
                  <a:lnTo>
                    <a:pt x="287" y="1540"/>
                  </a:lnTo>
                  <a:lnTo>
                    <a:pt x="665"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27"/>
            <p:cNvSpPr/>
            <p:nvPr/>
          </p:nvSpPr>
          <p:spPr>
            <a:xfrm>
              <a:off x="4318648" y="3543876"/>
              <a:ext cx="14969" cy="6874"/>
            </a:xfrm>
            <a:custGeom>
              <a:rect b="b" l="l" r="r" t="t"/>
              <a:pathLst>
                <a:path extrusionOk="0" h="214" w="466">
                  <a:moveTo>
                    <a:pt x="1" y="0"/>
                  </a:moveTo>
                  <a:cubicBezTo>
                    <a:pt x="95" y="0"/>
                    <a:pt x="175" y="68"/>
                    <a:pt x="191" y="160"/>
                  </a:cubicBezTo>
                  <a:lnTo>
                    <a:pt x="466" y="213"/>
                  </a:lnTo>
                  <a:cubicBezTo>
                    <a:pt x="414" y="71"/>
                    <a:pt x="308"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27"/>
            <p:cNvSpPr/>
            <p:nvPr/>
          </p:nvSpPr>
          <p:spPr>
            <a:xfrm>
              <a:off x="4195645" y="3523317"/>
              <a:ext cx="42916" cy="20591"/>
            </a:xfrm>
            <a:custGeom>
              <a:rect b="b" l="l" r="r" t="t"/>
              <a:pathLst>
                <a:path extrusionOk="0" h="641" w="1336">
                  <a:moveTo>
                    <a:pt x="282" y="0"/>
                  </a:moveTo>
                  <a:cubicBezTo>
                    <a:pt x="127" y="0"/>
                    <a:pt x="1" y="125"/>
                    <a:pt x="1" y="281"/>
                  </a:cubicBezTo>
                  <a:lnTo>
                    <a:pt x="1" y="640"/>
                  </a:lnTo>
                  <a:lnTo>
                    <a:pt x="1336" y="640"/>
                  </a:lnTo>
                  <a:lnTo>
                    <a:pt x="1336" y="281"/>
                  </a:lnTo>
                  <a:cubicBezTo>
                    <a:pt x="1336" y="125"/>
                    <a:pt x="1211" y="0"/>
                    <a:pt x="105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27"/>
            <p:cNvSpPr/>
            <p:nvPr/>
          </p:nvSpPr>
          <p:spPr>
            <a:xfrm>
              <a:off x="4273963" y="3523317"/>
              <a:ext cx="42916" cy="20591"/>
            </a:xfrm>
            <a:custGeom>
              <a:rect b="b" l="l" r="r" t="t"/>
              <a:pathLst>
                <a:path extrusionOk="0" h="641" w="1336">
                  <a:moveTo>
                    <a:pt x="280" y="0"/>
                  </a:moveTo>
                  <a:cubicBezTo>
                    <a:pt x="127" y="0"/>
                    <a:pt x="1" y="125"/>
                    <a:pt x="1" y="281"/>
                  </a:cubicBezTo>
                  <a:lnTo>
                    <a:pt x="1" y="640"/>
                  </a:lnTo>
                  <a:lnTo>
                    <a:pt x="1335" y="640"/>
                  </a:lnTo>
                  <a:lnTo>
                    <a:pt x="1335" y="281"/>
                  </a:lnTo>
                  <a:cubicBezTo>
                    <a:pt x="1335" y="125"/>
                    <a:pt x="1211" y="0"/>
                    <a:pt x="105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27"/>
            <p:cNvSpPr/>
            <p:nvPr/>
          </p:nvSpPr>
          <p:spPr>
            <a:xfrm>
              <a:off x="4205796" y="3532247"/>
              <a:ext cx="102150" cy="56375"/>
            </a:xfrm>
            <a:custGeom>
              <a:rect b="b" l="l" r="r" t="t"/>
              <a:pathLst>
                <a:path extrusionOk="0" h="1755" w="3180">
                  <a:moveTo>
                    <a:pt x="244" y="0"/>
                  </a:moveTo>
                  <a:lnTo>
                    <a:pt x="157" y="39"/>
                  </a:lnTo>
                  <a:cubicBezTo>
                    <a:pt x="71" y="39"/>
                    <a:pt x="1" y="107"/>
                    <a:pt x="1" y="194"/>
                  </a:cubicBezTo>
                  <a:lnTo>
                    <a:pt x="1" y="1755"/>
                  </a:lnTo>
                  <a:lnTo>
                    <a:pt x="3120" y="1755"/>
                  </a:lnTo>
                  <a:lnTo>
                    <a:pt x="3177" y="1474"/>
                  </a:lnTo>
                  <a:lnTo>
                    <a:pt x="3177" y="157"/>
                  </a:lnTo>
                  <a:cubicBezTo>
                    <a:pt x="3180" y="71"/>
                    <a:pt x="3109" y="0"/>
                    <a:pt x="3023" y="0"/>
                  </a:cubicBezTo>
                  <a:lnTo>
                    <a:pt x="2680" y="0"/>
                  </a:lnTo>
                  <a:lnTo>
                    <a:pt x="2593" y="39"/>
                  </a:lnTo>
                  <a:cubicBezTo>
                    <a:pt x="2508" y="39"/>
                    <a:pt x="2437" y="107"/>
                    <a:pt x="2437" y="194"/>
                  </a:cubicBezTo>
                  <a:lnTo>
                    <a:pt x="2454" y="801"/>
                  </a:lnTo>
                  <a:cubicBezTo>
                    <a:pt x="2454" y="886"/>
                    <a:pt x="2330" y="956"/>
                    <a:pt x="2243" y="956"/>
                  </a:cubicBezTo>
                  <a:lnTo>
                    <a:pt x="898" y="956"/>
                  </a:lnTo>
                  <a:cubicBezTo>
                    <a:pt x="814" y="956"/>
                    <a:pt x="743" y="888"/>
                    <a:pt x="743" y="801"/>
                  </a:cubicBezTo>
                  <a:lnTo>
                    <a:pt x="743" y="157"/>
                  </a:lnTo>
                  <a:cubicBezTo>
                    <a:pt x="743" y="71"/>
                    <a:pt x="674" y="0"/>
                    <a:pt x="58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27"/>
            <p:cNvSpPr/>
            <p:nvPr/>
          </p:nvSpPr>
          <p:spPr>
            <a:xfrm>
              <a:off x="4277915" y="3532344"/>
              <a:ext cx="14005" cy="30709"/>
            </a:xfrm>
            <a:custGeom>
              <a:rect b="b" l="l" r="r" t="t"/>
              <a:pathLst>
                <a:path extrusionOk="0" h="956" w="436">
                  <a:moveTo>
                    <a:pt x="309" y="0"/>
                  </a:moveTo>
                  <a:cubicBezTo>
                    <a:pt x="225" y="0"/>
                    <a:pt x="154" y="68"/>
                    <a:pt x="154" y="155"/>
                  </a:cubicBezTo>
                  <a:lnTo>
                    <a:pt x="154" y="799"/>
                  </a:lnTo>
                  <a:cubicBezTo>
                    <a:pt x="154" y="811"/>
                    <a:pt x="153" y="865"/>
                    <a:pt x="109" y="909"/>
                  </a:cubicBezTo>
                  <a:cubicBezTo>
                    <a:pt x="66" y="953"/>
                    <a:pt x="9" y="956"/>
                    <a:pt x="1" y="956"/>
                  </a:cubicBezTo>
                  <a:lnTo>
                    <a:pt x="248" y="956"/>
                  </a:lnTo>
                  <a:cubicBezTo>
                    <a:pt x="350" y="953"/>
                    <a:pt x="435" y="869"/>
                    <a:pt x="435" y="768"/>
                  </a:cubicBezTo>
                  <a:lnTo>
                    <a:pt x="43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27"/>
            <p:cNvSpPr/>
            <p:nvPr/>
          </p:nvSpPr>
          <p:spPr>
            <a:xfrm>
              <a:off x="4204575" y="3532247"/>
              <a:ext cx="103274" cy="58142"/>
            </a:xfrm>
            <a:custGeom>
              <a:rect b="b" l="l" r="r" t="t"/>
              <a:pathLst>
                <a:path extrusionOk="0" h="1810" w="3215">
                  <a:moveTo>
                    <a:pt x="157" y="0"/>
                  </a:moveTo>
                  <a:cubicBezTo>
                    <a:pt x="72" y="0"/>
                    <a:pt x="1" y="70"/>
                    <a:pt x="1" y="157"/>
                  </a:cubicBezTo>
                  <a:lnTo>
                    <a:pt x="1" y="1810"/>
                  </a:lnTo>
                  <a:lnTo>
                    <a:pt x="3215" y="1810"/>
                  </a:lnTo>
                  <a:lnTo>
                    <a:pt x="3215" y="1476"/>
                  </a:lnTo>
                  <a:lnTo>
                    <a:pt x="374" y="1476"/>
                  </a:lnTo>
                  <a:cubicBezTo>
                    <a:pt x="324" y="1474"/>
                    <a:pt x="282" y="1432"/>
                    <a:pt x="282" y="1381"/>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27"/>
            <p:cNvSpPr/>
            <p:nvPr/>
          </p:nvSpPr>
          <p:spPr>
            <a:xfrm>
              <a:off x="4141708" y="3588528"/>
              <a:ext cx="230318" cy="174522"/>
            </a:xfrm>
            <a:custGeom>
              <a:rect b="b" l="l" r="r" t="t"/>
              <a:pathLst>
                <a:path extrusionOk="0" h="5433" w="7170">
                  <a:moveTo>
                    <a:pt x="1752" y="0"/>
                  </a:moveTo>
                  <a:lnTo>
                    <a:pt x="1678" y="49"/>
                  </a:lnTo>
                  <a:cubicBezTo>
                    <a:pt x="1560" y="49"/>
                    <a:pt x="1454" y="120"/>
                    <a:pt x="1408" y="230"/>
                  </a:cubicBezTo>
                  <a:lnTo>
                    <a:pt x="40" y="3663"/>
                  </a:lnTo>
                  <a:cubicBezTo>
                    <a:pt x="25" y="3699"/>
                    <a:pt x="18" y="3735"/>
                    <a:pt x="18" y="3774"/>
                  </a:cubicBezTo>
                  <a:lnTo>
                    <a:pt x="1" y="5142"/>
                  </a:lnTo>
                  <a:cubicBezTo>
                    <a:pt x="1" y="5303"/>
                    <a:pt x="131" y="5433"/>
                    <a:pt x="292" y="5433"/>
                  </a:cubicBezTo>
                  <a:lnTo>
                    <a:pt x="6641" y="5427"/>
                  </a:lnTo>
                  <a:cubicBezTo>
                    <a:pt x="6797" y="5427"/>
                    <a:pt x="7165" y="5346"/>
                    <a:pt x="7169" y="5190"/>
                  </a:cubicBezTo>
                  <a:lnTo>
                    <a:pt x="7169" y="5180"/>
                  </a:lnTo>
                  <a:lnTo>
                    <a:pt x="7169" y="3774"/>
                  </a:lnTo>
                  <a:cubicBezTo>
                    <a:pt x="7169" y="3738"/>
                    <a:pt x="7162" y="3699"/>
                    <a:pt x="7148" y="3661"/>
                  </a:cubicBezTo>
                  <a:lnTo>
                    <a:pt x="5735" y="181"/>
                  </a:lnTo>
                  <a:cubicBezTo>
                    <a:pt x="5691" y="72"/>
                    <a:pt x="5584" y="0"/>
                    <a:pt x="546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27"/>
            <p:cNvSpPr/>
            <p:nvPr/>
          </p:nvSpPr>
          <p:spPr>
            <a:xfrm>
              <a:off x="4140456" y="3588593"/>
              <a:ext cx="231571" cy="175678"/>
            </a:xfrm>
            <a:custGeom>
              <a:rect b="b" l="l" r="r" t="t"/>
              <a:pathLst>
                <a:path extrusionOk="0" h="5469" w="7209">
                  <a:moveTo>
                    <a:pt x="1707" y="1"/>
                  </a:moveTo>
                  <a:cubicBezTo>
                    <a:pt x="1589" y="1"/>
                    <a:pt x="1482" y="73"/>
                    <a:pt x="1438" y="182"/>
                  </a:cubicBezTo>
                  <a:lnTo>
                    <a:pt x="25" y="3661"/>
                  </a:lnTo>
                  <a:cubicBezTo>
                    <a:pt x="11" y="3695"/>
                    <a:pt x="3" y="3733"/>
                    <a:pt x="3" y="3772"/>
                  </a:cubicBezTo>
                  <a:lnTo>
                    <a:pt x="3" y="5178"/>
                  </a:lnTo>
                  <a:cubicBezTo>
                    <a:pt x="1" y="5335"/>
                    <a:pt x="135" y="5469"/>
                    <a:pt x="292" y="5469"/>
                  </a:cubicBezTo>
                  <a:cubicBezTo>
                    <a:pt x="293" y="5469"/>
                    <a:pt x="294" y="5469"/>
                    <a:pt x="294" y="5469"/>
                  </a:cubicBezTo>
                  <a:lnTo>
                    <a:pt x="6917" y="5469"/>
                  </a:lnTo>
                  <a:cubicBezTo>
                    <a:pt x="7075" y="5469"/>
                    <a:pt x="7201" y="5344"/>
                    <a:pt x="7208" y="5188"/>
                  </a:cubicBezTo>
                  <a:lnTo>
                    <a:pt x="374" y="5188"/>
                  </a:lnTo>
                  <a:cubicBezTo>
                    <a:pt x="323" y="5188"/>
                    <a:pt x="281" y="5147"/>
                    <a:pt x="281" y="5097"/>
                  </a:cubicBezTo>
                  <a:lnTo>
                    <a:pt x="281" y="3789"/>
                  </a:lnTo>
                  <a:cubicBezTo>
                    <a:pt x="281" y="3776"/>
                    <a:pt x="284" y="3766"/>
                    <a:pt x="289" y="3755"/>
                  </a:cubicBezTo>
                  <a:lnTo>
                    <a:pt x="179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27"/>
            <p:cNvSpPr/>
            <p:nvPr/>
          </p:nvSpPr>
          <p:spPr>
            <a:xfrm>
              <a:off x="4191790" y="3610726"/>
              <a:ext cx="130192" cy="130257"/>
            </a:xfrm>
            <a:custGeom>
              <a:rect b="b" l="l" r="r" t="t"/>
              <a:pathLst>
                <a:path extrusionOk="0" h="4055" w="4053">
                  <a:moveTo>
                    <a:pt x="2009" y="1"/>
                  </a:moveTo>
                  <a:cubicBezTo>
                    <a:pt x="1514" y="1"/>
                    <a:pt x="1062" y="176"/>
                    <a:pt x="709" y="466"/>
                  </a:cubicBezTo>
                  <a:cubicBezTo>
                    <a:pt x="253" y="841"/>
                    <a:pt x="1" y="1751"/>
                    <a:pt x="1" y="2045"/>
                  </a:cubicBezTo>
                  <a:cubicBezTo>
                    <a:pt x="1" y="3174"/>
                    <a:pt x="879" y="4054"/>
                    <a:pt x="2010" y="4054"/>
                  </a:cubicBezTo>
                  <a:cubicBezTo>
                    <a:pt x="2158" y="4054"/>
                    <a:pt x="3213" y="3801"/>
                    <a:pt x="3588" y="3346"/>
                  </a:cubicBezTo>
                  <a:cubicBezTo>
                    <a:pt x="3878" y="2992"/>
                    <a:pt x="4053" y="2540"/>
                    <a:pt x="4053" y="2045"/>
                  </a:cubicBezTo>
                  <a:cubicBezTo>
                    <a:pt x="4053" y="916"/>
                    <a:pt x="3138" y="1"/>
                    <a:pt x="200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27"/>
            <p:cNvSpPr/>
            <p:nvPr/>
          </p:nvSpPr>
          <p:spPr>
            <a:xfrm>
              <a:off x="4190537" y="3625728"/>
              <a:ext cx="116380" cy="116444"/>
            </a:xfrm>
            <a:custGeom>
              <a:rect b="b" l="l" r="r" t="t"/>
              <a:pathLst>
                <a:path extrusionOk="0" h="3625" w="3623">
                  <a:moveTo>
                    <a:pt x="746" y="0"/>
                  </a:moveTo>
                  <a:lnTo>
                    <a:pt x="746" y="0"/>
                  </a:lnTo>
                  <a:cubicBezTo>
                    <a:pt x="290" y="375"/>
                    <a:pt x="1" y="944"/>
                    <a:pt x="1" y="1581"/>
                  </a:cubicBezTo>
                  <a:cubicBezTo>
                    <a:pt x="1" y="2710"/>
                    <a:pt x="916" y="3625"/>
                    <a:pt x="2045" y="3625"/>
                  </a:cubicBezTo>
                  <a:cubicBezTo>
                    <a:pt x="2680" y="3625"/>
                    <a:pt x="3249" y="3335"/>
                    <a:pt x="3623" y="2879"/>
                  </a:cubicBezTo>
                  <a:lnTo>
                    <a:pt x="3623" y="2879"/>
                  </a:lnTo>
                  <a:cubicBezTo>
                    <a:pt x="3272" y="3169"/>
                    <a:pt x="2819" y="3344"/>
                    <a:pt x="2326" y="3344"/>
                  </a:cubicBezTo>
                  <a:cubicBezTo>
                    <a:pt x="1196" y="3344"/>
                    <a:pt x="282" y="2429"/>
                    <a:pt x="282" y="1300"/>
                  </a:cubicBezTo>
                  <a:cubicBezTo>
                    <a:pt x="282" y="806"/>
                    <a:pt x="457" y="353"/>
                    <a:pt x="74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27"/>
            <p:cNvSpPr/>
            <p:nvPr/>
          </p:nvSpPr>
          <p:spPr>
            <a:xfrm>
              <a:off x="4244345" y="3663859"/>
              <a:ext cx="24542" cy="24542"/>
            </a:xfrm>
            <a:custGeom>
              <a:rect b="b" l="l" r="r" t="t"/>
              <a:pathLst>
                <a:path extrusionOk="0" h="764" w="764">
                  <a:moveTo>
                    <a:pt x="373" y="0"/>
                  </a:moveTo>
                  <a:cubicBezTo>
                    <a:pt x="319" y="0"/>
                    <a:pt x="268" y="12"/>
                    <a:pt x="224" y="29"/>
                  </a:cubicBezTo>
                  <a:cubicBezTo>
                    <a:pt x="80" y="87"/>
                    <a:pt x="1" y="381"/>
                    <a:pt x="1" y="391"/>
                  </a:cubicBezTo>
                  <a:cubicBezTo>
                    <a:pt x="1" y="607"/>
                    <a:pt x="156" y="763"/>
                    <a:pt x="373" y="763"/>
                  </a:cubicBezTo>
                  <a:cubicBezTo>
                    <a:pt x="410" y="763"/>
                    <a:pt x="677" y="683"/>
                    <a:pt x="735" y="540"/>
                  </a:cubicBezTo>
                  <a:cubicBezTo>
                    <a:pt x="752" y="495"/>
                    <a:pt x="764" y="445"/>
                    <a:pt x="764" y="391"/>
                  </a:cubicBezTo>
                  <a:cubicBezTo>
                    <a:pt x="764" y="177"/>
                    <a:pt x="587" y="0"/>
                    <a:pt x="3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27"/>
            <p:cNvSpPr/>
            <p:nvPr/>
          </p:nvSpPr>
          <p:spPr>
            <a:xfrm>
              <a:off x="4243735" y="3664791"/>
              <a:ext cx="24220" cy="24188"/>
            </a:xfrm>
            <a:custGeom>
              <a:rect b="b" l="l" r="r" t="t"/>
              <a:pathLst>
                <a:path extrusionOk="0" h="753" w="754">
                  <a:moveTo>
                    <a:pt x="243" y="0"/>
                  </a:moveTo>
                  <a:cubicBezTo>
                    <a:pt x="99" y="58"/>
                    <a:pt x="1" y="200"/>
                    <a:pt x="1" y="362"/>
                  </a:cubicBezTo>
                  <a:cubicBezTo>
                    <a:pt x="1" y="578"/>
                    <a:pt x="176" y="753"/>
                    <a:pt x="392" y="753"/>
                  </a:cubicBezTo>
                  <a:cubicBezTo>
                    <a:pt x="554" y="753"/>
                    <a:pt x="696" y="652"/>
                    <a:pt x="754" y="511"/>
                  </a:cubicBezTo>
                  <a:lnTo>
                    <a:pt x="754" y="511"/>
                  </a:lnTo>
                  <a:cubicBezTo>
                    <a:pt x="707" y="529"/>
                    <a:pt x="657" y="540"/>
                    <a:pt x="604" y="540"/>
                  </a:cubicBezTo>
                  <a:cubicBezTo>
                    <a:pt x="389" y="540"/>
                    <a:pt x="214" y="365"/>
                    <a:pt x="214" y="149"/>
                  </a:cubicBezTo>
                  <a:cubicBezTo>
                    <a:pt x="214" y="97"/>
                    <a:pt x="225" y="46"/>
                    <a:pt x="24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27"/>
            <p:cNvSpPr/>
            <p:nvPr/>
          </p:nvSpPr>
          <p:spPr>
            <a:xfrm>
              <a:off x="4246529" y="3627752"/>
              <a:ext cx="20269" cy="20269"/>
            </a:xfrm>
            <a:custGeom>
              <a:rect b="b" l="l" r="r" t="t"/>
              <a:pathLst>
                <a:path extrusionOk="0" h="631" w="631">
                  <a:moveTo>
                    <a:pt x="305" y="1"/>
                  </a:moveTo>
                  <a:cubicBezTo>
                    <a:pt x="273" y="1"/>
                    <a:pt x="242" y="7"/>
                    <a:pt x="213" y="14"/>
                  </a:cubicBezTo>
                  <a:cubicBezTo>
                    <a:pt x="77" y="53"/>
                    <a:pt x="1" y="292"/>
                    <a:pt x="1" y="327"/>
                  </a:cubicBezTo>
                  <a:cubicBezTo>
                    <a:pt x="1" y="507"/>
                    <a:pt x="124" y="631"/>
                    <a:pt x="305" y="631"/>
                  </a:cubicBezTo>
                  <a:cubicBezTo>
                    <a:pt x="341" y="631"/>
                    <a:pt x="577" y="552"/>
                    <a:pt x="617" y="419"/>
                  </a:cubicBezTo>
                  <a:cubicBezTo>
                    <a:pt x="625" y="390"/>
                    <a:pt x="630" y="360"/>
                    <a:pt x="630" y="327"/>
                  </a:cubicBezTo>
                  <a:cubicBezTo>
                    <a:pt x="630" y="146"/>
                    <a:pt x="483" y="1"/>
                    <a:pt x="30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27"/>
            <p:cNvSpPr/>
            <p:nvPr/>
          </p:nvSpPr>
          <p:spPr>
            <a:xfrm>
              <a:off x="4245823" y="3628169"/>
              <a:ext cx="20558" cy="20558"/>
            </a:xfrm>
            <a:custGeom>
              <a:rect b="b" l="l" r="r" t="t"/>
              <a:pathLst>
                <a:path extrusionOk="0" h="640" w="640">
                  <a:moveTo>
                    <a:pt x="235" y="1"/>
                  </a:moveTo>
                  <a:cubicBezTo>
                    <a:pt x="99" y="40"/>
                    <a:pt x="1" y="166"/>
                    <a:pt x="1" y="314"/>
                  </a:cubicBezTo>
                  <a:cubicBezTo>
                    <a:pt x="1" y="494"/>
                    <a:pt x="147" y="639"/>
                    <a:pt x="327" y="639"/>
                  </a:cubicBezTo>
                  <a:cubicBezTo>
                    <a:pt x="474" y="639"/>
                    <a:pt x="599" y="539"/>
                    <a:pt x="639" y="405"/>
                  </a:cubicBezTo>
                  <a:lnTo>
                    <a:pt x="639" y="405"/>
                  </a:lnTo>
                  <a:cubicBezTo>
                    <a:pt x="610" y="413"/>
                    <a:pt x="580" y="416"/>
                    <a:pt x="548" y="416"/>
                  </a:cubicBezTo>
                  <a:cubicBezTo>
                    <a:pt x="367" y="416"/>
                    <a:pt x="222" y="270"/>
                    <a:pt x="222" y="91"/>
                  </a:cubicBezTo>
                  <a:cubicBezTo>
                    <a:pt x="222" y="60"/>
                    <a:pt x="227" y="30"/>
                    <a:pt x="23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27"/>
            <p:cNvSpPr/>
            <p:nvPr/>
          </p:nvSpPr>
          <p:spPr>
            <a:xfrm>
              <a:off x="4246529" y="3704078"/>
              <a:ext cx="20269" cy="20269"/>
            </a:xfrm>
            <a:custGeom>
              <a:rect b="b" l="l" r="r" t="t"/>
              <a:pathLst>
                <a:path extrusionOk="0" h="631" w="631">
                  <a:moveTo>
                    <a:pt x="305" y="0"/>
                  </a:moveTo>
                  <a:cubicBezTo>
                    <a:pt x="273" y="0"/>
                    <a:pt x="242" y="5"/>
                    <a:pt x="213" y="13"/>
                  </a:cubicBezTo>
                  <a:cubicBezTo>
                    <a:pt x="77" y="54"/>
                    <a:pt x="1" y="291"/>
                    <a:pt x="1" y="326"/>
                  </a:cubicBezTo>
                  <a:cubicBezTo>
                    <a:pt x="1" y="507"/>
                    <a:pt x="124" y="630"/>
                    <a:pt x="305" y="630"/>
                  </a:cubicBezTo>
                  <a:cubicBezTo>
                    <a:pt x="341" y="630"/>
                    <a:pt x="577" y="553"/>
                    <a:pt x="617" y="419"/>
                  </a:cubicBezTo>
                  <a:cubicBezTo>
                    <a:pt x="625" y="390"/>
                    <a:pt x="630" y="359"/>
                    <a:pt x="630" y="326"/>
                  </a:cubicBezTo>
                  <a:cubicBezTo>
                    <a:pt x="630" y="145"/>
                    <a:pt x="483" y="0"/>
                    <a:pt x="30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27"/>
            <p:cNvSpPr/>
            <p:nvPr/>
          </p:nvSpPr>
          <p:spPr>
            <a:xfrm>
              <a:off x="4245823" y="3704496"/>
              <a:ext cx="20558" cy="20526"/>
            </a:xfrm>
            <a:custGeom>
              <a:rect b="b" l="l" r="r" t="t"/>
              <a:pathLst>
                <a:path extrusionOk="0" h="639" w="640">
                  <a:moveTo>
                    <a:pt x="235" y="0"/>
                  </a:moveTo>
                  <a:cubicBezTo>
                    <a:pt x="99" y="41"/>
                    <a:pt x="1" y="165"/>
                    <a:pt x="1" y="313"/>
                  </a:cubicBezTo>
                  <a:cubicBezTo>
                    <a:pt x="1" y="494"/>
                    <a:pt x="147" y="639"/>
                    <a:pt x="327" y="639"/>
                  </a:cubicBezTo>
                  <a:cubicBezTo>
                    <a:pt x="474" y="639"/>
                    <a:pt x="599" y="540"/>
                    <a:pt x="639" y="404"/>
                  </a:cubicBezTo>
                  <a:lnTo>
                    <a:pt x="639" y="404"/>
                  </a:lnTo>
                  <a:cubicBezTo>
                    <a:pt x="610" y="414"/>
                    <a:pt x="580" y="417"/>
                    <a:pt x="548" y="417"/>
                  </a:cubicBezTo>
                  <a:cubicBezTo>
                    <a:pt x="367" y="417"/>
                    <a:pt x="222" y="270"/>
                    <a:pt x="222" y="92"/>
                  </a:cubicBezTo>
                  <a:cubicBezTo>
                    <a:pt x="222" y="60"/>
                    <a:pt x="227" y="29"/>
                    <a:pt x="23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27"/>
            <p:cNvSpPr/>
            <p:nvPr/>
          </p:nvSpPr>
          <p:spPr>
            <a:xfrm>
              <a:off x="4279585" y="3646865"/>
              <a:ext cx="20269" cy="20269"/>
            </a:xfrm>
            <a:custGeom>
              <a:rect b="b" l="l" r="r" t="t"/>
              <a:pathLst>
                <a:path extrusionOk="0" h="631" w="631">
                  <a:moveTo>
                    <a:pt x="305" y="1"/>
                  </a:moveTo>
                  <a:cubicBezTo>
                    <a:pt x="275" y="1"/>
                    <a:pt x="243" y="7"/>
                    <a:pt x="214" y="14"/>
                  </a:cubicBezTo>
                  <a:cubicBezTo>
                    <a:pt x="79" y="54"/>
                    <a:pt x="1" y="293"/>
                    <a:pt x="1" y="327"/>
                  </a:cubicBezTo>
                  <a:cubicBezTo>
                    <a:pt x="1" y="507"/>
                    <a:pt x="124" y="631"/>
                    <a:pt x="305" y="631"/>
                  </a:cubicBezTo>
                  <a:cubicBezTo>
                    <a:pt x="341" y="631"/>
                    <a:pt x="579" y="554"/>
                    <a:pt x="618" y="419"/>
                  </a:cubicBezTo>
                  <a:cubicBezTo>
                    <a:pt x="625" y="389"/>
                    <a:pt x="631" y="358"/>
                    <a:pt x="631" y="327"/>
                  </a:cubicBezTo>
                  <a:cubicBezTo>
                    <a:pt x="631" y="146"/>
                    <a:pt x="483" y="1"/>
                    <a:pt x="30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27"/>
            <p:cNvSpPr/>
            <p:nvPr/>
          </p:nvSpPr>
          <p:spPr>
            <a:xfrm>
              <a:off x="4278846" y="3647283"/>
              <a:ext cx="20558" cy="20558"/>
            </a:xfrm>
            <a:custGeom>
              <a:rect b="b" l="l" r="r" t="t"/>
              <a:pathLst>
                <a:path extrusionOk="0" h="640" w="640">
                  <a:moveTo>
                    <a:pt x="235" y="1"/>
                  </a:moveTo>
                  <a:lnTo>
                    <a:pt x="235" y="1"/>
                  </a:lnTo>
                  <a:cubicBezTo>
                    <a:pt x="99" y="41"/>
                    <a:pt x="1" y="166"/>
                    <a:pt x="1" y="314"/>
                  </a:cubicBezTo>
                  <a:cubicBezTo>
                    <a:pt x="1" y="494"/>
                    <a:pt x="147" y="639"/>
                    <a:pt x="326" y="639"/>
                  </a:cubicBezTo>
                  <a:cubicBezTo>
                    <a:pt x="474" y="639"/>
                    <a:pt x="599" y="541"/>
                    <a:pt x="639" y="405"/>
                  </a:cubicBezTo>
                  <a:lnTo>
                    <a:pt x="639" y="405"/>
                  </a:lnTo>
                  <a:cubicBezTo>
                    <a:pt x="610" y="413"/>
                    <a:pt x="581" y="418"/>
                    <a:pt x="548" y="418"/>
                  </a:cubicBezTo>
                  <a:cubicBezTo>
                    <a:pt x="367" y="418"/>
                    <a:pt x="222" y="270"/>
                    <a:pt x="222" y="92"/>
                  </a:cubicBezTo>
                  <a:cubicBezTo>
                    <a:pt x="222" y="60"/>
                    <a:pt x="227" y="30"/>
                    <a:pt x="23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27"/>
            <p:cNvSpPr/>
            <p:nvPr/>
          </p:nvSpPr>
          <p:spPr>
            <a:xfrm>
              <a:off x="4213409" y="3646865"/>
              <a:ext cx="20269" cy="20269"/>
            </a:xfrm>
            <a:custGeom>
              <a:rect b="b" l="l" r="r" t="t"/>
              <a:pathLst>
                <a:path extrusionOk="0" h="631" w="631">
                  <a:moveTo>
                    <a:pt x="305" y="1"/>
                  </a:moveTo>
                  <a:cubicBezTo>
                    <a:pt x="275" y="1"/>
                    <a:pt x="244" y="7"/>
                    <a:pt x="215" y="14"/>
                  </a:cubicBezTo>
                  <a:cubicBezTo>
                    <a:pt x="79" y="54"/>
                    <a:pt x="1" y="293"/>
                    <a:pt x="1" y="327"/>
                  </a:cubicBezTo>
                  <a:cubicBezTo>
                    <a:pt x="1" y="507"/>
                    <a:pt x="124" y="631"/>
                    <a:pt x="305" y="631"/>
                  </a:cubicBezTo>
                  <a:cubicBezTo>
                    <a:pt x="341" y="631"/>
                    <a:pt x="579" y="554"/>
                    <a:pt x="619" y="419"/>
                  </a:cubicBezTo>
                  <a:cubicBezTo>
                    <a:pt x="628" y="389"/>
                    <a:pt x="631" y="358"/>
                    <a:pt x="631" y="327"/>
                  </a:cubicBezTo>
                  <a:cubicBezTo>
                    <a:pt x="631" y="146"/>
                    <a:pt x="484" y="1"/>
                    <a:pt x="30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27"/>
            <p:cNvSpPr/>
            <p:nvPr/>
          </p:nvSpPr>
          <p:spPr>
            <a:xfrm>
              <a:off x="4212735" y="3647283"/>
              <a:ext cx="20591" cy="20558"/>
            </a:xfrm>
            <a:custGeom>
              <a:rect b="b" l="l" r="r" t="t"/>
              <a:pathLst>
                <a:path extrusionOk="0" h="640" w="641">
                  <a:moveTo>
                    <a:pt x="236" y="1"/>
                  </a:moveTo>
                  <a:cubicBezTo>
                    <a:pt x="100" y="41"/>
                    <a:pt x="0" y="166"/>
                    <a:pt x="0" y="314"/>
                  </a:cubicBezTo>
                  <a:cubicBezTo>
                    <a:pt x="0" y="494"/>
                    <a:pt x="148" y="639"/>
                    <a:pt x="326" y="639"/>
                  </a:cubicBezTo>
                  <a:cubicBezTo>
                    <a:pt x="475" y="639"/>
                    <a:pt x="600" y="541"/>
                    <a:pt x="640" y="405"/>
                  </a:cubicBezTo>
                  <a:lnTo>
                    <a:pt x="640" y="405"/>
                  </a:lnTo>
                  <a:cubicBezTo>
                    <a:pt x="611" y="413"/>
                    <a:pt x="582" y="418"/>
                    <a:pt x="549" y="418"/>
                  </a:cubicBezTo>
                  <a:cubicBezTo>
                    <a:pt x="368" y="418"/>
                    <a:pt x="223" y="270"/>
                    <a:pt x="223" y="92"/>
                  </a:cubicBezTo>
                  <a:cubicBezTo>
                    <a:pt x="223" y="60"/>
                    <a:pt x="227" y="30"/>
                    <a:pt x="23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27"/>
            <p:cNvSpPr/>
            <p:nvPr/>
          </p:nvSpPr>
          <p:spPr>
            <a:xfrm>
              <a:off x="4279585" y="3684997"/>
              <a:ext cx="20269" cy="20269"/>
            </a:xfrm>
            <a:custGeom>
              <a:rect b="b" l="l" r="r" t="t"/>
              <a:pathLst>
                <a:path extrusionOk="0" h="631" w="631">
                  <a:moveTo>
                    <a:pt x="305" y="1"/>
                  </a:moveTo>
                  <a:cubicBezTo>
                    <a:pt x="275" y="1"/>
                    <a:pt x="243" y="7"/>
                    <a:pt x="214" y="14"/>
                  </a:cubicBezTo>
                  <a:cubicBezTo>
                    <a:pt x="79" y="53"/>
                    <a:pt x="1" y="292"/>
                    <a:pt x="1" y="327"/>
                  </a:cubicBezTo>
                  <a:cubicBezTo>
                    <a:pt x="1" y="508"/>
                    <a:pt x="124" y="631"/>
                    <a:pt x="305" y="631"/>
                  </a:cubicBezTo>
                  <a:cubicBezTo>
                    <a:pt x="341" y="631"/>
                    <a:pt x="579" y="554"/>
                    <a:pt x="618" y="419"/>
                  </a:cubicBezTo>
                  <a:cubicBezTo>
                    <a:pt x="625" y="389"/>
                    <a:pt x="631" y="360"/>
                    <a:pt x="631" y="327"/>
                  </a:cubicBezTo>
                  <a:cubicBezTo>
                    <a:pt x="631" y="146"/>
                    <a:pt x="483" y="1"/>
                    <a:pt x="30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27"/>
            <p:cNvSpPr/>
            <p:nvPr/>
          </p:nvSpPr>
          <p:spPr>
            <a:xfrm>
              <a:off x="4278846" y="3685414"/>
              <a:ext cx="20558" cy="20558"/>
            </a:xfrm>
            <a:custGeom>
              <a:rect b="b" l="l" r="r" t="t"/>
              <a:pathLst>
                <a:path extrusionOk="0" h="640" w="640">
                  <a:moveTo>
                    <a:pt x="235" y="1"/>
                  </a:moveTo>
                  <a:lnTo>
                    <a:pt x="235" y="1"/>
                  </a:lnTo>
                  <a:cubicBezTo>
                    <a:pt x="99" y="41"/>
                    <a:pt x="1" y="166"/>
                    <a:pt x="1" y="314"/>
                  </a:cubicBezTo>
                  <a:cubicBezTo>
                    <a:pt x="1" y="495"/>
                    <a:pt x="147" y="639"/>
                    <a:pt x="326" y="639"/>
                  </a:cubicBezTo>
                  <a:cubicBezTo>
                    <a:pt x="474" y="639"/>
                    <a:pt x="599" y="541"/>
                    <a:pt x="639" y="405"/>
                  </a:cubicBezTo>
                  <a:lnTo>
                    <a:pt x="639" y="405"/>
                  </a:lnTo>
                  <a:cubicBezTo>
                    <a:pt x="610" y="413"/>
                    <a:pt x="581" y="418"/>
                    <a:pt x="548" y="418"/>
                  </a:cubicBezTo>
                  <a:cubicBezTo>
                    <a:pt x="367" y="418"/>
                    <a:pt x="222" y="270"/>
                    <a:pt x="222" y="92"/>
                  </a:cubicBezTo>
                  <a:cubicBezTo>
                    <a:pt x="222" y="60"/>
                    <a:pt x="227" y="30"/>
                    <a:pt x="23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27"/>
            <p:cNvSpPr/>
            <p:nvPr/>
          </p:nvSpPr>
          <p:spPr>
            <a:xfrm>
              <a:off x="4213409" y="3684997"/>
              <a:ext cx="20269" cy="20269"/>
            </a:xfrm>
            <a:custGeom>
              <a:rect b="b" l="l" r="r" t="t"/>
              <a:pathLst>
                <a:path extrusionOk="0" h="631" w="631">
                  <a:moveTo>
                    <a:pt x="305" y="1"/>
                  </a:moveTo>
                  <a:cubicBezTo>
                    <a:pt x="275" y="1"/>
                    <a:pt x="244" y="7"/>
                    <a:pt x="215" y="14"/>
                  </a:cubicBezTo>
                  <a:cubicBezTo>
                    <a:pt x="79" y="53"/>
                    <a:pt x="1" y="292"/>
                    <a:pt x="1" y="327"/>
                  </a:cubicBezTo>
                  <a:cubicBezTo>
                    <a:pt x="1" y="508"/>
                    <a:pt x="124" y="631"/>
                    <a:pt x="305" y="631"/>
                  </a:cubicBezTo>
                  <a:cubicBezTo>
                    <a:pt x="341" y="631"/>
                    <a:pt x="579" y="554"/>
                    <a:pt x="619" y="419"/>
                  </a:cubicBezTo>
                  <a:cubicBezTo>
                    <a:pt x="628" y="389"/>
                    <a:pt x="631" y="360"/>
                    <a:pt x="631" y="327"/>
                  </a:cubicBezTo>
                  <a:cubicBezTo>
                    <a:pt x="631" y="146"/>
                    <a:pt x="484" y="1"/>
                    <a:pt x="30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27"/>
            <p:cNvSpPr/>
            <p:nvPr/>
          </p:nvSpPr>
          <p:spPr>
            <a:xfrm>
              <a:off x="4212735" y="3685414"/>
              <a:ext cx="20591" cy="20558"/>
            </a:xfrm>
            <a:custGeom>
              <a:rect b="b" l="l" r="r" t="t"/>
              <a:pathLst>
                <a:path extrusionOk="0" h="640" w="641">
                  <a:moveTo>
                    <a:pt x="236" y="1"/>
                  </a:moveTo>
                  <a:cubicBezTo>
                    <a:pt x="100" y="41"/>
                    <a:pt x="0" y="166"/>
                    <a:pt x="0" y="314"/>
                  </a:cubicBezTo>
                  <a:cubicBezTo>
                    <a:pt x="0" y="495"/>
                    <a:pt x="148" y="639"/>
                    <a:pt x="326" y="639"/>
                  </a:cubicBezTo>
                  <a:cubicBezTo>
                    <a:pt x="475" y="639"/>
                    <a:pt x="600" y="541"/>
                    <a:pt x="640" y="405"/>
                  </a:cubicBezTo>
                  <a:lnTo>
                    <a:pt x="640" y="405"/>
                  </a:lnTo>
                  <a:cubicBezTo>
                    <a:pt x="611" y="413"/>
                    <a:pt x="582" y="418"/>
                    <a:pt x="549" y="418"/>
                  </a:cubicBezTo>
                  <a:cubicBezTo>
                    <a:pt x="368" y="418"/>
                    <a:pt x="223" y="270"/>
                    <a:pt x="223" y="92"/>
                  </a:cubicBezTo>
                  <a:cubicBezTo>
                    <a:pt x="223" y="60"/>
                    <a:pt x="227" y="30"/>
                    <a:pt x="23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27"/>
            <p:cNvSpPr/>
            <p:nvPr/>
          </p:nvSpPr>
          <p:spPr>
            <a:xfrm>
              <a:off x="4155747" y="3734178"/>
              <a:ext cx="35303" cy="8930"/>
            </a:xfrm>
            <a:custGeom>
              <a:rect b="b" l="l" r="r" t="t"/>
              <a:pathLst>
                <a:path extrusionOk="0" h="278" w="1099">
                  <a:moveTo>
                    <a:pt x="141" y="0"/>
                  </a:moveTo>
                  <a:cubicBezTo>
                    <a:pt x="65" y="0"/>
                    <a:pt x="1" y="62"/>
                    <a:pt x="1" y="139"/>
                  </a:cubicBezTo>
                  <a:cubicBezTo>
                    <a:pt x="1" y="214"/>
                    <a:pt x="63" y="278"/>
                    <a:pt x="141" y="278"/>
                  </a:cubicBezTo>
                  <a:lnTo>
                    <a:pt x="959" y="278"/>
                  </a:lnTo>
                  <a:cubicBezTo>
                    <a:pt x="1034" y="278"/>
                    <a:pt x="1098" y="214"/>
                    <a:pt x="1098" y="139"/>
                  </a:cubicBezTo>
                  <a:cubicBezTo>
                    <a:pt x="1098" y="62"/>
                    <a:pt x="1036" y="0"/>
                    <a:pt x="95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34" name="Google Shape;3234;p27"/>
          <p:cNvGrpSpPr/>
          <p:nvPr/>
        </p:nvGrpSpPr>
        <p:grpSpPr>
          <a:xfrm>
            <a:off x="3472467" y="3518948"/>
            <a:ext cx="297744" cy="221648"/>
            <a:chOff x="3472467" y="3518948"/>
            <a:chExt cx="297744" cy="221648"/>
          </a:xfrm>
        </p:grpSpPr>
        <p:sp>
          <p:nvSpPr>
            <p:cNvPr id="3235" name="Google Shape;3235;p27"/>
            <p:cNvSpPr/>
            <p:nvPr/>
          </p:nvSpPr>
          <p:spPr>
            <a:xfrm>
              <a:off x="3550047" y="3523188"/>
              <a:ext cx="16864" cy="18021"/>
            </a:xfrm>
            <a:custGeom>
              <a:rect b="b" l="l" r="r" t="t"/>
              <a:pathLst>
                <a:path extrusionOk="0" h="561" w="525">
                  <a:moveTo>
                    <a:pt x="244" y="0"/>
                  </a:moveTo>
                  <a:lnTo>
                    <a:pt x="187" y="39"/>
                  </a:lnTo>
                  <a:cubicBezTo>
                    <a:pt x="84" y="39"/>
                    <a:pt x="0" y="122"/>
                    <a:pt x="0" y="224"/>
                  </a:cubicBezTo>
                  <a:lnTo>
                    <a:pt x="0" y="560"/>
                  </a:lnTo>
                  <a:lnTo>
                    <a:pt x="485" y="560"/>
                  </a:lnTo>
                  <a:lnTo>
                    <a:pt x="524" y="279"/>
                  </a:lnTo>
                  <a:lnTo>
                    <a:pt x="524" y="185"/>
                  </a:lnTo>
                  <a:cubicBezTo>
                    <a:pt x="524" y="85"/>
                    <a:pt x="440" y="0"/>
                    <a:pt x="33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27"/>
            <p:cNvSpPr/>
            <p:nvPr/>
          </p:nvSpPr>
          <p:spPr>
            <a:xfrm>
              <a:off x="3548890" y="3523188"/>
              <a:ext cx="18021" cy="19787"/>
            </a:xfrm>
            <a:custGeom>
              <a:rect b="b" l="l" r="r" t="t"/>
              <a:pathLst>
                <a:path extrusionOk="0" h="616" w="561">
                  <a:moveTo>
                    <a:pt x="187" y="0"/>
                  </a:moveTo>
                  <a:cubicBezTo>
                    <a:pt x="84" y="0"/>
                    <a:pt x="0" y="84"/>
                    <a:pt x="0" y="187"/>
                  </a:cubicBezTo>
                  <a:lnTo>
                    <a:pt x="0" y="615"/>
                  </a:lnTo>
                  <a:lnTo>
                    <a:pt x="560" y="615"/>
                  </a:lnTo>
                  <a:lnTo>
                    <a:pt x="560" y="281"/>
                  </a:lnTo>
                  <a:lnTo>
                    <a:pt x="374" y="281"/>
                  </a:lnTo>
                  <a:cubicBezTo>
                    <a:pt x="323" y="281"/>
                    <a:pt x="281" y="239"/>
                    <a:pt x="281" y="187"/>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27"/>
            <p:cNvSpPr/>
            <p:nvPr/>
          </p:nvSpPr>
          <p:spPr>
            <a:xfrm>
              <a:off x="3542594" y="3541178"/>
              <a:ext cx="31833" cy="16800"/>
            </a:xfrm>
            <a:custGeom>
              <a:rect b="b" l="l" r="r" t="t"/>
              <a:pathLst>
                <a:path extrusionOk="0" h="523" w="991">
                  <a:moveTo>
                    <a:pt x="244" y="0"/>
                  </a:moveTo>
                  <a:lnTo>
                    <a:pt x="95" y="38"/>
                  </a:lnTo>
                  <a:cubicBezTo>
                    <a:pt x="43" y="38"/>
                    <a:pt x="1" y="81"/>
                    <a:pt x="1" y="132"/>
                  </a:cubicBezTo>
                  <a:lnTo>
                    <a:pt x="1" y="523"/>
                  </a:lnTo>
                  <a:lnTo>
                    <a:pt x="952" y="523"/>
                  </a:lnTo>
                  <a:lnTo>
                    <a:pt x="991" y="242"/>
                  </a:lnTo>
                  <a:lnTo>
                    <a:pt x="991" y="94"/>
                  </a:lnTo>
                  <a:cubicBezTo>
                    <a:pt x="991" y="41"/>
                    <a:pt x="947" y="0"/>
                    <a:pt x="89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27"/>
            <p:cNvSpPr/>
            <p:nvPr/>
          </p:nvSpPr>
          <p:spPr>
            <a:xfrm>
              <a:off x="3541405" y="3541210"/>
              <a:ext cx="32990" cy="19209"/>
            </a:xfrm>
            <a:custGeom>
              <a:rect b="b" l="l" r="r" t="t"/>
              <a:pathLst>
                <a:path extrusionOk="0" h="598" w="1027">
                  <a:moveTo>
                    <a:pt x="94" y="1"/>
                  </a:moveTo>
                  <a:cubicBezTo>
                    <a:pt x="43" y="1"/>
                    <a:pt x="0" y="43"/>
                    <a:pt x="0" y="95"/>
                  </a:cubicBezTo>
                  <a:lnTo>
                    <a:pt x="0" y="597"/>
                  </a:lnTo>
                  <a:lnTo>
                    <a:pt x="1026" y="597"/>
                  </a:lnTo>
                  <a:lnTo>
                    <a:pt x="1026" y="243"/>
                  </a:lnTo>
                  <a:lnTo>
                    <a:pt x="372" y="243"/>
                  </a:lnTo>
                  <a:cubicBezTo>
                    <a:pt x="323" y="241"/>
                    <a:pt x="281" y="199"/>
                    <a:pt x="281" y="148"/>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27"/>
            <p:cNvSpPr/>
            <p:nvPr/>
          </p:nvSpPr>
          <p:spPr>
            <a:xfrm>
              <a:off x="3485734" y="3532183"/>
              <a:ext cx="37744" cy="25794"/>
            </a:xfrm>
            <a:custGeom>
              <a:rect b="b" l="l" r="r" t="t"/>
              <a:pathLst>
                <a:path extrusionOk="0" h="803" w="1175">
                  <a:moveTo>
                    <a:pt x="242" y="1"/>
                  </a:moveTo>
                  <a:lnTo>
                    <a:pt x="131" y="39"/>
                  </a:lnTo>
                  <a:cubicBezTo>
                    <a:pt x="58" y="39"/>
                    <a:pt x="0" y="96"/>
                    <a:pt x="0" y="169"/>
                  </a:cubicBezTo>
                  <a:lnTo>
                    <a:pt x="0" y="803"/>
                  </a:lnTo>
                  <a:lnTo>
                    <a:pt x="1137" y="803"/>
                  </a:lnTo>
                  <a:lnTo>
                    <a:pt x="1174" y="522"/>
                  </a:lnTo>
                  <a:lnTo>
                    <a:pt x="1174" y="131"/>
                  </a:lnTo>
                  <a:cubicBezTo>
                    <a:pt x="1174" y="59"/>
                    <a:pt x="1116" y="1"/>
                    <a:pt x="1044" y="1"/>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27"/>
            <p:cNvSpPr/>
            <p:nvPr/>
          </p:nvSpPr>
          <p:spPr>
            <a:xfrm>
              <a:off x="3484578" y="3532183"/>
              <a:ext cx="38932" cy="27625"/>
            </a:xfrm>
            <a:custGeom>
              <a:rect b="b" l="l" r="r" t="t"/>
              <a:pathLst>
                <a:path extrusionOk="0" h="860" w="1212">
                  <a:moveTo>
                    <a:pt x="130" y="1"/>
                  </a:moveTo>
                  <a:cubicBezTo>
                    <a:pt x="58" y="1"/>
                    <a:pt x="0" y="59"/>
                    <a:pt x="0" y="131"/>
                  </a:cubicBezTo>
                  <a:lnTo>
                    <a:pt x="0" y="859"/>
                  </a:lnTo>
                  <a:lnTo>
                    <a:pt x="1212" y="859"/>
                  </a:lnTo>
                  <a:lnTo>
                    <a:pt x="1212" y="524"/>
                  </a:lnTo>
                  <a:lnTo>
                    <a:pt x="372" y="524"/>
                  </a:lnTo>
                  <a:cubicBezTo>
                    <a:pt x="320" y="522"/>
                    <a:pt x="278" y="480"/>
                    <a:pt x="278" y="429"/>
                  </a:cubicBezTo>
                  <a:lnTo>
                    <a:pt x="27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27"/>
            <p:cNvSpPr/>
            <p:nvPr/>
          </p:nvSpPr>
          <p:spPr>
            <a:xfrm>
              <a:off x="3691650" y="3518980"/>
              <a:ext cx="58816" cy="18631"/>
            </a:xfrm>
            <a:custGeom>
              <a:rect b="b" l="l" r="r" t="t"/>
              <a:pathLst>
                <a:path extrusionOk="0" h="580" w="1831">
                  <a:moveTo>
                    <a:pt x="244" y="1"/>
                  </a:moveTo>
                  <a:lnTo>
                    <a:pt x="94" y="40"/>
                  </a:lnTo>
                  <a:cubicBezTo>
                    <a:pt x="44" y="40"/>
                    <a:pt x="0" y="80"/>
                    <a:pt x="0" y="134"/>
                  </a:cubicBezTo>
                  <a:lnTo>
                    <a:pt x="0" y="580"/>
                  </a:lnTo>
                  <a:lnTo>
                    <a:pt x="1791" y="580"/>
                  </a:lnTo>
                  <a:lnTo>
                    <a:pt x="1829" y="282"/>
                  </a:lnTo>
                  <a:lnTo>
                    <a:pt x="1829" y="95"/>
                  </a:lnTo>
                  <a:cubicBezTo>
                    <a:pt x="1830" y="43"/>
                    <a:pt x="1788" y="1"/>
                    <a:pt x="1736" y="1"/>
                  </a:cubicBezTo>
                  <a:lnTo>
                    <a:pt x="1360" y="1"/>
                  </a:lnTo>
                  <a:lnTo>
                    <a:pt x="1208" y="20"/>
                  </a:lnTo>
                  <a:lnTo>
                    <a:pt x="1056" y="1"/>
                  </a:lnTo>
                  <a:lnTo>
                    <a:pt x="739" y="1"/>
                  </a:lnTo>
                  <a:lnTo>
                    <a:pt x="585" y="20"/>
                  </a:lnTo>
                  <a:lnTo>
                    <a:pt x="432"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27"/>
            <p:cNvSpPr/>
            <p:nvPr/>
          </p:nvSpPr>
          <p:spPr>
            <a:xfrm>
              <a:off x="3690493" y="3518980"/>
              <a:ext cx="59908" cy="19820"/>
            </a:xfrm>
            <a:custGeom>
              <a:rect b="b" l="l" r="r" t="t"/>
              <a:pathLst>
                <a:path extrusionOk="0" h="617" w="1865">
                  <a:moveTo>
                    <a:pt x="94" y="1"/>
                  </a:moveTo>
                  <a:cubicBezTo>
                    <a:pt x="44" y="1"/>
                    <a:pt x="0" y="43"/>
                    <a:pt x="0" y="95"/>
                  </a:cubicBezTo>
                  <a:lnTo>
                    <a:pt x="0" y="616"/>
                  </a:lnTo>
                  <a:lnTo>
                    <a:pt x="1865" y="616"/>
                  </a:lnTo>
                  <a:lnTo>
                    <a:pt x="1865" y="282"/>
                  </a:lnTo>
                  <a:lnTo>
                    <a:pt x="374" y="282"/>
                  </a:lnTo>
                  <a:cubicBezTo>
                    <a:pt x="323" y="282"/>
                    <a:pt x="281" y="240"/>
                    <a:pt x="281" y="188"/>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27"/>
            <p:cNvSpPr/>
            <p:nvPr/>
          </p:nvSpPr>
          <p:spPr>
            <a:xfrm>
              <a:off x="3725605" y="3518948"/>
              <a:ext cx="9733" cy="18085"/>
            </a:xfrm>
            <a:custGeom>
              <a:rect b="b" l="l" r="r" t="t"/>
              <a:pathLst>
                <a:path extrusionOk="0" h="563" w="303">
                  <a:moveTo>
                    <a:pt x="0" y="0"/>
                  </a:moveTo>
                  <a:lnTo>
                    <a:pt x="0" y="281"/>
                  </a:lnTo>
                  <a:lnTo>
                    <a:pt x="36" y="562"/>
                  </a:lnTo>
                  <a:lnTo>
                    <a:pt x="265" y="562"/>
                  </a:lnTo>
                  <a:lnTo>
                    <a:pt x="303" y="281"/>
                  </a:lnTo>
                  <a:lnTo>
                    <a:pt x="30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27"/>
            <p:cNvSpPr/>
            <p:nvPr/>
          </p:nvSpPr>
          <p:spPr>
            <a:xfrm>
              <a:off x="3725605" y="3528007"/>
              <a:ext cx="9733" cy="10793"/>
            </a:xfrm>
            <a:custGeom>
              <a:rect b="b" l="l" r="r" t="t"/>
              <a:pathLst>
                <a:path extrusionOk="0" h="336" w="303">
                  <a:moveTo>
                    <a:pt x="0" y="1"/>
                  </a:moveTo>
                  <a:lnTo>
                    <a:pt x="0" y="335"/>
                  </a:lnTo>
                  <a:lnTo>
                    <a:pt x="303" y="335"/>
                  </a:lnTo>
                  <a:lnTo>
                    <a:pt x="30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27"/>
            <p:cNvSpPr/>
            <p:nvPr/>
          </p:nvSpPr>
          <p:spPr>
            <a:xfrm>
              <a:off x="3705592" y="3518948"/>
              <a:ext cx="9958" cy="18085"/>
            </a:xfrm>
            <a:custGeom>
              <a:rect b="b" l="l" r="r" t="t"/>
              <a:pathLst>
                <a:path extrusionOk="0" h="563" w="310">
                  <a:moveTo>
                    <a:pt x="1" y="0"/>
                  </a:moveTo>
                  <a:lnTo>
                    <a:pt x="1" y="281"/>
                  </a:lnTo>
                  <a:lnTo>
                    <a:pt x="37" y="562"/>
                  </a:lnTo>
                  <a:lnTo>
                    <a:pt x="271" y="562"/>
                  </a:lnTo>
                  <a:lnTo>
                    <a:pt x="309" y="281"/>
                  </a:lnTo>
                  <a:lnTo>
                    <a:pt x="30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27"/>
            <p:cNvSpPr/>
            <p:nvPr/>
          </p:nvSpPr>
          <p:spPr>
            <a:xfrm>
              <a:off x="3705560" y="3528007"/>
              <a:ext cx="9926" cy="10793"/>
            </a:xfrm>
            <a:custGeom>
              <a:rect b="b" l="l" r="r" t="t"/>
              <a:pathLst>
                <a:path extrusionOk="0" h="336" w="309">
                  <a:moveTo>
                    <a:pt x="0" y="1"/>
                  </a:moveTo>
                  <a:lnTo>
                    <a:pt x="0" y="335"/>
                  </a:lnTo>
                  <a:lnTo>
                    <a:pt x="309" y="335"/>
                  </a:lnTo>
                  <a:lnTo>
                    <a:pt x="30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27"/>
            <p:cNvSpPr/>
            <p:nvPr/>
          </p:nvSpPr>
          <p:spPr>
            <a:xfrm>
              <a:off x="3473720" y="3537034"/>
              <a:ext cx="296491" cy="190454"/>
            </a:xfrm>
            <a:custGeom>
              <a:rect b="b" l="l" r="r" t="t"/>
              <a:pathLst>
                <a:path extrusionOk="0" h="5929" w="9230">
                  <a:moveTo>
                    <a:pt x="3952" y="0"/>
                  </a:moveTo>
                  <a:cubicBezTo>
                    <a:pt x="3849" y="0"/>
                    <a:pt x="3766" y="82"/>
                    <a:pt x="3766" y="184"/>
                  </a:cubicBezTo>
                  <a:lnTo>
                    <a:pt x="3766" y="465"/>
                  </a:lnTo>
                  <a:cubicBezTo>
                    <a:pt x="3766" y="568"/>
                    <a:pt x="3684" y="652"/>
                    <a:pt x="3581" y="652"/>
                  </a:cubicBezTo>
                  <a:lnTo>
                    <a:pt x="244" y="652"/>
                  </a:lnTo>
                  <a:lnTo>
                    <a:pt x="187" y="690"/>
                  </a:lnTo>
                  <a:cubicBezTo>
                    <a:pt x="85" y="690"/>
                    <a:pt x="1" y="774"/>
                    <a:pt x="1" y="876"/>
                  </a:cubicBezTo>
                  <a:lnTo>
                    <a:pt x="1" y="5742"/>
                  </a:lnTo>
                  <a:cubicBezTo>
                    <a:pt x="1" y="5845"/>
                    <a:pt x="85" y="5929"/>
                    <a:pt x="187" y="5929"/>
                  </a:cubicBezTo>
                  <a:lnTo>
                    <a:pt x="9005" y="5929"/>
                  </a:lnTo>
                  <a:cubicBezTo>
                    <a:pt x="9108" y="5929"/>
                    <a:pt x="9192" y="5845"/>
                    <a:pt x="9192" y="5742"/>
                  </a:cubicBezTo>
                  <a:lnTo>
                    <a:pt x="9229" y="5685"/>
                  </a:lnTo>
                  <a:lnTo>
                    <a:pt x="9229" y="5406"/>
                  </a:lnTo>
                  <a:lnTo>
                    <a:pt x="9173" y="5335"/>
                  </a:lnTo>
                  <a:lnTo>
                    <a:pt x="9192" y="2932"/>
                  </a:lnTo>
                  <a:lnTo>
                    <a:pt x="9229" y="2909"/>
                  </a:lnTo>
                  <a:lnTo>
                    <a:pt x="9229" y="187"/>
                  </a:lnTo>
                  <a:cubicBezTo>
                    <a:pt x="9229" y="83"/>
                    <a:pt x="9147" y="0"/>
                    <a:pt x="9043" y="0"/>
                  </a:cubicBezTo>
                  <a:lnTo>
                    <a:pt x="3954" y="0"/>
                  </a:lnTo>
                  <a:cubicBezTo>
                    <a:pt x="3953" y="0"/>
                    <a:pt x="3952" y="0"/>
                    <a:pt x="395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27"/>
            <p:cNvSpPr/>
            <p:nvPr/>
          </p:nvSpPr>
          <p:spPr>
            <a:xfrm>
              <a:off x="3472467" y="3557946"/>
              <a:ext cx="297647" cy="170763"/>
            </a:xfrm>
            <a:custGeom>
              <a:rect b="b" l="l" r="r" t="t"/>
              <a:pathLst>
                <a:path extrusionOk="0" h="5316" w="9266">
                  <a:moveTo>
                    <a:pt x="189" y="1"/>
                  </a:moveTo>
                  <a:cubicBezTo>
                    <a:pt x="85" y="1"/>
                    <a:pt x="2" y="83"/>
                    <a:pt x="2" y="188"/>
                  </a:cubicBezTo>
                  <a:lnTo>
                    <a:pt x="2" y="2256"/>
                  </a:lnTo>
                  <a:lnTo>
                    <a:pt x="40" y="2346"/>
                  </a:lnTo>
                  <a:lnTo>
                    <a:pt x="38" y="4645"/>
                  </a:lnTo>
                  <a:lnTo>
                    <a:pt x="1" y="4754"/>
                  </a:lnTo>
                  <a:lnTo>
                    <a:pt x="1" y="5127"/>
                  </a:lnTo>
                  <a:cubicBezTo>
                    <a:pt x="1" y="5230"/>
                    <a:pt x="83" y="5314"/>
                    <a:pt x="186" y="5314"/>
                  </a:cubicBezTo>
                  <a:lnTo>
                    <a:pt x="2854" y="5314"/>
                  </a:lnTo>
                  <a:lnTo>
                    <a:pt x="2991" y="5275"/>
                  </a:lnTo>
                  <a:lnTo>
                    <a:pt x="6305" y="5278"/>
                  </a:lnTo>
                  <a:lnTo>
                    <a:pt x="6418" y="5315"/>
                  </a:lnTo>
                  <a:lnTo>
                    <a:pt x="9079" y="5315"/>
                  </a:lnTo>
                  <a:cubicBezTo>
                    <a:pt x="9182" y="5315"/>
                    <a:pt x="9266" y="5233"/>
                    <a:pt x="9266" y="5128"/>
                  </a:cubicBezTo>
                  <a:lnTo>
                    <a:pt x="9266" y="5034"/>
                  </a:lnTo>
                  <a:lnTo>
                    <a:pt x="468" y="5034"/>
                  </a:lnTo>
                  <a:lnTo>
                    <a:pt x="468" y="5033"/>
                  </a:lnTo>
                  <a:cubicBezTo>
                    <a:pt x="365" y="5033"/>
                    <a:pt x="283" y="4949"/>
                    <a:pt x="283" y="4846"/>
                  </a:cubicBezTo>
                  <a:lnTo>
                    <a:pt x="28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27"/>
            <p:cNvSpPr/>
            <p:nvPr/>
          </p:nvSpPr>
          <p:spPr>
            <a:xfrm>
              <a:off x="3534563" y="3575904"/>
              <a:ext cx="173718" cy="151586"/>
            </a:xfrm>
            <a:custGeom>
              <a:rect b="b" l="l" r="r" t="t"/>
              <a:pathLst>
                <a:path extrusionOk="0" h="4719" w="5408">
                  <a:moveTo>
                    <a:pt x="2703" y="1"/>
                  </a:moveTo>
                  <a:cubicBezTo>
                    <a:pt x="1210" y="1"/>
                    <a:pt x="0" y="1211"/>
                    <a:pt x="0" y="2705"/>
                  </a:cubicBezTo>
                  <a:cubicBezTo>
                    <a:pt x="0" y="3365"/>
                    <a:pt x="255" y="3996"/>
                    <a:pt x="655" y="4475"/>
                  </a:cubicBezTo>
                  <a:cubicBezTo>
                    <a:pt x="739" y="4575"/>
                    <a:pt x="866" y="4633"/>
                    <a:pt x="963" y="4719"/>
                  </a:cubicBezTo>
                  <a:lnTo>
                    <a:pt x="4453" y="4719"/>
                  </a:lnTo>
                  <a:cubicBezTo>
                    <a:pt x="4549" y="4633"/>
                    <a:pt x="4676" y="4575"/>
                    <a:pt x="4759" y="4475"/>
                  </a:cubicBezTo>
                  <a:cubicBezTo>
                    <a:pt x="5157" y="3998"/>
                    <a:pt x="5407" y="3366"/>
                    <a:pt x="5407" y="2705"/>
                  </a:cubicBezTo>
                  <a:cubicBezTo>
                    <a:pt x="5404" y="1211"/>
                    <a:pt x="4196" y="1"/>
                    <a:pt x="270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27"/>
            <p:cNvSpPr/>
            <p:nvPr/>
          </p:nvSpPr>
          <p:spPr>
            <a:xfrm>
              <a:off x="3555540" y="3719594"/>
              <a:ext cx="131863" cy="9059"/>
            </a:xfrm>
            <a:custGeom>
              <a:rect b="b" l="l" r="r" t="t"/>
              <a:pathLst>
                <a:path extrusionOk="0" h="282" w="4105">
                  <a:moveTo>
                    <a:pt x="0" y="1"/>
                  </a:moveTo>
                  <a:cubicBezTo>
                    <a:pt x="83" y="101"/>
                    <a:pt x="174" y="195"/>
                    <a:pt x="269" y="282"/>
                  </a:cubicBezTo>
                  <a:lnTo>
                    <a:pt x="3835" y="282"/>
                  </a:lnTo>
                  <a:cubicBezTo>
                    <a:pt x="3930" y="196"/>
                    <a:pt x="4020" y="102"/>
                    <a:pt x="4104" y="1"/>
                  </a:cubicBez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27"/>
            <p:cNvSpPr/>
            <p:nvPr/>
          </p:nvSpPr>
          <p:spPr>
            <a:xfrm>
              <a:off x="3473784" y="3630354"/>
              <a:ext cx="296426" cy="80338"/>
            </a:xfrm>
            <a:custGeom>
              <a:rect b="b" l="l" r="r" t="t"/>
              <a:pathLst>
                <a:path extrusionOk="0" h="2501" w="9228">
                  <a:moveTo>
                    <a:pt x="243" y="1"/>
                  </a:moveTo>
                  <a:lnTo>
                    <a:pt x="0" y="40"/>
                  </a:lnTo>
                  <a:lnTo>
                    <a:pt x="0" y="2462"/>
                  </a:lnTo>
                  <a:lnTo>
                    <a:pt x="243" y="2500"/>
                  </a:lnTo>
                  <a:lnTo>
                    <a:pt x="2342" y="2500"/>
                  </a:lnTo>
                  <a:lnTo>
                    <a:pt x="2547" y="2442"/>
                  </a:lnTo>
                  <a:lnTo>
                    <a:pt x="6658" y="2444"/>
                  </a:lnTo>
                  <a:lnTo>
                    <a:pt x="6850" y="2501"/>
                  </a:lnTo>
                  <a:lnTo>
                    <a:pt x="9227" y="2501"/>
                  </a:lnTo>
                  <a:lnTo>
                    <a:pt x="9227" y="1"/>
                  </a:lnTo>
                  <a:lnTo>
                    <a:pt x="7105" y="1"/>
                  </a:lnTo>
                  <a:lnTo>
                    <a:pt x="6905" y="59"/>
                  </a:lnTo>
                  <a:lnTo>
                    <a:pt x="2290" y="57"/>
                  </a:lnTo>
                  <a:lnTo>
                    <a:pt x="2088"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27"/>
            <p:cNvSpPr/>
            <p:nvPr/>
          </p:nvSpPr>
          <p:spPr>
            <a:xfrm>
              <a:off x="3534563" y="3630450"/>
              <a:ext cx="173718" cy="80242"/>
            </a:xfrm>
            <a:custGeom>
              <a:rect b="b" l="l" r="r" t="t"/>
              <a:pathLst>
                <a:path extrusionOk="0" h="2498" w="5408">
                  <a:moveTo>
                    <a:pt x="196" y="1"/>
                  </a:moveTo>
                  <a:cubicBezTo>
                    <a:pt x="68" y="309"/>
                    <a:pt x="0" y="649"/>
                    <a:pt x="0" y="1007"/>
                  </a:cubicBezTo>
                  <a:cubicBezTo>
                    <a:pt x="0" y="1558"/>
                    <a:pt x="164" y="2071"/>
                    <a:pt x="449" y="2498"/>
                  </a:cubicBezTo>
                  <a:lnTo>
                    <a:pt x="4963" y="2498"/>
                  </a:lnTo>
                  <a:cubicBezTo>
                    <a:pt x="5248" y="2071"/>
                    <a:pt x="5407" y="1557"/>
                    <a:pt x="5407" y="1007"/>
                  </a:cubicBezTo>
                  <a:cubicBezTo>
                    <a:pt x="5407" y="649"/>
                    <a:pt x="5338" y="312"/>
                    <a:pt x="521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27"/>
            <p:cNvSpPr/>
            <p:nvPr/>
          </p:nvSpPr>
          <p:spPr>
            <a:xfrm>
              <a:off x="3472564" y="3630354"/>
              <a:ext cx="9059" cy="80274"/>
            </a:xfrm>
            <a:custGeom>
              <a:rect b="b" l="l" r="r" t="t"/>
              <a:pathLst>
                <a:path extrusionOk="0" h="2499" w="282">
                  <a:moveTo>
                    <a:pt x="1" y="1"/>
                  </a:moveTo>
                  <a:lnTo>
                    <a:pt x="1" y="2498"/>
                  </a:lnTo>
                  <a:lnTo>
                    <a:pt x="281" y="2498"/>
                  </a:ln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27"/>
            <p:cNvSpPr/>
            <p:nvPr/>
          </p:nvSpPr>
          <p:spPr>
            <a:xfrm>
              <a:off x="3490457" y="3648022"/>
              <a:ext cx="36588" cy="18053"/>
            </a:xfrm>
            <a:custGeom>
              <a:rect b="b" l="l" r="r" t="t"/>
              <a:pathLst>
                <a:path extrusionOk="0" h="562" w="1139">
                  <a:moveTo>
                    <a:pt x="57" y="1"/>
                  </a:moveTo>
                  <a:cubicBezTo>
                    <a:pt x="25" y="1"/>
                    <a:pt x="1" y="27"/>
                    <a:pt x="1" y="57"/>
                  </a:cubicBezTo>
                  <a:lnTo>
                    <a:pt x="1" y="505"/>
                  </a:lnTo>
                  <a:cubicBezTo>
                    <a:pt x="1" y="535"/>
                    <a:pt x="27" y="561"/>
                    <a:pt x="57" y="561"/>
                  </a:cubicBezTo>
                  <a:lnTo>
                    <a:pt x="1084" y="561"/>
                  </a:lnTo>
                  <a:cubicBezTo>
                    <a:pt x="1114" y="561"/>
                    <a:pt x="1139" y="537"/>
                    <a:pt x="1139" y="505"/>
                  </a:cubicBezTo>
                  <a:lnTo>
                    <a:pt x="1139" y="57"/>
                  </a:lnTo>
                  <a:cubicBezTo>
                    <a:pt x="1139" y="27"/>
                    <a:pt x="1114" y="1"/>
                    <a:pt x="108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27"/>
            <p:cNvSpPr/>
            <p:nvPr/>
          </p:nvSpPr>
          <p:spPr>
            <a:xfrm>
              <a:off x="3613877" y="3554927"/>
              <a:ext cx="58720" cy="34789"/>
            </a:xfrm>
            <a:custGeom>
              <a:rect b="b" l="l" r="r" t="t"/>
              <a:pathLst>
                <a:path extrusionOk="0" h="1083" w="1828">
                  <a:moveTo>
                    <a:pt x="243" y="1"/>
                  </a:moveTo>
                  <a:lnTo>
                    <a:pt x="57" y="38"/>
                  </a:lnTo>
                  <a:cubicBezTo>
                    <a:pt x="26" y="38"/>
                    <a:pt x="1" y="65"/>
                    <a:pt x="1" y="95"/>
                  </a:cubicBezTo>
                  <a:lnTo>
                    <a:pt x="1" y="1026"/>
                  </a:lnTo>
                  <a:cubicBezTo>
                    <a:pt x="1" y="1058"/>
                    <a:pt x="26" y="1082"/>
                    <a:pt x="57" y="1082"/>
                  </a:cubicBezTo>
                  <a:lnTo>
                    <a:pt x="1734" y="1082"/>
                  </a:lnTo>
                  <a:cubicBezTo>
                    <a:pt x="1766" y="1082"/>
                    <a:pt x="1790" y="1058"/>
                    <a:pt x="1790" y="1026"/>
                  </a:cubicBezTo>
                  <a:lnTo>
                    <a:pt x="1828" y="840"/>
                  </a:lnTo>
                  <a:lnTo>
                    <a:pt x="1828" y="56"/>
                  </a:lnTo>
                  <a:cubicBezTo>
                    <a:pt x="1828" y="25"/>
                    <a:pt x="1803" y="1"/>
                    <a:pt x="177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27"/>
            <p:cNvSpPr/>
            <p:nvPr/>
          </p:nvSpPr>
          <p:spPr>
            <a:xfrm>
              <a:off x="3612689" y="3554991"/>
              <a:ext cx="59876" cy="35977"/>
            </a:xfrm>
            <a:custGeom>
              <a:rect b="b" l="l" r="r" t="t"/>
              <a:pathLst>
                <a:path extrusionOk="0" h="1120" w="1864">
                  <a:moveTo>
                    <a:pt x="55" y="0"/>
                  </a:moveTo>
                  <a:cubicBezTo>
                    <a:pt x="25" y="0"/>
                    <a:pt x="0" y="26"/>
                    <a:pt x="0" y="57"/>
                  </a:cubicBezTo>
                  <a:lnTo>
                    <a:pt x="0" y="1063"/>
                  </a:lnTo>
                  <a:cubicBezTo>
                    <a:pt x="0" y="1093"/>
                    <a:pt x="25" y="1119"/>
                    <a:pt x="55" y="1119"/>
                  </a:cubicBezTo>
                  <a:lnTo>
                    <a:pt x="1807" y="1119"/>
                  </a:lnTo>
                  <a:cubicBezTo>
                    <a:pt x="1839" y="1119"/>
                    <a:pt x="1863" y="1093"/>
                    <a:pt x="1863" y="1063"/>
                  </a:cubicBezTo>
                  <a:lnTo>
                    <a:pt x="1863" y="838"/>
                  </a:lnTo>
                  <a:lnTo>
                    <a:pt x="1267" y="838"/>
                  </a:lnTo>
                  <a:cubicBezTo>
                    <a:pt x="1261" y="838"/>
                    <a:pt x="1254" y="837"/>
                    <a:pt x="1248" y="834"/>
                  </a:cubicBezTo>
                  <a:cubicBezTo>
                    <a:pt x="964" y="724"/>
                    <a:pt x="656" y="660"/>
                    <a:pt x="335" y="653"/>
                  </a:cubicBezTo>
                  <a:cubicBezTo>
                    <a:pt x="304" y="653"/>
                    <a:pt x="280" y="629"/>
                    <a:pt x="280" y="598"/>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27"/>
            <p:cNvSpPr/>
            <p:nvPr/>
          </p:nvSpPr>
          <p:spPr>
            <a:xfrm>
              <a:off x="3691746" y="3554927"/>
              <a:ext cx="58720" cy="34789"/>
            </a:xfrm>
            <a:custGeom>
              <a:rect b="b" l="l" r="r" t="t"/>
              <a:pathLst>
                <a:path extrusionOk="0" h="1083" w="1828">
                  <a:moveTo>
                    <a:pt x="242" y="1"/>
                  </a:moveTo>
                  <a:lnTo>
                    <a:pt x="55" y="38"/>
                  </a:lnTo>
                  <a:cubicBezTo>
                    <a:pt x="25" y="38"/>
                    <a:pt x="0" y="65"/>
                    <a:pt x="0" y="95"/>
                  </a:cubicBezTo>
                  <a:lnTo>
                    <a:pt x="0" y="1026"/>
                  </a:lnTo>
                  <a:cubicBezTo>
                    <a:pt x="0" y="1058"/>
                    <a:pt x="25" y="1082"/>
                    <a:pt x="55" y="1082"/>
                  </a:cubicBezTo>
                  <a:lnTo>
                    <a:pt x="1733" y="1082"/>
                  </a:lnTo>
                  <a:cubicBezTo>
                    <a:pt x="1764" y="1082"/>
                    <a:pt x="1790" y="1058"/>
                    <a:pt x="1790" y="1026"/>
                  </a:cubicBezTo>
                  <a:lnTo>
                    <a:pt x="1827" y="840"/>
                  </a:lnTo>
                  <a:lnTo>
                    <a:pt x="1827" y="56"/>
                  </a:lnTo>
                  <a:cubicBezTo>
                    <a:pt x="1827" y="25"/>
                    <a:pt x="1803" y="1"/>
                    <a:pt x="17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27"/>
            <p:cNvSpPr/>
            <p:nvPr/>
          </p:nvSpPr>
          <p:spPr>
            <a:xfrm>
              <a:off x="3690493" y="3554927"/>
              <a:ext cx="59908" cy="35945"/>
            </a:xfrm>
            <a:custGeom>
              <a:rect b="b" l="l" r="r" t="t"/>
              <a:pathLst>
                <a:path extrusionOk="0" h="1119" w="1865">
                  <a:moveTo>
                    <a:pt x="57" y="1"/>
                  </a:moveTo>
                  <a:cubicBezTo>
                    <a:pt x="26" y="1"/>
                    <a:pt x="0" y="25"/>
                    <a:pt x="0" y="57"/>
                  </a:cubicBezTo>
                  <a:lnTo>
                    <a:pt x="0" y="1063"/>
                  </a:lnTo>
                  <a:cubicBezTo>
                    <a:pt x="0" y="1094"/>
                    <a:pt x="26" y="1118"/>
                    <a:pt x="57" y="1118"/>
                  </a:cubicBezTo>
                  <a:lnTo>
                    <a:pt x="1808" y="1118"/>
                  </a:lnTo>
                  <a:cubicBezTo>
                    <a:pt x="1839" y="1118"/>
                    <a:pt x="1865" y="1094"/>
                    <a:pt x="1865" y="1063"/>
                  </a:cubicBezTo>
                  <a:lnTo>
                    <a:pt x="1865" y="839"/>
                  </a:lnTo>
                  <a:lnTo>
                    <a:pt x="337" y="839"/>
                  </a:lnTo>
                  <a:lnTo>
                    <a:pt x="337" y="840"/>
                  </a:lnTo>
                  <a:cubicBezTo>
                    <a:pt x="307" y="840"/>
                    <a:pt x="281" y="814"/>
                    <a:pt x="281" y="784"/>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27"/>
            <p:cNvSpPr/>
            <p:nvPr/>
          </p:nvSpPr>
          <p:spPr>
            <a:xfrm>
              <a:off x="3491709" y="3576482"/>
              <a:ext cx="100672" cy="34789"/>
            </a:xfrm>
            <a:custGeom>
              <a:rect b="b" l="l" r="r" t="t"/>
              <a:pathLst>
                <a:path extrusionOk="0" h="1083" w="3134">
                  <a:moveTo>
                    <a:pt x="244" y="0"/>
                  </a:moveTo>
                  <a:lnTo>
                    <a:pt x="57" y="39"/>
                  </a:lnTo>
                  <a:cubicBezTo>
                    <a:pt x="27" y="39"/>
                    <a:pt x="1" y="64"/>
                    <a:pt x="1" y="96"/>
                  </a:cubicBezTo>
                  <a:lnTo>
                    <a:pt x="1" y="1026"/>
                  </a:lnTo>
                  <a:cubicBezTo>
                    <a:pt x="1" y="1058"/>
                    <a:pt x="27" y="1083"/>
                    <a:pt x="57" y="1083"/>
                  </a:cubicBezTo>
                  <a:lnTo>
                    <a:pt x="3040" y="1083"/>
                  </a:lnTo>
                  <a:cubicBezTo>
                    <a:pt x="3071" y="1083"/>
                    <a:pt x="3095" y="1058"/>
                    <a:pt x="3096" y="1026"/>
                  </a:cubicBezTo>
                  <a:lnTo>
                    <a:pt x="3134" y="138"/>
                  </a:lnTo>
                  <a:lnTo>
                    <a:pt x="3134" y="57"/>
                  </a:lnTo>
                  <a:cubicBezTo>
                    <a:pt x="3134" y="26"/>
                    <a:pt x="3109" y="0"/>
                    <a:pt x="307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27"/>
            <p:cNvSpPr/>
            <p:nvPr/>
          </p:nvSpPr>
          <p:spPr>
            <a:xfrm>
              <a:off x="3490521" y="3576546"/>
              <a:ext cx="101828" cy="35945"/>
            </a:xfrm>
            <a:custGeom>
              <a:rect b="b" l="l" r="r" t="t"/>
              <a:pathLst>
                <a:path extrusionOk="0" h="1119" w="3170">
                  <a:moveTo>
                    <a:pt x="57" y="1"/>
                  </a:moveTo>
                  <a:cubicBezTo>
                    <a:pt x="26" y="1"/>
                    <a:pt x="0" y="26"/>
                    <a:pt x="0" y="57"/>
                  </a:cubicBezTo>
                  <a:lnTo>
                    <a:pt x="0" y="1064"/>
                  </a:lnTo>
                  <a:cubicBezTo>
                    <a:pt x="0" y="1094"/>
                    <a:pt x="26" y="1119"/>
                    <a:pt x="57" y="1119"/>
                  </a:cubicBezTo>
                  <a:lnTo>
                    <a:pt x="3113" y="1119"/>
                  </a:lnTo>
                  <a:cubicBezTo>
                    <a:pt x="3145" y="1119"/>
                    <a:pt x="3169" y="1094"/>
                    <a:pt x="3169" y="1064"/>
                  </a:cubicBezTo>
                  <a:lnTo>
                    <a:pt x="3169" y="839"/>
                  </a:lnTo>
                  <a:lnTo>
                    <a:pt x="3166" y="839"/>
                  </a:lnTo>
                  <a:lnTo>
                    <a:pt x="3169" y="820"/>
                  </a:lnTo>
                  <a:lnTo>
                    <a:pt x="3169" y="137"/>
                  </a:lnTo>
                  <a:cubicBezTo>
                    <a:pt x="2765" y="279"/>
                    <a:pt x="2406" y="516"/>
                    <a:pt x="2117" y="822"/>
                  </a:cubicBezTo>
                  <a:cubicBezTo>
                    <a:pt x="2105" y="833"/>
                    <a:pt x="2091" y="841"/>
                    <a:pt x="2076" y="841"/>
                  </a:cubicBezTo>
                  <a:lnTo>
                    <a:pt x="338" y="841"/>
                  </a:lnTo>
                  <a:cubicBezTo>
                    <a:pt x="307" y="841"/>
                    <a:pt x="281" y="815"/>
                    <a:pt x="281" y="784"/>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27"/>
            <p:cNvSpPr/>
            <p:nvPr/>
          </p:nvSpPr>
          <p:spPr>
            <a:xfrm>
              <a:off x="3503949" y="3590038"/>
              <a:ext cx="47927" cy="8962"/>
            </a:xfrm>
            <a:custGeom>
              <a:rect b="b" l="l" r="r" t="t"/>
              <a:pathLst>
                <a:path extrusionOk="0" h="279" w="1492">
                  <a:moveTo>
                    <a:pt x="140" y="1"/>
                  </a:moveTo>
                  <a:cubicBezTo>
                    <a:pt x="64" y="1"/>
                    <a:pt x="1" y="64"/>
                    <a:pt x="1" y="140"/>
                  </a:cubicBezTo>
                  <a:cubicBezTo>
                    <a:pt x="1" y="216"/>
                    <a:pt x="63" y="279"/>
                    <a:pt x="140" y="279"/>
                  </a:cubicBezTo>
                  <a:lnTo>
                    <a:pt x="1353" y="279"/>
                  </a:lnTo>
                  <a:cubicBezTo>
                    <a:pt x="1431" y="279"/>
                    <a:pt x="1492" y="216"/>
                    <a:pt x="1492" y="140"/>
                  </a:cubicBezTo>
                  <a:cubicBezTo>
                    <a:pt x="1492" y="64"/>
                    <a:pt x="1431" y="1"/>
                    <a:pt x="135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27"/>
            <p:cNvSpPr/>
            <p:nvPr/>
          </p:nvSpPr>
          <p:spPr>
            <a:xfrm>
              <a:off x="3543526" y="3584930"/>
              <a:ext cx="155730" cy="155666"/>
            </a:xfrm>
            <a:custGeom>
              <a:rect b="b" l="l" r="r" t="t"/>
              <a:pathLst>
                <a:path extrusionOk="0" h="4846" w="4848">
                  <a:moveTo>
                    <a:pt x="2424" y="1"/>
                  </a:moveTo>
                  <a:cubicBezTo>
                    <a:pt x="1086" y="1"/>
                    <a:pt x="1" y="1085"/>
                    <a:pt x="1" y="2424"/>
                  </a:cubicBezTo>
                  <a:cubicBezTo>
                    <a:pt x="1" y="3761"/>
                    <a:pt x="1086" y="4846"/>
                    <a:pt x="2424" y="4846"/>
                  </a:cubicBezTo>
                  <a:cubicBezTo>
                    <a:pt x="3762" y="4846"/>
                    <a:pt x="4847" y="3761"/>
                    <a:pt x="4847" y="2424"/>
                  </a:cubicBezTo>
                  <a:cubicBezTo>
                    <a:pt x="4847" y="1085"/>
                    <a:pt x="3762" y="1"/>
                    <a:pt x="242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27"/>
            <p:cNvSpPr/>
            <p:nvPr/>
          </p:nvSpPr>
          <p:spPr>
            <a:xfrm>
              <a:off x="3563892" y="3602888"/>
              <a:ext cx="117408" cy="118050"/>
            </a:xfrm>
            <a:custGeom>
              <a:rect b="b" l="l" r="r" t="t"/>
              <a:pathLst>
                <a:path extrusionOk="0" h="3675" w="3655">
                  <a:moveTo>
                    <a:pt x="1790" y="0"/>
                  </a:moveTo>
                  <a:cubicBezTo>
                    <a:pt x="1347" y="0"/>
                    <a:pt x="940" y="157"/>
                    <a:pt x="619" y="414"/>
                  </a:cubicBezTo>
                  <a:cubicBezTo>
                    <a:pt x="196" y="757"/>
                    <a:pt x="1" y="1688"/>
                    <a:pt x="1" y="1866"/>
                  </a:cubicBezTo>
                  <a:cubicBezTo>
                    <a:pt x="1" y="2896"/>
                    <a:pt x="761" y="3674"/>
                    <a:pt x="1790" y="3674"/>
                  </a:cubicBezTo>
                  <a:cubicBezTo>
                    <a:pt x="2043" y="3674"/>
                    <a:pt x="2899" y="3459"/>
                    <a:pt x="3242" y="3037"/>
                  </a:cubicBezTo>
                  <a:cubicBezTo>
                    <a:pt x="3498" y="2715"/>
                    <a:pt x="3655" y="2308"/>
                    <a:pt x="3655" y="1865"/>
                  </a:cubicBezTo>
                  <a:cubicBezTo>
                    <a:pt x="3655" y="834"/>
                    <a:pt x="2819" y="0"/>
                    <a:pt x="179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27"/>
            <p:cNvSpPr/>
            <p:nvPr/>
          </p:nvSpPr>
          <p:spPr>
            <a:xfrm>
              <a:off x="3561483" y="3616123"/>
              <a:ext cx="106518" cy="106518"/>
            </a:xfrm>
            <a:custGeom>
              <a:rect b="b" l="l" r="r" t="t"/>
              <a:pathLst>
                <a:path extrusionOk="0" h="3316" w="3316">
                  <a:moveTo>
                    <a:pt x="694" y="1"/>
                  </a:moveTo>
                  <a:lnTo>
                    <a:pt x="694" y="1"/>
                  </a:lnTo>
                  <a:cubicBezTo>
                    <a:pt x="271" y="343"/>
                    <a:pt x="0" y="867"/>
                    <a:pt x="0" y="1453"/>
                  </a:cubicBezTo>
                  <a:cubicBezTo>
                    <a:pt x="0" y="2482"/>
                    <a:pt x="836" y="3316"/>
                    <a:pt x="1865" y="3316"/>
                  </a:cubicBezTo>
                  <a:cubicBezTo>
                    <a:pt x="2451" y="3316"/>
                    <a:pt x="2974" y="3047"/>
                    <a:pt x="3316" y="2623"/>
                  </a:cubicBezTo>
                  <a:lnTo>
                    <a:pt x="3316" y="2623"/>
                  </a:lnTo>
                  <a:cubicBezTo>
                    <a:pt x="2994" y="2882"/>
                    <a:pt x="2587" y="3035"/>
                    <a:pt x="2144" y="3035"/>
                  </a:cubicBezTo>
                  <a:cubicBezTo>
                    <a:pt x="1114" y="3035"/>
                    <a:pt x="280" y="2201"/>
                    <a:pt x="280" y="1172"/>
                  </a:cubicBezTo>
                  <a:cubicBezTo>
                    <a:pt x="280" y="729"/>
                    <a:pt x="436" y="321"/>
                    <a:pt x="69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27"/>
            <p:cNvSpPr/>
            <p:nvPr/>
          </p:nvSpPr>
          <p:spPr>
            <a:xfrm>
              <a:off x="3586636" y="3626820"/>
              <a:ext cx="70734" cy="70734"/>
            </a:xfrm>
            <a:custGeom>
              <a:rect b="b" l="l" r="r" t="t"/>
              <a:pathLst>
                <a:path extrusionOk="0" h="2202" w="2202">
                  <a:moveTo>
                    <a:pt x="1082" y="1"/>
                  </a:moveTo>
                  <a:cubicBezTo>
                    <a:pt x="845" y="1"/>
                    <a:pt x="625" y="75"/>
                    <a:pt x="444" y="202"/>
                  </a:cubicBezTo>
                  <a:cubicBezTo>
                    <a:pt x="154" y="405"/>
                    <a:pt x="1" y="991"/>
                    <a:pt x="1" y="1120"/>
                  </a:cubicBezTo>
                  <a:cubicBezTo>
                    <a:pt x="1" y="1737"/>
                    <a:pt x="591" y="2201"/>
                    <a:pt x="1082" y="2201"/>
                  </a:cubicBezTo>
                  <a:cubicBezTo>
                    <a:pt x="1156" y="2201"/>
                    <a:pt x="1799" y="2049"/>
                    <a:pt x="2000" y="1758"/>
                  </a:cubicBezTo>
                  <a:cubicBezTo>
                    <a:pt x="2126" y="1577"/>
                    <a:pt x="2201" y="1356"/>
                    <a:pt x="2201" y="1120"/>
                  </a:cubicBezTo>
                  <a:cubicBezTo>
                    <a:pt x="2201" y="502"/>
                    <a:pt x="1699" y="1"/>
                    <a:pt x="108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27"/>
            <p:cNvSpPr/>
            <p:nvPr/>
          </p:nvSpPr>
          <p:spPr>
            <a:xfrm>
              <a:off x="3585480" y="3633213"/>
              <a:ext cx="65401" cy="65434"/>
            </a:xfrm>
            <a:custGeom>
              <a:rect b="b" l="l" r="r" t="t"/>
              <a:pathLst>
                <a:path extrusionOk="0" h="2037" w="2036">
                  <a:moveTo>
                    <a:pt x="480" y="0"/>
                  </a:moveTo>
                  <a:lnTo>
                    <a:pt x="480" y="0"/>
                  </a:lnTo>
                  <a:cubicBezTo>
                    <a:pt x="190" y="203"/>
                    <a:pt x="0" y="539"/>
                    <a:pt x="0" y="918"/>
                  </a:cubicBezTo>
                  <a:cubicBezTo>
                    <a:pt x="0" y="1536"/>
                    <a:pt x="501" y="2037"/>
                    <a:pt x="1118" y="2037"/>
                  </a:cubicBezTo>
                  <a:cubicBezTo>
                    <a:pt x="1499" y="2037"/>
                    <a:pt x="1835" y="1846"/>
                    <a:pt x="2036" y="1556"/>
                  </a:cubicBezTo>
                  <a:lnTo>
                    <a:pt x="2036" y="1556"/>
                  </a:lnTo>
                  <a:cubicBezTo>
                    <a:pt x="1855" y="1684"/>
                    <a:pt x="1633" y="1758"/>
                    <a:pt x="1397" y="1758"/>
                  </a:cubicBezTo>
                  <a:cubicBezTo>
                    <a:pt x="779" y="1758"/>
                    <a:pt x="278" y="1257"/>
                    <a:pt x="278" y="640"/>
                  </a:cubicBezTo>
                  <a:cubicBezTo>
                    <a:pt x="278" y="403"/>
                    <a:pt x="352" y="181"/>
                    <a:pt x="48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67" name="Google Shape;3267;p27"/>
          <p:cNvGrpSpPr/>
          <p:nvPr/>
        </p:nvGrpSpPr>
        <p:grpSpPr>
          <a:xfrm>
            <a:off x="2836796" y="3480977"/>
            <a:ext cx="299484" cy="297684"/>
            <a:chOff x="2836796" y="3480977"/>
            <a:chExt cx="299484" cy="297684"/>
          </a:xfrm>
        </p:grpSpPr>
        <p:sp>
          <p:nvSpPr>
            <p:cNvPr id="3268" name="Google Shape;3268;p27"/>
            <p:cNvSpPr/>
            <p:nvPr/>
          </p:nvSpPr>
          <p:spPr>
            <a:xfrm>
              <a:off x="2952217" y="3581300"/>
              <a:ext cx="82780" cy="82715"/>
            </a:xfrm>
            <a:custGeom>
              <a:rect b="b" l="l" r="r" t="t"/>
              <a:pathLst>
                <a:path extrusionOk="0" h="2575" w="2577">
                  <a:moveTo>
                    <a:pt x="416" y="1"/>
                  </a:moveTo>
                  <a:lnTo>
                    <a:pt x="114" y="303"/>
                  </a:lnTo>
                  <a:lnTo>
                    <a:pt x="1" y="570"/>
                  </a:lnTo>
                  <a:lnTo>
                    <a:pt x="1990" y="2575"/>
                  </a:lnTo>
                  <a:lnTo>
                    <a:pt x="2274" y="2462"/>
                  </a:lnTo>
                  <a:lnTo>
                    <a:pt x="2576" y="2160"/>
                  </a:lnTo>
                  <a:lnTo>
                    <a:pt x="416" y="1"/>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27"/>
            <p:cNvSpPr/>
            <p:nvPr/>
          </p:nvSpPr>
          <p:spPr>
            <a:xfrm>
              <a:off x="2949519" y="3589685"/>
              <a:ext cx="77062" cy="77062"/>
            </a:xfrm>
            <a:custGeom>
              <a:rect b="b" l="l" r="r" t="t"/>
              <a:pathLst>
                <a:path extrusionOk="0" h="2399" w="2399">
                  <a:moveTo>
                    <a:pt x="670" y="0"/>
                  </a:moveTo>
                  <a:lnTo>
                    <a:pt x="467" y="203"/>
                  </a:lnTo>
                  <a:cubicBezTo>
                    <a:pt x="453" y="217"/>
                    <a:pt x="434" y="225"/>
                    <a:pt x="415" y="225"/>
                  </a:cubicBezTo>
                  <a:cubicBezTo>
                    <a:pt x="396" y="225"/>
                    <a:pt x="377" y="217"/>
                    <a:pt x="363" y="203"/>
                  </a:cubicBezTo>
                  <a:lnTo>
                    <a:pt x="198" y="39"/>
                  </a:lnTo>
                  <a:lnTo>
                    <a:pt x="1" y="236"/>
                  </a:lnTo>
                  <a:lnTo>
                    <a:pt x="218" y="453"/>
                  </a:lnTo>
                  <a:lnTo>
                    <a:pt x="613" y="850"/>
                  </a:lnTo>
                  <a:lnTo>
                    <a:pt x="1550" y="1785"/>
                  </a:lnTo>
                  <a:lnTo>
                    <a:pt x="1945" y="2182"/>
                  </a:lnTo>
                  <a:lnTo>
                    <a:pt x="2162" y="2399"/>
                  </a:lnTo>
                  <a:lnTo>
                    <a:pt x="2359" y="2201"/>
                  </a:lnTo>
                  <a:lnTo>
                    <a:pt x="2197" y="2038"/>
                  </a:lnTo>
                  <a:cubicBezTo>
                    <a:pt x="2167" y="2008"/>
                    <a:pt x="2167" y="1960"/>
                    <a:pt x="2196" y="1931"/>
                  </a:cubicBezTo>
                  <a:lnTo>
                    <a:pt x="2398" y="1729"/>
                  </a:lnTo>
                  <a:lnTo>
                    <a:pt x="2002" y="1332"/>
                  </a:lnTo>
                  <a:lnTo>
                    <a:pt x="1066" y="397"/>
                  </a:lnTo>
                  <a:lnTo>
                    <a:pt x="670" y="0"/>
                  </a:lnTo>
                  <a:close/>
                </a:path>
              </a:pathLst>
            </a:custGeom>
            <a:solidFill>
              <a:srgbClr val="D1C7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27"/>
            <p:cNvSpPr/>
            <p:nvPr/>
          </p:nvSpPr>
          <p:spPr>
            <a:xfrm>
              <a:off x="2960795" y="3482584"/>
              <a:ext cx="175485" cy="173301"/>
            </a:xfrm>
            <a:custGeom>
              <a:rect b="b" l="l" r="r" t="t"/>
              <a:pathLst>
                <a:path extrusionOk="0" h="5395" w="5463">
                  <a:moveTo>
                    <a:pt x="3087" y="1"/>
                  </a:moveTo>
                  <a:cubicBezTo>
                    <a:pt x="2933" y="1"/>
                    <a:pt x="2681" y="163"/>
                    <a:pt x="2590" y="255"/>
                  </a:cubicBezTo>
                  <a:lnTo>
                    <a:pt x="116" y="2726"/>
                  </a:lnTo>
                  <a:cubicBezTo>
                    <a:pt x="0" y="2842"/>
                    <a:pt x="0" y="3029"/>
                    <a:pt x="116" y="3145"/>
                  </a:cubicBezTo>
                  <a:lnTo>
                    <a:pt x="469" y="3498"/>
                  </a:lnTo>
                  <a:cubicBezTo>
                    <a:pt x="505" y="3534"/>
                    <a:pt x="505" y="3593"/>
                    <a:pt x="469" y="3630"/>
                  </a:cubicBezTo>
                  <a:lnTo>
                    <a:pt x="116" y="3983"/>
                  </a:lnTo>
                  <a:lnTo>
                    <a:pt x="1389" y="5226"/>
                  </a:lnTo>
                  <a:lnTo>
                    <a:pt x="1600" y="5108"/>
                  </a:lnTo>
                  <a:lnTo>
                    <a:pt x="1753" y="4954"/>
                  </a:lnTo>
                  <a:cubicBezTo>
                    <a:pt x="1771" y="4936"/>
                    <a:pt x="1796" y="4927"/>
                    <a:pt x="1820" y="4927"/>
                  </a:cubicBezTo>
                  <a:cubicBezTo>
                    <a:pt x="1844" y="4927"/>
                    <a:pt x="1868" y="4936"/>
                    <a:pt x="1887" y="4954"/>
                  </a:cubicBezTo>
                  <a:lnTo>
                    <a:pt x="2238" y="5307"/>
                  </a:lnTo>
                  <a:cubicBezTo>
                    <a:pt x="2296" y="5365"/>
                    <a:pt x="2372" y="5394"/>
                    <a:pt x="2447" y="5394"/>
                  </a:cubicBezTo>
                  <a:cubicBezTo>
                    <a:pt x="2523" y="5394"/>
                    <a:pt x="2599" y="5365"/>
                    <a:pt x="2657" y="5307"/>
                  </a:cubicBezTo>
                  <a:lnTo>
                    <a:pt x="5346" y="2618"/>
                  </a:lnTo>
                  <a:cubicBezTo>
                    <a:pt x="5462" y="2502"/>
                    <a:pt x="5462" y="2317"/>
                    <a:pt x="5346" y="2201"/>
                  </a:cubicBezTo>
                  <a:lnTo>
                    <a:pt x="3185" y="39"/>
                  </a:lnTo>
                  <a:lnTo>
                    <a:pt x="3175" y="29"/>
                  </a:lnTo>
                  <a:cubicBezTo>
                    <a:pt x="3153" y="9"/>
                    <a:pt x="3123" y="1"/>
                    <a:pt x="3087" y="1"/>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27"/>
            <p:cNvSpPr/>
            <p:nvPr/>
          </p:nvSpPr>
          <p:spPr>
            <a:xfrm>
              <a:off x="2959542" y="3480977"/>
              <a:ext cx="103177" cy="173237"/>
            </a:xfrm>
            <a:custGeom>
              <a:rect b="b" l="l" r="r" t="t"/>
              <a:pathLst>
                <a:path extrusionOk="0" h="5393" w="3212">
                  <a:moveTo>
                    <a:pt x="3013" y="1"/>
                  </a:moveTo>
                  <a:cubicBezTo>
                    <a:pt x="2938" y="1"/>
                    <a:pt x="2862" y="30"/>
                    <a:pt x="2804" y="88"/>
                  </a:cubicBezTo>
                  <a:lnTo>
                    <a:pt x="115" y="2776"/>
                  </a:lnTo>
                  <a:cubicBezTo>
                    <a:pt x="0" y="2892"/>
                    <a:pt x="0" y="3079"/>
                    <a:pt x="115" y="3195"/>
                  </a:cubicBezTo>
                  <a:lnTo>
                    <a:pt x="468" y="3548"/>
                  </a:lnTo>
                  <a:cubicBezTo>
                    <a:pt x="504" y="3584"/>
                    <a:pt x="504" y="3643"/>
                    <a:pt x="468" y="3680"/>
                  </a:cubicBezTo>
                  <a:lnTo>
                    <a:pt x="81" y="4067"/>
                  </a:lnTo>
                  <a:lnTo>
                    <a:pt x="1406" y="5392"/>
                  </a:lnTo>
                  <a:lnTo>
                    <a:pt x="1639" y="5158"/>
                  </a:lnTo>
                  <a:lnTo>
                    <a:pt x="578" y="4098"/>
                  </a:lnTo>
                  <a:cubicBezTo>
                    <a:pt x="543" y="4060"/>
                    <a:pt x="543" y="4002"/>
                    <a:pt x="579" y="3966"/>
                  </a:cubicBezTo>
                  <a:lnTo>
                    <a:pt x="772" y="3772"/>
                  </a:lnTo>
                  <a:cubicBezTo>
                    <a:pt x="859" y="3685"/>
                    <a:pt x="859" y="3542"/>
                    <a:pt x="772" y="3455"/>
                  </a:cubicBezTo>
                  <a:lnTo>
                    <a:pt x="368" y="3051"/>
                  </a:lnTo>
                  <a:cubicBezTo>
                    <a:pt x="332" y="3015"/>
                    <a:pt x="332" y="2956"/>
                    <a:pt x="368" y="2920"/>
                  </a:cubicBezTo>
                  <a:lnTo>
                    <a:pt x="3201" y="88"/>
                  </a:lnTo>
                  <a:lnTo>
                    <a:pt x="3211" y="76"/>
                  </a:lnTo>
                  <a:cubicBezTo>
                    <a:pt x="3155" y="26"/>
                    <a:pt x="3084" y="1"/>
                    <a:pt x="301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27"/>
            <p:cNvSpPr/>
            <p:nvPr/>
          </p:nvSpPr>
          <p:spPr>
            <a:xfrm>
              <a:off x="3066451" y="3514001"/>
              <a:ext cx="8994" cy="8962"/>
            </a:xfrm>
            <a:custGeom>
              <a:rect b="b" l="l" r="r" t="t"/>
              <a:pathLst>
                <a:path extrusionOk="0" h="279" w="280">
                  <a:moveTo>
                    <a:pt x="141" y="1"/>
                  </a:moveTo>
                  <a:cubicBezTo>
                    <a:pt x="64" y="1"/>
                    <a:pt x="0" y="63"/>
                    <a:pt x="0" y="140"/>
                  </a:cubicBezTo>
                  <a:cubicBezTo>
                    <a:pt x="0" y="217"/>
                    <a:pt x="64" y="279"/>
                    <a:pt x="141" y="279"/>
                  </a:cubicBezTo>
                  <a:cubicBezTo>
                    <a:pt x="217" y="279"/>
                    <a:pt x="280" y="217"/>
                    <a:pt x="280" y="140"/>
                  </a:cubicBezTo>
                  <a:cubicBezTo>
                    <a:pt x="280" y="63"/>
                    <a:pt x="217"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27"/>
            <p:cNvSpPr/>
            <p:nvPr/>
          </p:nvSpPr>
          <p:spPr>
            <a:xfrm>
              <a:off x="3079879" y="3527461"/>
              <a:ext cx="9026" cy="8962"/>
            </a:xfrm>
            <a:custGeom>
              <a:rect b="b" l="l" r="r" t="t"/>
              <a:pathLst>
                <a:path extrusionOk="0" h="279" w="281">
                  <a:moveTo>
                    <a:pt x="141" y="0"/>
                  </a:moveTo>
                  <a:cubicBezTo>
                    <a:pt x="63" y="0"/>
                    <a:pt x="1" y="63"/>
                    <a:pt x="1" y="139"/>
                  </a:cubicBezTo>
                  <a:cubicBezTo>
                    <a:pt x="1" y="216"/>
                    <a:pt x="63" y="278"/>
                    <a:pt x="141" y="278"/>
                  </a:cubicBezTo>
                  <a:cubicBezTo>
                    <a:pt x="218" y="278"/>
                    <a:pt x="280" y="216"/>
                    <a:pt x="280" y="139"/>
                  </a:cubicBezTo>
                  <a:cubicBezTo>
                    <a:pt x="280" y="63"/>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27"/>
            <p:cNvSpPr/>
            <p:nvPr/>
          </p:nvSpPr>
          <p:spPr>
            <a:xfrm>
              <a:off x="3093339" y="3540856"/>
              <a:ext cx="8994" cy="8994"/>
            </a:xfrm>
            <a:custGeom>
              <a:rect b="b" l="l" r="r" t="t"/>
              <a:pathLst>
                <a:path extrusionOk="0" h="280" w="280">
                  <a:moveTo>
                    <a:pt x="139" y="0"/>
                  </a:moveTo>
                  <a:cubicBezTo>
                    <a:pt x="62" y="0"/>
                    <a:pt x="0" y="62"/>
                    <a:pt x="0" y="141"/>
                  </a:cubicBezTo>
                  <a:cubicBezTo>
                    <a:pt x="0" y="217"/>
                    <a:pt x="62" y="280"/>
                    <a:pt x="139" y="280"/>
                  </a:cubicBezTo>
                  <a:cubicBezTo>
                    <a:pt x="216" y="280"/>
                    <a:pt x="279" y="217"/>
                    <a:pt x="279" y="141"/>
                  </a:cubicBezTo>
                  <a:cubicBezTo>
                    <a:pt x="279"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27"/>
            <p:cNvSpPr/>
            <p:nvPr/>
          </p:nvSpPr>
          <p:spPr>
            <a:xfrm>
              <a:off x="2840297" y="3595596"/>
              <a:ext cx="182841" cy="181910"/>
            </a:xfrm>
            <a:custGeom>
              <a:rect b="b" l="l" r="r" t="t"/>
              <a:pathLst>
                <a:path extrusionOk="0" h="5663" w="5692">
                  <a:moveTo>
                    <a:pt x="3315" y="1"/>
                  </a:moveTo>
                  <a:cubicBezTo>
                    <a:pt x="3177" y="1"/>
                    <a:pt x="2962" y="148"/>
                    <a:pt x="2875" y="235"/>
                  </a:cubicBezTo>
                  <a:lnTo>
                    <a:pt x="109" y="3044"/>
                  </a:lnTo>
                  <a:cubicBezTo>
                    <a:pt x="0" y="3156"/>
                    <a:pt x="0" y="3333"/>
                    <a:pt x="109" y="3441"/>
                  </a:cubicBezTo>
                  <a:lnTo>
                    <a:pt x="2170" y="5513"/>
                  </a:lnTo>
                  <a:cubicBezTo>
                    <a:pt x="2246" y="5590"/>
                    <a:pt x="2360" y="5662"/>
                    <a:pt x="2460" y="5662"/>
                  </a:cubicBezTo>
                  <a:cubicBezTo>
                    <a:pt x="2504" y="5662"/>
                    <a:pt x="2545" y="5648"/>
                    <a:pt x="2579" y="5614"/>
                  </a:cubicBezTo>
                  <a:lnTo>
                    <a:pt x="5583" y="2610"/>
                  </a:lnTo>
                  <a:cubicBezTo>
                    <a:pt x="5691" y="2500"/>
                    <a:pt x="5691" y="2324"/>
                    <a:pt x="5583" y="2215"/>
                  </a:cubicBezTo>
                  <a:lnTo>
                    <a:pt x="3401" y="32"/>
                  </a:lnTo>
                  <a:cubicBezTo>
                    <a:pt x="3379" y="10"/>
                    <a:pt x="3349" y="1"/>
                    <a:pt x="3315" y="1"/>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27"/>
            <p:cNvSpPr/>
            <p:nvPr/>
          </p:nvSpPr>
          <p:spPr>
            <a:xfrm>
              <a:off x="2836796" y="3594021"/>
              <a:ext cx="112750" cy="184640"/>
            </a:xfrm>
            <a:custGeom>
              <a:rect b="b" l="l" r="r" t="t"/>
              <a:pathLst>
                <a:path extrusionOk="0" h="5748" w="3510">
                  <a:moveTo>
                    <a:pt x="3312" y="1"/>
                  </a:moveTo>
                  <a:cubicBezTo>
                    <a:pt x="3240" y="1"/>
                    <a:pt x="3168" y="28"/>
                    <a:pt x="3113" y="82"/>
                  </a:cubicBezTo>
                  <a:lnTo>
                    <a:pt x="109" y="3086"/>
                  </a:lnTo>
                  <a:cubicBezTo>
                    <a:pt x="1" y="3195"/>
                    <a:pt x="1" y="3373"/>
                    <a:pt x="109" y="3483"/>
                  </a:cubicBezTo>
                  <a:lnTo>
                    <a:pt x="2291" y="5666"/>
                  </a:lnTo>
                  <a:cubicBezTo>
                    <a:pt x="2345" y="5720"/>
                    <a:pt x="2417" y="5747"/>
                    <a:pt x="2489" y="5747"/>
                  </a:cubicBezTo>
                  <a:cubicBezTo>
                    <a:pt x="2561" y="5747"/>
                    <a:pt x="2633" y="5720"/>
                    <a:pt x="2688" y="5666"/>
                  </a:cubicBezTo>
                  <a:lnTo>
                    <a:pt x="373" y="3351"/>
                  </a:lnTo>
                  <a:cubicBezTo>
                    <a:pt x="335" y="3315"/>
                    <a:pt x="335" y="3256"/>
                    <a:pt x="373" y="3219"/>
                  </a:cubicBezTo>
                  <a:lnTo>
                    <a:pt x="3510" y="82"/>
                  </a:lnTo>
                  <a:cubicBezTo>
                    <a:pt x="3456" y="28"/>
                    <a:pt x="3384" y="1"/>
                    <a:pt x="331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27"/>
            <p:cNvSpPr/>
            <p:nvPr/>
          </p:nvSpPr>
          <p:spPr>
            <a:xfrm>
              <a:off x="2986173" y="3520393"/>
              <a:ext cx="111818" cy="109441"/>
            </a:xfrm>
            <a:custGeom>
              <a:rect b="b" l="l" r="r" t="t"/>
              <a:pathLst>
                <a:path extrusionOk="0" h="3407" w="3481">
                  <a:moveTo>
                    <a:pt x="1768" y="1"/>
                  </a:moveTo>
                  <a:cubicBezTo>
                    <a:pt x="1744" y="1"/>
                    <a:pt x="1720" y="10"/>
                    <a:pt x="1702" y="28"/>
                  </a:cubicBezTo>
                  <a:lnTo>
                    <a:pt x="37" y="1693"/>
                  </a:lnTo>
                  <a:cubicBezTo>
                    <a:pt x="1" y="1729"/>
                    <a:pt x="1" y="1788"/>
                    <a:pt x="37" y="1824"/>
                  </a:cubicBezTo>
                  <a:lnTo>
                    <a:pt x="1592" y="3379"/>
                  </a:lnTo>
                  <a:cubicBezTo>
                    <a:pt x="1610" y="3397"/>
                    <a:pt x="1633" y="3406"/>
                    <a:pt x="1657" y="3406"/>
                  </a:cubicBezTo>
                  <a:cubicBezTo>
                    <a:pt x="1681" y="3406"/>
                    <a:pt x="1705" y="3397"/>
                    <a:pt x="1723" y="3379"/>
                  </a:cubicBezTo>
                  <a:lnTo>
                    <a:pt x="1857" y="3304"/>
                  </a:lnTo>
                  <a:lnTo>
                    <a:pt x="3445" y="1714"/>
                  </a:lnTo>
                  <a:cubicBezTo>
                    <a:pt x="3481" y="1678"/>
                    <a:pt x="3481" y="1619"/>
                    <a:pt x="3445" y="1582"/>
                  </a:cubicBezTo>
                  <a:lnTo>
                    <a:pt x="1967" y="104"/>
                  </a:lnTo>
                  <a:lnTo>
                    <a:pt x="1835" y="28"/>
                  </a:lnTo>
                  <a:cubicBezTo>
                    <a:pt x="1817" y="10"/>
                    <a:pt x="1792" y="1"/>
                    <a:pt x="176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27"/>
            <p:cNvSpPr/>
            <p:nvPr/>
          </p:nvSpPr>
          <p:spPr>
            <a:xfrm>
              <a:off x="2984374" y="3518530"/>
              <a:ext cx="64984" cy="113071"/>
            </a:xfrm>
            <a:custGeom>
              <a:rect b="b" l="l" r="r" t="t"/>
              <a:pathLst>
                <a:path extrusionOk="0" h="3520" w="2023">
                  <a:moveTo>
                    <a:pt x="1824" y="1"/>
                  </a:moveTo>
                  <a:cubicBezTo>
                    <a:pt x="1800" y="1"/>
                    <a:pt x="1776" y="10"/>
                    <a:pt x="1758" y="28"/>
                  </a:cubicBezTo>
                  <a:lnTo>
                    <a:pt x="36" y="1749"/>
                  </a:lnTo>
                  <a:cubicBezTo>
                    <a:pt x="0" y="1785"/>
                    <a:pt x="0" y="1845"/>
                    <a:pt x="36" y="1881"/>
                  </a:cubicBezTo>
                  <a:lnTo>
                    <a:pt x="1648" y="3492"/>
                  </a:lnTo>
                  <a:cubicBezTo>
                    <a:pt x="1666" y="3510"/>
                    <a:pt x="1690" y="3519"/>
                    <a:pt x="1713" y="3519"/>
                  </a:cubicBezTo>
                  <a:cubicBezTo>
                    <a:pt x="1737" y="3519"/>
                    <a:pt x="1761" y="3510"/>
                    <a:pt x="1779" y="3492"/>
                  </a:cubicBezTo>
                  <a:lnTo>
                    <a:pt x="1911" y="3359"/>
                  </a:lnTo>
                  <a:lnTo>
                    <a:pt x="406" y="1856"/>
                  </a:lnTo>
                  <a:cubicBezTo>
                    <a:pt x="385" y="1834"/>
                    <a:pt x="385" y="1798"/>
                    <a:pt x="406" y="1777"/>
                  </a:cubicBezTo>
                  <a:lnTo>
                    <a:pt x="2023" y="160"/>
                  </a:lnTo>
                  <a:lnTo>
                    <a:pt x="1889" y="28"/>
                  </a:lnTo>
                  <a:cubicBezTo>
                    <a:pt x="1871" y="10"/>
                    <a:pt x="1847" y="1"/>
                    <a:pt x="182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27"/>
            <p:cNvSpPr/>
            <p:nvPr/>
          </p:nvSpPr>
          <p:spPr>
            <a:xfrm>
              <a:off x="2985209" y="3605939"/>
              <a:ext cx="25570" cy="24702"/>
            </a:xfrm>
            <a:custGeom>
              <a:rect b="b" l="l" r="r" t="t"/>
              <a:pathLst>
                <a:path extrusionOk="0" h="769" w="796">
                  <a:moveTo>
                    <a:pt x="153" y="0"/>
                  </a:moveTo>
                  <a:cubicBezTo>
                    <a:pt x="117" y="0"/>
                    <a:pt x="81" y="14"/>
                    <a:pt x="54" y="41"/>
                  </a:cubicBezTo>
                  <a:cubicBezTo>
                    <a:pt x="0" y="95"/>
                    <a:pt x="0" y="185"/>
                    <a:pt x="54" y="238"/>
                  </a:cubicBezTo>
                  <a:lnTo>
                    <a:pt x="543" y="728"/>
                  </a:lnTo>
                  <a:cubicBezTo>
                    <a:pt x="571" y="754"/>
                    <a:pt x="607" y="768"/>
                    <a:pt x="643" y="768"/>
                  </a:cubicBezTo>
                  <a:cubicBezTo>
                    <a:pt x="678" y="768"/>
                    <a:pt x="714" y="754"/>
                    <a:pt x="740" y="728"/>
                  </a:cubicBezTo>
                  <a:cubicBezTo>
                    <a:pt x="795" y="673"/>
                    <a:pt x="795" y="584"/>
                    <a:pt x="740" y="529"/>
                  </a:cubicBezTo>
                  <a:lnTo>
                    <a:pt x="252" y="41"/>
                  </a:lnTo>
                  <a:cubicBezTo>
                    <a:pt x="225" y="14"/>
                    <a:pt x="189" y="0"/>
                    <a:pt x="1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27"/>
            <p:cNvSpPr/>
            <p:nvPr/>
          </p:nvSpPr>
          <p:spPr>
            <a:xfrm>
              <a:off x="2951543" y="3643332"/>
              <a:ext cx="23321" cy="17218"/>
            </a:xfrm>
            <a:custGeom>
              <a:rect b="b" l="l" r="r" t="t"/>
              <a:pathLst>
                <a:path extrusionOk="0" h="536" w="726">
                  <a:moveTo>
                    <a:pt x="303" y="1"/>
                  </a:moveTo>
                  <a:cubicBezTo>
                    <a:pt x="303" y="1"/>
                    <a:pt x="0" y="199"/>
                    <a:pt x="213" y="465"/>
                  </a:cubicBezTo>
                  <a:cubicBezTo>
                    <a:pt x="259" y="524"/>
                    <a:pt x="358" y="536"/>
                    <a:pt x="433" y="536"/>
                  </a:cubicBezTo>
                  <a:cubicBezTo>
                    <a:pt x="490" y="536"/>
                    <a:pt x="533" y="529"/>
                    <a:pt x="533" y="529"/>
                  </a:cubicBezTo>
                  <a:cubicBezTo>
                    <a:pt x="562" y="516"/>
                    <a:pt x="586" y="499"/>
                    <a:pt x="611" y="476"/>
                  </a:cubicBezTo>
                  <a:cubicBezTo>
                    <a:pt x="725" y="360"/>
                    <a:pt x="725" y="173"/>
                    <a:pt x="611" y="57"/>
                  </a:cubicBezTo>
                  <a:cubicBezTo>
                    <a:pt x="586" y="33"/>
                    <a:pt x="562" y="15"/>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27"/>
            <p:cNvSpPr/>
            <p:nvPr/>
          </p:nvSpPr>
          <p:spPr>
            <a:xfrm>
              <a:off x="2953984" y="3642368"/>
              <a:ext cx="14680" cy="19017"/>
            </a:xfrm>
            <a:custGeom>
              <a:rect b="b" l="l" r="r" t="t"/>
              <a:pathLst>
                <a:path extrusionOk="0" h="592" w="457">
                  <a:moveTo>
                    <a:pt x="326" y="0"/>
                  </a:moveTo>
                  <a:cubicBezTo>
                    <a:pt x="251" y="0"/>
                    <a:pt x="175" y="29"/>
                    <a:pt x="117" y="87"/>
                  </a:cubicBezTo>
                  <a:cubicBezTo>
                    <a:pt x="1" y="203"/>
                    <a:pt x="1" y="388"/>
                    <a:pt x="117" y="506"/>
                  </a:cubicBezTo>
                  <a:cubicBezTo>
                    <a:pt x="175" y="563"/>
                    <a:pt x="250" y="591"/>
                    <a:pt x="326" y="591"/>
                  </a:cubicBezTo>
                  <a:cubicBezTo>
                    <a:pt x="371" y="591"/>
                    <a:pt x="416" y="581"/>
                    <a:pt x="457" y="561"/>
                  </a:cubicBezTo>
                  <a:cubicBezTo>
                    <a:pt x="429" y="546"/>
                    <a:pt x="402" y="529"/>
                    <a:pt x="379" y="506"/>
                  </a:cubicBezTo>
                  <a:cubicBezTo>
                    <a:pt x="263" y="390"/>
                    <a:pt x="263" y="203"/>
                    <a:pt x="379" y="87"/>
                  </a:cubicBezTo>
                  <a:cubicBezTo>
                    <a:pt x="402" y="63"/>
                    <a:pt x="428" y="45"/>
                    <a:pt x="457" y="31"/>
                  </a:cubicBezTo>
                  <a:cubicBezTo>
                    <a:pt x="416" y="10"/>
                    <a:pt x="371" y="0"/>
                    <a:pt x="32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27"/>
            <p:cNvSpPr/>
            <p:nvPr/>
          </p:nvSpPr>
          <p:spPr>
            <a:xfrm>
              <a:off x="2938179" y="3612686"/>
              <a:ext cx="20591" cy="19755"/>
            </a:xfrm>
            <a:custGeom>
              <a:rect b="b" l="l" r="r" t="t"/>
              <a:pathLst>
                <a:path extrusionOk="0" h="615" w="641">
                  <a:moveTo>
                    <a:pt x="153" y="0"/>
                  </a:moveTo>
                  <a:cubicBezTo>
                    <a:pt x="118" y="0"/>
                    <a:pt x="82" y="14"/>
                    <a:pt x="54" y="41"/>
                  </a:cubicBezTo>
                  <a:cubicBezTo>
                    <a:pt x="1" y="95"/>
                    <a:pt x="1" y="185"/>
                    <a:pt x="54" y="238"/>
                  </a:cubicBezTo>
                  <a:lnTo>
                    <a:pt x="390" y="573"/>
                  </a:lnTo>
                  <a:cubicBezTo>
                    <a:pt x="416" y="600"/>
                    <a:pt x="452" y="615"/>
                    <a:pt x="489" y="615"/>
                  </a:cubicBezTo>
                  <a:cubicBezTo>
                    <a:pt x="525" y="615"/>
                    <a:pt x="561" y="600"/>
                    <a:pt x="587" y="573"/>
                  </a:cubicBezTo>
                  <a:cubicBezTo>
                    <a:pt x="641" y="519"/>
                    <a:pt x="641" y="431"/>
                    <a:pt x="587" y="376"/>
                  </a:cubicBezTo>
                  <a:lnTo>
                    <a:pt x="251" y="41"/>
                  </a:lnTo>
                  <a:cubicBezTo>
                    <a:pt x="224" y="14"/>
                    <a:pt x="189" y="0"/>
                    <a:pt x="15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27"/>
            <p:cNvSpPr/>
            <p:nvPr/>
          </p:nvSpPr>
          <p:spPr>
            <a:xfrm>
              <a:off x="2924751" y="3626113"/>
              <a:ext cx="20591" cy="19755"/>
            </a:xfrm>
            <a:custGeom>
              <a:rect b="b" l="l" r="r" t="t"/>
              <a:pathLst>
                <a:path extrusionOk="0" h="615" w="641">
                  <a:moveTo>
                    <a:pt x="153" y="0"/>
                  </a:moveTo>
                  <a:cubicBezTo>
                    <a:pt x="117" y="0"/>
                    <a:pt x="81" y="14"/>
                    <a:pt x="54" y="42"/>
                  </a:cubicBezTo>
                  <a:cubicBezTo>
                    <a:pt x="0" y="95"/>
                    <a:pt x="0" y="184"/>
                    <a:pt x="54" y="239"/>
                  </a:cubicBezTo>
                  <a:lnTo>
                    <a:pt x="390" y="573"/>
                  </a:lnTo>
                  <a:cubicBezTo>
                    <a:pt x="416" y="600"/>
                    <a:pt x="452" y="615"/>
                    <a:pt x="488" y="615"/>
                  </a:cubicBezTo>
                  <a:cubicBezTo>
                    <a:pt x="524" y="615"/>
                    <a:pt x="561" y="600"/>
                    <a:pt x="587" y="573"/>
                  </a:cubicBezTo>
                  <a:cubicBezTo>
                    <a:pt x="640" y="519"/>
                    <a:pt x="640" y="430"/>
                    <a:pt x="587" y="376"/>
                  </a:cubicBezTo>
                  <a:lnTo>
                    <a:pt x="252" y="42"/>
                  </a:lnTo>
                  <a:cubicBezTo>
                    <a:pt x="225" y="14"/>
                    <a:pt x="189" y="0"/>
                    <a:pt x="15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27"/>
            <p:cNvSpPr/>
            <p:nvPr/>
          </p:nvSpPr>
          <p:spPr>
            <a:xfrm>
              <a:off x="2983378" y="3657852"/>
              <a:ext cx="20655" cy="19755"/>
            </a:xfrm>
            <a:custGeom>
              <a:rect b="b" l="l" r="r" t="t"/>
              <a:pathLst>
                <a:path extrusionOk="0" h="615" w="643">
                  <a:moveTo>
                    <a:pt x="154" y="1"/>
                  </a:moveTo>
                  <a:cubicBezTo>
                    <a:pt x="118" y="1"/>
                    <a:pt x="83" y="14"/>
                    <a:pt x="56" y="41"/>
                  </a:cubicBezTo>
                  <a:cubicBezTo>
                    <a:pt x="1" y="96"/>
                    <a:pt x="1" y="184"/>
                    <a:pt x="56" y="238"/>
                  </a:cubicBezTo>
                  <a:lnTo>
                    <a:pt x="390" y="574"/>
                  </a:lnTo>
                  <a:cubicBezTo>
                    <a:pt x="418" y="600"/>
                    <a:pt x="454" y="614"/>
                    <a:pt x="490" y="614"/>
                  </a:cubicBezTo>
                  <a:cubicBezTo>
                    <a:pt x="526" y="614"/>
                    <a:pt x="562" y="603"/>
                    <a:pt x="587" y="574"/>
                  </a:cubicBezTo>
                  <a:cubicBezTo>
                    <a:pt x="642" y="519"/>
                    <a:pt x="642" y="430"/>
                    <a:pt x="587" y="375"/>
                  </a:cubicBezTo>
                  <a:lnTo>
                    <a:pt x="253" y="41"/>
                  </a:lnTo>
                  <a:cubicBezTo>
                    <a:pt x="226" y="14"/>
                    <a:pt x="190" y="1"/>
                    <a:pt x="1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27"/>
            <p:cNvSpPr/>
            <p:nvPr/>
          </p:nvSpPr>
          <p:spPr>
            <a:xfrm>
              <a:off x="2969982" y="3671280"/>
              <a:ext cx="20591" cy="19755"/>
            </a:xfrm>
            <a:custGeom>
              <a:rect b="b" l="l" r="r" t="t"/>
              <a:pathLst>
                <a:path extrusionOk="0" h="615" w="641">
                  <a:moveTo>
                    <a:pt x="153" y="0"/>
                  </a:moveTo>
                  <a:cubicBezTo>
                    <a:pt x="118" y="0"/>
                    <a:pt x="82" y="14"/>
                    <a:pt x="54" y="41"/>
                  </a:cubicBezTo>
                  <a:cubicBezTo>
                    <a:pt x="1" y="95"/>
                    <a:pt x="1" y="185"/>
                    <a:pt x="54" y="238"/>
                  </a:cubicBezTo>
                  <a:lnTo>
                    <a:pt x="389" y="573"/>
                  </a:lnTo>
                  <a:cubicBezTo>
                    <a:pt x="416" y="600"/>
                    <a:pt x="453" y="615"/>
                    <a:pt x="489" y="615"/>
                  </a:cubicBezTo>
                  <a:cubicBezTo>
                    <a:pt x="525" y="615"/>
                    <a:pt x="561" y="602"/>
                    <a:pt x="586" y="573"/>
                  </a:cubicBezTo>
                  <a:cubicBezTo>
                    <a:pt x="641" y="519"/>
                    <a:pt x="641" y="431"/>
                    <a:pt x="586" y="376"/>
                  </a:cubicBezTo>
                  <a:lnTo>
                    <a:pt x="251" y="41"/>
                  </a:lnTo>
                  <a:cubicBezTo>
                    <a:pt x="225" y="14"/>
                    <a:pt x="189" y="0"/>
                    <a:pt x="15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27"/>
            <p:cNvSpPr/>
            <p:nvPr/>
          </p:nvSpPr>
          <p:spPr>
            <a:xfrm>
              <a:off x="2932140" y="3663891"/>
              <a:ext cx="20591" cy="19755"/>
            </a:xfrm>
            <a:custGeom>
              <a:rect b="b" l="l" r="r" t="t"/>
              <a:pathLst>
                <a:path extrusionOk="0" h="615" w="641">
                  <a:moveTo>
                    <a:pt x="153" y="1"/>
                  </a:moveTo>
                  <a:cubicBezTo>
                    <a:pt x="117" y="1"/>
                    <a:pt x="82" y="14"/>
                    <a:pt x="54" y="41"/>
                  </a:cubicBezTo>
                  <a:cubicBezTo>
                    <a:pt x="0" y="96"/>
                    <a:pt x="0" y="184"/>
                    <a:pt x="54" y="238"/>
                  </a:cubicBezTo>
                  <a:lnTo>
                    <a:pt x="390" y="574"/>
                  </a:lnTo>
                  <a:cubicBezTo>
                    <a:pt x="416" y="600"/>
                    <a:pt x="452" y="614"/>
                    <a:pt x="488" y="614"/>
                  </a:cubicBezTo>
                  <a:cubicBezTo>
                    <a:pt x="525" y="614"/>
                    <a:pt x="561" y="603"/>
                    <a:pt x="587" y="574"/>
                  </a:cubicBezTo>
                  <a:cubicBezTo>
                    <a:pt x="640" y="519"/>
                    <a:pt x="640" y="431"/>
                    <a:pt x="587" y="376"/>
                  </a:cubicBezTo>
                  <a:lnTo>
                    <a:pt x="252" y="41"/>
                  </a:lnTo>
                  <a:cubicBezTo>
                    <a:pt x="225" y="14"/>
                    <a:pt x="189" y="1"/>
                    <a:pt x="15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27"/>
            <p:cNvSpPr/>
            <p:nvPr/>
          </p:nvSpPr>
          <p:spPr>
            <a:xfrm>
              <a:off x="2909589" y="3641340"/>
              <a:ext cx="20591" cy="19755"/>
            </a:xfrm>
            <a:custGeom>
              <a:rect b="b" l="l" r="r" t="t"/>
              <a:pathLst>
                <a:path extrusionOk="0" h="615" w="641">
                  <a:moveTo>
                    <a:pt x="153" y="1"/>
                  </a:moveTo>
                  <a:cubicBezTo>
                    <a:pt x="117" y="1"/>
                    <a:pt x="81" y="14"/>
                    <a:pt x="54" y="41"/>
                  </a:cubicBezTo>
                  <a:cubicBezTo>
                    <a:pt x="0" y="96"/>
                    <a:pt x="0" y="184"/>
                    <a:pt x="54" y="238"/>
                  </a:cubicBezTo>
                  <a:lnTo>
                    <a:pt x="390" y="574"/>
                  </a:lnTo>
                  <a:cubicBezTo>
                    <a:pt x="416" y="600"/>
                    <a:pt x="452" y="614"/>
                    <a:pt x="488" y="614"/>
                  </a:cubicBezTo>
                  <a:cubicBezTo>
                    <a:pt x="523" y="614"/>
                    <a:pt x="559" y="600"/>
                    <a:pt x="587" y="574"/>
                  </a:cubicBezTo>
                  <a:cubicBezTo>
                    <a:pt x="640" y="519"/>
                    <a:pt x="640" y="430"/>
                    <a:pt x="587" y="375"/>
                  </a:cubicBezTo>
                  <a:lnTo>
                    <a:pt x="252" y="41"/>
                  </a:lnTo>
                  <a:cubicBezTo>
                    <a:pt x="225" y="14"/>
                    <a:pt x="189" y="1"/>
                    <a:pt x="15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27"/>
            <p:cNvSpPr/>
            <p:nvPr/>
          </p:nvSpPr>
          <p:spPr>
            <a:xfrm>
              <a:off x="2954755" y="3686506"/>
              <a:ext cx="20558" cy="19787"/>
            </a:xfrm>
            <a:custGeom>
              <a:rect b="b" l="l" r="r" t="t"/>
              <a:pathLst>
                <a:path extrusionOk="0" h="616" w="640">
                  <a:moveTo>
                    <a:pt x="153" y="1"/>
                  </a:moveTo>
                  <a:cubicBezTo>
                    <a:pt x="117" y="1"/>
                    <a:pt x="82" y="14"/>
                    <a:pt x="55" y="41"/>
                  </a:cubicBezTo>
                  <a:cubicBezTo>
                    <a:pt x="0" y="96"/>
                    <a:pt x="0" y="184"/>
                    <a:pt x="55" y="239"/>
                  </a:cubicBezTo>
                  <a:lnTo>
                    <a:pt x="389" y="573"/>
                  </a:lnTo>
                  <a:cubicBezTo>
                    <a:pt x="417" y="601"/>
                    <a:pt x="453" y="615"/>
                    <a:pt x="489" y="615"/>
                  </a:cubicBezTo>
                  <a:cubicBezTo>
                    <a:pt x="526" y="615"/>
                    <a:pt x="562" y="602"/>
                    <a:pt x="586" y="573"/>
                  </a:cubicBezTo>
                  <a:cubicBezTo>
                    <a:pt x="640" y="518"/>
                    <a:pt x="640" y="430"/>
                    <a:pt x="586" y="377"/>
                  </a:cubicBezTo>
                  <a:lnTo>
                    <a:pt x="252" y="41"/>
                  </a:lnTo>
                  <a:cubicBezTo>
                    <a:pt x="224" y="14"/>
                    <a:pt x="189" y="1"/>
                    <a:pt x="15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27"/>
            <p:cNvSpPr/>
            <p:nvPr/>
          </p:nvSpPr>
          <p:spPr>
            <a:xfrm>
              <a:off x="2918712" y="3677319"/>
              <a:ext cx="20558" cy="19755"/>
            </a:xfrm>
            <a:custGeom>
              <a:rect b="b" l="l" r="r" t="t"/>
              <a:pathLst>
                <a:path extrusionOk="0" h="615" w="640">
                  <a:moveTo>
                    <a:pt x="153" y="0"/>
                  </a:moveTo>
                  <a:cubicBezTo>
                    <a:pt x="117" y="0"/>
                    <a:pt x="82" y="14"/>
                    <a:pt x="55" y="42"/>
                  </a:cubicBezTo>
                  <a:cubicBezTo>
                    <a:pt x="0" y="95"/>
                    <a:pt x="0" y="185"/>
                    <a:pt x="55" y="238"/>
                  </a:cubicBezTo>
                  <a:lnTo>
                    <a:pt x="390" y="573"/>
                  </a:lnTo>
                  <a:cubicBezTo>
                    <a:pt x="417" y="600"/>
                    <a:pt x="453" y="615"/>
                    <a:pt x="489" y="615"/>
                  </a:cubicBezTo>
                  <a:cubicBezTo>
                    <a:pt x="526" y="615"/>
                    <a:pt x="562" y="602"/>
                    <a:pt x="586" y="573"/>
                  </a:cubicBezTo>
                  <a:cubicBezTo>
                    <a:pt x="640" y="519"/>
                    <a:pt x="640" y="431"/>
                    <a:pt x="586" y="376"/>
                  </a:cubicBezTo>
                  <a:lnTo>
                    <a:pt x="252" y="42"/>
                  </a:lnTo>
                  <a:cubicBezTo>
                    <a:pt x="225" y="14"/>
                    <a:pt x="189" y="0"/>
                    <a:pt x="1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27"/>
            <p:cNvSpPr/>
            <p:nvPr/>
          </p:nvSpPr>
          <p:spPr>
            <a:xfrm>
              <a:off x="2896161" y="3654768"/>
              <a:ext cx="20558" cy="19755"/>
            </a:xfrm>
            <a:custGeom>
              <a:rect b="b" l="l" r="r" t="t"/>
              <a:pathLst>
                <a:path extrusionOk="0" h="615" w="640">
                  <a:moveTo>
                    <a:pt x="153" y="0"/>
                  </a:moveTo>
                  <a:cubicBezTo>
                    <a:pt x="117" y="0"/>
                    <a:pt x="82" y="14"/>
                    <a:pt x="55" y="41"/>
                  </a:cubicBezTo>
                  <a:cubicBezTo>
                    <a:pt x="0" y="95"/>
                    <a:pt x="0" y="185"/>
                    <a:pt x="55" y="238"/>
                  </a:cubicBezTo>
                  <a:lnTo>
                    <a:pt x="389" y="573"/>
                  </a:lnTo>
                  <a:cubicBezTo>
                    <a:pt x="417" y="600"/>
                    <a:pt x="453" y="615"/>
                    <a:pt x="489" y="615"/>
                  </a:cubicBezTo>
                  <a:cubicBezTo>
                    <a:pt x="523" y="615"/>
                    <a:pt x="559" y="600"/>
                    <a:pt x="586" y="573"/>
                  </a:cubicBezTo>
                  <a:cubicBezTo>
                    <a:pt x="640" y="519"/>
                    <a:pt x="640" y="431"/>
                    <a:pt x="586" y="376"/>
                  </a:cubicBezTo>
                  <a:lnTo>
                    <a:pt x="252" y="41"/>
                  </a:lnTo>
                  <a:cubicBezTo>
                    <a:pt x="224" y="14"/>
                    <a:pt x="189" y="0"/>
                    <a:pt x="1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27"/>
            <p:cNvSpPr/>
            <p:nvPr/>
          </p:nvSpPr>
          <p:spPr>
            <a:xfrm>
              <a:off x="2941295" y="3699934"/>
              <a:ext cx="20623" cy="19755"/>
            </a:xfrm>
            <a:custGeom>
              <a:rect b="b" l="l" r="r" t="t"/>
              <a:pathLst>
                <a:path extrusionOk="0" h="615" w="642">
                  <a:moveTo>
                    <a:pt x="154" y="1"/>
                  </a:moveTo>
                  <a:cubicBezTo>
                    <a:pt x="118" y="1"/>
                    <a:pt x="82" y="14"/>
                    <a:pt x="56" y="41"/>
                  </a:cubicBezTo>
                  <a:cubicBezTo>
                    <a:pt x="1" y="96"/>
                    <a:pt x="1" y="184"/>
                    <a:pt x="56" y="238"/>
                  </a:cubicBezTo>
                  <a:lnTo>
                    <a:pt x="390" y="574"/>
                  </a:lnTo>
                  <a:cubicBezTo>
                    <a:pt x="418" y="600"/>
                    <a:pt x="454" y="614"/>
                    <a:pt x="490" y="614"/>
                  </a:cubicBezTo>
                  <a:cubicBezTo>
                    <a:pt x="526" y="614"/>
                    <a:pt x="562" y="603"/>
                    <a:pt x="587" y="574"/>
                  </a:cubicBezTo>
                  <a:cubicBezTo>
                    <a:pt x="642" y="519"/>
                    <a:pt x="642" y="430"/>
                    <a:pt x="587" y="375"/>
                  </a:cubicBezTo>
                  <a:lnTo>
                    <a:pt x="253" y="41"/>
                  </a:lnTo>
                  <a:cubicBezTo>
                    <a:pt x="225" y="14"/>
                    <a:pt x="189" y="1"/>
                    <a:pt x="15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27"/>
            <p:cNvSpPr/>
            <p:nvPr/>
          </p:nvSpPr>
          <p:spPr>
            <a:xfrm>
              <a:off x="2905348" y="3690811"/>
              <a:ext cx="20591" cy="19723"/>
            </a:xfrm>
            <a:custGeom>
              <a:rect b="b" l="l" r="r" t="t"/>
              <a:pathLst>
                <a:path extrusionOk="0" h="614" w="641">
                  <a:moveTo>
                    <a:pt x="153" y="0"/>
                  </a:moveTo>
                  <a:cubicBezTo>
                    <a:pt x="118" y="0"/>
                    <a:pt x="82" y="14"/>
                    <a:pt x="54" y="41"/>
                  </a:cubicBezTo>
                  <a:cubicBezTo>
                    <a:pt x="1" y="95"/>
                    <a:pt x="1" y="185"/>
                    <a:pt x="54" y="238"/>
                  </a:cubicBezTo>
                  <a:lnTo>
                    <a:pt x="387" y="571"/>
                  </a:lnTo>
                  <a:cubicBezTo>
                    <a:pt x="415" y="599"/>
                    <a:pt x="451" y="613"/>
                    <a:pt x="487" y="613"/>
                  </a:cubicBezTo>
                  <a:cubicBezTo>
                    <a:pt x="523" y="613"/>
                    <a:pt x="559" y="600"/>
                    <a:pt x="586" y="573"/>
                  </a:cubicBezTo>
                  <a:cubicBezTo>
                    <a:pt x="641" y="519"/>
                    <a:pt x="641" y="431"/>
                    <a:pt x="586" y="376"/>
                  </a:cubicBezTo>
                  <a:lnTo>
                    <a:pt x="251" y="41"/>
                  </a:lnTo>
                  <a:cubicBezTo>
                    <a:pt x="224" y="14"/>
                    <a:pt x="189" y="0"/>
                    <a:pt x="1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27"/>
            <p:cNvSpPr/>
            <p:nvPr/>
          </p:nvSpPr>
          <p:spPr>
            <a:xfrm>
              <a:off x="2882701" y="3668196"/>
              <a:ext cx="20623" cy="19787"/>
            </a:xfrm>
            <a:custGeom>
              <a:rect b="b" l="l" r="r" t="t"/>
              <a:pathLst>
                <a:path extrusionOk="0" h="616" w="642">
                  <a:moveTo>
                    <a:pt x="154" y="1"/>
                  </a:moveTo>
                  <a:cubicBezTo>
                    <a:pt x="118" y="1"/>
                    <a:pt x="82" y="14"/>
                    <a:pt x="56" y="42"/>
                  </a:cubicBezTo>
                  <a:cubicBezTo>
                    <a:pt x="1" y="95"/>
                    <a:pt x="1" y="184"/>
                    <a:pt x="56" y="239"/>
                  </a:cubicBezTo>
                  <a:lnTo>
                    <a:pt x="390" y="573"/>
                  </a:lnTo>
                  <a:cubicBezTo>
                    <a:pt x="418" y="601"/>
                    <a:pt x="454" y="615"/>
                    <a:pt x="490" y="615"/>
                  </a:cubicBezTo>
                  <a:cubicBezTo>
                    <a:pt x="525" y="615"/>
                    <a:pt x="561" y="601"/>
                    <a:pt x="587" y="573"/>
                  </a:cubicBezTo>
                  <a:cubicBezTo>
                    <a:pt x="642" y="520"/>
                    <a:pt x="642" y="430"/>
                    <a:pt x="587" y="376"/>
                  </a:cubicBezTo>
                  <a:lnTo>
                    <a:pt x="253" y="42"/>
                  </a:lnTo>
                  <a:cubicBezTo>
                    <a:pt x="226" y="14"/>
                    <a:pt x="190" y="1"/>
                    <a:pt x="15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27"/>
            <p:cNvSpPr/>
            <p:nvPr/>
          </p:nvSpPr>
          <p:spPr>
            <a:xfrm>
              <a:off x="2927899" y="3713362"/>
              <a:ext cx="20591" cy="19755"/>
            </a:xfrm>
            <a:custGeom>
              <a:rect b="b" l="l" r="r" t="t"/>
              <a:pathLst>
                <a:path extrusionOk="0" h="615" w="641">
                  <a:moveTo>
                    <a:pt x="153" y="0"/>
                  </a:moveTo>
                  <a:cubicBezTo>
                    <a:pt x="118" y="0"/>
                    <a:pt x="82" y="14"/>
                    <a:pt x="54" y="41"/>
                  </a:cubicBezTo>
                  <a:cubicBezTo>
                    <a:pt x="1" y="95"/>
                    <a:pt x="1" y="185"/>
                    <a:pt x="54" y="238"/>
                  </a:cubicBezTo>
                  <a:lnTo>
                    <a:pt x="389" y="573"/>
                  </a:lnTo>
                  <a:cubicBezTo>
                    <a:pt x="416" y="600"/>
                    <a:pt x="452" y="615"/>
                    <a:pt x="489" y="615"/>
                  </a:cubicBezTo>
                  <a:cubicBezTo>
                    <a:pt x="525" y="615"/>
                    <a:pt x="561" y="602"/>
                    <a:pt x="587" y="573"/>
                  </a:cubicBezTo>
                  <a:cubicBezTo>
                    <a:pt x="641" y="519"/>
                    <a:pt x="641" y="431"/>
                    <a:pt x="587" y="376"/>
                  </a:cubicBezTo>
                  <a:lnTo>
                    <a:pt x="251" y="41"/>
                  </a:lnTo>
                  <a:cubicBezTo>
                    <a:pt x="224" y="14"/>
                    <a:pt x="189" y="0"/>
                    <a:pt x="1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27"/>
            <p:cNvSpPr/>
            <p:nvPr/>
          </p:nvSpPr>
          <p:spPr>
            <a:xfrm>
              <a:off x="2891856" y="3704175"/>
              <a:ext cx="20591" cy="19787"/>
            </a:xfrm>
            <a:custGeom>
              <a:rect b="b" l="l" r="r" t="t"/>
              <a:pathLst>
                <a:path extrusionOk="0" h="616" w="641">
                  <a:moveTo>
                    <a:pt x="153" y="1"/>
                  </a:moveTo>
                  <a:cubicBezTo>
                    <a:pt x="118" y="1"/>
                    <a:pt x="82" y="14"/>
                    <a:pt x="54" y="41"/>
                  </a:cubicBezTo>
                  <a:cubicBezTo>
                    <a:pt x="1" y="96"/>
                    <a:pt x="1" y="184"/>
                    <a:pt x="54" y="239"/>
                  </a:cubicBezTo>
                  <a:lnTo>
                    <a:pt x="389" y="574"/>
                  </a:lnTo>
                  <a:cubicBezTo>
                    <a:pt x="416" y="601"/>
                    <a:pt x="453" y="616"/>
                    <a:pt x="489" y="616"/>
                  </a:cubicBezTo>
                  <a:cubicBezTo>
                    <a:pt x="525" y="616"/>
                    <a:pt x="561" y="602"/>
                    <a:pt x="587" y="574"/>
                  </a:cubicBezTo>
                  <a:cubicBezTo>
                    <a:pt x="641" y="519"/>
                    <a:pt x="641" y="430"/>
                    <a:pt x="587" y="377"/>
                  </a:cubicBezTo>
                  <a:lnTo>
                    <a:pt x="251" y="41"/>
                  </a:lnTo>
                  <a:cubicBezTo>
                    <a:pt x="224" y="14"/>
                    <a:pt x="189" y="1"/>
                    <a:pt x="15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27"/>
            <p:cNvSpPr/>
            <p:nvPr/>
          </p:nvSpPr>
          <p:spPr>
            <a:xfrm>
              <a:off x="2869209" y="3681624"/>
              <a:ext cx="20655" cy="19787"/>
            </a:xfrm>
            <a:custGeom>
              <a:rect b="b" l="l" r="r" t="t"/>
              <a:pathLst>
                <a:path extrusionOk="0" h="616" w="643">
                  <a:moveTo>
                    <a:pt x="154" y="1"/>
                  </a:moveTo>
                  <a:cubicBezTo>
                    <a:pt x="118" y="1"/>
                    <a:pt x="83" y="14"/>
                    <a:pt x="56" y="41"/>
                  </a:cubicBezTo>
                  <a:cubicBezTo>
                    <a:pt x="1" y="96"/>
                    <a:pt x="1" y="184"/>
                    <a:pt x="56" y="239"/>
                  </a:cubicBezTo>
                  <a:lnTo>
                    <a:pt x="390" y="573"/>
                  </a:lnTo>
                  <a:cubicBezTo>
                    <a:pt x="418" y="601"/>
                    <a:pt x="454" y="615"/>
                    <a:pt x="490" y="615"/>
                  </a:cubicBezTo>
                  <a:cubicBezTo>
                    <a:pt x="526" y="615"/>
                    <a:pt x="563" y="601"/>
                    <a:pt x="587" y="573"/>
                  </a:cubicBezTo>
                  <a:cubicBezTo>
                    <a:pt x="642" y="518"/>
                    <a:pt x="642" y="430"/>
                    <a:pt x="587" y="377"/>
                  </a:cubicBezTo>
                  <a:lnTo>
                    <a:pt x="253" y="41"/>
                  </a:lnTo>
                  <a:cubicBezTo>
                    <a:pt x="225" y="14"/>
                    <a:pt x="189" y="1"/>
                    <a:pt x="15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27"/>
            <p:cNvSpPr/>
            <p:nvPr/>
          </p:nvSpPr>
          <p:spPr>
            <a:xfrm>
              <a:off x="2914472" y="3726790"/>
              <a:ext cx="20591" cy="19787"/>
            </a:xfrm>
            <a:custGeom>
              <a:rect b="b" l="l" r="r" t="t"/>
              <a:pathLst>
                <a:path extrusionOk="0" h="616" w="641">
                  <a:moveTo>
                    <a:pt x="153" y="1"/>
                  </a:moveTo>
                  <a:cubicBezTo>
                    <a:pt x="117" y="1"/>
                    <a:pt x="81" y="14"/>
                    <a:pt x="54" y="42"/>
                  </a:cubicBezTo>
                  <a:cubicBezTo>
                    <a:pt x="0" y="95"/>
                    <a:pt x="0" y="184"/>
                    <a:pt x="54" y="239"/>
                  </a:cubicBezTo>
                  <a:lnTo>
                    <a:pt x="390" y="573"/>
                  </a:lnTo>
                  <a:cubicBezTo>
                    <a:pt x="416" y="601"/>
                    <a:pt x="452" y="615"/>
                    <a:pt x="488" y="615"/>
                  </a:cubicBezTo>
                  <a:cubicBezTo>
                    <a:pt x="524" y="615"/>
                    <a:pt x="561" y="602"/>
                    <a:pt x="587" y="573"/>
                  </a:cubicBezTo>
                  <a:cubicBezTo>
                    <a:pt x="640" y="520"/>
                    <a:pt x="640" y="430"/>
                    <a:pt x="587" y="376"/>
                  </a:cubicBezTo>
                  <a:lnTo>
                    <a:pt x="251" y="42"/>
                  </a:lnTo>
                  <a:cubicBezTo>
                    <a:pt x="224" y="14"/>
                    <a:pt x="189" y="1"/>
                    <a:pt x="15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27"/>
            <p:cNvSpPr/>
            <p:nvPr/>
          </p:nvSpPr>
          <p:spPr>
            <a:xfrm>
              <a:off x="2870847" y="3709603"/>
              <a:ext cx="8994" cy="8962"/>
            </a:xfrm>
            <a:custGeom>
              <a:rect b="b" l="l" r="r" t="t"/>
              <a:pathLst>
                <a:path extrusionOk="0" h="279" w="280">
                  <a:moveTo>
                    <a:pt x="139" y="1"/>
                  </a:moveTo>
                  <a:cubicBezTo>
                    <a:pt x="63" y="1"/>
                    <a:pt x="1" y="63"/>
                    <a:pt x="1" y="140"/>
                  </a:cubicBezTo>
                  <a:cubicBezTo>
                    <a:pt x="1" y="216"/>
                    <a:pt x="63" y="279"/>
                    <a:pt x="139" y="279"/>
                  </a:cubicBezTo>
                  <a:cubicBezTo>
                    <a:pt x="218" y="279"/>
                    <a:pt x="280" y="216"/>
                    <a:pt x="280" y="140"/>
                  </a:cubicBezTo>
                  <a:cubicBezTo>
                    <a:pt x="280" y="63"/>
                    <a:pt x="218"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27"/>
            <p:cNvSpPr/>
            <p:nvPr/>
          </p:nvSpPr>
          <p:spPr>
            <a:xfrm>
              <a:off x="2884275" y="3723063"/>
              <a:ext cx="8962" cy="8930"/>
            </a:xfrm>
            <a:custGeom>
              <a:rect b="b" l="l" r="r" t="t"/>
              <a:pathLst>
                <a:path extrusionOk="0" h="278" w="279">
                  <a:moveTo>
                    <a:pt x="140" y="0"/>
                  </a:moveTo>
                  <a:cubicBezTo>
                    <a:pt x="63" y="0"/>
                    <a:pt x="1" y="62"/>
                    <a:pt x="1" y="139"/>
                  </a:cubicBezTo>
                  <a:cubicBezTo>
                    <a:pt x="1" y="216"/>
                    <a:pt x="63" y="278"/>
                    <a:pt x="140" y="278"/>
                  </a:cubicBezTo>
                  <a:cubicBezTo>
                    <a:pt x="217" y="278"/>
                    <a:pt x="279" y="216"/>
                    <a:pt x="279" y="139"/>
                  </a:cubicBezTo>
                  <a:cubicBezTo>
                    <a:pt x="279" y="62"/>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27"/>
            <p:cNvSpPr/>
            <p:nvPr/>
          </p:nvSpPr>
          <p:spPr>
            <a:xfrm>
              <a:off x="2897735" y="3736491"/>
              <a:ext cx="8962" cy="8962"/>
            </a:xfrm>
            <a:custGeom>
              <a:rect b="b" l="l" r="r" t="t"/>
              <a:pathLst>
                <a:path extrusionOk="0" h="279" w="279">
                  <a:moveTo>
                    <a:pt x="139" y="0"/>
                  </a:moveTo>
                  <a:cubicBezTo>
                    <a:pt x="62" y="0"/>
                    <a:pt x="0" y="63"/>
                    <a:pt x="0" y="139"/>
                  </a:cubicBezTo>
                  <a:cubicBezTo>
                    <a:pt x="0" y="216"/>
                    <a:pt x="62"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01" name="Google Shape;3301;p27"/>
          <p:cNvGrpSpPr/>
          <p:nvPr/>
        </p:nvGrpSpPr>
        <p:grpSpPr>
          <a:xfrm>
            <a:off x="2225795" y="3481009"/>
            <a:ext cx="251616" cy="297627"/>
            <a:chOff x="2225795" y="3481009"/>
            <a:chExt cx="251616" cy="297627"/>
          </a:xfrm>
        </p:grpSpPr>
        <p:sp>
          <p:nvSpPr>
            <p:cNvPr id="3302" name="Google Shape;3302;p27"/>
            <p:cNvSpPr/>
            <p:nvPr/>
          </p:nvSpPr>
          <p:spPr>
            <a:xfrm>
              <a:off x="2242018" y="3750754"/>
              <a:ext cx="220392" cy="26726"/>
            </a:xfrm>
            <a:custGeom>
              <a:rect b="b" l="l" r="r" t="t"/>
              <a:pathLst>
                <a:path extrusionOk="0" h="832" w="6861">
                  <a:moveTo>
                    <a:pt x="0" y="1"/>
                  </a:moveTo>
                  <a:lnTo>
                    <a:pt x="0" y="645"/>
                  </a:lnTo>
                  <a:cubicBezTo>
                    <a:pt x="0" y="748"/>
                    <a:pt x="83" y="832"/>
                    <a:pt x="187" y="832"/>
                  </a:cubicBezTo>
                  <a:lnTo>
                    <a:pt x="6636" y="832"/>
                  </a:lnTo>
                  <a:cubicBezTo>
                    <a:pt x="6739" y="832"/>
                    <a:pt x="6822" y="746"/>
                    <a:pt x="6822" y="645"/>
                  </a:cubicBezTo>
                  <a:lnTo>
                    <a:pt x="6861" y="589"/>
                  </a:lnTo>
                  <a:lnTo>
                    <a:pt x="686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27"/>
            <p:cNvSpPr/>
            <p:nvPr/>
          </p:nvSpPr>
          <p:spPr>
            <a:xfrm>
              <a:off x="2240701" y="3750754"/>
              <a:ext cx="221613" cy="27882"/>
            </a:xfrm>
            <a:custGeom>
              <a:rect b="b" l="l" r="r" t="t"/>
              <a:pathLst>
                <a:path extrusionOk="0" h="868" w="6899">
                  <a:moveTo>
                    <a:pt x="1" y="1"/>
                  </a:moveTo>
                  <a:lnTo>
                    <a:pt x="1" y="681"/>
                  </a:lnTo>
                  <a:cubicBezTo>
                    <a:pt x="1" y="784"/>
                    <a:pt x="85" y="868"/>
                    <a:pt x="188" y="868"/>
                  </a:cubicBezTo>
                  <a:lnTo>
                    <a:pt x="6714" y="868"/>
                  </a:lnTo>
                  <a:cubicBezTo>
                    <a:pt x="6816" y="868"/>
                    <a:pt x="6899" y="784"/>
                    <a:pt x="6899" y="681"/>
                  </a:cubicBezTo>
                  <a:lnTo>
                    <a:pt x="6899" y="587"/>
                  </a:lnTo>
                  <a:lnTo>
                    <a:pt x="338" y="587"/>
                  </a:lnTo>
                  <a:lnTo>
                    <a:pt x="338" y="589"/>
                  </a:lnTo>
                  <a:cubicBezTo>
                    <a:pt x="308" y="589"/>
                    <a:pt x="282" y="564"/>
                    <a:pt x="282" y="534"/>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27"/>
            <p:cNvSpPr/>
            <p:nvPr/>
          </p:nvSpPr>
          <p:spPr>
            <a:xfrm>
              <a:off x="2243753" y="3531926"/>
              <a:ext cx="218561" cy="168322"/>
            </a:xfrm>
            <a:custGeom>
              <a:rect b="b" l="l" r="r" t="t"/>
              <a:pathLst>
                <a:path extrusionOk="0" h="5240" w="6804">
                  <a:moveTo>
                    <a:pt x="0" y="0"/>
                  </a:moveTo>
                  <a:lnTo>
                    <a:pt x="0" y="5239"/>
                  </a:lnTo>
                  <a:lnTo>
                    <a:pt x="6730" y="5239"/>
                  </a:lnTo>
                  <a:lnTo>
                    <a:pt x="6804" y="4958"/>
                  </a:lnTo>
                  <a:lnTo>
                    <a:pt x="6804" y="0"/>
                  </a:lnTo>
                  <a:close/>
                </a:path>
              </a:pathLst>
            </a:custGeom>
            <a:solidFill>
              <a:srgbClr val="8E73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27"/>
            <p:cNvSpPr/>
            <p:nvPr/>
          </p:nvSpPr>
          <p:spPr>
            <a:xfrm>
              <a:off x="2240701" y="3531926"/>
              <a:ext cx="221613" cy="171245"/>
            </a:xfrm>
            <a:custGeom>
              <a:rect b="b" l="l" r="r" t="t"/>
              <a:pathLst>
                <a:path extrusionOk="0" h="5331" w="6899">
                  <a:moveTo>
                    <a:pt x="1" y="0"/>
                  </a:moveTo>
                  <a:lnTo>
                    <a:pt x="1" y="5330"/>
                  </a:lnTo>
                  <a:lnTo>
                    <a:pt x="6899" y="5330"/>
                  </a:lnTo>
                  <a:lnTo>
                    <a:pt x="6899" y="4958"/>
                  </a:lnTo>
                  <a:lnTo>
                    <a:pt x="374" y="4958"/>
                  </a:lnTo>
                  <a:cubicBezTo>
                    <a:pt x="324" y="4958"/>
                    <a:pt x="282" y="4916"/>
                    <a:pt x="282" y="4866"/>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27"/>
            <p:cNvSpPr/>
            <p:nvPr/>
          </p:nvSpPr>
          <p:spPr>
            <a:xfrm>
              <a:off x="2259911" y="3553353"/>
              <a:ext cx="184512" cy="89975"/>
            </a:xfrm>
            <a:custGeom>
              <a:rect b="b" l="l" r="r" t="t"/>
              <a:pathLst>
                <a:path extrusionOk="0" h="2801" w="5744">
                  <a:moveTo>
                    <a:pt x="243" y="1"/>
                  </a:moveTo>
                  <a:lnTo>
                    <a:pt x="95" y="38"/>
                  </a:lnTo>
                  <a:cubicBezTo>
                    <a:pt x="43" y="38"/>
                    <a:pt x="1" y="82"/>
                    <a:pt x="1" y="132"/>
                  </a:cubicBezTo>
                  <a:lnTo>
                    <a:pt x="1" y="2706"/>
                  </a:lnTo>
                  <a:cubicBezTo>
                    <a:pt x="1" y="2758"/>
                    <a:pt x="44" y="2800"/>
                    <a:pt x="95" y="2800"/>
                  </a:cubicBezTo>
                  <a:lnTo>
                    <a:pt x="5603" y="2782"/>
                  </a:lnTo>
                  <a:cubicBezTo>
                    <a:pt x="5655" y="2782"/>
                    <a:pt x="5697" y="2741"/>
                    <a:pt x="5697" y="2686"/>
                  </a:cubicBezTo>
                  <a:lnTo>
                    <a:pt x="5744" y="2275"/>
                  </a:lnTo>
                  <a:lnTo>
                    <a:pt x="5744" y="1138"/>
                  </a:lnTo>
                  <a:lnTo>
                    <a:pt x="5670" y="827"/>
                  </a:lnTo>
                  <a:lnTo>
                    <a:pt x="5744" y="580"/>
                  </a:lnTo>
                  <a:lnTo>
                    <a:pt x="5744" y="95"/>
                  </a:lnTo>
                  <a:cubicBezTo>
                    <a:pt x="5744" y="43"/>
                    <a:pt x="5700" y="1"/>
                    <a:pt x="565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27"/>
            <p:cNvSpPr/>
            <p:nvPr/>
          </p:nvSpPr>
          <p:spPr>
            <a:xfrm>
              <a:off x="2258722" y="3553417"/>
              <a:ext cx="127912" cy="91099"/>
            </a:xfrm>
            <a:custGeom>
              <a:rect b="b" l="l" r="r" t="t"/>
              <a:pathLst>
                <a:path extrusionOk="0" h="2836" w="3982">
                  <a:moveTo>
                    <a:pt x="94" y="0"/>
                  </a:moveTo>
                  <a:cubicBezTo>
                    <a:pt x="44" y="0"/>
                    <a:pt x="0" y="42"/>
                    <a:pt x="0" y="94"/>
                  </a:cubicBezTo>
                  <a:lnTo>
                    <a:pt x="0" y="1698"/>
                  </a:lnTo>
                  <a:lnTo>
                    <a:pt x="74" y="1996"/>
                  </a:lnTo>
                  <a:lnTo>
                    <a:pt x="0" y="2257"/>
                  </a:lnTo>
                  <a:lnTo>
                    <a:pt x="0" y="2742"/>
                  </a:lnTo>
                  <a:cubicBezTo>
                    <a:pt x="0" y="2793"/>
                    <a:pt x="41" y="2836"/>
                    <a:pt x="94" y="2836"/>
                  </a:cubicBezTo>
                  <a:lnTo>
                    <a:pt x="3916" y="2836"/>
                  </a:lnTo>
                  <a:cubicBezTo>
                    <a:pt x="3916" y="2836"/>
                    <a:pt x="3981" y="2726"/>
                    <a:pt x="3981" y="2675"/>
                  </a:cubicBezTo>
                  <a:lnTo>
                    <a:pt x="3916" y="2558"/>
                  </a:lnTo>
                  <a:lnTo>
                    <a:pt x="374" y="2558"/>
                  </a:lnTo>
                  <a:lnTo>
                    <a:pt x="374" y="2555"/>
                  </a:lnTo>
                  <a:cubicBezTo>
                    <a:pt x="323" y="2555"/>
                    <a:pt x="280" y="2515"/>
                    <a:pt x="280" y="2461"/>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27"/>
            <p:cNvSpPr/>
            <p:nvPr/>
          </p:nvSpPr>
          <p:spPr>
            <a:xfrm>
              <a:off x="2260586" y="3607963"/>
              <a:ext cx="48505" cy="16158"/>
            </a:xfrm>
            <a:custGeom>
              <a:rect b="b" l="l" r="r" t="t"/>
              <a:pathLst>
                <a:path extrusionOk="0" h="503" w="1510">
                  <a:moveTo>
                    <a:pt x="224" y="0"/>
                  </a:moveTo>
                  <a:lnTo>
                    <a:pt x="0" y="57"/>
                  </a:lnTo>
                  <a:lnTo>
                    <a:pt x="0" y="502"/>
                  </a:lnTo>
                  <a:lnTo>
                    <a:pt x="1361" y="502"/>
                  </a:lnTo>
                  <a:cubicBezTo>
                    <a:pt x="1412" y="502"/>
                    <a:pt x="1452" y="462"/>
                    <a:pt x="1455" y="411"/>
                  </a:cubicBezTo>
                  <a:lnTo>
                    <a:pt x="1510" y="281"/>
                  </a:lnTo>
                  <a:lnTo>
                    <a:pt x="1510" y="94"/>
                  </a:lnTo>
                  <a:cubicBezTo>
                    <a:pt x="1510" y="42"/>
                    <a:pt x="1467" y="0"/>
                    <a:pt x="141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27"/>
            <p:cNvSpPr/>
            <p:nvPr/>
          </p:nvSpPr>
          <p:spPr>
            <a:xfrm>
              <a:off x="2258722" y="3607963"/>
              <a:ext cx="50336" cy="17956"/>
            </a:xfrm>
            <a:custGeom>
              <a:rect b="b" l="l" r="r" t="t"/>
              <a:pathLst>
                <a:path extrusionOk="0" h="559" w="1567">
                  <a:moveTo>
                    <a:pt x="0" y="0"/>
                  </a:moveTo>
                  <a:lnTo>
                    <a:pt x="0" y="559"/>
                  </a:lnTo>
                  <a:lnTo>
                    <a:pt x="1472" y="559"/>
                  </a:lnTo>
                  <a:cubicBezTo>
                    <a:pt x="1523" y="559"/>
                    <a:pt x="1567" y="517"/>
                    <a:pt x="1567" y="465"/>
                  </a:cubicBezTo>
                  <a:lnTo>
                    <a:pt x="1567" y="278"/>
                  </a:lnTo>
                  <a:lnTo>
                    <a:pt x="374" y="278"/>
                  </a:lnTo>
                  <a:cubicBezTo>
                    <a:pt x="372" y="278"/>
                    <a:pt x="370" y="278"/>
                    <a:pt x="369" y="278"/>
                  </a:cubicBezTo>
                  <a:cubicBezTo>
                    <a:pt x="319" y="278"/>
                    <a:pt x="280" y="237"/>
                    <a:pt x="280" y="187"/>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27"/>
            <p:cNvSpPr/>
            <p:nvPr/>
          </p:nvSpPr>
          <p:spPr>
            <a:xfrm>
              <a:off x="2298235" y="3571920"/>
              <a:ext cx="49147" cy="16864"/>
            </a:xfrm>
            <a:custGeom>
              <a:rect b="b" l="l" r="r" t="t"/>
              <a:pathLst>
                <a:path extrusionOk="0" h="525" w="1530">
                  <a:moveTo>
                    <a:pt x="242" y="0"/>
                  </a:moveTo>
                  <a:lnTo>
                    <a:pt x="95" y="38"/>
                  </a:lnTo>
                  <a:cubicBezTo>
                    <a:pt x="41" y="38"/>
                    <a:pt x="1" y="81"/>
                    <a:pt x="1" y="132"/>
                  </a:cubicBezTo>
                  <a:lnTo>
                    <a:pt x="1" y="430"/>
                  </a:lnTo>
                  <a:cubicBezTo>
                    <a:pt x="1" y="484"/>
                    <a:pt x="44" y="524"/>
                    <a:pt x="95" y="524"/>
                  </a:cubicBezTo>
                  <a:lnTo>
                    <a:pt x="1399" y="524"/>
                  </a:lnTo>
                  <a:cubicBezTo>
                    <a:pt x="1451" y="524"/>
                    <a:pt x="1493" y="484"/>
                    <a:pt x="1492" y="429"/>
                  </a:cubicBezTo>
                  <a:lnTo>
                    <a:pt x="1529" y="281"/>
                  </a:lnTo>
                  <a:lnTo>
                    <a:pt x="1529" y="94"/>
                  </a:lnTo>
                  <a:cubicBezTo>
                    <a:pt x="1529" y="42"/>
                    <a:pt x="1486" y="0"/>
                    <a:pt x="143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27"/>
            <p:cNvSpPr/>
            <p:nvPr/>
          </p:nvSpPr>
          <p:spPr>
            <a:xfrm>
              <a:off x="2296982" y="3572017"/>
              <a:ext cx="50400" cy="18053"/>
            </a:xfrm>
            <a:custGeom>
              <a:rect b="b" l="l" r="r" t="t"/>
              <a:pathLst>
                <a:path extrusionOk="0" h="562" w="1569">
                  <a:moveTo>
                    <a:pt x="95" y="0"/>
                  </a:moveTo>
                  <a:cubicBezTo>
                    <a:pt x="44" y="0"/>
                    <a:pt x="1" y="42"/>
                    <a:pt x="1" y="94"/>
                  </a:cubicBezTo>
                  <a:lnTo>
                    <a:pt x="1" y="468"/>
                  </a:lnTo>
                  <a:cubicBezTo>
                    <a:pt x="1" y="518"/>
                    <a:pt x="43" y="562"/>
                    <a:pt x="95" y="562"/>
                  </a:cubicBezTo>
                  <a:lnTo>
                    <a:pt x="1474" y="562"/>
                  </a:lnTo>
                  <a:cubicBezTo>
                    <a:pt x="1525" y="562"/>
                    <a:pt x="1568" y="520"/>
                    <a:pt x="1568" y="468"/>
                  </a:cubicBezTo>
                  <a:lnTo>
                    <a:pt x="1568" y="281"/>
                  </a:lnTo>
                  <a:lnTo>
                    <a:pt x="376" y="281"/>
                  </a:lnTo>
                  <a:cubicBezTo>
                    <a:pt x="325" y="281"/>
                    <a:pt x="281" y="239"/>
                    <a:pt x="281" y="187"/>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27"/>
            <p:cNvSpPr/>
            <p:nvPr/>
          </p:nvSpPr>
          <p:spPr>
            <a:xfrm>
              <a:off x="2427631" y="3571920"/>
              <a:ext cx="16800" cy="16864"/>
            </a:xfrm>
            <a:custGeom>
              <a:rect b="b" l="l" r="r" t="t"/>
              <a:pathLst>
                <a:path extrusionOk="0" h="525" w="523">
                  <a:moveTo>
                    <a:pt x="242" y="0"/>
                  </a:moveTo>
                  <a:lnTo>
                    <a:pt x="94" y="38"/>
                  </a:lnTo>
                  <a:cubicBezTo>
                    <a:pt x="42" y="38"/>
                    <a:pt x="0" y="81"/>
                    <a:pt x="0" y="132"/>
                  </a:cubicBezTo>
                  <a:lnTo>
                    <a:pt x="0" y="430"/>
                  </a:lnTo>
                  <a:cubicBezTo>
                    <a:pt x="0" y="484"/>
                    <a:pt x="43" y="524"/>
                    <a:pt x="94" y="524"/>
                  </a:cubicBezTo>
                  <a:lnTo>
                    <a:pt x="485" y="524"/>
                  </a:lnTo>
                  <a:lnTo>
                    <a:pt x="523" y="281"/>
                  </a:lnTo>
                  <a:lnTo>
                    <a:pt x="523"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27"/>
            <p:cNvSpPr/>
            <p:nvPr/>
          </p:nvSpPr>
          <p:spPr>
            <a:xfrm>
              <a:off x="2426346" y="3572017"/>
              <a:ext cx="18053" cy="18053"/>
            </a:xfrm>
            <a:custGeom>
              <a:rect b="b" l="l" r="r" t="t"/>
              <a:pathLst>
                <a:path extrusionOk="0" h="562" w="562">
                  <a:moveTo>
                    <a:pt x="95" y="0"/>
                  </a:moveTo>
                  <a:cubicBezTo>
                    <a:pt x="43" y="0"/>
                    <a:pt x="1" y="42"/>
                    <a:pt x="1" y="94"/>
                  </a:cubicBezTo>
                  <a:lnTo>
                    <a:pt x="1" y="468"/>
                  </a:lnTo>
                  <a:cubicBezTo>
                    <a:pt x="1" y="518"/>
                    <a:pt x="41" y="562"/>
                    <a:pt x="95" y="562"/>
                  </a:cubicBezTo>
                  <a:lnTo>
                    <a:pt x="561" y="562"/>
                  </a:lnTo>
                  <a:lnTo>
                    <a:pt x="561" y="281"/>
                  </a:lnTo>
                  <a:lnTo>
                    <a:pt x="374" y="281"/>
                  </a:lnTo>
                  <a:cubicBezTo>
                    <a:pt x="324" y="281"/>
                    <a:pt x="280" y="239"/>
                    <a:pt x="280" y="187"/>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27"/>
            <p:cNvSpPr/>
            <p:nvPr/>
          </p:nvSpPr>
          <p:spPr>
            <a:xfrm>
              <a:off x="2385709" y="3626499"/>
              <a:ext cx="58720" cy="16832"/>
            </a:xfrm>
            <a:custGeom>
              <a:rect b="b" l="l" r="r" t="t"/>
              <a:pathLst>
                <a:path extrusionOk="0" h="524" w="1828">
                  <a:moveTo>
                    <a:pt x="242" y="1"/>
                  </a:moveTo>
                  <a:lnTo>
                    <a:pt x="95" y="38"/>
                  </a:lnTo>
                  <a:cubicBezTo>
                    <a:pt x="43" y="38"/>
                    <a:pt x="1" y="82"/>
                    <a:pt x="1" y="132"/>
                  </a:cubicBezTo>
                  <a:lnTo>
                    <a:pt x="1" y="523"/>
                  </a:lnTo>
                  <a:lnTo>
                    <a:pt x="1696" y="523"/>
                  </a:lnTo>
                  <a:cubicBezTo>
                    <a:pt x="1748" y="523"/>
                    <a:pt x="1790" y="481"/>
                    <a:pt x="1790" y="429"/>
                  </a:cubicBezTo>
                  <a:lnTo>
                    <a:pt x="1828" y="280"/>
                  </a:lnTo>
                  <a:lnTo>
                    <a:pt x="182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27"/>
            <p:cNvSpPr/>
            <p:nvPr/>
          </p:nvSpPr>
          <p:spPr>
            <a:xfrm>
              <a:off x="2384520" y="3626499"/>
              <a:ext cx="59908" cy="18021"/>
            </a:xfrm>
            <a:custGeom>
              <a:rect b="b" l="l" r="r" t="t"/>
              <a:pathLst>
                <a:path extrusionOk="0" h="561" w="1865">
                  <a:moveTo>
                    <a:pt x="94" y="1"/>
                  </a:moveTo>
                  <a:cubicBezTo>
                    <a:pt x="42" y="1"/>
                    <a:pt x="0" y="41"/>
                    <a:pt x="0" y="95"/>
                  </a:cubicBezTo>
                  <a:lnTo>
                    <a:pt x="0" y="561"/>
                  </a:lnTo>
                  <a:lnTo>
                    <a:pt x="1771" y="561"/>
                  </a:lnTo>
                  <a:cubicBezTo>
                    <a:pt x="1821" y="561"/>
                    <a:pt x="1865" y="519"/>
                    <a:pt x="1865" y="467"/>
                  </a:cubicBezTo>
                  <a:lnTo>
                    <a:pt x="1865" y="280"/>
                  </a:lnTo>
                  <a:lnTo>
                    <a:pt x="374" y="280"/>
                  </a:lnTo>
                  <a:cubicBezTo>
                    <a:pt x="321" y="280"/>
                    <a:pt x="279" y="240"/>
                    <a:pt x="279" y="186"/>
                  </a:cubicBezTo>
                  <a:lnTo>
                    <a:pt x="27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27"/>
            <p:cNvSpPr/>
            <p:nvPr/>
          </p:nvSpPr>
          <p:spPr>
            <a:xfrm>
              <a:off x="2366820" y="3590552"/>
              <a:ext cx="16832" cy="16832"/>
            </a:xfrm>
            <a:custGeom>
              <a:rect b="b" l="l" r="r" t="t"/>
              <a:pathLst>
                <a:path extrusionOk="0" h="524" w="524">
                  <a:moveTo>
                    <a:pt x="243" y="1"/>
                  </a:moveTo>
                  <a:cubicBezTo>
                    <a:pt x="214" y="1"/>
                    <a:pt x="189" y="5"/>
                    <a:pt x="162" y="14"/>
                  </a:cubicBezTo>
                  <a:cubicBezTo>
                    <a:pt x="47" y="50"/>
                    <a:pt x="1" y="282"/>
                    <a:pt x="1" y="282"/>
                  </a:cubicBezTo>
                  <a:cubicBezTo>
                    <a:pt x="1" y="435"/>
                    <a:pt x="89" y="523"/>
                    <a:pt x="243" y="523"/>
                  </a:cubicBezTo>
                  <a:cubicBezTo>
                    <a:pt x="243" y="523"/>
                    <a:pt x="476" y="477"/>
                    <a:pt x="511" y="363"/>
                  </a:cubicBezTo>
                  <a:cubicBezTo>
                    <a:pt x="519" y="338"/>
                    <a:pt x="524" y="310"/>
                    <a:pt x="524" y="282"/>
                  </a:cubicBezTo>
                  <a:cubicBezTo>
                    <a:pt x="524" y="125"/>
                    <a:pt x="396" y="1"/>
                    <a:pt x="24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27"/>
            <p:cNvSpPr/>
            <p:nvPr/>
          </p:nvSpPr>
          <p:spPr>
            <a:xfrm>
              <a:off x="2365567" y="3590938"/>
              <a:ext cx="17667" cy="17603"/>
            </a:xfrm>
            <a:custGeom>
              <a:rect b="b" l="l" r="r" t="t"/>
              <a:pathLst>
                <a:path extrusionOk="0" h="548" w="550">
                  <a:moveTo>
                    <a:pt x="201" y="0"/>
                  </a:moveTo>
                  <a:lnTo>
                    <a:pt x="201" y="0"/>
                  </a:lnTo>
                  <a:cubicBezTo>
                    <a:pt x="86" y="34"/>
                    <a:pt x="1" y="141"/>
                    <a:pt x="1" y="268"/>
                  </a:cubicBezTo>
                  <a:cubicBezTo>
                    <a:pt x="1" y="422"/>
                    <a:pt x="127" y="547"/>
                    <a:pt x="282" y="547"/>
                  </a:cubicBezTo>
                  <a:cubicBezTo>
                    <a:pt x="409" y="547"/>
                    <a:pt x="515" y="465"/>
                    <a:pt x="550" y="349"/>
                  </a:cubicBezTo>
                  <a:lnTo>
                    <a:pt x="550" y="349"/>
                  </a:lnTo>
                  <a:cubicBezTo>
                    <a:pt x="525" y="358"/>
                    <a:pt x="497" y="362"/>
                    <a:pt x="468" y="362"/>
                  </a:cubicBezTo>
                  <a:cubicBezTo>
                    <a:pt x="315" y="362"/>
                    <a:pt x="188" y="236"/>
                    <a:pt x="188" y="81"/>
                  </a:cubicBezTo>
                  <a:cubicBezTo>
                    <a:pt x="188" y="52"/>
                    <a:pt x="192" y="25"/>
                    <a:pt x="20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27"/>
            <p:cNvSpPr/>
            <p:nvPr/>
          </p:nvSpPr>
          <p:spPr>
            <a:xfrm>
              <a:off x="2268841" y="3663955"/>
              <a:ext cx="40828" cy="19177"/>
            </a:xfrm>
            <a:custGeom>
              <a:rect b="b" l="l" r="r" t="t"/>
              <a:pathLst>
                <a:path extrusionOk="0" h="597" w="1271">
                  <a:moveTo>
                    <a:pt x="244" y="0"/>
                  </a:moveTo>
                  <a:lnTo>
                    <a:pt x="95" y="17"/>
                  </a:lnTo>
                  <a:cubicBezTo>
                    <a:pt x="44" y="17"/>
                    <a:pt x="1" y="59"/>
                    <a:pt x="1" y="112"/>
                  </a:cubicBezTo>
                  <a:lnTo>
                    <a:pt x="1" y="597"/>
                  </a:lnTo>
                  <a:lnTo>
                    <a:pt x="1231" y="597"/>
                  </a:lnTo>
                  <a:lnTo>
                    <a:pt x="1270" y="316"/>
                  </a:lnTo>
                  <a:lnTo>
                    <a:pt x="1270" y="91"/>
                  </a:lnTo>
                  <a:cubicBezTo>
                    <a:pt x="1270" y="41"/>
                    <a:pt x="1228" y="0"/>
                    <a:pt x="11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27"/>
            <p:cNvSpPr/>
            <p:nvPr/>
          </p:nvSpPr>
          <p:spPr>
            <a:xfrm>
              <a:off x="2267653" y="3663955"/>
              <a:ext cx="41920" cy="21554"/>
            </a:xfrm>
            <a:custGeom>
              <a:rect b="b" l="l" r="r" t="t"/>
              <a:pathLst>
                <a:path extrusionOk="0" h="671" w="1305">
                  <a:moveTo>
                    <a:pt x="94" y="0"/>
                  </a:moveTo>
                  <a:cubicBezTo>
                    <a:pt x="44" y="0"/>
                    <a:pt x="0" y="41"/>
                    <a:pt x="0" y="94"/>
                  </a:cubicBezTo>
                  <a:lnTo>
                    <a:pt x="0" y="670"/>
                  </a:lnTo>
                  <a:lnTo>
                    <a:pt x="1304" y="670"/>
                  </a:lnTo>
                  <a:lnTo>
                    <a:pt x="1304" y="316"/>
                  </a:lnTo>
                  <a:lnTo>
                    <a:pt x="374" y="316"/>
                  </a:lnTo>
                  <a:cubicBezTo>
                    <a:pt x="323" y="316"/>
                    <a:pt x="281" y="275"/>
                    <a:pt x="281" y="224"/>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27"/>
            <p:cNvSpPr/>
            <p:nvPr/>
          </p:nvSpPr>
          <p:spPr>
            <a:xfrm>
              <a:off x="2394639" y="3663955"/>
              <a:ext cx="40828" cy="19209"/>
            </a:xfrm>
            <a:custGeom>
              <a:rect b="b" l="l" r="r" t="t"/>
              <a:pathLst>
                <a:path extrusionOk="0" h="598" w="1271">
                  <a:moveTo>
                    <a:pt x="244" y="0"/>
                  </a:moveTo>
                  <a:lnTo>
                    <a:pt x="95" y="38"/>
                  </a:lnTo>
                  <a:cubicBezTo>
                    <a:pt x="44" y="38"/>
                    <a:pt x="1" y="80"/>
                    <a:pt x="1" y="132"/>
                  </a:cubicBezTo>
                  <a:lnTo>
                    <a:pt x="1" y="598"/>
                  </a:lnTo>
                  <a:lnTo>
                    <a:pt x="1231" y="598"/>
                  </a:lnTo>
                  <a:lnTo>
                    <a:pt x="1270" y="319"/>
                  </a:lnTo>
                  <a:lnTo>
                    <a:pt x="1270" y="94"/>
                  </a:lnTo>
                  <a:cubicBezTo>
                    <a:pt x="1267" y="41"/>
                    <a:pt x="1227"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27"/>
            <p:cNvSpPr/>
            <p:nvPr/>
          </p:nvSpPr>
          <p:spPr>
            <a:xfrm>
              <a:off x="2393451" y="3663955"/>
              <a:ext cx="41920" cy="21554"/>
            </a:xfrm>
            <a:custGeom>
              <a:rect b="b" l="l" r="r" t="t"/>
              <a:pathLst>
                <a:path extrusionOk="0" h="671" w="1305">
                  <a:moveTo>
                    <a:pt x="94" y="0"/>
                  </a:moveTo>
                  <a:cubicBezTo>
                    <a:pt x="43" y="0"/>
                    <a:pt x="0" y="41"/>
                    <a:pt x="0" y="94"/>
                  </a:cubicBezTo>
                  <a:lnTo>
                    <a:pt x="0" y="670"/>
                  </a:lnTo>
                  <a:lnTo>
                    <a:pt x="1304" y="670"/>
                  </a:lnTo>
                  <a:lnTo>
                    <a:pt x="1304" y="316"/>
                  </a:lnTo>
                  <a:lnTo>
                    <a:pt x="374" y="316"/>
                  </a:lnTo>
                  <a:cubicBezTo>
                    <a:pt x="323" y="316"/>
                    <a:pt x="281" y="275"/>
                    <a:pt x="281" y="224"/>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27"/>
            <p:cNvSpPr/>
            <p:nvPr/>
          </p:nvSpPr>
          <p:spPr>
            <a:xfrm>
              <a:off x="2259911" y="3683101"/>
              <a:ext cx="58720" cy="17153"/>
            </a:xfrm>
            <a:custGeom>
              <a:rect b="b" l="l" r="r" t="t"/>
              <a:pathLst>
                <a:path extrusionOk="0" h="534" w="1828">
                  <a:moveTo>
                    <a:pt x="243" y="1"/>
                  </a:moveTo>
                  <a:lnTo>
                    <a:pt x="95" y="38"/>
                  </a:lnTo>
                  <a:cubicBezTo>
                    <a:pt x="44" y="38"/>
                    <a:pt x="1" y="80"/>
                    <a:pt x="1" y="132"/>
                  </a:cubicBezTo>
                  <a:lnTo>
                    <a:pt x="1" y="533"/>
                  </a:lnTo>
                  <a:lnTo>
                    <a:pt x="1790" y="533"/>
                  </a:lnTo>
                  <a:lnTo>
                    <a:pt x="1828" y="252"/>
                  </a:lnTo>
                  <a:lnTo>
                    <a:pt x="1828" y="93"/>
                  </a:lnTo>
                  <a:cubicBezTo>
                    <a:pt x="1826" y="42"/>
                    <a:pt x="1784" y="1"/>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27"/>
            <p:cNvSpPr/>
            <p:nvPr/>
          </p:nvSpPr>
          <p:spPr>
            <a:xfrm>
              <a:off x="2258722" y="3683101"/>
              <a:ext cx="59876" cy="19530"/>
            </a:xfrm>
            <a:custGeom>
              <a:rect b="b" l="l" r="r" t="t"/>
              <a:pathLst>
                <a:path extrusionOk="0" h="608" w="1864">
                  <a:moveTo>
                    <a:pt x="94" y="1"/>
                  </a:moveTo>
                  <a:cubicBezTo>
                    <a:pt x="42" y="1"/>
                    <a:pt x="0" y="42"/>
                    <a:pt x="0" y="95"/>
                  </a:cubicBezTo>
                  <a:lnTo>
                    <a:pt x="0" y="607"/>
                  </a:lnTo>
                  <a:lnTo>
                    <a:pt x="1863" y="607"/>
                  </a:lnTo>
                  <a:lnTo>
                    <a:pt x="1863" y="252"/>
                  </a:lnTo>
                  <a:lnTo>
                    <a:pt x="372" y="252"/>
                  </a:lnTo>
                  <a:cubicBezTo>
                    <a:pt x="322" y="252"/>
                    <a:pt x="280" y="210"/>
                    <a:pt x="280" y="160"/>
                  </a:cubicBezTo>
                  <a:lnTo>
                    <a:pt x="28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27"/>
            <p:cNvSpPr/>
            <p:nvPr/>
          </p:nvSpPr>
          <p:spPr>
            <a:xfrm>
              <a:off x="2385677" y="3683101"/>
              <a:ext cx="58720" cy="17153"/>
            </a:xfrm>
            <a:custGeom>
              <a:rect b="b" l="l" r="r" t="t"/>
              <a:pathLst>
                <a:path extrusionOk="0" h="534" w="1828">
                  <a:moveTo>
                    <a:pt x="242" y="1"/>
                  </a:moveTo>
                  <a:lnTo>
                    <a:pt x="94" y="38"/>
                  </a:lnTo>
                  <a:cubicBezTo>
                    <a:pt x="44" y="38"/>
                    <a:pt x="0" y="80"/>
                    <a:pt x="0" y="132"/>
                  </a:cubicBezTo>
                  <a:lnTo>
                    <a:pt x="0" y="533"/>
                  </a:lnTo>
                  <a:lnTo>
                    <a:pt x="1790" y="533"/>
                  </a:lnTo>
                  <a:lnTo>
                    <a:pt x="1827" y="252"/>
                  </a:lnTo>
                  <a:lnTo>
                    <a:pt x="1827" y="93"/>
                  </a:lnTo>
                  <a:cubicBezTo>
                    <a:pt x="1827" y="42"/>
                    <a:pt x="1785"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27"/>
            <p:cNvSpPr/>
            <p:nvPr/>
          </p:nvSpPr>
          <p:spPr>
            <a:xfrm>
              <a:off x="2384424" y="3683101"/>
              <a:ext cx="59908" cy="19530"/>
            </a:xfrm>
            <a:custGeom>
              <a:rect b="b" l="l" r="r" t="t"/>
              <a:pathLst>
                <a:path extrusionOk="0" h="608" w="1865">
                  <a:moveTo>
                    <a:pt x="94" y="1"/>
                  </a:moveTo>
                  <a:cubicBezTo>
                    <a:pt x="44" y="1"/>
                    <a:pt x="0" y="42"/>
                    <a:pt x="0" y="95"/>
                  </a:cubicBezTo>
                  <a:lnTo>
                    <a:pt x="0" y="607"/>
                  </a:lnTo>
                  <a:lnTo>
                    <a:pt x="1865" y="607"/>
                  </a:lnTo>
                  <a:lnTo>
                    <a:pt x="1865" y="252"/>
                  </a:lnTo>
                  <a:lnTo>
                    <a:pt x="374" y="252"/>
                  </a:lnTo>
                  <a:cubicBezTo>
                    <a:pt x="323" y="252"/>
                    <a:pt x="281" y="210"/>
                    <a:pt x="281" y="160"/>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27"/>
            <p:cNvSpPr/>
            <p:nvPr/>
          </p:nvSpPr>
          <p:spPr>
            <a:xfrm>
              <a:off x="2346453" y="3643749"/>
              <a:ext cx="12592" cy="44458"/>
            </a:xfrm>
            <a:custGeom>
              <a:rect b="b" l="l" r="r" t="t"/>
              <a:pathLst>
                <a:path extrusionOk="0" h="1384" w="392">
                  <a:moveTo>
                    <a:pt x="1" y="1"/>
                  </a:moveTo>
                  <a:lnTo>
                    <a:pt x="1" y="1383"/>
                  </a:lnTo>
                  <a:lnTo>
                    <a:pt x="318" y="1383"/>
                  </a:lnTo>
                  <a:lnTo>
                    <a:pt x="392" y="1082"/>
                  </a:lnTo>
                  <a:lnTo>
                    <a:pt x="392"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27"/>
            <p:cNvSpPr/>
            <p:nvPr/>
          </p:nvSpPr>
          <p:spPr>
            <a:xfrm>
              <a:off x="2344108" y="3643717"/>
              <a:ext cx="14937" cy="49822"/>
            </a:xfrm>
            <a:custGeom>
              <a:rect b="b" l="l" r="r" t="t"/>
              <a:pathLst>
                <a:path extrusionOk="0" h="1551" w="465">
                  <a:moveTo>
                    <a:pt x="0" y="0"/>
                  </a:moveTo>
                  <a:lnTo>
                    <a:pt x="0" y="1082"/>
                  </a:lnTo>
                  <a:lnTo>
                    <a:pt x="0" y="1551"/>
                  </a:lnTo>
                  <a:lnTo>
                    <a:pt x="465" y="1551"/>
                  </a:lnTo>
                  <a:lnTo>
                    <a:pt x="465" y="1083"/>
                  </a:lnTo>
                  <a:cubicBezTo>
                    <a:pt x="395" y="1044"/>
                    <a:pt x="317" y="1021"/>
                    <a:pt x="232" y="1021"/>
                  </a:cubicBezTo>
                  <a:cubicBezTo>
                    <a:pt x="217" y="1021"/>
                    <a:pt x="204" y="1008"/>
                    <a:pt x="204" y="993"/>
                  </a:cubicBezTo>
                  <a:lnTo>
                    <a:pt x="204"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27"/>
            <p:cNvSpPr/>
            <p:nvPr/>
          </p:nvSpPr>
          <p:spPr>
            <a:xfrm>
              <a:off x="2337716" y="3627527"/>
              <a:ext cx="28814" cy="28782"/>
            </a:xfrm>
            <a:custGeom>
              <a:rect b="b" l="l" r="r" t="t"/>
              <a:pathLst>
                <a:path extrusionOk="0" h="896" w="897">
                  <a:moveTo>
                    <a:pt x="431" y="1"/>
                  </a:moveTo>
                  <a:cubicBezTo>
                    <a:pt x="374" y="1"/>
                    <a:pt x="322" y="9"/>
                    <a:pt x="271" y="28"/>
                  </a:cubicBezTo>
                  <a:cubicBezTo>
                    <a:pt x="92" y="93"/>
                    <a:pt x="1" y="425"/>
                    <a:pt x="1" y="465"/>
                  </a:cubicBezTo>
                  <a:cubicBezTo>
                    <a:pt x="1" y="723"/>
                    <a:pt x="173" y="895"/>
                    <a:pt x="431" y="895"/>
                  </a:cubicBezTo>
                  <a:cubicBezTo>
                    <a:pt x="477" y="895"/>
                    <a:pt x="803" y="804"/>
                    <a:pt x="868" y="625"/>
                  </a:cubicBezTo>
                  <a:cubicBezTo>
                    <a:pt x="888" y="577"/>
                    <a:pt x="897" y="522"/>
                    <a:pt x="897" y="468"/>
                  </a:cubicBezTo>
                  <a:cubicBezTo>
                    <a:pt x="897" y="210"/>
                    <a:pt x="690" y="1"/>
                    <a:pt x="43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27"/>
            <p:cNvSpPr/>
            <p:nvPr/>
          </p:nvSpPr>
          <p:spPr>
            <a:xfrm>
              <a:off x="2336527" y="3628426"/>
              <a:ext cx="29071" cy="29071"/>
            </a:xfrm>
            <a:custGeom>
              <a:rect b="b" l="l" r="r" t="t"/>
              <a:pathLst>
                <a:path extrusionOk="0" h="905" w="905">
                  <a:moveTo>
                    <a:pt x="308" y="0"/>
                  </a:moveTo>
                  <a:lnTo>
                    <a:pt x="308" y="0"/>
                  </a:lnTo>
                  <a:cubicBezTo>
                    <a:pt x="129" y="65"/>
                    <a:pt x="0" y="237"/>
                    <a:pt x="0" y="437"/>
                  </a:cubicBezTo>
                  <a:cubicBezTo>
                    <a:pt x="0" y="695"/>
                    <a:pt x="209" y="905"/>
                    <a:pt x="468" y="905"/>
                  </a:cubicBezTo>
                  <a:cubicBezTo>
                    <a:pt x="669" y="905"/>
                    <a:pt x="840" y="776"/>
                    <a:pt x="905" y="597"/>
                  </a:cubicBezTo>
                  <a:lnTo>
                    <a:pt x="905" y="597"/>
                  </a:lnTo>
                  <a:cubicBezTo>
                    <a:pt x="859" y="615"/>
                    <a:pt x="804" y="625"/>
                    <a:pt x="749" y="625"/>
                  </a:cubicBezTo>
                  <a:cubicBezTo>
                    <a:pt x="491" y="625"/>
                    <a:pt x="281" y="418"/>
                    <a:pt x="281" y="159"/>
                  </a:cubicBezTo>
                  <a:cubicBezTo>
                    <a:pt x="281" y="103"/>
                    <a:pt x="290" y="51"/>
                    <a:pt x="30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27"/>
            <p:cNvSpPr/>
            <p:nvPr/>
          </p:nvSpPr>
          <p:spPr>
            <a:xfrm>
              <a:off x="2338840" y="3683101"/>
              <a:ext cx="27144" cy="17057"/>
            </a:xfrm>
            <a:custGeom>
              <a:rect b="b" l="l" r="r" t="t"/>
              <a:pathLst>
                <a:path extrusionOk="0" h="531" w="845">
                  <a:moveTo>
                    <a:pt x="397" y="1"/>
                  </a:moveTo>
                  <a:cubicBezTo>
                    <a:pt x="341" y="1"/>
                    <a:pt x="289" y="9"/>
                    <a:pt x="238" y="28"/>
                  </a:cubicBezTo>
                  <a:cubicBezTo>
                    <a:pt x="58" y="93"/>
                    <a:pt x="0" y="442"/>
                    <a:pt x="0" y="530"/>
                  </a:cubicBezTo>
                  <a:lnTo>
                    <a:pt x="779" y="509"/>
                  </a:lnTo>
                  <a:cubicBezTo>
                    <a:pt x="779" y="432"/>
                    <a:pt x="844" y="316"/>
                    <a:pt x="811" y="251"/>
                  </a:cubicBezTo>
                  <a:cubicBezTo>
                    <a:pt x="732" y="102"/>
                    <a:pt x="577" y="1"/>
                    <a:pt x="39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27"/>
            <p:cNvSpPr/>
            <p:nvPr/>
          </p:nvSpPr>
          <p:spPr>
            <a:xfrm>
              <a:off x="2336591" y="3684001"/>
              <a:ext cx="29938" cy="18535"/>
            </a:xfrm>
            <a:custGeom>
              <a:rect b="b" l="l" r="r" t="t"/>
              <a:pathLst>
                <a:path extrusionOk="0" h="577" w="932">
                  <a:moveTo>
                    <a:pt x="308" y="0"/>
                  </a:moveTo>
                  <a:lnTo>
                    <a:pt x="308" y="0"/>
                  </a:lnTo>
                  <a:cubicBezTo>
                    <a:pt x="128" y="65"/>
                    <a:pt x="1" y="237"/>
                    <a:pt x="1" y="437"/>
                  </a:cubicBezTo>
                  <a:lnTo>
                    <a:pt x="1" y="576"/>
                  </a:lnTo>
                  <a:lnTo>
                    <a:pt x="932" y="576"/>
                  </a:lnTo>
                  <a:lnTo>
                    <a:pt x="932" y="437"/>
                  </a:lnTo>
                  <a:cubicBezTo>
                    <a:pt x="932" y="359"/>
                    <a:pt x="914" y="287"/>
                    <a:pt x="880" y="224"/>
                  </a:cubicBezTo>
                  <a:lnTo>
                    <a:pt x="346" y="224"/>
                  </a:lnTo>
                  <a:cubicBezTo>
                    <a:pt x="309" y="224"/>
                    <a:pt x="280" y="195"/>
                    <a:pt x="280" y="159"/>
                  </a:cubicBezTo>
                  <a:cubicBezTo>
                    <a:pt x="280" y="103"/>
                    <a:pt x="291" y="51"/>
                    <a:pt x="30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27"/>
            <p:cNvSpPr/>
            <p:nvPr/>
          </p:nvSpPr>
          <p:spPr>
            <a:xfrm>
              <a:off x="2226984" y="3700127"/>
              <a:ext cx="250427" cy="53034"/>
            </a:xfrm>
            <a:custGeom>
              <a:rect b="b" l="l" r="r" t="t"/>
              <a:pathLst>
                <a:path extrusionOk="0" h="1651" w="7796">
                  <a:moveTo>
                    <a:pt x="244" y="0"/>
                  </a:moveTo>
                  <a:cubicBezTo>
                    <a:pt x="88" y="0"/>
                    <a:pt x="20" y="181"/>
                    <a:pt x="20" y="336"/>
                  </a:cubicBezTo>
                  <a:lnTo>
                    <a:pt x="1" y="1371"/>
                  </a:lnTo>
                  <a:cubicBezTo>
                    <a:pt x="1" y="1526"/>
                    <a:pt x="128" y="1651"/>
                    <a:pt x="282" y="1651"/>
                  </a:cubicBezTo>
                  <a:lnTo>
                    <a:pt x="7459" y="1633"/>
                  </a:lnTo>
                  <a:cubicBezTo>
                    <a:pt x="7613" y="1633"/>
                    <a:pt x="7794" y="1564"/>
                    <a:pt x="7795" y="1409"/>
                  </a:cubicBezTo>
                  <a:lnTo>
                    <a:pt x="7795" y="281"/>
                  </a:lnTo>
                  <a:cubicBezTo>
                    <a:pt x="7795" y="126"/>
                    <a:pt x="7669" y="0"/>
                    <a:pt x="751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27"/>
            <p:cNvSpPr/>
            <p:nvPr/>
          </p:nvSpPr>
          <p:spPr>
            <a:xfrm>
              <a:off x="2225795" y="3700223"/>
              <a:ext cx="251616" cy="54255"/>
            </a:xfrm>
            <a:custGeom>
              <a:rect b="b" l="l" r="r" t="t"/>
              <a:pathLst>
                <a:path extrusionOk="0" h="1689" w="7833">
                  <a:moveTo>
                    <a:pt x="281" y="0"/>
                  </a:moveTo>
                  <a:cubicBezTo>
                    <a:pt x="128" y="0"/>
                    <a:pt x="0" y="125"/>
                    <a:pt x="0" y="280"/>
                  </a:cubicBezTo>
                  <a:lnTo>
                    <a:pt x="0" y="1407"/>
                  </a:lnTo>
                  <a:cubicBezTo>
                    <a:pt x="0" y="1561"/>
                    <a:pt x="125" y="1688"/>
                    <a:pt x="281" y="1688"/>
                  </a:cubicBezTo>
                  <a:lnTo>
                    <a:pt x="7551" y="1688"/>
                  </a:lnTo>
                  <a:cubicBezTo>
                    <a:pt x="7706" y="1688"/>
                    <a:pt x="7832" y="1564"/>
                    <a:pt x="7832" y="1407"/>
                  </a:cubicBezTo>
                  <a:lnTo>
                    <a:pt x="375" y="1407"/>
                  </a:lnTo>
                  <a:cubicBezTo>
                    <a:pt x="325" y="1407"/>
                    <a:pt x="281" y="1365"/>
                    <a:pt x="281" y="1313"/>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27"/>
            <p:cNvSpPr/>
            <p:nvPr/>
          </p:nvSpPr>
          <p:spPr>
            <a:xfrm>
              <a:off x="2266207" y="3713844"/>
              <a:ext cx="9059" cy="26951"/>
            </a:xfrm>
            <a:custGeom>
              <a:rect b="b" l="l" r="r" t="t"/>
              <a:pathLst>
                <a:path extrusionOk="0" h="839" w="282">
                  <a:moveTo>
                    <a:pt x="139" y="0"/>
                  </a:moveTo>
                  <a:cubicBezTo>
                    <a:pt x="64" y="0"/>
                    <a:pt x="0" y="63"/>
                    <a:pt x="0" y="141"/>
                  </a:cubicBezTo>
                  <a:lnTo>
                    <a:pt x="0" y="700"/>
                  </a:lnTo>
                  <a:cubicBezTo>
                    <a:pt x="0" y="775"/>
                    <a:pt x="61" y="839"/>
                    <a:pt x="139" y="839"/>
                  </a:cubicBezTo>
                  <a:cubicBezTo>
                    <a:pt x="217" y="839"/>
                    <a:pt x="281" y="775"/>
                    <a:pt x="278" y="700"/>
                  </a:cubicBezTo>
                  <a:lnTo>
                    <a:pt x="278" y="141"/>
                  </a:lnTo>
                  <a:cubicBezTo>
                    <a:pt x="278" y="64"/>
                    <a:pt x="217"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27"/>
            <p:cNvSpPr/>
            <p:nvPr/>
          </p:nvSpPr>
          <p:spPr>
            <a:xfrm>
              <a:off x="2284165" y="3713844"/>
              <a:ext cx="9026" cy="26951"/>
            </a:xfrm>
            <a:custGeom>
              <a:rect b="b" l="l" r="r" t="t"/>
              <a:pathLst>
                <a:path extrusionOk="0" h="839" w="281">
                  <a:moveTo>
                    <a:pt x="139" y="0"/>
                  </a:moveTo>
                  <a:cubicBezTo>
                    <a:pt x="64" y="0"/>
                    <a:pt x="0" y="63"/>
                    <a:pt x="0" y="141"/>
                  </a:cubicBezTo>
                  <a:lnTo>
                    <a:pt x="0" y="700"/>
                  </a:lnTo>
                  <a:cubicBezTo>
                    <a:pt x="0" y="775"/>
                    <a:pt x="62" y="839"/>
                    <a:pt x="139" y="839"/>
                  </a:cubicBezTo>
                  <a:cubicBezTo>
                    <a:pt x="217" y="839"/>
                    <a:pt x="281" y="775"/>
                    <a:pt x="279" y="700"/>
                  </a:cubicBezTo>
                  <a:lnTo>
                    <a:pt x="279" y="141"/>
                  </a:lnTo>
                  <a:cubicBezTo>
                    <a:pt x="279" y="64"/>
                    <a:pt x="217"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27"/>
            <p:cNvSpPr/>
            <p:nvPr/>
          </p:nvSpPr>
          <p:spPr>
            <a:xfrm>
              <a:off x="2302090" y="3713844"/>
              <a:ext cx="9059" cy="26951"/>
            </a:xfrm>
            <a:custGeom>
              <a:rect b="b" l="l" r="r" t="t"/>
              <a:pathLst>
                <a:path extrusionOk="0" h="839" w="282">
                  <a:moveTo>
                    <a:pt x="141" y="0"/>
                  </a:moveTo>
                  <a:cubicBezTo>
                    <a:pt x="65" y="0"/>
                    <a:pt x="1" y="63"/>
                    <a:pt x="1" y="141"/>
                  </a:cubicBezTo>
                  <a:lnTo>
                    <a:pt x="1" y="700"/>
                  </a:lnTo>
                  <a:cubicBezTo>
                    <a:pt x="1" y="775"/>
                    <a:pt x="63" y="839"/>
                    <a:pt x="141" y="839"/>
                  </a:cubicBezTo>
                  <a:cubicBezTo>
                    <a:pt x="218" y="839"/>
                    <a:pt x="282" y="775"/>
                    <a:pt x="280" y="700"/>
                  </a:cubicBezTo>
                  <a:lnTo>
                    <a:pt x="280" y="141"/>
                  </a:lnTo>
                  <a:cubicBezTo>
                    <a:pt x="280" y="64"/>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27"/>
            <p:cNvSpPr/>
            <p:nvPr/>
          </p:nvSpPr>
          <p:spPr>
            <a:xfrm>
              <a:off x="2406557" y="3718245"/>
              <a:ext cx="16864" cy="16864"/>
            </a:xfrm>
            <a:custGeom>
              <a:rect b="b" l="l" r="r" t="t"/>
              <a:pathLst>
                <a:path extrusionOk="0" h="525" w="525">
                  <a:moveTo>
                    <a:pt x="243" y="1"/>
                  </a:moveTo>
                  <a:cubicBezTo>
                    <a:pt x="215" y="1"/>
                    <a:pt x="187" y="5"/>
                    <a:pt x="162" y="14"/>
                  </a:cubicBezTo>
                  <a:cubicBezTo>
                    <a:pt x="162" y="14"/>
                    <a:pt x="0" y="156"/>
                    <a:pt x="0" y="282"/>
                  </a:cubicBezTo>
                  <a:cubicBezTo>
                    <a:pt x="0" y="435"/>
                    <a:pt x="90" y="525"/>
                    <a:pt x="243" y="525"/>
                  </a:cubicBezTo>
                  <a:cubicBezTo>
                    <a:pt x="369" y="525"/>
                    <a:pt x="511" y="363"/>
                    <a:pt x="511" y="363"/>
                  </a:cubicBezTo>
                  <a:cubicBezTo>
                    <a:pt x="520" y="337"/>
                    <a:pt x="524" y="309"/>
                    <a:pt x="524" y="282"/>
                  </a:cubicBezTo>
                  <a:cubicBezTo>
                    <a:pt x="524" y="128"/>
                    <a:pt x="400" y="1"/>
                    <a:pt x="24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27"/>
            <p:cNvSpPr/>
            <p:nvPr/>
          </p:nvSpPr>
          <p:spPr>
            <a:xfrm>
              <a:off x="2405433" y="3718630"/>
              <a:ext cx="17603" cy="17667"/>
            </a:xfrm>
            <a:custGeom>
              <a:rect b="b" l="l" r="r" t="t"/>
              <a:pathLst>
                <a:path extrusionOk="0" h="550" w="548">
                  <a:moveTo>
                    <a:pt x="199" y="0"/>
                  </a:moveTo>
                  <a:lnTo>
                    <a:pt x="199" y="0"/>
                  </a:lnTo>
                  <a:cubicBezTo>
                    <a:pt x="84" y="35"/>
                    <a:pt x="1" y="141"/>
                    <a:pt x="1" y="268"/>
                  </a:cubicBezTo>
                  <a:cubicBezTo>
                    <a:pt x="1" y="422"/>
                    <a:pt x="125" y="549"/>
                    <a:pt x="280" y="549"/>
                  </a:cubicBezTo>
                  <a:cubicBezTo>
                    <a:pt x="407" y="549"/>
                    <a:pt x="513" y="465"/>
                    <a:pt x="548" y="349"/>
                  </a:cubicBezTo>
                  <a:lnTo>
                    <a:pt x="548" y="349"/>
                  </a:lnTo>
                  <a:cubicBezTo>
                    <a:pt x="522" y="358"/>
                    <a:pt x="494" y="362"/>
                    <a:pt x="467" y="362"/>
                  </a:cubicBezTo>
                  <a:cubicBezTo>
                    <a:pt x="313" y="362"/>
                    <a:pt x="186" y="238"/>
                    <a:pt x="186" y="82"/>
                  </a:cubicBezTo>
                  <a:cubicBezTo>
                    <a:pt x="186" y="53"/>
                    <a:pt x="190" y="25"/>
                    <a:pt x="19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27"/>
            <p:cNvSpPr/>
            <p:nvPr/>
          </p:nvSpPr>
          <p:spPr>
            <a:xfrm>
              <a:off x="2227498" y="3481009"/>
              <a:ext cx="249849" cy="52745"/>
            </a:xfrm>
            <a:custGeom>
              <a:rect b="b" l="l" r="r" t="t"/>
              <a:pathLst>
                <a:path extrusionOk="0" h="1642" w="7778">
                  <a:moveTo>
                    <a:pt x="225" y="0"/>
                  </a:moveTo>
                  <a:cubicBezTo>
                    <a:pt x="70" y="0"/>
                    <a:pt x="1" y="256"/>
                    <a:pt x="1" y="411"/>
                  </a:cubicBezTo>
                  <a:lnTo>
                    <a:pt x="1" y="1342"/>
                  </a:lnTo>
                  <a:cubicBezTo>
                    <a:pt x="1" y="1498"/>
                    <a:pt x="128" y="1623"/>
                    <a:pt x="282" y="1623"/>
                  </a:cubicBezTo>
                  <a:lnTo>
                    <a:pt x="7310" y="1642"/>
                  </a:lnTo>
                  <a:cubicBezTo>
                    <a:pt x="7466" y="1642"/>
                    <a:pt x="7778" y="1552"/>
                    <a:pt x="7778" y="1398"/>
                  </a:cubicBezTo>
                  <a:lnTo>
                    <a:pt x="7778" y="281"/>
                  </a:lnTo>
                  <a:cubicBezTo>
                    <a:pt x="7778" y="125"/>
                    <a:pt x="7650" y="0"/>
                    <a:pt x="749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27"/>
            <p:cNvSpPr/>
            <p:nvPr/>
          </p:nvSpPr>
          <p:spPr>
            <a:xfrm>
              <a:off x="2225795" y="3481009"/>
              <a:ext cx="251616" cy="53966"/>
            </a:xfrm>
            <a:custGeom>
              <a:rect b="b" l="l" r="r" t="t"/>
              <a:pathLst>
                <a:path extrusionOk="0" h="1680" w="7833">
                  <a:moveTo>
                    <a:pt x="281" y="0"/>
                  </a:moveTo>
                  <a:cubicBezTo>
                    <a:pt x="128" y="0"/>
                    <a:pt x="0" y="125"/>
                    <a:pt x="0" y="281"/>
                  </a:cubicBezTo>
                  <a:lnTo>
                    <a:pt x="0" y="1398"/>
                  </a:lnTo>
                  <a:cubicBezTo>
                    <a:pt x="0" y="1552"/>
                    <a:pt x="125" y="1679"/>
                    <a:pt x="281" y="1679"/>
                  </a:cubicBezTo>
                  <a:lnTo>
                    <a:pt x="7551" y="1679"/>
                  </a:lnTo>
                  <a:cubicBezTo>
                    <a:pt x="7706" y="1679"/>
                    <a:pt x="7832" y="1555"/>
                    <a:pt x="7832" y="1398"/>
                  </a:cubicBezTo>
                  <a:lnTo>
                    <a:pt x="375" y="1398"/>
                  </a:lnTo>
                  <a:cubicBezTo>
                    <a:pt x="325" y="1398"/>
                    <a:pt x="281" y="1357"/>
                    <a:pt x="281" y="1304"/>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27"/>
            <p:cNvSpPr/>
            <p:nvPr/>
          </p:nvSpPr>
          <p:spPr>
            <a:xfrm>
              <a:off x="2245005" y="3498902"/>
              <a:ext cx="214450" cy="16864"/>
            </a:xfrm>
            <a:custGeom>
              <a:rect b="b" l="l" r="r" t="t"/>
              <a:pathLst>
                <a:path extrusionOk="0" h="525" w="6676">
                  <a:moveTo>
                    <a:pt x="242" y="0"/>
                  </a:moveTo>
                  <a:lnTo>
                    <a:pt x="94" y="38"/>
                  </a:lnTo>
                  <a:cubicBezTo>
                    <a:pt x="41" y="38"/>
                    <a:pt x="0" y="81"/>
                    <a:pt x="0" y="132"/>
                  </a:cubicBezTo>
                  <a:lnTo>
                    <a:pt x="0" y="430"/>
                  </a:lnTo>
                  <a:cubicBezTo>
                    <a:pt x="0" y="484"/>
                    <a:pt x="44" y="524"/>
                    <a:pt x="94" y="524"/>
                  </a:cubicBezTo>
                  <a:lnTo>
                    <a:pt x="6543" y="524"/>
                  </a:lnTo>
                  <a:cubicBezTo>
                    <a:pt x="6593" y="524"/>
                    <a:pt x="6635" y="484"/>
                    <a:pt x="6636" y="429"/>
                  </a:cubicBezTo>
                  <a:lnTo>
                    <a:pt x="6675" y="281"/>
                  </a:lnTo>
                  <a:lnTo>
                    <a:pt x="6675" y="95"/>
                  </a:lnTo>
                  <a:cubicBezTo>
                    <a:pt x="6675" y="42"/>
                    <a:pt x="6632" y="0"/>
                    <a:pt x="65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27"/>
            <p:cNvSpPr/>
            <p:nvPr/>
          </p:nvSpPr>
          <p:spPr>
            <a:xfrm>
              <a:off x="2243753" y="3498935"/>
              <a:ext cx="215703" cy="18085"/>
            </a:xfrm>
            <a:custGeom>
              <a:rect b="b" l="l" r="r" t="t"/>
              <a:pathLst>
                <a:path extrusionOk="0" h="563" w="6715">
                  <a:moveTo>
                    <a:pt x="94" y="1"/>
                  </a:moveTo>
                  <a:cubicBezTo>
                    <a:pt x="43" y="1"/>
                    <a:pt x="0" y="43"/>
                    <a:pt x="0" y="95"/>
                  </a:cubicBezTo>
                  <a:lnTo>
                    <a:pt x="0" y="468"/>
                  </a:lnTo>
                  <a:cubicBezTo>
                    <a:pt x="0" y="519"/>
                    <a:pt x="42" y="563"/>
                    <a:pt x="94" y="563"/>
                  </a:cubicBezTo>
                  <a:lnTo>
                    <a:pt x="6620" y="563"/>
                  </a:lnTo>
                  <a:cubicBezTo>
                    <a:pt x="6671" y="563"/>
                    <a:pt x="6714" y="521"/>
                    <a:pt x="6714" y="468"/>
                  </a:cubicBezTo>
                  <a:lnTo>
                    <a:pt x="6714" y="282"/>
                  </a:lnTo>
                  <a:lnTo>
                    <a:pt x="337" y="282"/>
                  </a:lnTo>
                  <a:cubicBezTo>
                    <a:pt x="307" y="282"/>
                    <a:pt x="281" y="256"/>
                    <a:pt x="281" y="225"/>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43" name="Google Shape;3343;p27"/>
          <p:cNvGrpSpPr/>
          <p:nvPr/>
        </p:nvGrpSpPr>
        <p:grpSpPr>
          <a:xfrm>
            <a:off x="1566930" y="3480945"/>
            <a:ext cx="299454" cy="297783"/>
            <a:chOff x="1566930" y="3480945"/>
            <a:chExt cx="299454" cy="297783"/>
          </a:xfrm>
        </p:grpSpPr>
        <p:sp>
          <p:nvSpPr>
            <p:cNvPr id="3344" name="Google Shape;3344;p27"/>
            <p:cNvSpPr/>
            <p:nvPr/>
          </p:nvSpPr>
          <p:spPr>
            <a:xfrm>
              <a:off x="1566930" y="3640762"/>
              <a:ext cx="139476" cy="137131"/>
            </a:xfrm>
            <a:custGeom>
              <a:rect b="b" l="l" r="r" t="t"/>
              <a:pathLst>
                <a:path extrusionOk="0" h="4269" w="4342">
                  <a:moveTo>
                    <a:pt x="816" y="0"/>
                  </a:moveTo>
                  <a:cubicBezTo>
                    <a:pt x="748" y="0"/>
                    <a:pt x="680" y="26"/>
                    <a:pt x="627" y="79"/>
                  </a:cubicBezTo>
                  <a:lnTo>
                    <a:pt x="114" y="592"/>
                  </a:lnTo>
                  <a:lnTo>
                    <a:pt x="106" y="616"/>
                  </a:lnTo>
                  <a:cubicBezTo>
                    <a:pt x="0" y="722"/>
                    <a:pt x="44" y="877"/>
                    <a:pt x="148" y="981"/>
                  </a:cubicBezTo>
                  <a:lnTo>
                    <a:pt x="3331" y="4180"/>
                  </a:lnTo>
                  <a:cubicBezTo>
                    <a:pt x="3387" y="4237"/>
                    <a:pt x="3457" y="4268"/>
                    <a:pt x="3525" y="4268"/>
                  </a:cubicBezTo>
                  <a:cubicBezTo>
                    <a:pt x="3584" y="4268"/>
                    <a:pt x="3641" y="4246"/>
                    <a:pt x="3689" y="4198"/>
                  </a:cubicBezTo>
                  <a:lnTo>
                    <a:pt x="3725" y="4202"/>
                  </a:lnTo>
                  <a:lnTo>
                    <a:pt x="4237" y="3691"/>
                  </a:lnTo>
                  <a:cubicBezTo>
                    <a:pt x="4342" y="3585"/>
                    <a:pt x="4342" y="3418"/>
                    <a:pt x="4237" y="3312"/>
                  </a:cubicBezTo>
                  <a:lnTo>
                    <a:pt x="4168" y="3244"/>
                  </a:lnTo>
                  <a:lnTo>
                    <a:pt x="3956" y="3088"/>
                  </a:lnTo>
                  <a:lnTo>
                    <a:pt x="1226" y="375"/>
                  </a:lnTo>
                  <a:lnTo>
                    <a:pt x="1074" y="147"/>
                  </a:lnTo>
                  <a:lnTo>
                    <a:pt x="1005" y="79"/>
                  </a:lnTo>
                  <a:cubicBezTo>
                    <a:pt x="953" y="26"/>
                    <a:pt x="885" y="0"/>
                    <a:pt x="81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27"/>
            <p:cNvSpPr/>
            <p:nvPr/>
          </p:nvSpPr>
          <p:spPr>
            <a:xfrm>
              <a:off x="1724884" y="3480945"/>
              <a:ext cx="141500" cy="139701"/>
            </a:xfrm>
            <a:custGeom>
              <a:rect b="b" l="l" r="r" t="t"/>
              <a:pathLst>
                <a:path extrusionOk="0" h="4349" w="4405">
                  <a:moveTo>
                    <a:pt x="836" y="0"/>
                  </a:moveTo>
                  <a:cubicBezTo>
                    <a:pt x="765" y="0"/>
                    <a:pt x="693" y="27"/>
                    <a:pt x="639" y="82"/>
                  </a:cubicBezTo>
                  <a:lnTo>
                    <a:pt x="109" y="612"/>
                  </a:lnTo>
                  <a:lnTo>
                    <a:pt x="109" y="626"/>
                  </a:lnTo>
                  <a:cubicBezTo>
                    <a:pt x="1" y="735"/>
                    <a:pt x="1" y="913"/>
                    <a:pt x="109" y="1021"/>
                  </a:cubicBezTo>
                  <a:lnTo>
                    <a:pt x="3359" y="4267"/>
                  </a:lnTo>
                  <a:cubicBezTo>
                    <a:pt x="3414" y="4321"/>
                    <a:pt x="3485" y="4348"/>
                    <a:pt x="3556" y="4348"/>
                  </a:cubicBezTo>
                  <a:cubicBezTo>
                    <a:pt x="3627" y="4348"/>
                    <a:pt x="3699" y="4321"/>
                    <a:pt x="3753" y="4267"/>
                  </a:cubicBezTo>
                  <a:lnTo>
                    <a:pt x="3762" y="4268"/>
                  </a:lnTo>
                  <a:lnTo>
                    <a:pt x="4293" y="3738"/>
                  </a:lnTo>
                  <a:cubicBezTo>
                    <a:pt x="4404" y="3630"/>
                    <a:pt x="4404" y="3453"/>
                    <a:pt x="4296" y="3345"/>
                  </a:cubicBezTo>
                  <a:lnTo>
                    <a:pt x="4108" y="3156"/>
                  </a:lnTo>
                  <a:lnTo>
                    <a:pt x="4018" y="3135"/>
                  </a:lnTo>
                  <a:lnTo>
                    <a:pt x="1253" y="350"/>
                  </a:lnTo>
                  <a:lnTo>
                    <a:pt x="1223" y="270"/>
                  </a:lnTo>
                  <a:lnTo>
                    <a:pt x="1033" y="82"/>
                  </a:lnTo>
                  <a:cubicBezTo>
                    <a:pt x="979" y="27"/>
                    <a:pt x="907" y="0"/>
                    <a:pt x="83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27"/>
            <p:cNvSpPr/>
            <p:nvPr/>
          </p:nvSpPr>
          <p:spPr>
            <a:xfrm>
              <a:off x="1724467" y="3489587"/>
              <a:ext cx="132377" cy="131510"/>
            </a:xfrm>
            <a:custGeom>
              <a:rect b="b" l="l" r="r" t="t"/>
              <a:pathLst>
                <a:path extrusionOk="0" h="4094" w="4121">
                  <a:moveTo>
                    <a:pt x="1237" y="1"/>
                  </a:moveTo>
                  <a:cubicBezTo>
                    <a:pt x="992" y="108"/>
                    <a:pt x="765" y="260"/>
                    <a:pt x="565" y="458"/>
                  </a:cubicBezTo>
                  <a:lnTo>
                    <a:pt x="441" y="583"/>
                  </a:lnTo>
                  <a:cubicBezTo>
                    <a:pt x="430" y="594"/>
                    <a:pt x="415" y="599"/>
                    <a:pt x="401" y="599"/>
                  </a:cubicBezTo>
                  <a:cubicBezTo>
                    <a:pt x="386" y="599"/>
                    <a:pt x="372" y="594"/>
                    <a:pt x="361" y="583"/>
                  </a:cubicBezTo>
                  <a:lnTo>
                    <a:pt x="122" y="344"/>
                  </a:lnTo>
                  <a:lnTo>
                    <a:pt x="109" y="357"/>
                  </a:lnTo>
                  <a:cubicBezTo>
                    <a:pt x="1" y="466"/>
                    <a:pt x="1" y="644"/>
                    <a:pt x="109" y="752"/>
                  </a:cubicBezTo>
                  <a:lnTo>
                    <a:pt x="190" y="833"/>
                  </a:lnTo>
                  <a:lnTo>
                    <a:pt x="3288" y="3931"/>
                  </a:lnTo>
                  <a:lnTo>
                    <a:pt x="3371" y="4012"/>
                  </a:lnTo>
                  <a:cubicBezTo>
                    <a:pt x="3425" y="4067"/>
                    <a:pt x="3496" y="4094"/>
                    <a:pt x="3568" y="4094"/>
                  </a:cubicBezTo>
                  <a:cubicBezTo>
                    <a:pt x="3639" y="4094"/>
                    <a:pt x="3710" y="4067"/>
                    <a:pt x="3765" y="4012"/>
                  </a:cubicBezTo>
                  <a:lnTo>
                    <a:pt x="3778" y="3999"/>
                  </a:lnTo>
                  <a:lnTo>
                    <a:pt x="3539" y="3760"/>
                  </a:lnTo>
                  <a:cubicBezTo>
                    <a:pt x="3517" y="3739"/>
                    <a:pt x="3517" y="3702"/>
                    <a:pt x="3539" y="3681"/>
                  </a:cubicBezTo>
                  <a:lnTo>
                    <a:pt x="3663" y="3556"/>
                  </a:lnTo>
                  <a:cubicBezTo>
                    <a:pt x="3863" y="3358"/>
                    <a:pt x="4015" y="3129"/>
                    <a:pt x="4121" y="2885"/>
                  </a:cubicBezTo>
                  <a:lnTo>
                    <a:pt x="123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27"/>
            <p:cNvSpPr/>
            <p:nvPr/>
          </p:nvSpPr>
          <p:spPr>
            <a:xfrm>
              <a:off x="1566994" y="3645580"/>
              <a:ext cx="133983" cy="133148"/>
            </a:xfrm>
            <a:custGeom>
              <a:rect b="b" l="l" r="r" t="t"/>
              <a:pathLst>
                <a:path extrusionOk="0" h="4145" w="4171">
                  <a:moveTo>
                    <a:pt x="1072" y="0"/>
                  </a:moveTo>
                  <a:lnTo>
                    <a:pt x="719" y="352"/>
                  </a:lnTo>
                  <a:cubicBezTo>
                    <a:pt x="622" y="450"/>
                    <a:pt x="537" y="553"/>
                    <a:pt x="460" y="663"/>
                  </a:cubicBezTo>
                  <a:cubicBezTo>
                    <a:pt x="445" y="685"/>
                    <a:pt x="422" y="696"/>
                    <a:pt x="399" y="696"/>
                  </a:cubicBezTo>
                  <a:cubicBezTo>
                    <a:pt x="380" y="696"/>
                    <a:pt x="361" y="689"/>
                    <a:pt x="347" y="675"/>
                  </a:cubicBezTo>
                  <a:lnTo>
                    <a:pt x="114" y="443"/>
                  </a:lnTo>
                  <a:lnTo>
                    <a:pt x="105" y="452"/>
                  </a:lnTo>
                  <a:cubicBezTo>
                    <a:pt x="1" y="558"/>
                    <a:pt x="1" y="726"/>
                    <a:pt x="105" y="828"/>
                  </a:cubicBezTo>
                  <a:lnTo>
                    <a:pt x="275" y="996"/>
                  </a:lnTo>
                  <a:lnTo>
                    <a:pt x="3174" y="3897"/>
                  </a:lnTo>
                  <a:lnTo>
                    <a:pt x="3344" y="4065"/>
                  </a:lnTo>
                  <a:cubicBezTo>
                    <a:pt x="3396" y="4118"/>
                    <a:pt x="3464" y="4144"/>
                    <a:pt x="3532" y="4144"/>
                  </a:cubicBezTo>
                  <a:cubicBezTo>
                    <a:pt x="3600" y="4144"/>
                    <a:pt x="3668" y="4118"/>
                    <a:pt x="3720" y="4065"/>
                  </a:cubicBezTo>
                  <a:lnTo>
                    <a:pt x="3729" y="4057"/>
                  </a:lnTo>
                  <a:lnTo>
                    <a:pt x="3496" y="3823"/>
                  </a:lnTo>
                  <a:cubicBezTo>
                    <a:pt x="3462" y="3790"/>
                    <a:pt x="3468" y="3737"/>
                    <a:pt x="3506" y="3709"/>
                  </a:cubicBezTo>
                  <a:cubicBezTo>
                    <a:pt x="3616" y="3635"/>
                    <a:pt x="3720" y="3548"/>
                    <a:pt x="3817" y="3450"/>
                  </a:cubicBezTo>
                  <a:lnTo>
                    <a:pt x="4170" y="3098"/>
                  </a:lnTo>
                  <a:lnTo>
                    <a:pt x="107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27"/>
            <p:cNvSpPr/>
            <p:nvPr/>
          </p:nvSpPr>
          <p:spPr>
            <a:xfrm>
              <a:off x="1573226" y="3492767"/>
              <a:ext cx="287047" cy="275836"/>
            </a:xfrm>
            <a:custGeom>
              <a:rect b="b" l="l" r="r" t="t"/>
              <a:pathLst>
                <a:path extrusionOk="0" h="8587" w="8936">
                  <a:moveTo>
                    <a:pt x="6906" y="1"/>
                  </a:moveTo>
                  <a:cubicBezTo>
                    <a:pt x="6407" y="1"/>
                    <a:pt x="5907" y="209"/>
                    <a:pt x="5514" y="603"/>
                  </a:cubicBezTo>
                  <a:lnTo>
                    <a:pt x="748" y="5307"/>
                  </a:lnTo>
                  <a:cubicBezTo>
                    <a:pt x="162" y="5891"/>
                    <a:pt x="1" y="6749"/>
                    <a:pt x="324" y="7460"/>
                  </a:cubicBezTo>
                  <a:cubicBezTo>
                    <a:pt x="373" y="7566"/>
                    <a:pt x="422" y="7667"/>
                    <a:pt x="489" y="7763"/>
                  </a:cubicBezTo>
                  <a:cubicBezTo>
                    <a:pt x="497" y="7777"/>
                    <a:pt x="509" y="7792"/>
                    <a:pt x="519" y="7806"/>
                  </a:cubicBezTo>
                  <a:cubicBezTo>
                    <a:pt x="519" y="7806"/>
                    <a:pt x="668" y="7928"/>
                    <a:pt x="736" y="7996"/>
                  </a:cubicBezTo>
                  <a:lnTo>
                    <a:pt x="914" y="8198"/>
                  </a:lnTo>
                  <a:cubicBezTo>
                    <a:pt x="1257" y="8457"/>
                    <a:pt x="1666" y="8587"/>
                    <a:pt x="2076" y="8587"/>
                  </a:cubicBezTo>
                  <a:cubicBezTo>
                    <a:pt x="2570" y="8587"/>
                    <a:pt x="3064" y="8398"/>
                    <a:pt x="3441" y="8022"/>
                  </a:cubicBezTo>
                  <a:lnTo>
                    <a:pt x="8189" y="3273"/>
                  </a:lnTo>
                  <a:cubicBezTo>
                    <a:pt x="8878" y="2583"/>
                    <a:pt x="8936" y="1502"/>
                    <a:pt x="8364" y="744"/>
                  </a:cubicBezTo>
                  <a:cubicBezTo>
                    <a:pt x="8364" y="744"/>
                    <a:pt x="8232" y="626"/>
                    <a:pt x="8169" y="562"/>
                  </a:cubicBezTo>
                  <a:lnTo>
                    <a:pt x="7970" y="356"/>
                  </a:lnTo>
                  <a:cubicBezTo>
                    <a:pt x="7949" y="342"/>
                    <a:pt x="7927" y="325"/>
                    <a:pt x="7905" y="310"/>
                  </a:cubicBezTo>
                  <a:cubicBezTo>
                    <a:pt x="7597" y="101"/>
                    <a:pt x="7252" y="1"/>
                    <a:pt x="690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27"/>
            <p:cNvSpPr/>
            <p:nvPr/>
          </p:nvSpPr>
          <p:spPr>
            <a:xfrm>
              <a:off x="1571973" y="3492092"/>
              <a:ext cx="256273" cy="250459"/>
            </a:xfrm>
            <a:custGeom>
              <a:rect b="b" l="l" r="r" t="t"/>
              <a:pathLst>
                <a:path extrusionOk="0" h="7797" w="7978">
                  <a:moveTo>
                    <a:pt x="6860" y="0"/>
                  </a:moveTo>
                  <a:cubicBezTo>
                    <a:pt x="6366" y="0"/>
                    <a:pt x="5872" y="189"/>
                    <a:pt x="5495" y="566"/>
                  </a:cubicBezTo>
                  <a:lnTo>
                    <a:pt x="746" y="5314"/>
                  </a:lnTo>
                  <a:cubicBezTo>
                    <a:pt x="70" y="5990"/>
                    <a:pt x="1" y="7041"/>
                    <a:pt x="536" y="7797"/>
                  </a:cubicBezTo>
                  <a:cubicBezTo>
                    <a:pt x="172" y="7073"/>
                    <a:pt x="290" y="6165"/>
                    <a:pt x="896" y="5560"/>
                  </a:cubicBezTo>
                  <a:lnTo>
                    <a:pt x="5741" y="713"/>
                  </a:lnTo>
                  <a:cubicBezTo>
                    <a:pt x="6117" y="336"/>
                    <a:pt x="6611" y="147"/>
                    <a:pt x="7105" y="147"/>
                  </a:cubicBezTo>
                  <a:cubicBezTo>
                    <a:pt x="7404" y="147"/>
                    <a:pt x="7704" y="217"/>
                    <a:pt x="7977" y="356"/>
                  </a:cubicBezTo>
                  <a:cubicBezTo>
                    <a:pt x="7644" y="119"/>
                    <a:pt x="7252" y="0"/>
                    <a:pt x="686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27"/>
            <p:cNvSpPr/>
            <p:nvPr/>
          </p:nvSpPr>
          <p:spPr>
            <a:xfrm>
              <a:off x="1777439" y="3521004"/>
              <a:ext cx="8962" cy="8930"/>
            </a:xfrm>
            <a:custGeom>
              <a:rect b="b" l="l" r="r" t="t"/>
              <a:pathLst>
                <a:path extrusionOk="0" h="278" w="279">
                  <a:moveTo>
                    <a:pt x="140" y="0"/>
                  </a:moveTo>
                  <a:cubicBezTo>
                    <a:pt x="63" y="0"/>
                    <a:pt x="1" y="62"/>
                    <a:pt x="1" y="139"/>
                  </a:cubicBezTo>
                  <a:cubicBezTo>
                    <a:pt x="1" y="216"/>
                    <a:pt x="63" y="278"/>
                    <a:pt x="140" y="278"/>
                  </a:cubicBezTo>
                  <a:cubicBezTo>
                    <a:pt x="216" y="278"/>
                    <a:pt x="278" y="216"/>
                    <a:pt x="278" y="139"/>
                  </a:cubicBezTo>
                  <a:cubicBezTo>
                    <a:pt x="278" y="62"/>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27"/>
            <p:cNvSpPr/>
            <p:nvPr/>
          </p:nvSpPr>
          <p:spPr>
            <a:xfrm>
              <a:off x="1815795" y="3559360"/>
              <a:ext cx="8962" cy="8962"/>
            </a:xfrm>
            <a:custGeom>
              <a:rect b="b" l="l" r="r" t="t"/>
              <a:pathLst>
                <a:path extrusionOk="0" h="279" w="279">
                  <a:moveTo>
                    <a:pt x="140" y="0"/>
                  </a:moveTo>
                  <a:cubicBezTo>
                    <a:pt x="63" y="0"/>
                    <a:pt x="1" y="63"/>
                    <a:pt x="1" y="139"/>
                  </a:cubicBezTo>
                  <a:cubicBezTo>
                    <a:pt x="1" y="216"/>
                    <a:pt x="63" y="278"/>
                    <a:pt x="140" y="278"/>
                  </a:cubicBezTo>
                  <a:cubicBezTo>
                    <a:pt x="217" y="278"/>
                    <a:pt x="279" y="216"/>
                    <a:pt x="279" y="139"/>
                  </a:cubicBezTo>
                  <a:cubicBezTo>
                    <a:pt x="279"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27"/>
            <p:cNvSpPr/>
            <p:nvPr/>
          </p:nvSpPr>
          <p:spPr>
            <a:xfrm>
              <a:off x="1765361" y="3533082"/>
              <a:ext cx="8962" cy="8962"/>
            </a:xfrm>
            <a:custGeom>
              <a:rect b="b" l="l" r="r" t="t"/>
              <a:pathLst>
                <a:path extrusionOk="0" h="279" w="279">
                  <a:moveTo>
                    <a:pt x="139" y="0"/>
                  </a:moveTo>
                  <a:cubicBezTo>
                    <a:pt x="62" y="0"/>
                    <a:pt x="0" y="63"/>
                    <a:pt x="0" y="139"/>
                  </a:cubicBezTo>
                  <a:cubicBezTo>
                    <a:pt x="0" y="216"/>
                    <a:pt x="62"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27"/>
            <p:cNvSpPr/>
            <p:nvPr/>
          </p:nvSpPr>
          <p:spPr>
            <a:xfrm>
              <a:off x="1803717" y="3571438"/>
              <a:ext cx="8962" cy="8962"/>
            </a:xfrm>
            <a:custGeom>
              <a:rect b="b" l="l" r="r" t="t"/>
              <a:pathLst>
                <a:path extrusionOk="0" h="279" w="279">
                  <a:moveTo>
                    <a:pt x="139" y="1"/>
                  </a:moveTo>
                  <a:cubicBezTo>
                    <a:pt x="63" y="1"/>
                    <a:pt x="0" y="63"/>
                    <a:pt x="0" y="140"/>
                  </a:cubicBezTo>
                  <a:cubicBezTo>
                    <a:pt x="0" y="216"/>
                    <a:pt x="63" y="279"/>
                    <a:pt x="139" y="279"/>
                  </a:cubicBezTo>
                  <a:cubicBezTo>
                    <a:pt x="216" y="279"/>
                    <a:pt x="278" y="216"/>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27"/>
            <p:cNvSpPr/>
            <p:nvPr/>
          </p:nvSpPr>
          <p:spPr>
            <a:xfrm>
              <a:off x="1618810" y="3679600"/>
              <a:ext cx="8962" cy="8962"/>
            </a:xfrm>
            <a:custGeom>
              <a:rect b="b" l="l" r="r" t="t"/>
              <a:pathLst>
                <a:path extrusionOk="0" h="279" w="279">
                  <a:moveTo>
                    <a:pt x="140" y="1"/>
                  </a:moveTo>
                  <a:cubicBezTo>
                    <a:pt x="63" y="1"/>
                    <a:pt x="1" y="63"/>
                    <a:pt x="1" y="140"/>
                  </a:cubicBezTo>
                  <a:cubicBezTo>
                    <a:pt x="1" y="217"/>
                    <a:pt x="63" y="279"/>
                    <a:pt x="140" y="279"/>
                  </a:cubicBezTo>
                  <a:cubicBezTo>
                    <a:pt x="216" y="279"/>
                    <a:pt x="279" y="217"/>
                    <a:pt x="279" y="140"/>
                  </a:cubicBezTo>
                  <a:cubicBezTo>
                    <a:pt x="279" y="63"/>
                    <a:pt x="216"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27"/>
            <p:cNvSpPr/>
            <p:nvPr/>
          </p:nvSpPr>
          <p:spPr>
            <a:xfrm>
              <a:off x="1657167" y="3717988"/>
              <a:ext cx="8962" cy="8962"/>
            </a:xfrm>
            <a:custGeom>
              <a:rect b="b" l="l" r="r" t="t"/>
              <a:pathLst>
                <a:path extrusionOk="0" h="279" w="279">
                  <a:moveTo>
                    <a:pt x="140" y="0"/>
                  </a:moveTo>
                  <a:cubicBezTo>
                    <a:pt x="63" y="0"/>
                    <a:pt x="1" y="62"/>
                    <a:pt x="1" y="139"/>
                  </a:cubicBezTo>
                  <a:cubicBezTo>
                    <a:pt x="1" y="216"/>
                    <a:pt x="63" y="278"/>
                    <a:pt x="140" y="278"/>
                  </a:cubicBezTo>
                  <a:cubicBezTo>
                    <a:pt x="217" y="278"/>
                    <a:pt x="279" y="216"/>
                    <a:pt x="279" y="139"/>
                  </a:cubicBezTo>
                  <a:cubicBezTo>
                    <a:pt x="279" y="62"/>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27"/>
            <p:cNvSpPr/>
            <p:nvPr/>
          </p:nvSpPr>
          <p:spPr>
            <a:xfrm>
              <a:off x="1606635" y="3691743"/>
              <a:ext cx="8994" cy="9026"/>
            </a:xfrm>
            <a:custGeom>
              <a:rect b="b" l="l" r="r" t="t"/>
              <a:pathLst>
                <a:path extrusionOk="0" h="281" w="280">
                  <a:moveTo>
                    <a:pt x="141" y="1"/>
                  </a:moveTo>
                  <a:cubicBezTo>
                    <a:pt x="63" y="1"/>
                    <a:pt x="0" y="63"/>
                    <a:pt x="0" y="141"/>
                  </a:cubicBezTo>
                  <a:cubicBezTo>
                    <a:pt x="0" y="218"/>
                    <a:pt x="63" y="280"/>
                    <a:pt x="141" y="280"/>
                  </a:cubicBezTo>
                  <a:cubicBezTo>
                    <a:pt x="218" y="280"/>
                    <a:pt x="280" y="218"/>
                    <a:pt x="280" y="141"/>
                  </a:cubicBezTo>
                  <a:cubicBezTo>
                    <a:pt x="280" y="63"/>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27"/>
            <p:cNvSpPr/>
            <p:nvPr/>
          </p:nvSpPr>
          <p:spPr>
            <a:xfrm>
              <a:off x="1645056" y="3730066"/>
              <a:ext cx="8994" cy="8994"/>
            </a:xfrm>
            <a:custGeom>
              <a:rect b="b" l="l" r="r" t="t"/>
              <a:pathLst>
                <a:path extrusionOk="0" h="280" w="280">
                  <a:moveTo>
                    <a:pt x="141" y="1"/>
                  </a:moveTo>
                  <a:cubicBezTo>
                    <a:pt x="64" y="1"/>
                    <a:pt x="0" y="63"/>
                    <a:pt x="0" y="140"/>
                  </a:cubicBezTo>
                  <a:cubicBezTo>
                    <a:pt x="0" y="216"/>
                    <a:pt x="64" y="280"/>
                    <a:pt x="141" y="280"/>
                  </a:cubicBezTo>
                  <a:cubicBezTo>
                    <a:pt x="217" y="280"/>
                    <a:pt x="280" y="216"/>
                    <a:pt x="280" y="140"/>
                  </a:cubicBezTo>
                  <a:cubicBezTo>
                    <a:pt x="280" y="63"/>
                    <a:pt x="217"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27"/>
            <p:cNvSpPr/>
            <p:nvPr/>
          </p:nvSpPr>
          <p:spPr>
            <a:xfrm>
              <a:off x="1589899" y="3504235"/>
              <a:ext cx="251969" cy="252033"/>
            </a:xfrm>
            <a:custGeom>
              <a:rect b="b" l="l" r="r" t="t"/>
              <a:pathLst>
                <a:path extrusionOk="0" h="7846" w="7844">
                  <a:moveTo>
                    <a:pt x="7451" y="1"/>
                  </a:moveTo>
                  <a:lnTo>
                    <a:pt x="0" y="7450"/>
                  </a:lnTo>
                  <a:cubicBezTo>
                    <a:pt x="57" y="7526"/>
                    <a:pt x="120" y="7598"/>
                    <a:pt x="188" y="7668"/>
                  </a:cubicBezTo>
                  <a:cubicBezTo>
                    <a:pt x="254" y="7733"/>
                    <a:pt x="323" y="7791"/>
                    <a:pt x="394" y="7846"/>
                  </a:cubicBezTo>
                  <a:lnTo>
                    <a:pt x="623" y="7615"/>
                  </a:lnTo>
                  <a:lnTo>
                    <a:pt x="7844" y="392"/>
                  </a:lnTo>
                  <a:cubicBezTo>
                    <a:pt x="7791" y="321"/>
                    <a:pt x="7731" y="251"/>
                    <a:pt x="7668" y="189"/>
                  </a:cubicBezTo>
                  <a:cubicBezTo>
                    <a:pt x="7599" y="120"/>
                    <a:pt x="7527" y="57"/>
                    <a:pt x="745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27"/>
            <p:cNvSpPr/>
            <p:nvPr/>
          </p:nvSpPr>
          <p:spPr>
            <a:xfrm>
              <a:off x="1664170" y="3582136"/>
              <a:ext cx="105426" cy="95243"/>
            </a:xfrm>
            <a:custGeom>
              <a:rect b="b" l="l" r="r" t="t"/>
              <a:pathLst>
                <a:path extrusionOk="0" h="2965" w="3282">
                  <a:moveTo>
                    <a:pt x="1610" y="0"/>
                  </a:moveTo>
                  <a:cubicBezTo>
                    <a:pt x="1399" y="0"/>
                    <a:pt x="1187" y="45"/>
                    <a:pt x="987" y="137"/>
                  </a:cubicBezTo>
                  <a:cubicBezTo>
                    <a:pt x="928" y="163"/>
                    <a:pt x="885" y="212"/>
                    <a:pt x="827" y="248"/>
                  </a:cubicBezTo>
                  <a:cubicBezTo>
                    <a:pt x="127" y="688"/>
                    <a:pt x="0" y="1551"/>
                    <a:pt x="439" y="2250"/>
                  </a:cubicBezTo>
                  <a:cubicBezTo>
                    <a:pt x="727" y="2707"/>
                    <a:pt x="1176" y="2964"/>
                    <a:pt x="1648" y="2964"/>
                  </a:cubicBezTo>
                  <a:cubicBezTo>
                    <a:pt x="1898" y="2964"/>
                    <a:pt x="2155" y="2892"/>
                    <a:pt x="2397" y="2740"/>
                  </a:cubicBezTo>
                  <a:cubicBezTo>
                    <a:pt x="2454" y="2703"/>
                    <a:pt x="2519" y="2687"/>
                    <a:pt x="2567" y="2646"/>
                  </a:cubicBezTo>
                  <a:cubicBezTo>
                    <a:pt x="3136" y="2174"/>
                    <a:pt x="3282" y="1341"/>
                    <a:pt x="2877" y="698"/>
                  </a:cubicBezTo>
                  <a:cubicBezTo>
                    <a:pt x="2593" y="248"/>
                    <a:pt x="2107" y="0"/>
                    <a:pt x="161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27"/>
            <p:cNvSpPr/>
            <p:nvPr/>
          </p:nvSpPr>
          <p:spPr>
            <a:xfrm>
              <a:off x="1661054" y="3586504"/>
              <a:ext cx="85574" cy="91774"/>
            </a:xfrm>
            <a:custGeom>
              <a:rect b="b" l="l" r="r" t="t"/>
              <a:pathLst>
                <a:path extrusionOk="0" h="2857" w="2664">
                  <a:moveTo>
                    <a:pt x="1084" y="1"/>
                  </a:moveTo>
                  <a:lnTo>
                    <a:pt x="1084" y="1"/>
                  </a:lnTo>
                  <a:cubicBezTo>
                    <a:pt x="1025" y="27"/>
                    <a:pt x="967" y="59"/>
                    <a:pt x="911" y="95"/>
                  </a:cubicBezTo>
                  <a:cubicBezTo>
                    <a:pt x="213" y="533"/>
                    <a:pt x="0" y="1459"/>
                    <a:pt x="442" y="2158"/>
                  </a:cubicBezTo>
                  <a:cubicBezTo>
                    <a:pt x="726" y="2608"/>
                    <a:pt x="1212" y="2856"/>
                    <a:pt x="1709" y="2856"/>
                  </a:cubicBezTo>
                  <a:cubicBezTo>
                    <a:pt x="1982" y="2856"/>
                    <a:pt x="2257" y="2782"/>
                    <a:pt x="2505" y="2625"/>
                  </a:cubicBezTo>
                  <a:cubicBezTo>
                    <a:pt x="2561" y="2589"/>
                    <a:pt x="2616" y="2551"/>
                    <a:pt x="2664" y="2510"/>
                  </a:cubicBezTo>
                  <a:lnTo>
                    <a:pt x="2664" y="2510"/>
                  </a:lnTo>
                  <a:cubicBezTo>
                    <a:pt x="2464" y="2602"/>
                    <a:pt x="2252" y="2646"/>
                    <a:pt x="2042" y="2646"/>
                  </a:cubicBezTo>
                  <a:cubicBezTo>
                    <a:pt x="1546" y="2646"/>
                    <a:pt x="1059" y="2398"/>
                    <a:pt x="775" y="1948"/>
                  </a:cubicBezTo>
                  <a:cubicBezTo>
                    <a:pt x="372" y="1305"/>
                    <a:pt x="517" y="473"/>
                    <a:pt x="1084" y="1"/>
                  </a:cubicBez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27"/>
            <p:cNvSpPr/>
            <p:nvPr/>
          </p:nvSpPr>
          <p:spPr>
            <a:xfrm>
              <a:off x="1690768" y="3600093"/>
              <a:ext cx="50657" cy="61707"/>
            </a:xfrm>
            <a:custGeom>
              <a:rect b="b" l="l" r="r" t="t"/>
              <a:pathLst>
                <a:path extrusionOk="0" h="1921" w="1577">
                  <a:moveTo>
                    <a:pt x="581" y="0"/>
                  </a:moveTo>
                  <a:cubicBezTo>
                    <a:pt x="415" y="0"/>
                    <a:pt x="248" y="63"/>
                    <a:pt x="122" y="190"/>
                  </a:cubicBezTo>
                  <a:cubicBezTo>
                    <a:pt x="67" y="245"/>
                    <a:pt x="67" y="333"/>
                    <a:pt x="122" y="388"/>
                  </a:cubicBezTo>
                  <a:cubicBezTo>
                    <a:pt x="149" y="415"/>
                    <a:pt x="184" y="429"/>
                    <a:pt x="220" y="429"/>
                  </a:cubicBezTo>
                  <a:cubicBezTo>
                    <a:pt x="256" y="429"/>
                    <a:pt x="292" y="415"/>
                    <a:pt x="319" y="388"/>
                  </a:cubicBezTo>
                  <a:cubicBezTo>
                    <a:pt x="391" y="316"/>
                    <a:pt x="486" y="280"/>
                    <a:pt x="581" y="280"/>
                  </a:cubicBezTo>
                  <a:cubicBezTo>
                    <a:pt x="677" y="280"/>
                    <a:pt x="772" y="316"/>
                    <a:pt x="844" y="388"/>
                  </a:cubicBezTo>
                  <a:cubicBezTo>
                    <a:pt x="989" y="533"/>
                    <a:pt x="989" y="768"/>
                    <a:pt x="844" y="912"/>
                  </a:cubicBezTo>
                  <a:cubicBezTo>
                    <a:pt x="772" y="985"/>
                    <a:pt x="677" y="1021"/>
                    <a:pt x="581" y="1021"/>
                  </a:cubicBezTo>
                  <a:cubicBezTo>
                    <a:pt x="486" y="1021"/>
                    <a:pt x="391" y="985"/>
                    <a:pt x="319" y="912"/>
                  </a:cubicBezTo>
                  <a:cubicBezTo>
                    <a:pt x="303" y="897"/>
                    <a:pt x="288" y="878"/>
                    <a:pt x="274" y="859"/>
                  </a:cubicBezTo>
                  <a:cubicBezTo>
                    <a:pt x="247" y="819"/>
                    <a:pt x="203" y="798"/>
                    <a:pt x="159" y="798"/>
                  </a:cubicBezTo>
                  <a:cubicBezTo>
                    <a:pt x="132" y="798"/>
                    <a:pt x="104" y="806"/>
                    <a:pt x="80" y="823"/>
                  </a:cubicBezTo>
                  <a:cubicBezTo>
                    <a:pt x="16" y="866"/>
                    <a:pt x="0" y="953"/>
                    <a:pt x="44" y="1015"/>
                  </a:cubicBezTo>
                  <a:cubicBezTo>
                    <a:pt x="67" y="1050"/>
                    <a:pt x="93" y="1080"/>
                    <a:pt x="122" y="1109"/>
                  </a:cubicBezTo>
                  <a:cubicBezTo>
                    <a:pt x="214" y="1202"/>
                    <a:pt x="330" y="1261"/>
                    <a:pt x="449" y="1287"/>
                  </a:cubicBezTo>
                  <a:cubicBezTo>
                    <a:pt x="434" y="1390"/>
                    <a:pt x="439" y="1544"/>
                    <a:pt x="542" y="1688"/>
                  </a:cubicBezTo>
                  <a:cubicBezTo>
                    <a:pt x="559" y="1714"/>
                    <a:pt x="579" y="1738"/>
                    <a:pt x="599" y="1758"/>
                  </a:cubicBezTo>
                  <a:cubicBezTo>
                    <a:pt x="750" y="1908"/>
                    <a:pt x="945" y="1919"/>
                    <a:pt x="986" y="1920"/>
                  </a:cubicBezTo>
                  <a:cubicBezTo>
                    <a:pt x="990" y="1920"/>
                    <a:pt x="993" y="1920"/>
                    <a:pt x="997" y="1920"/>
                  </a:cubicBezTo>
                  <a:cubicBezTo>
                    <a:pt x="1221" y="1920"/>
                    <a:pt x="1425" y="1785"/>
                    <a:pt x="1510" y="1584"/>
                  </a:cubicBezTo>
                  <a:cubicBezTo>
                    <a:pt x="1577" y="1425"/>
                    <a:pt x="1549" y="1276"/>
                    <a:pt x="1526" y="1201"/>
                  </a:cubicBezTo>
                  <a:cubicBezTo>
                    <a:pt x="1508" y="1140"/>
                    <a:pt x="1452" y="1102"/>
                    <a:pt x="1392" y="1102"/>
                  </a:cubicBezTo>
                  <a:cubicBezTo>
                    <a:pt x="1379" y="1102"/>
                    <a:pt x="1365" y="1104"/>
                    <a:pt x="1352" y="1108"/>
                  </a:cubicBezTo>
                  <a:cubicBezTo>
                    <a:pt x="1278" y="1130"/>
                    <a:pt x="1238" y="1209"/>
                    <a:pt x="1260" y="1282"/>
                  </a:cubicBezTo>
                  <a:cubicBezTo>
                    <a:pt x="1271" y="1319"/>
                    <a:pt x="1287" y="1396"/>
                    <a:pt x="1252" y="1474"/>
                  </a:cubicBezTo>
                  <a:cubicBezTo>
                    <a:pt x="1211" y="1572"/>
                    <a:pt x="1104" y="1642"/>
                    <a:pt x="994" y="1642"/>
                  </a:cubicBezTo>
                  <a:cubicBezTo>
                    <a:pt x="993" y="1642"/>
                    <a:pt x="991" y="1642"/>
                    <a:pt x="990" y="1642"/>
                  </a:cubicBezTo>
                  <a:cubicBezTo>
                    <a:pt x="976" y="1642"/>
                    <a:pt x="846" y="1636"/>
                    <a:pt x="767" y="1528"/>
                  </a:cubicBezTo>
                  <a:cubicBezTo>
                    <a:pt x="699" y="1432"/>
                    <a:pt x="723" y="1322"/>
                    <a:pt x="733" y="1282"/>
                  </a:cubicBezTo>
                  <a:cubicBezTo>
                    <a:pt x="846" y="1254"/>
                    <a:pt x="953" y="1196"/>
                    <a:pt x="1041" y="1109"/>
                  </a:cubicBezTo>
                  <a:cubicBezTo>
                    <a:pt x="1294" y="856"/>
                    <a:pt x="1294" y="443"/>
                    <a:pt x="1041" y="190"/>
                  </a:cubicBezTo>
                  <a:cubicBezTo>
                    <a:pt x="914" y="63"/>
                    <a:pt x="748" y="0"/>
                    <a:pt x="58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62" name="Google Shape;3362;p27"/>
          <p:cNvGrpSpPr/>
          <p:nvPr/>
        </p:nvGrpSpPr>
        <p:grpSpPr>
          <a:xfrm>
            <a:off x="7281903" y="2876083"/>
            <a:ext cx="297629" cy="215452"/>
            <a:chOff x="7281903" y="2876083"/>
            <a:chExt cx="297629" cy="215452"/>
          </a:xfrm>
        </p:grpSpPr>
        <p:sp>
          <p:nvSpPr>
            <p:cNvPr id="3363" name="Google Shape;3363;p27"/>
            <p:cNvSpPr/>
            <p:nvPr/>
          </p:nvSpPr>
          <p:spPr>
            <a:xfrm>
              <a:off x="7281903" y="2876083"/>
              <a:ext cx="53131" cy="47316"/>
            </a:xfrm>
            <a:custGeom>
              <a:rect b="b" l="l" r="r" t="t"/>
              <a:pathLst>
                <a:path extrusionOk="0" h="1473" w="1654">
                  <a:moveTo>
                    <a:pt x="690" y="0"/>
                  </a:moveTo>
                  <a:cubicBezTo>
                    <a:pt x="310" y="0"/>
                    <a:pt x="1" y="310"/>
                    <a:pt x="1" y="691"/>
                  </a:cubicBezTo>
                  <a:lnTo>
                    <a:pt x="1" y="782"/>
                  </a:lnTo>
                  <a:cubicBezTo>
                    <a:pt x="1" y="1163"/>
                    <a:pt x="310" y="1472"/>
                    <a:pt x="690" y="1472"/>
                  </a:cubicBezTo>
                  <a:cubicBezTo>
                    <a:pt x="766" y="1472"/>
                    <a:pt x="827" y="1407"/>
                    <a:pt x="827" y="1331"/>
                  </a:cubicBezTo>
                  <a:cubicBezTo>
                    <a:pt x="827" y="1255"/>
                    <a:pt x="766" y="1193"/>
                    <a:pt x="690" y="1193"/>
                  </a:cubicBezTo>
                  <a:cubicBezTo>
                    <a:pt x="462" y="1193"/>
                    <a:pt x="277" y="1009"/>
                    <a:pt x="277" y="780"/>
                  </a:cubicBezTo>
                  <a:lnTo>
                    <a:pt x="277" y="688"/>
                  </a:lnTo>
                  <a:cubicBezTo>
                    <a:pt x="277" y="461"/>
                    <a:pt x="462" y="275"/>
                    <a:pt x="690" y="275"/>
                  </a:cubicBezTo>
                  <a:lnTo>
                    <a:pt x="1535" y="275"/>
                  </a:lnTo>
                  <a:cubicBezTo>
                    <a:pt x="1610" y="275"/>
                    <a:pt x="1654" y="214"/>
                    <a:pt x="1654" y="138"/>
                  </a:cubicBezTo>
                  <a:cubicBezTo>
                    <a:pt x="1654" y="115"/>
                    <a:pt x="1580" y="0"/>
                    <a:pt x="158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27"/>
            <p:cNvSpPr/>
            <p:nvPr/>
          </p:nvSpPr>
          <p:spPr>
            <a:xfrm>
              <a:off x="7433850" y="2945214"/>
              <a:ext cx="18342" cy="21233"/>
            </a:xfrm>
            <a:custGeom>
              <a:rect b="b" l="l" r="r" t="t"/>
              <a:pathLst>
                <a:path extrusionOk="0" h="661" w="571">
                  <a:moveTo>
                    <a:pt x="0" y="1"/>
                  </a:moveTo>
                  <a:lnTo>
                    <a:pt x="0" y="661"/>
                  </a:lnTo>
                  <a:lnTo>
                    <a:pt x="570" y="661"/>
                  </a:lnTo>
                  <a:lnTo>
                    <a:pt x="5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27"/>
            <p:cNvSpPr/>
            <p:nvPr/>
          </p:nvSpPr>
          <p:spPr>
            <a:xfrm>
              <a:off x="7332081" y="2940717"/>
              <a:ext cx="28300" cy="24381"/>
            </a:xfrm>
            <a:custGeom>
              <a:rect b="b" l="l" r="r" t="t"/>
              <a:pathLst>
                <a:path extrusionOk="0" h="759" w="881">
                  <a:moveTo>
                    <a:pt x="1" y="0"/>
                  </a:moveTo>
                  <a:lnTo>
                    <a:pt x="1" y="759"/>
                  </a:lnTo>
                  <a:lnTo>
                    <a:pt x="845" y="759"/>
                  </a:lnTo>
                  <a:lnTo>
                    <a:pt x="881" y="517"/>
                  </a:lnTo>
                  <a:lnTo>
                    <a:pt x="881" y="242"/>
                  </a:lnTo>
                  <a:lnTo>
                    <a:pt x="84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27"/>
            <p:cNvSpPr/>
            <p:nvPr/>
          </p:nvSpPr>
          <p:spPr>
            <a:xfrm>
              <a:off x="7330924" y="2938950"/>
              <a:ext cx="29456" cy="27914"/>
            </a:xfrm>
            <a:custGeom>
              <a:rect b="b" l="l" r="r" t="t"/>
              <a:pathLst>
                <a:path extrusionOk="0" h="869" w="917">
                  <a:moveTo>
                    <a:pt x="0" y="0"/>
                  </a:moveTo>
                  <a:lnTo>
                    <a:pt x="0" y="869"/>
                  </a:lnTo>
                  <a:lnTo>
                    <a:pt x="917" y="869"/>
                  </a:lnTo>
                  <a:lnTo>
                    <a:pt x="917" y="572"/>
                  </a:lnTo>
                  <a:lnTo>
                    <a:pt x="312" y="572"/>
                  </a:lnTo>
                  <a:cubicBezTo>
                    <a:pt x="280" y="572"/>
                    <a:pt x="257" y="546"/>
                    <a:pt x="257" y="517"/>
                  </a:cubicBezTo>
                  <a:lnTo>
                    <a:pt x="257" y="352"/>
                  </a:lnTo>
                  <a:cubicBezTo>
                    <a:pt x="257" y="322"/>
                    <a:pt x="283" y="299"/>
                    <a:pt x="312" y="299"/>
                  </a:cubicBezTo>
                  <a:lnTo>
                    <a:pt x="917" y="299"/>
                  </a:lnTo>
                  <a:lnTo>
                    <a:pt x="917" y="297"/>
                  </a:lnTo>
                  <a:lnTo>
                    <a:pt x="91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27"/>
            <p:cNvSpPr/>
            <p:nvPr/>
          </p:nvSpPr>
          <p:spPr>
            <a:xfrm>
              <a:off x="7554577" y="2981586"/>
              <a:ext cx="17699" cy="15258"/>
            </a:xfrm>
            <a:custGeom>
              <a:rect b="b" l="l" r="r" t="t"/>
              <a:pathLst>
                <a:path extrusionOk="0" h="475" w="551">
                  <a:moveTo>
                    <a:pt x="276" y="0"/>
                  </a:moveTo>
                  <a:lnTo>
                    <a:pt x="0" y="36"/>
                  </a:lnTo>
                  <a:lnTo>
                    <a:pt x="0" y="475"/>
                  </a:lnTo>
                  <a:lnTo>
                    <a:pt x="459" y="475"/>
                  </a:lnTo>
                  <a:cubicBezTo>
                    <a:pt x="491" y="475"/>
                    <a:pt x="514" y="449"/>
                    <a:pt x="514" y="420"/>
                  </a:cubicBezTo>
                  <a:lnTo>
                    <a:pt x="551" y="238"/>
                  </a:lnTo>
                  <a:lnTo>
                    <a:pt x="551" y="55"/>
                  </a:lnTo>
                  <a:cubicBezTo>
                    <a:pt x="551" y="25"/>
                    <a:pt x="525" y="0"/>
                    <a:pt x="4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27"/>
            <p:cNvSpPr/>
            <p:nvPr/>
          </p:nvSpPr>
          <p:spPr>
            <a:xfrm>
              <a:off x="7560066" y="2980422"/>
              <a:ext cx="19466" cy="16543"/>
            </a:xfrm>
            <a:custGeom>
              <a:rect b="b" l="l" r="r" t="t"/>
              <a:pathLst>
                <a:path extrusionOk="0" h="515" w="606">
                  <a:moveTo>
                    <a:pt x="0" y="1"/>
                  </a:moveTo>
                  <a:lnTo>
                    <a:pt x="0" y="515"/>
                  </a:lnTo>
                  <a:lnTo>
                    <a:pt x="550" y="515"/>
                  </a:lnTo>
                  <a:cubicBezTo>
                    <a:pt x="581" y="515"/>
                    <a:pt x="605" y="489"/>
                    <a:pt x="605" y="460"/>
                  </a:cubicBezTo>
                  <a:lnTo>
                    <a:pt x="605" y="240"/>
                  </a:lnTo>
                  <a:lnTo>
                    <a:pt x="384" y="240"/>
                  </a:lnTo>
                  <a:cubicBezTo>
                    <a:pt x="356" y="238"/>
                    <a:pt x="332" y="215"/>
                    <a:pt x="332" y="183"/>
                  </a:cubicBezTo>
                  <a:lnTo>
                    <a:pt x="33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27"/>
            <p:cNvSpPr/>
            <p:nvPr/>
          </p:nvSpPr>
          <p:spPr>
            <a:xfrm>
              <a:off x="7536689" y="2975684"/>
              <a:ext cx="20269" cy="30035"/>
            </a:xfrm>
            <a:custGeom>
              <a:rect b="b" l="l" r="r" t="t"/>
              <a:pathLst>
                <a:path extrusionOk="0" h="935" w="631">
                  <a:moveTo>
                    <a:pt x="263" y="0"/>
                  </a:moveTo>
                  <a:lnTo>
                    <a:pt x="9" y="34"/>
                  </a:lnTo>
                  <a:lnTo>
                    <a:pt x="1" y="934"/>
                  </a:lnTo>
                  <a:lnTo>
                    <a:pt x="558" y="931"/>
                  </a:lnTo>
                  <a:cubicBezTo>
                    <a:pt x="588" y="931"/>
                    <a:pt x="612" y="905"/>
                    <a:pt x="612" y="876"/>
                  </a:cubicBezTo>
                  <a:lnTo>
                    <a:pt x="630" y="715"/>
                  </a:lnTo>
                  <a:lnTo>
                    <a:pt x="630" y="55"/>
                  </a:lnTo>
                  <a:cubicBezTo>
                    <a:pt x="630" y="25"/>
                    <a:pt x="604" y="0"/>
                    <a:pt x="57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27"/>
            <p:cNvSpPr/>
            <p:nvPr/>
          </p:nvSpPr>
          <p:spPr>
            <a:xfrm>
              <a:off x="7534085" y="2974757"/>
              <a:ext cx="22454" cy="31898"/>
            </a:xfrm>
            <a:custGeom>
              <a:rect b="b" l="l" r="r" t="t"/>
              <a:pathLst>
                <a:path extrusionOk="0" h="993" w="699">
                  <a:moveTo>
                    <a:pt x="0" y="1"/>
                  </a:moveTo>
                  <a:lnTo>
                    <a:pt x="0" y="992"/>
                  </a:lnTo>
                  <a:lnTo>
                    <a:pt x="643" y="992"/>
                  </a:lnTo>
                  <a:cubicBezTo>
                    <a:pt x="673" y="992"/>
                    <a:pt x="698" y="968"/>
                    <a:pt x="698" y="939"/>
                  </a:cubicBezTo>
                  <a:lnTo>
                    <a:pt x="698" y="717"/>
                  </a:lnTo>
                  <a:lnTo>
                    <a:pt x="384" y="717"/>
                  </a:lnTo>
                  <a:cubicBezTo>
                    <a:pt x="358" y="716"/>
                    <a:pt x="332" y="693"/>
                    <a:pt x="332" y="661"/>
                  </a:cubicBezTo>
                  <a:lnTo>
                    <a:pt x="33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27"/>
            <p:cNvSpPr/>
            <p:nvPr/>
          </p:nvSpPr>
          <p:spPr>
            <a:xfrm>
              <a:off x="7305257" y="2975764"/>
              <a:ext cx="18310" cy="24734"/>
            </a:xfrm>
            <a:custGeom>
              <a:rect b="b" l="l" r="r" t="t"/>
              <a:pathLst>
                <a:path extrusionOk="0" h="770" w="570">
                  <a:moveTo>
                    <a:pt x="238" y="1"/>
                  </a:moveTo>
                  <a:lnTo>
                    <a:pt x="184" y="37"/>
                  </a:lnTo>
                  <a:cubicBezTo>
                    <a:pt x="83" y="37"/>
                    <a:pt x="0" y="118"/>
                    <a:pt x="0" y="220"/>
                  </a:cubicBezTo>
                  <a:lnTo>
                    <a:pt x="0" y="587"/>
                  </a:lnTo>
                  <a:cubicBezTo>
                    <a:pt x="0" y="689"/>
                    <a:pt x="83" y="770"/>
                    <a:pt x="184" y="770"/>
                  </a:cubicBezTo>
                  <a:lnTo>
                    <a:pt x="569" y="770"/>
                  </a:lnTo>
                  <a:lnTo>
                    <a:pt x="56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27"/>
            <p:cNvSpPr/>
            <p:nvPr/>
          </p:nvSpPr>
          <p:spPr>
            <a:xfrm>
              <a:off x="7304037" y="2975700"/>
              <a:ext cx="19466" cy="25923"/>
            </a:xfrm>
            <a:custGeom>
              <a:rect b="b" l="l" r="r" t="t"/>
              <a:pathLst>
                <a:path extrusionOk="0" h="807" w="606">
                  <a:moveTo>
                    <a:pt x="183" y="0"/>
                  </a:moveTo>
                  <a:cubicBezTo>
                    <a:pt x="82" y="0"/>
                    <a:pt x="1" y="81"/>
                    <a:pt x="1" y="182"/>
                  </a:cubicBezTo>
                  <a:lnTo>
                    <a:pt x="1" y="624"/>
                  </a:lnTo>
                  <a:cubicBezTo>
                    <a:pt x="1" y="725"/>
                    <a:pt x="82" y="806"/>
                    <a:pt x="183" y="806"/>
                  </a:cubicBezTo>
                  <a:lnTo>
                    <a:pt x="606" y="806"/>
                  </a:lnTo>
                  <a:lnTo>
                    <a:pt x="606" y="531"/>
                  </a:lnTo>
                  <a:lnTo>
                    <a:pt x="331" y="531"/>
                  </a:lnTo>
                  <a:cubicBezTo>
                    <a:pt x="330" y="531"/>
                    <a:pt x="329" y="531"/>
                    <a:pt x="328" y="531"/>
                  </a:cubicBezTo>
                  <a:cubicBezTo>
                    <a:pt x="300" y="531"/>
                    <a:pt x="276" y="507"/>
                    <a:pt x="276" y="478"/>
                  </a:cubicBezTo>
                  <a:lnTo>
                    <a:pt x="27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27"/>
            <p:cNvSpPr/>
            <p:nvPr/>
          </p:nvSpPr>
          <p:spPr>
            <a:xfrm>
              <a:off x="7460995" y="2972487"/>
              <a:ext cx="33054" cy="30677"/>
            </a:xfrm>
            <a:custGeom>
              <a:rect b="b" l="l" r="r" t="t"/>
              <a:pathLst>
                <a:path extrusionOk="0" h="955" w="1029">
                  <a:moveTo>
                    <a:pt x="276" y="0"/>
                  </a:moveTo>
                  <a:lnTo>
                    <a:pt x="1" y="54"/>
                  </a:lnTo>
                  <a:lnTo>
                    <a:pt x="1" y="954"/>
                  </a:lnTo>
                  <a:lnTo>
                    <a:pt x="1028" y="954"/>
                  </a:lnTo>
                  <a:lnTo>
                    <a:pt x="1028" y="54"/>
                  </a:lnTo>
                  <a:lnTo>
                    <a:pt x="75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27"/>
            <p:cNvSpPr/>
            <p:nvPr/>
          </p:nvSpPr>
          <p:spPr>
            <a:xfrm>
              <a:off x="7459260" y="2972423"/>
              <a:ext cx="36588" cy="32444"/>
            </a:xfrm>
            <a:custGeom>
              <a:rect b="b" l="l" r="r" t="t"/>
              <a:pathLst>
                <a:path extrusionOk="0" h="1010" w="1139">
                  <a:moveTo>
                    <a:pt x="1" y="1"/>
                  </a:moveTo>
                  <a:lnTo>
                    <a:pt x="1" y="1010"/>
                  </a:lnTo>
                  <a:lnTo>
                    <a:pt x="1139" y="1010"/>
                  </a:lnTo>
                  <a:lnTo>
                    <a:pt x="1139" y="1"/>
                  </a:lnTo>
                  <a:lnTo>
                    <a:pt x="807" y="1"/>
                  </a:lnTo>
                  <a:lnTo>
                    <a:pt x="807" y="681"/>
                  </a:lnTo>
                  <a:cubicBezTo>
                    <a:pt x="807" y="712"/>
                    <a:pt x="783" y="735"/>
                    <a:pt x="754" y="735"/>
                  </a:cubicBezTo>
                  <a:lnTo>
                    <a:pt x="386" y="735"/>
                  </a:lnTo>
                  <a:cubicBezTo>
                    <a:pt x="356" y="735"/>
                    <a:pt x="331" y="710"/>
                    <a:pt x="331" y="681"/>
                  </a:cubicBezTo>
                  <a:lnTo>
                    <a:pt x="33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27"/>
            <p:cNvSpPr/>
            <p:nvPr/>
          </p:nvSpPr>
          <p:spPr>
            <a:xfrm>
              <a:off x="7369249" y="2895326"/>
              <a:ext cx="142495" cy="44875"/>
            </a:xfrm>
            <a:custGeom>
              <a:rect b="b" l="l" r="r" t="t"/>
              <a:pathLst>
                <a:path extrusionOk="0" h="1397" w="4436">
                  <a:moveTo>
                    <a:pt x="1024" y="1"/>
                  </a:moveTo>
                  <a:cubicBezTo>
                    <a:pt x="902" y="1"/>
                    <a:pt x="786" y="41"/>
                    <a:pt x="689" y="113"/>
                  </a:cubicBezTo>
                  <a:lnTo>
                    <a:pt x="501" y="255"/>
                  </a:lnTo>
                  <a:cubicBezTo>
                    <a:pt x="468" y="278"/>
                    <a:pt x="430" y="294"/>
                    <a:pt x="388" y="294"/>
                  </a:cubicBezTo>
                  <a:lnTo>
                    <a:pt x="275" y="294"/>
                  </a:lnTo>
                  <a:lnTo>
                    <a:pt x="0" y="348"/>
                  </a:lnTo>
                  <a:lnTo>
                    <a:pt x="0" y="1120"/>
                  </a:lnTo>
                  <a:lnTo>
                    <a:pt x="391" y="1120"/>
                  </a:lnTo>
                  <a:cubicBezTo>
                    <a:pt x="430" y="1120"/>
                    <a:pt x="468" y="1131"/>
                    <a:pt x="498" y="1153"/>
                  </a:cubicBezTo>
                  <a:lnTo>
                    <a:pt x="692" y="1292"/>
                  </a:lnTo>
                  <a:cubicBezTo>
                    <a:pt x="786" y="1360"/>
                    <a:pt x="898" y="1396"/>
                    <a:pt x="1012" y="1396"/>
                  </a:cubicBezTo>
                  <a:lnTo>
                    <a:pt x="3472" y="1396"/>
                  </a:lnTo>
                  <a:cubicBezTo>
                    <a:pt x="3842" y="1396"/>
                    <a:pt x="4387" y="1172"/>
                    <a:pt x="4430" y="813"/>
                  </a:cubicBezTo>
                  <a:cubicBezTo>
                    <a:pt x="4434" y="784"/>
                    <a:pt x="4436" y="755"/>
                    <a:pt x="4436" y="726"/>
                  </a:cubicBezTo>
                  <a:cubicBezTo>
                    <a:pt x="4436" y="325"/>
                    <a:pt x="4110" y="1"/>
                    <a:pt x="3711" y="1"/>
                  </a:cubicBezTo>
                  <a:lnTo>
                    <a:pt x="3123" y="1"/>
                  </a:lnTo>
                  <a:lnTo>
                    <a:pt x="3074" y="57"/>
                  </a:lnTo>
                  <a:lnTo>
                    <a:pt x="1517" y="56"/>
                  </a:lnTo>
                  <a:lnTo>
                    <a:pt x="147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27"/>
            <p:cNvSpPr/>
            <p:nvPr/>
          </p:nvSpPr>
          <p:spPr>
            <a:xfrm>
              <a:off x="7367417" y="2895293"/>
              <a:ext cx="144102" cy="46610"/>
            </a:xfrm>
            <a:custGeom>
              <a:rect b="b" l="l" r="r" t="t"/>
              <a:pathLst>
                <a:path extrusionOk="0" h="1451" w="4486">
                  <a:moveTo>
                    <a:pt x="1525" y="0"/>
                  </a:moveTo>
                  <a:lnTo>
                    <a:pt x="1525" y="1084"/>
                  </a:lnTo>
                  <a:cubicBezTo>
                    <a:pt x="1525" y="1135"/>
                    <a:pt x="1485" y="1176"/>
                    <a:pt x="1434" y="1176"/>
                  </a:cubicBezTo>
                  <a:lnTo>
                    <a:pt x="1160" y="1176"/>
                  </a:lnTo>
                  <a:cubicBezTo>
                    <a:pt x="1046" y="1176"/>
                    <a:pt x="935" y="1139"/>
                    <a:pt x="841" y="1073"/>
                  </a:cubicBezTo>
                  <a:lnTo>
                    <a:pt x="647" y="934"/>
                  </a:lnTo>
                  <a:cubicBezTo>
                    <a:pt x="615" y="912"/>
                    <a:pt x="577" y="899"/>
                    <a:pt x="539" y="899"/>
                  </a:cubicBezTo>
                  <a:lnTo>
                    <a:pt x="424" y="899"/>
                  </a:lnTo>
                  <a:cubicBezTo>
                    <a:pt x="373" y="899"/>
                    <a:pt x="331" y="857"/>
                    <a:pt x="331" y="806"/>
                  </a:cubicBezTo>
                  <a:lnTo>
                    <a:pt x="331" y="293"/>
                  </a:lnTo>
                  <a:lnTo>
                    <a:pt x="1" y="293"/>
                  </a:lnTo>
                  <a:lnTo>
                    <a:pt x="1" y="1174"/>
                  </a:lnTo>
                  <a:lnTo>
                    <a:pt x="447" y="1174"/>
                  </a:lnTo>
                  <a:cubicBezTo>
                    <a:pt x="486" y="1174"/>
                    <a:pt x="523" y="1187"/>
                    <a:pt x="554" y="1209"/>
                  </a:cubicBezTo>
                  <a:lnTo>
                    <a:pt x="748" y="1348"/>
                  </a:lnTo>
                  <a:cubicBezTo>
                    <a:pt x="842" y="1414"/>
                    <a:pt x="953" y="1451"/>
                    <a:pt x="1068" y="1451"/>
                  </a:cubicBezTo>
                  <a:lnTo>
                    <a:pt x="3766" y="1451"/>
                  </a:lnTo>
                  <a:cubicBezTo>
                    <a:pt x="4137" y="1451"/>
                    <a:pt x="4442" y="1173"/>
                    <a:pt x="4486" y="812"/>
                  </a:cubicBezTo>
                  <a:lnTo>
                    <a:pt x="4486" y="812"/>
                  </a:lnTo>
                  <a:cubicBezTo>
                    <a:pt x="4361" y="1029"/>
                    <a:pt x="4128" y="1176"/>
                    <a:pt x="3859" y="1176"/>
                  </a:cubicBezTo>
                  <a:lnTo>
                    <a:pt x="3270" y="1176"/>
                  </a:lnTo>
                  <a:cubicBezTo>
                    <a:pt x="3219" y="1176"/>
                    <a:pt x="3178" y="1135"/>
                    <a:pt x="3178" y="1084"/>
                  </a:cubicBezTo>
                  <a:lnTo>
                    <a:pt x="317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27"/>
            <p:cNvSpPr/>
            <p:nvPr/>
          </p:nvSpPr>
          <p:spPr>
            <a:xfrm>
              <a:off x="7305257" y="2901847"/>
              <a:ext cx="18567" cy="32379"/>
            </a:xfrm>
            <a:custGeom>
              <a:rect b="b" l="l" r="r" t="t"/>
              <a:pathLst>
                <a:path extrusionOk="0" h="1008" w="578">
                  <a:moveTo>
                    <a:pt x="238" y="0"/>
                  </a:moveTo>
                  <a:lnTo>
                    <a:pt x="184" y="36"/>
                  </a:lnTo>
                  <a:cubicBezTo>
                    <a:pt x="83" y="36"/>
                    <a:pt x="0" y="117"/>
                    <a:pt x="0" y="219"/>
                  </a:cubicBezTo>
                  <a:lnTo>
                    <a:pt x="0" y="825"/>
                  </a:lnTo>
                  <a:cubicBezTo>
                    <a:pt x="0" y="927"/>
                    <a:pt x="83" y="1008"/>
                    <a:pt x="184" y="1008"/>
                  </a:cubicBezTo>
                  <a:lnTo>
                    <a:pt x="578" y="1008"/>
                  </a:lnTo>
                  <a:lnTo>
                    <a:pt x="578" y="0"/>
                  </a:lnTo>
                  <a:close/>
                </a:path>
              </a:pathLst>
            </a:custGeom>
            <a:solidFill>
              <a:srgbClr val="9CE6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27"/>
            <p:cNvSpPr/>
            <p:nvPr/>
          </p:nvSpPr>
          <p:spPr>
            <a:xfrm>
              <a:off x="7304037" y="2901782"/>
              <a:ext cx="19755" cy="33568"/>
            </a:xfrm>
            <a:custGeom>
              <a:rect b="b" l="l" r="r" t="t"/>
              <a:pathLst>
                <a:path extrusionOk="0" h="1045" w="615">
                  <a:moveTo>
                    <a:pt x="183" y="1"/>
                  </a:moveTo>
                  <a:cubicBezTo>
                    <a:pt x="82" y="1"/>
                    <a:pt x="1" y="82"/>
                    <a:pt x="1" y="183"/>
                  </a:cubicBezTo>
                  <a:lnTo>
                    <a:pt x="1" y="862"/>
                  </a:lnTo>
                  <a:cubicBezTo>
                    <a:pt x="1" y="963"/>
                    <a:pt x="82" y="1045"/>
                    <a:pt x="183" y="1045"/>
                  </a:cubicBezTo>
                  <a:lnTo>
                    <a:pt x="615" y="1045"/>
                  </a:lnTo>
                  <a:lnTo>
                    <a:pt x="615" y="769"/>
                  </a:lnTo>
                  <a:lnTo>
                    <a:pt x="331" y="769"/>
                  </a:lnTo>
                  <a:cubicBezTo>
                    <a:pt x="330" y="769"/>
                    <a:pt x="329" y="770"/>
                    <a:pt x="328" y="770"/>
                  </a:cubicBezTo>
                  <a:cubicBezTo>
                    <a:pt x="300" y="770"/>
                    <a:pt x="276" y="747"/>
                    <a:pt x="276" y="717"/>
                  </a:cubicBezTo>
                  <a:lnTo>
                    <a:pt x="27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27"/>
            <p:cNvSpPr/>
            <p:nvPr/>
          </p:nvSpPr>
          <p:spPr>
            <a:xfrm>
              <a:off x="7426526" y="2890635"/>
              <a:ext cx="34178" cy="54865"/>
            </a:xfrm>
            <a:custGeom>
              <a:rect b="b" l="l" r="r" t="t"/>
              <a:pathLst>
                <a:path extrusionOk="0" h="1708" w="1064">
                  <a:moveTo>
                    <a:pt x="238" y="0"/>
                  </a:moveTo>
                  <a:lnTo>
                    <a:pt x="183" y="37"/>
                  </a:lnTo>
                  <a:cubicBezTo>
                    <a:pt x="82" y="37"/>
                    <a:pt x="1" y="118"/>
                    <a:pt x="1" y="219"/>
                  </a:cubicBezTo>
                  <a:lnTo>
                    <a:pt x="1" y="1523"/>
                  </a:lnTo>
                  <a:cubicBezTo>
                    <a:pt x="1" y="1625"/>
                    <a:pt x="82" y="1707"/>
                    <a:pt x="183" y="1707"/>
                  </a:cubicBezTo>
                  <a:lnTo>
                    <a:pt x="843" y="1707"/>
                  </a:lnTo>
                  <a:cubicBezTo>
                    <a:pt x="945" y="1707"/>
                    <a:pt x="1027" y="1625"/>
                    <a:pt x="1027" y="1522"/>
                  </a:cubicBezTo>
                  <a:lnTo>
                    <a:pt x="1063" y="1468"/>
                  </a:lnTo>
                  <a:lnTo>
                    <a:pt x="1063" y="183"/>
                  </a:lnTo>
                  <a:cubicBezTo>
                    <a:pt x="1063" y="81"/>
                    <a:pt x="981" y="0"/>
                    <a:pt x="88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27"/>
            <p:cNvSpPr/>
            <p:nvPr/>
          </p:nvSpPr>
          <p:spPr>
            <a:xfrm>
              <a:off x="7425273" y="2890635"/>
              <a:ext cx="35431" cy="56022"/>
            </a:xfrm>
            <a:custGeom>
              <a:rect b="b" l="l" r="r" t="t"/>
              <a:pathLst>
                <a:path extrusionOk="0" h="1744" w="1103">
                  <a:moveTo>
                    <a:pt x="185" y="0"/>
                  </a:moveTo>
                  <a:cubicBezTo>
                    <a:pt x="83" y="0"/>
                    <a:pt x="1" y="81"/>
                    <a:pt x="1" y="183"/>
                  </a:cubicBezTo>
                  <a:lnTo>
                    <a:pt x="1" y="1559"/>
                  </a:lnTo>
                  <a:cubicBezTo>
                    <a:pt x="1" y="1661"/>
                    <a:pt x="83" y="1743"/>
                    <a:pt x="185" y="1743"/>
                  </a:cubicBezTo>
                  <a:lnTo>
                    <a:pt x="919" y="1743"/>
                  </a:lnTo>
                  <a:cubicBezTo>
                    <a:pt x="1020" y="1743"/>
                    <a:pt x="1102" y="1661"/>
                    <a:pt x="1102" y="1559"/>
                  </a:cubicBezTo>
                  <a:lnTo>
                    <a:pt x="1102" y="1468"/>
                  </a:lnTo>
                  <a:lnTo>
                    <a:pt x="331" y="1468"/>
                  </a:lnTo>
                  <a:cubicBezTo>
                    <a:pt x="302" y="1468"/>
                    <a:pt x="277" y="1444"/>
                    <a:pt x="277" y="1413"/>
                  </a:cubicBezTo>
                  <a:lnTo>
                    <a:pt x="27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27"/>
            <p:cNvSpPr/>
            <p:nvPr/>
          </p:nvSpPr>
          <p:spPr>
            <a:xfrm>
              <a:off x="7332145" y="2876180"/>
              <a:ext cx="28332" cy="20301"/>
            </a:xfrm>
            <a:custGeom>
              <a:rect b="b" l="l" r="r" t="t"/>
              <a:pathLst>
                <a:path extrusionOk="0" h="632" w="882">
                  <a:moveTo>
                    <a:pt x="238" y="0"/>
                  </a:moveTo>
                  <a:lnTo>
                    <a:pt x="54" y="36"/>
                  </a:lnTo>
                  <a:cubicBezTo>
                    <a:pt x="23" y="36"/>
                    <a:pt x="0" y="61"/>
                    <a:pt x="0" y="90"/>
                  </a:cubicBezTo>
                  <a:lnTo>
                    <a:pt x="0" y="631"/>
                  </a:lnTo>
                  <a:lnTo>
                    <a:pt x="846" y="631"/>
                  </a:lnTo>
                  <a:lnTo>
                    <a:pt x="882" y="356"/>
                  </a:lnTo>
                  <a:lnTo>
                    <a:pt x="882" y="54"/>
                  </a:lnTo>
                  <a:cubicBezTo>
                    <a:pt x="879" y="23"/>
                    <a:pt x="856" y="0"/>
                    <a:pt x="82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27"/>
            <p:cNvSpPr/>
            <p:nvPr/>
          </p:nvSpPr>
          <p:spPr>
            <a:xfrm>
              <a:off x="7330924" y="2876180"/>
              <a:ext cx="29456" cy="22678"/>
            </a:xfrm>
            <a:custGeom>
              <a:rect b="b" l="l" r="r" t="t"/>
              <a:pathLst>
                <a:path extrusionOk="0" h="706" w="917">
                  <a:moveTo>
                    <a:pt x="54" y="0"/>
                  </a:moveTo>
                  <a:cubicBezTo>
                    <a:pt x="24" y="0"/>
                    <a:pt x="0" y="25"/>
                    <a:pt x="0" y="54"/>
                  </a:cubicBezTo>
                  <a:lnTo>
                    <a:pt x="0" y="705"/>
                  </a:lnTo>
                  <a:lnTo>
                    <a:pt x="917" y="705"/>
                  </a:lnTo>
                  <a:lnTo>
                    <a:pt x="917" y="356"/>
                  </a:lnTo>
                  <a:lnTo>
                    <a:pt x="329" y="356"/>
                  </a:lnTo>
                  <a:cubicBezTo>
                    <a:pt x="328" y="356"/>
                    <a:pt x="327" y="356"/>
                    <a:pt x="327" y="356"/>
                  </a:cubicBezTo>
                  <a:cubicBezTo>
                    <a:pt x="299" y="356"/>
                    <a:pt x="276" y="332"/>
                    <a:pt x="276" y="301"/>
                  </a:cubicBezTo>
                  <a:lnTo>
                    <a:pt x="27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27"/>
            <p:cNvSpPr/>
            <p:nvPr/>
          </p:nvSpPr>
          <p:spPr>
            <a:xfrm>
              <a:off x="7323247" y="2896546"/>
              <a:ext cx="45967" cy="43044"/>
            </a:xfrm>
            <a:custGeom>
              <a:rect b="b" l="l" r="r" t="t"/>
              <a:pathLst>
                <a:path extrusionOk="0" h="1340" w="1431">
                  <a:moveTo>
                    <a:pt x="239" y="0"/>
                  </a:moveTo>
                  <a:lnTo>
                    <a:pt x="164" y="36"/>
                  </a:lnTo>
                  <a:cubicBezTo>
                    <a:pt x="74" y="36"/>
                    <a:pt x="1" y="112"/>
                    <a:pt x="1" y="201"/>
                  </a:cubicBezTo>
                  <a:lnTo>
                    <a:pt x="1" y="1176"/>
                  </a:lnTo>
                  <a:cubicBezTo>
                    <a:pt x="1" y="1265"/>
                    <a:pt x="74" y="1339"/>
                    <a:pt x="164" y="1339"/>
                  </a:cubicBezTo>
                  <a:lnTo>
                    <a:pt x="1231" y="1339"/>
                  </a:lnTo>
                  <a:cubicBezTo>
                    <a:pt x="1321" y="1339"/>
                    <a:pt x="1395" y="1265"/>
                    <a:pt x="1395" y="1177"/>
                  </a:cubicBezTo>
                  <a:lnTo>
                    <a:pt x="1431" y="1103"/>
                  </a:lnTo>
                  <a:lnTo>
                    <a:pt x="1431" y="165"/>
                  </a:lnTo>
                  <a:cubicBezTo>
                    <a:pt x="1431" y="75"/>
                    <a:pt x="1357" y="0"/>
                    <a:pt x="126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27"/>
            <p:cNvSpPr/>
            <p:nvPr/>
          </p:nvSpPr>
          <p:spPr>
            <a:xfrm>
              <a:off x="7322090" y="2896546"/>
              <a:ext cx="47124" cy="44201"/>
            </a:xfrm>
            <a:custGeom>
              <a:rect b="b" l="l" r="r" t="t"/>
              <a:pathLst>
                <a:path extrusionOk="0" h="1376" w="1467">
                  <a:moveTo>
                    <a:pt x="164" y="0"/>
                  </a:moveTo>
                  <a:cubicBezTo>
                    <a:pt x="74" y="0"/>
                    <a:pt x="0" y="75"/>
                    <a:pt x="0" y="165"/>
                  </a:cubicBezTo>
                  <a:lnTo>
                    <a:pt x="0" y="1212"/>
                  </a:lnTo>
                  <a:cubicBezTo>
                    <a:pt x="0" y="1302"/>
                    <a:pt x="74" y="1375"/>
                    <a:pt x="164" y="1375"/>
                  </a:cubicBezTo>
                  <a:lnTo>
                    <a:pt x="1303" y="1375"/>
                  </a:lnTo>
                  <a:cubicBezTo>
                    <a:pt x="1393" y="1375"/>
                    <a:pt x="1467" y="1302"/>
                    <a:pt x="1467" y="1212"/>
                  </a:cubicBezTo>
                  <a:lnTo>
                    <a:pt x="1467" y="1100"/>
                  </a:lnTo>
                  <a:lnTo>
                    <a:pt x="329" y="1100"/>
                  </a:lnTo>
                  <a:cubicBezTo>
                    <a:pt x="299" y="1100"/>
                    <a:pt x="275" y="1076"/>
                    <a:pt x="275" y="1047"/>
                  </a:cubicBezTo>
                  <a:lnTo>
                    <a:pt x="27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27"/>
            <p:cNvSpPr/>
            <p:nvPr/>
          </p:nvSpPr>
          <p:spPr>
            <a:xfrm>
              <a:off x="7490800" y="2966231"/>
              <a:ext cx="46032" cy="45967"/>
            </a:xfrm>
            <a:custGeom>
              <a:rect b="b" l="l" r="r" t="t"/>
              <a:pathLst>
                <a:path extrusionOk="0" h="1431" w="1433">
                  <a:moveTo>
                    <a:pt x="239" y="0"/>
                  </a:moveTo>
                  <a:lnTo>
                    <a:pt x="186" y="19"/>
                  </a:lnTo>
                  <a:cubicBezTo>
                    <a:pt x="85" y="19"/>
                    <a:pt x="2" y="100"/>
                    <a:pt x="2" y="202"/>
                  </a:cubicBezTo>
                  <a:lnTo>
                    <a:pt x="2" y="1248"/>
                  </a:lnTo>
                  <a:cubicBezTo>
                    <a:pt x="1" y="1350"/>
                    <a:pt x="85" y="1431"/>
                    <a:pt x="186" y="1431"/>
                  </a:cubicBezTo>
                  <a:lnTo>
                    <a:pt x="1214" y="1431"/>
                  </a:lnTo>
                  <a:cubicBezTo>
                    <a:pt x="1315" y="1431"/>
                    <a:pt x="1396" y="1350"/>
                    <a:pt x="1396" y="1248"/>
                  </a:cubicBezTo>
                  <a:lnTo>
                    <a:pt x="1432" y="1193"/>
                  </a:lnTo>
                  <a:lnTo>
                    <a:pt x="1432" y="184"/>
                  </a:lnTo>
                  <a:cubicBezTo>
                    <a:pt x="1432" y="82"/>
                    <a:pt x="1351" y="0"/>
                    <a:pt x="125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27"/>
            <p:cNvSpPr/>
            <p:nvPr/>
          </p:nvSpPr>
          <p:spPr>
            <a:xfrm>
              <a:off x="7490213" y="2965017"/>
              <a:ext cx="47188" cy="47188"/>
            </a:xfrm>
            <a:custGeom>
              <a:rect b="b" l="l" r="r" t="t"/>
              <a:pathLst>
                <a:path extrusionOk="0" h="1469" w="1469">
                  <a:moveTo>
                    <a:pt x="185" y="1"/>
                  </a:moveTo>
                  <a:cubicBezTo>
                    <a:pt x="83" y="1"/>
                    <a:pt x="1" y="82"/>
                    <a:pt x="1" y="183"/>
                  </a:cubicBezTo>
                  <a:lnTo>
                    <a:pt x="1" y="1286"/>
                  </a:lnTo>
                  <a:cubicBezTo>
                    <a:pt x="1" y="1388"/>
                    <a:pt x="83" y="1469"/>
                    <a:pt x="185" y="1469"/>
                  </a:cubicBezTo>
                  <a:lnTo>
                    <a:pt x="1286" y="1469"/>
                  </a:lnTo>
                  <a:cubicBezTo>
                    <a:pt x="1388" y="1469"/>
                    <a:pt x="1469" y="1388"/>
                    <a:pt x="1469" y="1286"/>
                  </a:cubicBezTo>
                  <a:lnTo>
                    <a:pt x="1469" y="1194"/>
                  </a:lnTo>
                  <a:lnTo>
                    <a:pt x="331" y="1194"/>
                  </a:lnTo>
                  <a:cubicBezTo>
                    <a:pt x="300" y="1194"/>
                    <a:pt x="276" y="1168"/>
                    <a:pt x="276" y="1139"/>
                  </a:cubicBezTo>
                  <a:lnTo>
                    <a:pt x="27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27"/>
            <p:cNvSpPr/>
            <p:nvPr/>
          </p:nvSpPr>
          <p:spPr>
            <a:xfrm>
              <a:off x="7388362" y="3007695"/>
              <a:ext cx="44072" cy="35817"/>
            </a:xfrm>
            <a:custGeom>
              <a:rect b="b" l="l" r="r" t="t"/>
              <a:pathLst>
                <a:path extrusionOk="0" h="1115" w="1372">
                  <a:moveTo>
                    <a:pt x="1281" y="1"/>
                  </a:moveTo>
                  <a:cubicBezTo>
                    <a:pt x="1266" y="1"/>
                    <a:pt x="1249" y="1"/>
                    <a:pt x="1232" y="1"/>
                  </a:cubicBezTo>
                  <a:cubicBezTo>
                    <a:pt x="1216" y="1"/>
                    <a:pt x="1201" y="1"/>
                    <a:pt x="1187" y="1"/>
                  </a:cubicBezTo>
                  <a:cubicBezTo>
                    <a:pt x="1133" y="1"/>
                    <a:pt x="1095" y="7"/>
                    <a:pt x="1095" y="68"/>
                  </a:cubicBezTo>
                  <a:lnTo>
                    <a:pt x="1095" y="607"/>
                  </a:lnTo>
                  <a:cubicBezTo>
                    <a:pt x="1095" y="735"/>
                    <a:pt x="989" y="840"/>
                    <a:pt x="862" y="840"/>
                  </a:cubicBezTo>
                  <a:lnTo>
                    <a:pt x="258" y="840"/>
                  </a:lnTo>
                  <a:cubicBezTo>
                    <a:pt x="183" y="840"/>
                    <a:pt x="120" y="902"/>
                    <a:pt x="120" y="977"/>
                  </a:cubicBezTo>
                  <a:cubicBezTo>
                    <a:pt x="120" y="1054"/>
                    <a:pt x="0" y="1115"/>
                    <a:pt x="76" y="1115"/>
                  </a:cubicBezTo>
                  <a:lnTo>
                    <a:pt x="863" y="1115"/>
                  </a:lnTo>
                  <a:cubicBezTo>
                    <a:pt x="1144" y="1115"/>
                    <a:pt x="1371" y="887"/>
                    <a:pt x="1370" y="607"/>
                  </a:cubicBezTo>
                  <a:lnTo>
                    <a:pt x="1370" y="68"/>
                  </a:lnTo>
                  <a:cubicBezTo>
                    <a:pt x="1370" y="8"/>
                    <a:pt x="1333" y="1"/>
                    <a:pt x="128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27"/>
            <p:cNvSpPr/>
            <p:nvPr/>
          </p:nvSpPr>
          <p:spPr>
            <a:xfrm>
              <a:off x="7340562" y="3011068"/>
              <a:ext cx="66943" cy="77769"/>
            </a:xfrm>
            <a:custGeom>
              <a:rect b="b" l="l" r="r" t="t"/>
              <a:pathLst>
                <a:path extrusionOk="0" h="2421" w="2084">
                  <a:moveTo>
                    <a:pt x="2002" y="1"/>
                  </a:moveTo>
                  <a:lnTo>
                    <a:pt x="791" y="2"/>
                  </a:lnTo>
                  <a:lnTo>
                    <a:pt x="58" y="1868"/>
                  </a:lnTo>
                  <a:cubicBezTo>
                    <a:pt x="0" y="2009"/>
                    <a:pt x="70" y="2171"/>
                    <a:pt x="210" y="2226"/>
                  </a:cubicBezTo>
                  <a:lnTo>
                    <a:pt x="707" y="2405"/>
                  </a:lnTo>
                  <a:cubicBezTo>
                    <a:pt x="733" y="2416"/>
                    <a:pt x="766" y="2420"/>
                    <a:pt x="802" y="2420"/>
                  </a:cubicBezTo>
                  <a:cubicBezTo>
                    <a:pt x="947" y="2420"/>
                    <a:pt x="1138" y="2349"/>
                    <a:pt x="1138" y="2349"/>
                  </a:cubicBezTo>
                  <a:cubicBezTo>
                    <a:pt x="1139" y="2346"/>
                    <a:pt x="1142" y="2342"/>
                    <a:pt x="1144" y="2337"/>
                  </a:cubicBezTo>
                  <a:lnTo>
                    <a:pt x="1247" y="2081"/>
                  </a:lnTo>
                  <a:lnTo>
                    <a:pt x="1236" y="2000"/>
                  </a:lnTo>
                  <a:lnTo>
                    <a:pt x="1691" y="885"/>
                  </a:lnTo>
                  <a:lnTo>
                    <a:pt x="1737" y="874"/>
                  </a:lnTo>
                  <a:lnTo>
                    <a:pt x="2083" y="22"/>
                  </a:lnTo>
                  <a:lnTo>
                    <a:pt x="2002"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27"/>
            <p:cNvSpPr/>
            <p:nvPr/>
          </p:nvSpPr>
          <p:spPr>
            <a:xfrm>
              <a:off x="7338217" y="3010940"/>
              <a:ext cx="38868" cy="80595"/>
            </a:xfrm>
            <a:custGeom>
              <a:rect b="b" l="l" r="r" t="t"/>
              <a:pathLst>
                <a:path extrusionOk="0" h="2509" w="1210">
                  <a:moveTo>
                    <a:pt x="809" y="0"/>
                  </a:moveTo>
                  <a:lnTo>
                    <a:pt x="791" y="39"/>
                  </a:lnTo>
                  <a:lnTo>
                    <a:pt x="57" y="1868"/>
                  </a:lnTo>
                  <a:cubicBezTo>
                    <a:pt x="1" y="2010"/>
                    <a:pt x="67" y="2169"/>
                    <a:pt x="209" y="2227"/>
                  </a:cubicBezTo>
                  <a:lnTo>
                    <a:pt x="856" y="2489"/>
                  </a:lnTo>
                  <a:cubicBezTo>
                    <a:pt x="890" y="2502"/>
                    <a:pt x="925" y="2509"/>
                    <a:pt x="959" y="2509"/>
                  </a:cubicBezTo>
                  <a:cubicBezTo>
                    <a:pt x="1064" y="2509"/>
                    <a:pt x="1164" y="2449"/>
                    <a:pt x="1210" y="2351"/>
                  </a:cubicBezTo>
                  <a:lnTo>
                    <a:pt x="338" y="1998"/>
                  </a:lnTo>
                  <a:cubicBezTo>
                    <a:pt x="309" y="1988"/>
                    <a:pt x="296" y="1955"/>
                    <a:pt x="306" y="1926"/>
                  </a:cubicBezTo>
                  <a:lnTo>
                    <a:pt x="1076" y="10"/>
                  </a:lnTo>
                  <a:lnTo>
                    <a:pt x="80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27"/>
            <p:cNvSpPr/>
            <p:nvPr/>
          </p:nvSpPr>
          <p:spPr>
            <a:xfrm>
              <a:off x="7363627" y="3033716"/>
              <a:ext cx="32797" cy="42498"/>
            </a:xfrm>
            <a:custGeom>
              <a:rect b="b" l="l" r="r" t="t"/>
              <a:pathLst>
                <a:path extrusionOk="0" h="1323" w="1021">
                  <a:moveTo>
                    <a:pt x="614" y="1"/>
                  </a:moveTo>
                  <a:lnTo>
                    <a:pt x="575" y="28"/>
                  </a:lnTo>
                  <a:cubicBezTo>
                    <a:pt x="552" y="19"/>
                    <a:pt x="532" y="15"/>
                    <a:pt x="513" y="15"/>
                  </a:cubicBezTo>
                  <a:cubicBezTo>
                    <a:pt x="455" y="15"/>
                    <a:pt x="418" y="58"/>
                    <a:pt x="390" y="130"/>
                  </a:cubicBezTo>
                  <a:lnTo>
                    <a:pt x="38" y="952"/>
                  </a:lnTo>
                  <a:cubicBezTo>
                    <a:pt x="0" y="1046"/>
                    <a:pt x="45" y="1152"/>
                    <a:pt x="141" y="1191"/>
                  </a:cubicBezTo>
                  <a:lnTo>
                    <a:pt x="524" y="1322"/>
                  </a:lnTo>
                  <a:lnTo>
                    <a:pt x="614" y="1166"/>
                  </a:lnTo>
                  <a:lnTo>
                    <a:pt x="1021" y="166"/>
                  </a:lnTo>
                  <a:lnTo>
                    <a:pt x="61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27"/>
            <p:cNvSpPr/>
            <p:nvPr/>
          </p:nvSpPr>
          <p:spPr>
            <a:xfrm>
              <a:off x="7362406" y="3033009"/>
              <a:ext cx="20912" cy="44843"/>
            </a:xfrm>
            <a:custGeom>
              <a:rect b="b" l="l" r="r" t="t"/>
              <a:pathLst>
                <a:path extrusionOk="0" h="1396" w="651">
                  <a:moveTo>
                    <a:pt x="560" y="1"/>
                  </a:moveTo>
                  <a:cubicBezTo>
                    <a:pt x="487" y="1"/>
                    <a:pt x="419" y="44"/>
                    <a:pt x="390" y="115"/>
                  </a:cubicBezTo>
                  <a:lnTo>
                    <a:pt x="38" y="984"/>
                  </a:lnTo>
                  <a:cubicBezTo>
                    <a:pt x="1" y="1078"/>
                    <a:pt x="45" y="1185"/>
                    <a:pt x="140" y="1223"/>
                  </a:cubicBezTo>
                  <a:lnTo>
                    <a:pt x="567" y="1395"/>
                  </a:lnTo>
                  <a:lnTo>
                    <a:pt x="651" y="1188"/>
                  </a:lnTo>
                  <a:lnTo>
                    <a:pt x="297" y="1048"/>
                  </a:lnTo>
                  <a:cubicBezTo>
                    <a:pt x="268" y="1036"/>
                    <a:pt x="255" y="1004"/>
                    <a:pt x="267" y="975"/>
                  </a:cubicBezTo>
                  <a:lnTo>
                    <a:pt x="651" y="23"/>
                  </a:lnTo>
                  <a:lnTo>
                    <a:pt x="629" y="14"/>
                  </a:lnTo>
                  <a:cubicBezTo>
                    <a:pt x="606" y="5"/>
                    <a:pt x="583" y="1"/>
                    <a:pt x="56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27"/>
            <p:cNvSpPr/>
            <p:nvPr/>
          </p:nvSpPr>
          <p:spPr>
            <a:xfrm>
              <a:off x="7323536" y="2965067"/>
              <a:ext cx="137613" cy="46032"/>
            </a:xfrm>
            <a:custGeom>
              <a:rect b="b" l="l" r="r" t="t"/>
              <a:pathLst>
                <a:path extrusionOk="0" h="1433" w="4284">
                  <a:moveTo>
                    <a:pt x="230" y="1"/>
                  </a:moveTo>
                  <a:lnTo>
                    <a:pt x="128" y="37"/>
                  </a:lnTo>
                  <a:cubicBezTo>
                    <a:pt x="58" y="37"/>
                    <a:pt x="0" y="95"/>
                    <a:pt x="0" y="166"/>
                  </a:cubicBezTo>
                  <a:lnTo>
                    <a:pt x="0" y="1304"/>
                  </a:lnTo>
                  <a:cubicBezTo>
                    <a:pt x="0" y="1375"/>
                    <a:pt x="58" y="1433"/>
                    <a:pt x="128" y="1433"/>
                  </a:cubicBezTo>
                  <a:lnTo>
                    <a:pt x="4113" y="1433"/>
                  </a:lnTo>
                  <a:cubicBezTo>
                    <a:pt x="4185" y="1433"/>
                    <a:pt x="4242" y="1375"/>
                    <a:pt x="4248" y="1305"/>
                  </a:cubicBezTo>
                  <a:lnTo>
                    <a:pt x="4284" y="1195"/>
                  </a:lnTo>
                  <a:lnTo>
                    <a:pt x="4284" y="130"/>
                  </a:lnTo>
                  <a:cubicBezTo>
                    <a:pt x="4284" y="59"/>
                    <a:pt x="4225" y="1"/>
                    <a:pt x="4155" y="1"/>
                  </a:cubicBezTo>
                  <a:lnTo>
                    <a:pt x="2770" y="1"/>
                  </a:lnTo>
                  <a:lnTo>
                    <a:pt x="2602" y="37"/>
                  </a:lnTo>
                  <a:lnTo>
                    <a:pt x="2470" y="1"/>
                  </a:lnTo>
                  <a:lnTo>
                    <a:pt x="2036" y="1"/>
                  </a:lnTo>
                  <a:lnTo>
                    <a:pt x="1878" y="56"/>
                  </a:lnTo>
                  <a:lnTo>
                    <a:pt x="1733" y="1"/>
                  </a:lnTo>
                  <a:lnTo>
                    <a:pt x="1299" y="1"/>
                  </a:lnTo>
                  <a:lnTo>
                    <a:pt x="1124" y="37"/>
                  </a:lnTo>
                  <a:lnTo>
                    <a:pt x="996"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27"/>
            <p:cNvSpPr/>
            <p:nvPr/>
          </p:nvSpPr>
          <p:spPr>
            <a:xfrm>
              <a:off x="7322379" y="2965067"/>
              <a:ext cx="138641" cy="47252"/>
            </a:xfrm>
            <a:custGeom>
              <a:rect b="b" l="l" r="r" t="t"/>
              <a:pathLst>
                <a:path extrusionOk="0" h="1471" w="4316">
                  <a:moveTo>
                    <a:pt x="129" y="1"/>
                  </a:moveTo>
                  <a:cubicBezTo>
                    <a:pt x="58" y="1"/>
                    <a:pt x="0" y="59"/>
                    <a:pt x="0" y="130"/>
                  </a:cubicBezTo>
                  <a:lnTo>
                    <a:pt x="0" y="1342"/>
                  </a:lnTo>
                  <a:cubicBezTo>
                    <a:pt x="0" y="1412"/>
                    <a:pt x="58" y="1470"/>
                    <a:pt x="129" y="1470"/>
                  </a:cubicBezTo>
                  <a:lnTo>
                    <a:pt x="4187" y="1470"/>
                  </a:lnTo>
                  <a:cubicBezTo>
                    <a:pt x="4258" y="1470"/>
                    <a:pt x="4316" y="1412"/>
                    <a:pt x="4316" y="1342"/>
                  </a:cubicBezTo>
                  <a:lnTo>
                    <a:pt x="4316" y="1195"/>
                  </a:lnTo>
                  <a:lnTo>
                    <a:pt x="320" y="1195"/>
                  </a:lnTo>
                  <a:lnTo>
                    <a:pt x="320" y="1194"/>
                  </a:lnTo>
                  <a:cubicBezTo>
                    <a:pt x="290" y="1194"/>
                    <a:pt x="266" y="1168"/>
                    <a:pt x="266" y="1139"/>
                  </a:cubicBezTo>
                  <a:lnTo>
                    <a:pt x="26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27"/>
            <p:cNvSpPr/>
            <p:nvPr/>
          </p:nvSpPr>
          <p:spPr>
            <a:xfrm>
              <a:off x="7344674" y="2965067"/>
              <a:ext cx="73721" cy="33215"/>
            </a:xfrm>
            <a:custGeom>
              <a:rect b="b" l="l" r="r" t="t"/>
              <a:pathLst>
                <a:path extrusionOk="0" h="1034" w="2295">
                  <a:moveTo>
                    <a:pt x="343" y="1"/>
                  </a:moveTo>
                  <a:lnTo>
                    <a:pt x="36" y="710"/>
                  </a:lnTo>
                  <a:cubicBezTo>
                    <a:pt x="1" y="791"/>
                    <a:pt x="14" y="885"/>
                    <a:pt x="75" y="955"/>
                  </a:cubicBezTo>
                  <a:cubicBezTo>
                    <a:pt x="120" y="1006"/>
                    <a:pt x="185" y="1033"/>
                    <a:pt x="253" y="1033"/>
                  </a:cubicBezTo>
                  <a:lnTo>
                    <a:pt x="2154" y="1033"/>
                  </a:lnTo>
                  <a:cubicBezTo>
                    <a:pt x="2232" y="1033"/>
                    <a:pt x="2294" y="969"/>
                    <a:pt x="2291" y="891"/>
                  </a:cubicBezTo>
                  <a:cubicBezTo>
                    <a:pt x="2290" y="816"/>
                    <a:pt x="2223" y="758"/>
                    <a:pt x="2149" y="758"/>
                  </a:cubicBezTo>
                  <a:lnTo>
                    <a:pt x="1813" y="758"/>
                  </a:lnTo>
                  <a:cubicBezTo>
                    <a:pt x="1802" y="758"/>
                    <a:pt x="1792" y="745"/>
                    <a:pt x="1798" y="732"/>
                  </a:cubicBezTo>
                  <a:lnTo>
                    <a:pt x="2109" y="1"/>
                  </a:lnTo>
                  <a:lnTo>
                    <a:pt x="1809" y="1"/>
                  </a:lnTo>
                  <a:lnTo>
                    <a:pt x="1486" y="745"/>
                  </a:lnTo>
                  <a:cubicBezTo>
                    <a:pt x="1483" y="752"/>
                    <a:pt x="1478" y="755"/>
                    <a:pt x="1470" y="755"/>
                  </a:cubicBezTo>
                  <a:lnTo>
                    <a:pt x="1075" y="755"/>
                  </a:lnTo>
                  <a:cubicBezTo>
                    <a:pt x="1064" y="755"/>
                    <a:pt x="1053" y="744"/>
                    <a:pt x="1059" y="731"/>
                  </a:cubicBezTo>
                  <a:lnTo>
                    <a:pt x="1376" y="1"/>
                  </a:lnTo>
                  <a:lnTo>
                    <a:pt x="1075" y="1"/>
                  </a:lnTo>
                  <a:lnTo>
                    <a:pt x="754" y="745"/>
                  </a:lnTo>
                  <a:cubicBezTo>
                    <a:pt x="749" y="752"/>
                    <a:pt x="745" y="755"/>
                    <a:pt x="738" y="755"/>
                  </a:cubicBezTo>
                  <a:lnTo>
                    <a:pt x="343" y="755"/>
                  </a:lnTo>
                  <a:cubicBezTo>
                    <a:pt x="330" y="755"/>
                    <a:pt x="321" y="744"/>
                    <a:pt x="327" y="731"/>
                  </a:cubicBezTo>
                  <a:lnTo>
                    <a:pt x="64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95" name="Google Shape;3395;p27"/>
          <p:cNvGrpSpPr/>
          <p:nvPr/>
        </p:nvGrpSpPr>
        <p:grpSpPr>
          <a:xfrm>
            <a:off x="6647002" y="2835061"/>
            <a:ext cx="297711" cy="297692"/>
            <a:chOff x="6647002" y="2835061"/>
            <a:chExt cx="297711" cy="297692"/>
          </a:xfrm>
        </p:grpSpPr>
        <p:sp>
          <p:nvSpPr>
            <p:cNvPr id="3396" name="Google Shape;3396;p27"/>
            <p:cNvSpPr/>
            <p:nvPr/>
          </p:nvSpPr>
          <p:spPr>
            <a:xfrm>
              <a:off x="6780542" y="2881737"/>
              <a:ext cx="33343" cy="100383"/>
            </a:xfrm>
            <a:custGeom>
              <a:rect b="b" l="l" r="r" t="t"/>
              <a:pathLst>
                <a:path extrusionOk="0" h="3125" w="1038">
                  <a:moveTo>
                    <a:pt x="1" y="1"/>
                  </a:moveTo>
                  <a:lnTo>
                    <a:pt x="261" y="3057"/>
                  </a:lnTo>
                  <a:lnTo>
                    <a:pt x="478" y="3125"/>
                  </a:lnTo>
                  <a:lnTo>
                    <a:pt x="758" y="3057"/>
                  </a:lnTo>
                  <a:lnTo>
                    <a:pt x="958" y="881"/>
                  </a:lnTo>
                  <a:lnTo>
                    <a:pt x="929" y="703"/>
                  </a:lnTo>
                  <a:lnTo>
                    <a:pt x="1037"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27"/>
            <p:cNvSpPr/>
            <p:nvPr/>
          </p:nvSpPr>
          <p:spPr>
            <a:xfrm>
              <a:off x="6777844" y="2881737"/>
              <a:ext cx="35881" cy="99708"/>
            </a:xfrm>
            <a:custGeom>
              <a:rect b="b" l="l" r="r" t="t"/>
              <a:pathLst>
                <a:path extrusionOk="0" h="3104" w="1117">
                  <a:moveTo>
                    <a:pt x="1" y="1"/>
                  </a:moveTo>
                  <a:lnTo>
                    <a:pt x="261" y="3057"/>
                  </a:lnTo>
                  <a:lnTo>
                    <a:pt x="406" y="3103"/>
                  </a:lnTo>
                  <a:lnTo>
                    <a:pt x="539" y="3057"/>
                  </a:lnTo>
                  <a:lnTo>
                    <a:pt x="368" y="1045"/>
                  </a:lnTo>
                  <a:cubicBezTo>
                    <a:pt x="364" y="1002"/>
                    <a:pt x="398" y="963"/>
                    <a:pt x="441" y="963"/>
                  </a:cubicBezTo>
                  <a:cubicBezTo>
                    <a:pt x="443" y="963"/>
                    <a:pt x="446" y="963"/>
                    <a:pt x="448" y="964"/>
                  </a:cubicBezTo>
                  <a:cubicBezTo>
                    <a:pt x="484" y="966"/>
                    <a:pt x="522" y="968"/>
                    <a:pt x="558" y="968"/>
                  </a:cubicBezTo>
                  <a:cubicBezTo>
                    <a:pt x="725" y="968"/>
                    <a:pt x="885" y="937"/>
                    <a:pt x="1036" y="881"/>
                  </a:cubicBezTo>
                  <a:lnTo>
                    <a:pt x="1114" y="34"/>
                  </a:lnTo>
                  <a:lnTo>
                    <a:pt x="111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27"/>
            <p:cNvSpPr/>
            <p:nvPr/>
          </p:nvSpPr>
          <p:spPr>
            <a:xfrm>
              <a:off x="6763388" y="2835061"/>
              <a:ext cx="66943" cy="66333"/>
            </a:xfrm>
            <a:custGeom>
              <a:rect b="b" l="l" r="r" t="t"/>
              <a:pathLst>
                <a:path extrusionOk="0" h="2065" w="2084">
                  <a:moveTo>
                    <a:pt x="1012" y="0"/>
                  </a:moveTo>
                  <a:cubicBezTo>
                    <a:pt x="818" y="0"/>
                    <a:pt x="637" y="51"/>
                    <a:pt x="481" y="141"/>
                  </a:cubicBezTo>
                  <a:cubicBezTo>
                    <a:pt x="481" y="141"/>
                    <a:pt x="445" y="180"/>
                    <a:pt x="422" y="194"/>
                  </a:cubicBezTo>
                  <a:cubicBezTo>
                    <a:pt x="138" y="387"/>
                    <a:pt x="0" y="703"/>
                    <a:pt x="0" y="1073"/>
                  </a:cubicBezTo>
                  <a:cubicBezTo>
                    <a:pt x="0" y="1665"/>
                    <a:pt x="420" y="2065"/>
                    <a:pt x="1012" y="2065"/>
                  </a:cubicBezTo>
                  <a:cubicBezTo>
                    <a:pt x="1363" y="2065"/>
                    <a:pt x="1664" y="1971"/>
                    <a:pt x="1859" y="1710"/>
                  </a:cubicBezTo>
                  <a:cubicBezTo>
                    <a:pt x="1875" y="1688"/>
                    <a:pt x="1914" y="1654"/>
                    <a:pt x="1914" y="1654"/>
                  </a:cubicBezTo>
                  <a:cubicBezTo>
                    <a:pt x="2021" y="1484"/>
                    <a:pt x="2084" y="1284"/>
                    <a:pt x="2084" y="1072"/>
                  </a:cubicBezTo>
                  <a:cubicBezTo>
                    <a:pt x="2084" y="480"/>
                    <a:pt x="1603" y="0"/>
                    <a:pt x="101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27"/>
            <p:cNvSpPr/>
            <p:nvPr/>
          </p:nvSpPr>
          <p:spPr>
            <a:xfrm>
              <a:off x="6761396" y="2839558"/>
              <a:ext cx="63442" cy="64406"/>
            </a:xfrm>
            <a:custGeom>
              <a:rect b="b" l="l" r="r" t="t"/>
              <a:pathLst>
                <a:path extrusionOk="0" h="2005" w="1975">
                  <a:moveTo>
                    <a:pt x="542" y="1"/>
                  </a:moveTo>
                  <a:lnTo>
                    <a:pt x="542" y="1"/>
                  </a:lnTo>
                  <a:cubicBezTo>
                    <a:pt x="217" y="186"/>
                    <a:pt x="0" y="534"/>
                    <a:pt x="0" y="933"/>
                  </a:cubicBezTo>
                  <a:cubicBezTo>
                    <a:pt x="0" y="1525"/>
                    <a:pt x="481" y="2004"/>
                    <a:pt x="1071" y="2004"/>
                  </a:cubicBezTo>
                  <a:cubicBezTo>
                    <a:pt x="1452" y="2004"/>
                    <a:pt x="1785" y="1807"/>
                    <a:pt x="1975" y="1511"/>
                  </a:cubicBezTo>
                  <a:lnTo>
                    <a:pt x="1975" y="1511"/>
                  </a:lnTo>
                  <a:cubicBezTo>
                    <a:pt x="1820" y="1599"/>
                    <a:pt x="1639" y="1650"/>
                    <a:pt x="1445" y="1650"/>
                  </a:cubicBezTo>
                  <a:cubicBezTo>
                    <a:pt x="853" y="1650"/>
                    <a:pt x="374" y="1171"/>
                    <a:pt x="374" y="578"/>
                  </a:cubicBezTo>
                  <a:cubicBezTo>
                    <a:pt x="374" y="367"/>
                    <a:pt x="435" y="167"/>
                    <a:pt x="5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27"/>
            <p:cNvSpPr/>
            <p:nvPr/>
          </p:nvSpPr>
          <p:spPr>
            <a:xfrm>
              <a:off x="6775724" y="2979972"/>
              <a:ext cx="41181" cy="18053"/>
            </a:xfrm>
            <a:custGeom>
              <a:rect b="b" l="l" r="r" t="t"/>
              <a:pathLst>
                <a:path extrusionOk="0" h="562" w="1282">
                  <a:moveTo>
                    <a:pt x="255" y="0"/>
                  </a:moveTo>
                  <a:cubicBezTo>
                    <a:pt x="255" y="0"/>
                    <a:pt x="211" y="22"/>
                    <a:pt x="190" y="29"/>
                  </a:cubicBezTo>
                  <a:cubicBezTo>
                    <a:pt x="68" y="65"/>
                    <a:pt x="0" y="157"/>
                    <a:pt x="0" y="281"/>
                  </a:cubicBezTo>
                  <a:lnTo>
                    <a:pt x="0" y="562"/>
                  </a:lnTo>
                  <a:lnTo>
                    <a:pt x="1255" y="562"/>
                  </a:lnTo>
                  <a:lnTo>
                    <a:pt x="1281" y="281"/>
                  </a:lnTo>
                  <a:cubicBezTo>
                    <a:pt x="1280" y="125"/>
                    <a:pt x="1145" y="0"/>
                    <a:pt x="97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27"/>
            <p:cNvSpPr/>
            <p:nvPr/>
          </p:nvSpPr>
          <p:spPr>
            <a:xfrm>
              <a:off x="6774888" y="2979972"/>
              <a:ext cx="41952" cy="20430"/>
            </a:xfrm>
            <a:custGeom>
              <a:rect b="b" l="l" r="r" t="t"/>
              <a:pathLst>
                <a:path extrusionOk="0" h="636" w="1306">
                  <a:moveTo>
                    <a:pt x="281" y="0"/>
                  </a:moveTo>
                  <a:cubicBezTo>
                    <a:pt x="123" y="12"/>
                    <a:pt x="0" y="131"/>
                    <a:pt x="0" y="280"/>
                  </a:cubicBezTo>
                  <a:lnTo>
                    <a:pt x="0" y="559"/>
                  </a:lnTo>
                  <a:lnTo>
                    <a:pt x="599" y="636"/>
                  </a:lnTo>
                  <a:lnTo>
                    <a:pt x="1306" y="559"/>
                  </a:lnTo>
                  <a:lnTo>
                    <a:pt x="1306" y="280"/>
                  </a:lnTo>
                  <a:lnTo>
                    <a:pt x="337" y="280"/>
                  </a:lnTo>
                  <a:cubicBezTo>
                    <a:pt x="305" y="280"/>
                    <a:pt x="281" y="254"/>
                    <a:pt x="281" y="223"/>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27"/>
            <p:cNvSpPr/>
            <p:nvPr/>
          </p:nvSpPr>
          <p:spPr>
            <a:xfrm>
              <a:off x="6754586" y="2997929"/>
              <a:ext cx="83229" cy="30002"/>
            </a:xfrm>
            <a:custGeom>
              <a:rect b="b" l="l" r="r" t="t"/>
              <a:pathLst>
                <a:path extrusionOk="0" h="934" w="2591">
                  <a:moveTo>
                    <a:pt x="260" y="0"/>
                  </a:moveTo>
                  <a:cubicBezTo>
                    <a:pt x="260" y="0"/>
                    <a:pt x="154" y="29"/>
                    <a:pt x="109" y="61"/>
                  </a:cubicBezTo>
                  <a:cubicBezTo>
                    <a:pt x="37" y="111"/>
                    <a:pt x="1" y="185"/>
                    <a:pt x="1" y="281"/>
                  </a:cubicBezTo>
                  <a:lnTo>
                    <a:pt x="2" y="934"/>
                  </a:lnTo>
                  <a:lnTo>
                    <a:pt x="2543" y="934"/>
                  </a:lnTo>
                  <a:lnTo>
                    <a:pt x="2591" y="654"/>
                  </a:lnTo>
                  <a:lnTo>
                    <a:pt x="2591" y="281"/>
                  </a:lnTo>
                  <a:cubicBezTo>
                    <a:pt x="2591" y="126"/>
                    <a:pt x="2466" y="0"/>
                    <a:pt x="231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27"/>
            <p:cNvSpPr/>
            <p:nvPr/>
          </p:nvSpPr>
          <p:spPr>
            <a:xfrm>
              <a:off x="6753911" y="2997929"/>
              <a:ext cx="83904" cy="32251"/>
            </a:xfrm>
            <a:custGeom>
              <a:rect b="b" l="l" r="r" t="t"/>
              <a:pathLst>
                <a:path extrusionOk="0" h="1004" w="2612">
                  <a:moveTo>
                    <a:pt x="281" y="0"/>
                  </a:moveTo>
                  <a:cubicBezTo>
                    <a:pt x="125" y="0"/>
                    <a:pt x="0" y="127"/>
                    <a:pt x="0" y="281"/>
                  </a:cubicBezTo>
                  <a:lnTo>
                    <a:pt x="0" y="934"/>
                  </a:lnTo>
                  <a:lnTo>
                    <a:pt x="1346" y="1003"/>
                  </a:lnTo>
                  <a:lnTo>
                    <a:pt x="2612" y="934"/>
                  </a:lnTo>
                  <a:lnTo>
                    <a:pt x="2612" y="654"/>
                  </a:lnTo>
                  <a:lnTo>
                    <a:pt x="337" y="654"/>
                  </a:lnTo>
                  <a:cubicBezTo>
                    <a:pt x="306" y="654"/>
                    <a:pt x="281" y="628"/>
                    <a:pt x="281" y="598"/>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27"/>
            <p:cNvSpPr/>
            <p:nvPr/>
          </p:nvSpPr>
          <p:spPr>
            <a:xfrm>
              <a:off x="6661394" y="3114732"/>
              <a:ext cx="269829" cy="17989"/>
            </a:xfrm>
            <a:custGeom>
              <a:rect b="b" l="l" r="r" t="t"/>
              <a:pathLst>
                <a:path extrusionOk="0" h="560" w="8400">
                  <a:moveTo>
                    <a:pt x="1" y="0"/>
                  </a:moveTo>
                  <a:lnTo>
                    <a:pt x="2" y="451"/>
                  </a:lnTo>
                  <a:cubicBezTo>
                    <a:pt x="2" y="503"/>
                    <a:pt x="47" y="545"/>
                    <a:pt x="98" y="545"/>
                  </a:cubicBezTo>
                  <a:lnTo>
                    <a:pt x="253" y="559"/>
                  </a:lnTo>
                  <a:lnTo>
                    <a:pt x="8306" y="559"/>
                  </a:lnTo>
                  <a:cubicBezTo>
                    <a:pt x="8358" y="559"/>
                    <a:pt x="8400" y="517"/>
                    <a:pt x="8399" y="467"/>
                  </a:cubicBezTo>
                  <a:lnTo>
                    <a:pt x="8399" y="280"/>
                  </a:lnTo>
                  <a:lnTo>
                    <a:pt x="8329"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27"/>
            <p:cNvSpPr/>
            <p:nvPr/>
          </p:nvSpPr>
          <p:spPr>
            <a:xfrm>
              <a:off x="6659499" y="3040429"/>
              <a:ext cx="46353" cy="23417"/>
            </a:xfrm>
            <a:custGeom>
              <a:rect b="b" l="l" r="r" t="t"/>
              <a:pathLst>
                <a:path extrusionOk="0" h="729" w="1443">
                  <a:moveTo>
                    <a:pt x="260" y="0"/>
                  </a:moveTo>
                  <a:lnTo>
                    <a:pt x="194" y="16"/>
                  </a:lnTo>
                  <a:lnTo>
                    <a:pt x="187" y="15"/>
                  </a:lnTo>
                  <a:cubicBezTo>
                    <a:pt x="84" y="15"/>
                    <a:pt x="0" y="99"/>
                    <a:pt x="0" y="200"/>
                  </a:cubicBezTo>
                  <a:lnTo>
                    <a:pt x="6" y="728"/>
                  </a:lnTo>
                  <a:lnTo>
                    <a:pt x="1412" y="728"/>
                  </a:lnTo>
                  <a:lnTo>
                    <a:pt x="1442" y="429"/>
                  </a:lnTo>
                  <a:lnTo>
                    <a:pt x="1442" y="185"/>
                  </a:lnTo>
                  <a:cubicBezTo>
                    <a:pt x="1442" y="84"/>
                    <a:pt x="1360" y="0"/>
                    <a:pt x="12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27"/>
            <p:cNvSpPr/>
            <p:nvPr/>
          </p:nvSpPr>
          <p:spPr>
            <a:xfrm>
              <a:off x="6658953" y="3040429"/>
              <a:ext cx="46995" cy="27240"/>
            </a:xfrm>
            <a:custGeom>
              <a:rect b="b" l="l" r="r" t="t"/>
              <a:pathLst>
                <a:path extrusionOk="0" h="848" w="1463">
                  <a:moveTo>
                    <a:pt x="185" y="0"/>
                  </a:moveTo>
                  <a:cubicBezTo>
                    <a:pt x="83" y="0"/>
                    <a:pt x="0" y="84"/>
                    <a:pt x="0" y="185"/>
                  </a:cubicBezTo>
                  <a:lnTo>
                    <a:pt x="0" y="728"/>
                  </a:lnTo>
                  <a:lnTo>
                    <a:pt x="731" y="847"/>
                  </a:lnTo>
                  <a:lnTo>
                    <a:pt x="1462" y="728"/>
                  </a:lnTo>
                  <a:lnTo>
                    <a:pt x="1462" y="429"/>
                  </a:lnTo>
                  <a:lnTo>
                    <a:pt x="355" y="429"/>
                  </a:lnTo>
                  <a:cubicBezTo>
                    <a:pt x="313" y="429"/>
                    <a:pt x="279" y="397"/>
                    <a:pt x="279" y="355"/>
                  </a:cubicBezTo>
                  <a:lnTo>
                    <a:pt x="27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27"/>
            <p:cNvSpPr/>
            <p:nvPr/>
          </p:nvSpPr>
          <p:spPr>
            <a:xfrm>
              <a:off x="6886488" y="3040429"/>
              <a:ext cx="46385" cy="23417"/>
            </a:xfrm>
            <a:custGeom>
              <a:rect b="b" l="l" r="r" t="t"/>
              <a:pathLst>
                <a:path extrusionOk="0" h="729" w="1444">
                  <a:moveTo>
                    <a:pt x="259" y="0"/>
                  </a:moveTo>
                  <a:lnTo>
                    <a:pt x="194" y="16"/>
                  </a:lnTo>
                  <a:lnTo>
                    <a:pt x="187" y="15"/>
                  </a:lnTo>
                  <a:cubicBezTo>
                    <a:pt x="84" y="15"/>
                    <a:pt x="0" y="99"/>
                    <a:pt x="0" y="200"/>
                  </a:cubicBezTo>
                  <a:lnTo>
                    <a:pt x="6" y="728"/>
                  </a:lnTo>
                  <a:lnTo>
                    <a:pt x="1412" y="728"/>
                  </a:lnTo>
                  <a:lnTo>
                    <a:pt x="1444" y="429"/>
                  </a:lnTo>
                  <a:lnTo>
                    <a:pt x="1444" y="185"/>
                  </a:lnTo>
                  <a:cubicBezTo>
                    <a:pt x="1444" y="84"/>
                    <a:pt x="1360" y="0"/>
                    <a:pt x="12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27"/>
            <p:cNvSpPr/>
            <p:nvPr/>
          </p:nvSpPr>
          <p:spPr>
            <a:xfrm>
              <a:off x="6885877" y="3040429"/>
              <a:ext cx="46995" cy="27240"/>
            </a:xfrm>
            <a:custGeom>
              <a:rect b="b" l="l" r="r" t="t"/>
              <a:pathLst>
                <a:path extrusionOk="0" h="848" w="1463">
                  <a:moveTo>
                    <a:pt x="186" y="0"/>
                  </a:moveTo>
                  <a:cubicBezTo>
                    <a:pt x="83" y="0"/>
                    <a:pt x="1" y="84"/>
                    <a:pt x="1" y="185"/>
                  </a:cubicBezTo>
                  <a:lnTo>
                    <a:pt x="1" y="728"/>
                  </a:lnTo>
                  <a:lnTo>
                    <a:pt x="732" y="847"/>
                  </a:lnTo>
                  <a:lnTo>
                    <a:pt x="1463" y="728"/>
                  </a:lnTo>
                  <a:lnTo>
                    <a:pt x="1463" y="429"/>
                  </a:lnTo>
                  <a:lnTo>
                    <a:pt x="355" y="429"/>
                  </a:lnTo>
                  <a:cubicBezTo>
                    <a:pt x="313" y="429"/>
                    <a:pt x="280" y="397"/>
                    <a:pt x="280" y="355"/>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27"/>
            <p:cNvSpPr/>
            <p:nvPr/>
          </p:nvSpPr>
          <p:spPr>
            <a:xfrm>
              <a:off x="6724743" y="3027869"/>
              <a:ext cx="143009" cy="35977"/>
            </a:xfrm>
            <a:custGeom>
              <a:rect b="b" l="l" r="r" t="t"/>
              <a:pathLst>
                <a:path extrusionOk="0" h="1120" w="4452">
                  <a:moveTo>
                    <a:pt x="276" y="0"/>
                  </a:moveTo>
                  <a:lnTo>
                    <a:pt x="257" y="19"/>
                  </a:lnTo>
                  <a:cubicBezTo>
                    <a:pt x="103" y="19"/>
                    <a:pt x="0" y="138"/>
                    <a:pt x="0" y="291"/>
                  </a:cubicBezTo>
                  <a:lnTo>
                    <a:pt x="0" y="1119"/>
                  </a:lnTo>
                  <a:lnTo>
                    <a:pt x="4413" y="1119"/>
                  </a:lnTo>
                  <a:lnTo>
                    <a:pt x="4452" y="820"/>
                  </a:lnTo>
                  <a:lnTo>
                    <a:pt x="4452" y="280"/>
                  </a:lnTo>
                  <a:cubicBezTo>
                    <a:pt x="4452" y="125"/>
                    <a:pt x="4326" y="0"/>
                    <a:pt x="417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27"/>
            <p:cNvSpPr/>
            <p:nvPr/>
          </p:nvSpPr>
          <p:spPr>
            <a:xfrm>
              <a:off x="6724036" y="3027805"/>
              <a:ext cx="143716" cy="39864"/>
            </a:xfrm>
            <a:custGeom>
              <a:rect b="b" l="l" r="r" t="t"/>
              <a:pathLst>
                <a:path extrusionOk="0" h="1241" w="4474">
                  <a:moveTo>
                    <a:pt x="280" y="1"/>
                  </a:moveTo>
                  <a:cubicBezTo>
                    <a:pt x="125" y="1"/>
                    <a:pt x="1" y="127"/>
                    <a:pt x="1" y="282"/>
                  </a:cubicBezTo>
                  <a:lnTo>
                    <a:pt x="1" y="1121"/>
                  </a:lnTo>
                  <a:lnTo>
                    <a:pt x="2114" y="1240"/>
                  </a:lnTo>
                  <a:lnTo>
                    <a:pt x="4474" y="1121"/>
                  </a:lnTo>
                  <a:lnTo>
                    <a:pt x="4474" y="822"/>
                  </a:lnTo>
                  <a:lnTo>
                    <a:pt x="4474" y="820"/>
                  </a:lnTo>
                  <a:lnTo>
                    <a:pt x="355" y="820"/>
                  </a:lnTo>
                  <a:cubicBezTo>
                    <a:pt x="324" y="820"/>
                    <a:pt x="299" y="796"/>
                    <a:pt x="299" y="764"/>
                  </a:cubicBezTo>
                  <a:lnTo>
                    <a:pt x="29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27"/>
            <p:cNvSpPr/>
            <p:nvPr/>
          </p:nvSpPr>
          <p:spPr>
            <a:xfrm>
              <a:off x="6742411" y="3045826"/>
              <a:ext cx="23578" cy="18053"/>
            </a:xfrm>
            <a:custGeom>
              <a:rect b="b" l="l" r="r" t="t"/>
              <a:pathLst>
                <a:path extrusionOk="0" h="562" w="734">
                  <a:moveTo>
                    <a:pt x="265" y="0"/>
                  </a:moveTo>
                  <a:lnTo>
                    <a:pt x="95" y="13"/>
                  </a:lnTo>
                  <a:cubicBezTo>
                    <a:pt x="44" y="13"/>
                    <a:pt x="1" y="55"/>
                    <a:pt x="1" y="107"/>
                  </a:cubicBezTo>
                  <a:lnTo>
                    <a:pt x="5" y="562"/>
                  </a:lnTo>
                  <a:lnTo>
                    <a:pt x="688" y="562"/>
                  </a:lnTo>
                  <a:lnTo>
                    <a:pt x="732" y="264"/>
                  </a:lnTo>
                  <a:lnTo>
                    <a:pt x="732" y="94"/>
                  </a:lnTo>
                  <a:cubicBezTo>
                    <a:pt x="733" y="42"/>
                    <a:pt x="691" y="0"/>
                    <a:pt x="6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27"/>
            <p:cNvSpPr/>
            <p:nvPr/>
          </p:nvSpPr>
          <p:spPr>
            <a:xfrm>
              <a:off x="6741993" y="3045762"/>
              <a:ext cx="23996" cy="21908"/>
            </a:xfrm>
            <a:custGeom>
              <a:rect b="b" l="l" r="r" t="t"/>
              <a:pathLst>
                <a:path extrusionOk="0" h="682" w="747">
                  <a:moveTo>
                    <a:pt x="95" y="1"/>
                  </a:moveTo>
                  <a:cubicBezTo>
                    <a:pt x="41" y="1"/>
                    <a:pt x="1" y="44"/>
                    <a:pt x="1" y="95"/>
                  </a:cubicBezTo>
                  <a:lnTo>
                    <a:pt x="1" y="562"/>
                  </a:lnTo>
                  <a:lnTo>
                    <a:pt x="373" y="681"/>
                  </a:lnTo>
                  <a:lnTo>
                    <a:pt x="746" y="562"/>
                  </a:lnTo>
                  <a:lnTo>
                    <a:pt x="746" y="263"/>
                  </a:lnTo>
                  <a:lnTo>
                    <a:pt x="746" y="261"/>
                  </a:lnTo>
                  <a:lnTo>
                    <a:pt x="336" y="261"/>
                  </a:lnTo>
                  <a:cubicBezTo>
                    <a:pt x="306" y="261"/>
                    <a:pt x="280" y="237"/>
                    <a:pt x="280" y="205"/>
                  </a:cubicBezTo>
                  <a:lnTo>
                    <a:pt x="28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27"/>
            <p:cNvSpPr/>
            <p:nvPr/>
          </p:nvSpPr>
          <p:spPr>
            <a:xfrm>
              <a:off x="6784301" y="3045826"/>
              <a:ext cx="23578" cy="18053"/>
            </a:xfrm>
            <a:custGeom>
              <a:rect b="b" l="l" r="r" t="t"/>
              <a:pathLst>
                <a:path extrusionOk="0" h="562" w="734">
                  <a:moveTo>
                    <a:pt x="267" y="0"/>
                  </a:moveTo>
                  <a:lnTo>
                    <a:pt x="95" y="13"/>
                  </a:lnTo>
                  <a:cubicBezTo>
                    <a:pt x="44" y="13"/>
                    <a:pt x="1" y="55"/>
                    <a:pt x="1" y="107"/>
                  </a:cubicBezTo>
                  <a:lnTo>
                    <a:pt x="7" y="562"/>
                  </a:lnTo>
                  <a:lnTo>
                    <a:pt x="689" y="562"/>
                  </a:lnTo>
                  <a:lnTo>
                    <a:pt x="732" y="264"/>
                  </a:lnTo>
                  <a:lnTo>
                    <a:pt x="732" y="94"/>
                  </a:lnTo>
                  <a:cubicBezTo>
                    <a:pt x="733" y="42"/>
                    <a:pt x="691" y="0"/>
                    <a:pt x="6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27"/>
            <p:cNvSpPr/>
            <p:nvPr/>
          </p:nvSpPr>
          <p:spPr>
            <a:xfrm>
              <a:off x="6783883" y="3045762"/>
              <a:ext cx="23996" cy="21908"/>
            </a:xfrm>
            <a:custGeom>
              <a:rect b="b" l="l" r="r" t="t"/>
              <a:pathLst>
                <a:path extrusionOk="0" h="682" w="747">
                  <a:moveTo>
                    <a:pt x="95" y="1"/>
                  </a:moveTo>
                  <a:cubicBezTo>
                    <a:pt x="43" y="1"/>
                    <a:pt x="1" y="44"/>
                    <a:pt x="1" y="95"/>
                  </a:cubicBezTo>
                  <a:lnTo>
                    <a:pt x="1" y="562"/>
                  </a:lnTo>
                  <a:lnTo>
                    <a:pt x="374" y="681"/>
                  </a:lnTo>
                  <a:lnTo>
                    <a:pt x="746" y="562"/>
                  </a:lnTo>
                  <a:lnTo>
                    <a:pt x="746" y="263"/>
                  </a:lnTo>
                  <a:lnTo>
                    <a:pt x="746" y="261"/>
                  </a:lnTo>
                  <a:lnTo>
                    <a:pt x="338" y="261"/>
                  </a:lnTo>
                  <a:cubicBezTo>
                    <a:pt x="306" y="261"/>
                    <a:pt x="282" y="237"/>
                    <a:pt x="282" y="205"/>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27"/>
            <p:cNvSpPr/>
            <p:nvPr/>
          </p:nvSpPr>
          <p:spPr>
            <a:xfrm>
              <a:off x="6826223" y="3045826"/>
              <a:ext cx="23546" cy="18053"/>
            </a:xfrm>
            <a:custGeom>
              <a:rect b="b" l="l" r="r" t="t"/>
              <a:pathLst>
                <a:path extrusionOk="0" h="562" w="733">
                  <a:moveTo>
                    <a:pt x="267" y="0"/>
                  </a:moveTo>
                  <a:lnTo>
                    <a:pt x="94" y="13"/>
                  </a:lnTo>
                  <a:cubicBezTo>
                    <a:pt x="44" y="13"/>
                    <a:pt x="0" y="55"/>
                    <a:pt x="0" y="107"/>
                  </a:cubicBezTo>
                  <a:lnTo>
                    <a:pt x="6" y="562"/>
                  </a:lnTo>
                  <a:lnTo>
                    <a:pt x="688" y="562"/>
                  </a:lnTo>
                  <a:lnTo>
                    <a:pt x="731" y="264"/>
                  </a:lnTo>
                  <a:lnTo>
                    <a:pt x="731" y="94"/>
                  </a:lnTo>
                  <a:cubicBezTo>
                    <a:pt x="733" y="42"/>
                    <a:pt x="692" y="0"/>
                    <a:pt x="6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27"/>
            <p:cNvSpPr/>
            <p:nvPr/>
          </p:nvSpPr>
          <p:spPr>
            <a:xfrm>
              <a:off x="6825805" y="3045762"/>
              <a:ext cx="23963" cy="21908"/>
            </a:xfrm>
            <a:custGeom>
              <a:rect b="b" l="l" r="r" t="t"/>
              <a:pathLst>
                <a:path extrusionOk="0" h="682" w="746">
                  <a:moveTo>
                    <a:pt x="94" y="1"/>
                  </a:moveTo>
                  <a:cubicBezTo>
                    <a:pt x="42" y="1"/>
                    <a:pt x="0" y="44"/>
                    <a:pt x="0" y="95"/>
                  </a:cubicBezTo>
                  <a:lnTo>
                    <a:pt x="0" y="562"/>
                  </a:lnTo>
                  <a:lnTo>
                    <a:pt x="374" y="681"/>
                  </a:lnTo>
                  <a:lnTo>
                    <a:pt x="746" y="562"/>
                  </a:lnTo>
                  <a:lnTo>
                    <a:pt x="746" y="263"/>
                  </a:lnTo>
                  <a:lnTo>
                    <a:pt x="746" y="261"/>
                  </a:lnTo>
                  <a:lnTo>
                    <a:pt x="337" y="261"/>
                  </a:lnTo>
                  <a:cubicBezTo>
                    <a:pt x="307" y="261"/>
                    <a:pt x="281" y="237"/>
                    <a:pt x="281" y="205"/>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27"/>
            <p:cNvSpPr/>
            <p:nvPr/>
          </p:nvSpPr>
          <p:spPr>
            <a:xfrm>
              <a:off x="6648095" y="3063848"/>
              <a:ext cx="296523" cy="49854"/>
            </a:xfrm>
            <a:custGeom>
              <a:rect b="b" l="l" r="r" t="t"/>
              <a:pathLst>
                <a:path extrusionOk="0" h="1552" w="9231">
                  <a:moveTo>
                    <a:pt x="334" y="1"/>
                  </a:moveTo>
                  <a:lnTo>
                    <a:pt x="241" y="22"/>
                  </a:lnTo>
                  <a:cubicBezTo>
                    <a:pt x="86" y="22"/>
                    <a:pt x="1" y="151"/>
                    <a:pt x="1" y="305"/>
                  </a:cubicBezTo>
                  <a:lnTo>
                    <a:pt x="7" y="1270"/>
                  </a:lnTo>
                  <a:cubicBezTo>
                    <a:pt x="7" y="1427"/>
                    <a:pt x="132" y="1551"/>
                    <a:pt x="287" y="1551"/>
                  </a:cubicBezTo>
                  <a:lnTo>
                    <a:pt x="8915" y="1548"/>
                  </a:lnTo>
                  <a:cubicBezTo>
                    <a:pt x="9070" y="1548"/>
                    <a:pt x="9201" y="1457"/>
                    <a:pt x="9199" y="1305"/>
                  </a:cubicBezTo>
                  <a:lnTo>
                    <a:pt x="9231" y="1231"/>
                  </a:lnTo>
                  <a:lnTo>
                    <a:pt x="9231" y="282"/>
                  </a:lnTo>
                  <a:cubicBezTo>
                    <a:pt x="9231" y="125"/>
                    <a:pt x="9105" y="1"/>
                    <a:pt x="895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27"/>
            <p:cNvSpPr/>
            <p:nvPr/>
          </p:nvSpPr>
          <p:spPr>
            <a:xfrm>
              <a:off x="6660462" y="3107440"/>
              <a:ext cx="270761" cy="25313"/>
            </a:xfrm>
            <a:custGeom>
              <a:rect b="b" l="l" r="r" t="t"/>
              <a:pathLst>
                <a:path extrusionOk="0" h="788" w="8429">
                  <a:moveTo>
                    <a:pt x="3938" y="0"/>
                  </a:moveTo>
                  <a:lnTo>
                    <a:pt x="1" y="227"/>
                  </a:lnTo>
                  <a:lnTo>
                    <a:pt x="1" y="694"/>
                  </a:lnTo>
                  <a:cubicBezTo>
                    <a:pt x="1" y="746"/>
                    <a:pt x="44" y="788"/>
                    <a:pt x="95" y="788"/>
                  </a:cubicBezTo>
                  <a:lnTo>
                    <a:pt x="282" y="788"/>
                  </a:lnTo>
                  <a:lnTo>
                    <a:pt x="282" y="563"/>
                  </a:lnTo>
                  <a:cubicBezTo>
                    <a:pt x="282" y="533"/>
                    <a:pt x="308" y="507"/>
                    <a:pt x="338" y="507"/>
                  </a:cubicBezTo>
                  <a:lnTo>
                    <a:pt x="8429" y="507"/>
                  </a:lnTo>
                  <a:lnTo>
                    <a:pt x="8429" y="227"/>
                  </a:lnTo>
                  <a:lnTo>
                    <a:pt x="393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27"/>
            <p:cNvSpPr/>
            <p:nvPr/>
          </p:nvSpPr>
          <p:spPr>
            <a:xfrm>
              <a:off x="6647002" y="3063719"/>
              <a:ext cx="297711" cy="51043"/>
            </a:xfrm>
            <a:custGeom>
              <a:rect b="b" l="l" r="r" t="t"/>
              <a:pathLst>
                <a:path extrusionOk="0" h="1589" w="9268">
                  <a:moveTo>
                    <a:pt x="281" y="0"/>
                  </a:moveTo>
                  <a:cubicBezTo>
                    <a:pt x="125" y="0"/>
                    <a:pt x="0" y="128"/>
                    <a:pt x="0" y="281"/>
                  </a:cubicBezTo>
                  <a:lnTo>
                    <a:pt x="0" y="1308"/>
                  </a:lnTo>
                  <a:cubicBezTo>
                    <a:pt x="0" y="1463"/>
                    <a:pt x="127" y="1588"/>
                    <a:pt x="281" y="1588"/>
                  </a:cubicBezTo>
                  <a:lnTo>
                    <a:pt x="8987" y="1588"/>
                  </a:lnTo>
                  <a:cubicBezTo>
                    <a:pt x="9142" y="1588"/>
                    <a:pt x="9268" y="1461"/>
                    <a:pt x="9268" y="1308"/>
                  </a:cubicBezTo>
                  <a:lnTo>
                    <a:pt x="9268" y="1234"/>
                  </a:lnTo>
                  <a:lnTo>
                    <a:pt x="9268" y="1231"/>
                  </a:lnTo>
                  <a:lnTo>
                    <a:pt x="444" y="1231"/>
                  </a:lnTo>
                  <a:cubicBezTo>
                    <a:pt x="402" y="1231"/>
                    <a:pt x="369" y="1199"/>
                    <a:pt x="369" y="1157"/>
                  </a:cubicBezTo>
                  <a:lnTo>
                    <a:pt x="36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20" name="Google Shape;3420;p27"/>
          <p:cNvGrpSpPr/>
          <p:nvPr/>
        </p:nvGrpSpPr>
        <p:grpSpPr>
          <a:xfrm>
            <a:off x="4742365" y="2834965"/>
            <a:ext cx="297594" cy="297329"/>
            <a:chOff x="4742365" y="2834965"/>
            <a:chExt cx="297594" cy="297329"/>
          </a:xfrm>
        </p:grpSpPr>
        <p:sp>
          <p:nvSpPr>
            <p:cNvPr id="3421" name="Google Shape;3421;p27"/>
            <p:cNvSpPr/>
            <p:nvPr/>
          </p:nvSpPr>
          <p:spPr>
            <a:xfrm>
              <a:off x="4888754" y="2834965"/>
              <a:ext cx="122740" cy="206419"/>
            </a:xfrm>
            <a:custGeom>
              <a:rect b="b" l="l" r="r" t="t"/>
              <a:pathLst>
                <a:path extrusionOk="0" h="6426" w="3821">
                  <a:moveTo>
                    <a:pt x="792" y="1"/>
                  </a:moveTo>
                  <a:cubicBezTo>
                    <a:pt x="355" y="1"/>
                    <a:pt x="1" y="358"/>
                    <a:pt x="1" y="794"/>
                  </a:cubicBezTo>
                  <a:lnTo>
                    <a:pt x="1" y="3177"/>
                  </a:lnTo>
                  <a:lnTo>
                    <a:pt x="31" y="3250"/>
                  </a:lnTo>
                  <a:cubicBezTo>
                    <a:pt x="111" y="3347"/>
                    <a:pt x="371" y="3521"/>
                    <a:pt x="429" y="3533"/>
                  </a:cubicBezTo>
                  <a:lnTo>
                    <a:pt x="467" y="3508"/>
                  </a:lnTo>
                  <a:lnTo>
                    <a:pt x="467" y="794"/>
                  </a:lnTo>
                  <a:cubicBezTo>
                    <a:pt x="467" y="614"/>
                    <a:pt x="613" y="468"/>
                    <a:pt x="792" y="468"/>
                  </a:cubicBezTo>
                  <a:cubicBezTo>
                    <a:pt x="972" y="468"/>
                    <a:pt x="1118" y="614"/>
                    <a:pt x="1118" y="794"/>
                  </a:cubicBezTo>
                  <a:lnTo>
                    <a:pt x="1118" y="2566"/>
                  </a:lnTo>
                  <a:cubicBezTo>
                    <a:pt x="1118" y="3003"/>
                    <a:pt x="1473" y="3358"/>
                    <a:pt x="1911" y="3358"/>
                  </a:cubicBezTo>
                  <a:cubicBezTo>
                    <a:pt x="2349" y="3358"/>
                    <a:pt x="2703" y="3001"/>
                    <a:pt x="2703" y="2566"/>
                  </a:cubicBezTo>
                  <a:lnTo>
                    <a:pt x="2703" y="1671"/>
                  </a:lnTo>
                  <a:cubicBezTo>
                    <a:pt x="2703" y="1493"/>
                    <a:pt x="2850" y="1345"/>
                    <a:pt x="3029" y="1345"/>
                  </a:cubicBezTo>
                  <a:cubicBezTo>
                    <a:pt x="3209" y="1345"/>
                    <a:pt x="3355" y="1493"/>
                    <a:pt x="3355" y="1671"/>
                  </a:cubicBezTo>
                  <a:lnTo>
                    <a:pt x="3355" y="6034"/>
                  </a:lnTo>
                  <a:lnTo>
                    <a:pt x="3392" y="6425"/>
                  </a:lnTo>
                  <a:lnTo>
                    <a:pt x="3783" y="6425"/>
                  </a:lnTo>
                  <a:lnTo>
                    <a:pt x="3821" y="6034"/>
                  </a:lnTo>
                  <a:lnTo>
                    <a:pt x="3821" y="1671"/>
                  </a:lnTo>
                  <a:cubicBezTo>
                    <a:pt x="3821" y="1234"/>
                    <a:pt x="3465" y="879"/>
                    <a:pt x="3029" y="879"/>
                  </a:cubicBezTo>
                  <a:cubicBezTo>
                    <a:pt x="2590" y="879"/>
                    <a:pt x="2236" y="1235"/>
                    <a:pt x="2236" y="1671"/>
                  </a:cubicBezTo>
                  <a:lnTo>
                    <a:pt x="2236" y="2566"/>
                  </a:lnTo>
                  <a:cubicBezTo>
                    <a:pt x="2236" y="2744"/>
                    <a:pt x="2090" y="2891"/>
                    <a:pt x="1910" y="2891"/>
                  </a:cubicBezTo>
                  <a:cubicBezTo>
                    <a:pt x="1732" y="2891"/>
                    <a:pt x="1584" y="2744"/>
                    <a:pt x="1584" y="2566"/>
                  </a:cubicBezTo>
                  <a:lnTo>
                    <a:pt x="1584" y="794"/>
                  </a:lnTo>
                  <a:cubicBezTo>
                    <a:pt x="1584" y="355"/>
                    <a:pt x="1228" y="1"/>
                    <a:pt x="79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27"/>
            <p:cNvSpPr/>
            <p:nvPr/>
          </p:nvSpPr>
          <p:spPr>
            <a:xfrm>
              <a:off x="4888754" y="2937087"/>
              <a:ext cx="15001" cy="39607"/>
            </a:xfrm>
            <a:custGeom>
              <a:rect b="b" l="l" r="r" t="t"/>
              <a:pathLst>
                <a:path extrusionOk="0" h="1233" w="467">
                  <a:moveTo>
                    <a:pt x="1" y="1"/>
                  </a:moveTo>
                  <a:lnTo>
                    <a:pt x="1" y="898"/>
                  </a:lnTo>
                  <a:cubicBezTo>
                    <a:pt x="1" y="1025"/>
                    <a:pt x="105" y="1232"/>
                    <a:pt x="234" y="1232"/>
                  </a:cubicBezTo>
                  <a:cubicBezTo>
                    <a:pt x="362" y="1232"/>
                    <a:pt x="467" y="1025"/>
                    <a:pt x="467" y="898"/>
                  </a:cubicBezTo>
                  <a:lnTo>
                    <a:pt x="467" y="331"/>
                  </a:lnTo>
                  <a:cubicBezTo>
                    <a:pt x="323" y="206"/>
                    <a:pt x="167" y="96"/>
                    <a:pt x="1" y="1"/>
                  </a:cubicBezTo>
                  <a:close/>
                </a:path>
              </a:pathLst>
            </a:custGeom>
            <a:solidFill>
              <a:srgbClr val="D1C7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27"/>
            <p:cNvSpPr/>
            <p:nvPr/>
          </p:nvSpPr>
          <p:spPr>
            <a:xfrm>
              <a:off x="4996563" y="3028736"/>
              <a:ext cx="15033" cy="13813"/>
            </a:xfrm>
            <a:custGeom>
              <a:rect b="b" l="l" r="r" t="t"/>
              <a:pathLst>
                <a:path extrusionOk="0" h="430" w="468">
                  <a:moveTo>
                    <a:pt x="0" y="1"/>
                  </a:moveTo>
                  <a:lnTo>
                    <a:pt x="0" y="429"/>
                  </a:lnTo>
                  <a:lnTo>
                    <a:pt x="468" y="429"/>
                  </a:lnTo>
                  <a:lnTo>
                    <a:pt x="468" y="1"/>
                  </a:lnTo>
                  <a:close/>
                </a:path>
              </a:pathLst>
            </a:custGeom>
            <a:solidFill>
              <a:srgbClr val="D1C7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27"/>
            <p:cNvSpPr/>
            <p:nvPr/>
          </p:nvSpPr>
          <p:spPr>
            <a:xfrm>
              <a:off x="4746348" y="2934420"/>
              <a:ext cx="182295" cy="183484"/>
            </a:xfrm>
            <a:custGeom>
              <a:rect b="b" l="l" r="r" t="t"/>
              <a:pathLst>
                <a:path extrusionOk="0" h="5712" w="5675">
                  <a:moveTo>
                    <a:pt x="2776" y="1"/>
                  </a:moveTo>
                  <a:cubicBezTo>
                    <a:pt x="2046" y="1"/>
                    <a:pt x="1381" y="272"/>
                    <a:pt x="869" y="716"/>
                  </a:cubicBezTo>
                  <a:cubicBezTo>
                    <a:pt x="869" y="716"/>
                    <a:pt x="1" y="1577"/>
                    <a:pt x="1" y="2450"/>
                  </a:cubicBezTo>
                  <a:cubicBezTo>
                    <a:pt x="1" y="5173"/>
                    <a:pt x="1731" y="5712"/>
                    <a:pt x="3121" y="5712"/>
                  </a:cubicBezTo>
                  <a:cubicBezTo>
                    <a:pt x="4089" y="5712"/>
                    <a:pt x="4962" y="4807"/>
                    <a:pt x="4962" y="4807"/>
                  </a:cubicBezTo>
                  <a:cubicBezTo>
                    <a:pt x="5405" y="4296"/>
                    <a:pt x="5674" y="3630"/>
                    <a:pt x="5674" y="2901"/>
                  </a:cubicBezTo>
                  <a:cubicBezTo>
                    <a:pt x="5674" y="1300"/>
                    <a:pt x="4377" y="1"/>
                    <a:pt x="277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27"/>
            <p:cNvSpPr/>
            <p:nvPr/>
          </p:nvSpPr>
          <p:spPr>
            <a:xfrm>
              <a:off x="4742365" y="2957357"/>
              <a:ext cx="163311" cy="163311"/>
            </a:xfrm>
            <a:custGeom>
              <a:rect b="b" l="l" r="r" t="t"/>
              <a:pathLst>
                <a:path extrusionOk="0" h="5084" w="5084">
                  <a:moveTo>
                    <a:pt x="993" y="1"/>
                  </a:moveTo>
                  <a:cubicBezTo>
                    <a:pt x="385" y="532"/>
                    <a:pt x="0" y="1314"/>
                    <a:pt x="0" y="2185"/>
                  </a:cubicBezTo>
                  <a:cubicBezTo>
                    <a:pt x="0" y="3786"/>
                    <a:pt x="1297" y="5083"/>
                    <a:pt x="2900" y="5083"/>
                  </a:cubicBezTo>
                  <a:cubicBezTo>
                    <a:pt x="3772" y="5083"/>
                    <a:pt x="4553" y="4698"/>
                    <a:pt x="5083" y="4090"/>
                  </a:cubicBezTo>
                  <a:lnTo>
                    <a:pt x="5083" y="4090"/>
                  </a:lnTo>
                  <a:cubicBezTo>
                    <a:pt x="4574" y="4535"/>
                    <a:pt x="3908" y="4805"/>
                    <a:pt x="3178" y="4805"/>
                  </a:cubicBezTo>
                  <a:cubicBezTo>
                    <a:pt x="1577" y="4805"/>
                    <a:pt x="280" y="3507"/>
                    <a:pt x="280" y="1906"/>
                  </a:cubicBezTo>
                  <a:cubicBezTo>
                    <a:pt x="280" y="1176"/>
                    <a:pt x="549" y="510"/>
                    <a:pt x="99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27"/>
            <p:cNvSpPr/>
            <p:nvPr/>
          </p:nvSpPr>
          <p:spPr>
            <a:xfrm>
              <a:off x="4766779" y="2954626"/>
              <a:ext cx="141660" cy="142142"/>
            </a:xfrm>
            <a:custGeom>
              <a:rect b="b" l="l" r="r" t="t"/>
              <a:pathLst>
                <a:path extrusionOk="0" h="4425" w="4410">
                  <a:moveTo>
                    <a:pt x="2140" y="0"/>
                  </a:moveTo>
                  <a:cubicBezTo>
                    <a:pt x="1584" y="0"/>
                    <a:pt x="1073" y="200"/>
                    <a:pt x="679" y="532"/>
                  </a:cubicBezTo>
                  <a:cubicBezTo>
                    <a:pt x="679" y="532"/>
                    <a:pt x="0" y="1131"/>
                    <a:pt x="0" y="2272"/>
                  </a:cubicBezTo>
                  <a:cubicBezTo>
                    <a:pt x="0" y="3525"/>
                    <a:pt x="862" y="4424"/>
                    <a:pt x="2115" y="4424"/>
                  </a:cubicBezTo>
                  <a:cubicBezTo>
                    <a:pt x="3259" y="4424"/>
                    <a:pt x="3880" y="3732"/>
                    <a:pt x="3880" y="3732"/>
                  </a:cubicBezTo>
                  <a:cubicBezTo>
                    <a:pt x="4209" y="3337"/>
                    <a:pt x="4410" y="2828"/>
                    <a:pt x="4410" y="2272"/>
                  </a:cubicBezTo>
                  <a:cubicBezTo>
                    <a:pt x="4410" y="1018"/>
                    <a:pt x="3394" y="0"/>
                    <a:pt x="214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27"/>
            <p:cNvSpPr/>
            <p:nvPr/>
          </p:nvSpPr>
          <p:spPr>
            <a:xfrm>
              <a:off x="4762539" y="2971652"/>
              <a:ext cx="128843" cy="128843"/>
            </a:xfrm>
            <a:custGeom>
              <a:rect b="b" l="l" r="r" t="t"/>
              <a:pathLst>
                <a:path extrusionOk="0" h="4011" w="4011">
                  <a:moveTo>
                    <a:pt x="811" y="0"/>
                  </a:moveTo>
                  <a:lnTo>
                    <a:pt x="811" y="0"/>
                  </a:lnTo>
                  <a:cubicBezTo>
                    <a:pt x="315" y="417"/>
                    <a:pt x="1" y="1041"/>
                    <a:pt x="1" y="1740"/>
                  </a:cubicBezTo>
                  <a:cubicBezTo>
                    <a:pt x="1" y="2994"/>
                    <a:pt x="1017" y="4010"/>
                    <a:pt x="2271" y="4010"/>
                  </a:cubicBezTo>
                  <a:cubicBezTo>
                    <a:pt x="2970" y="4010"/>
                    <a:pt x="3594" y="3696"/>
                    <a:pt x="4011" y="3199"/>
                  </a:cubicBezTo>
                  <a:lnTo>
                    <a:pt x="4011" y="3199"/>
                  </a:lnTo>
                  <a:cubicBezTo>
                    <a:pt x="3615" y="3532"/>
                    <a:pt x="3106" y="3732"/>
                    <a:pt x="2550" y="3732"/>
                  </a:cubicBezTo>
                  <a:cubicBezTo>
                    <a:pt x="1296" y="3732"/>
                    <a:pt x="279" y="2714"/>
                    <a:pt x="279" y="1461"/>
                  </a:cubicBezTo>
                  <a:cubicBezTo>
                    <a:pt x="279" y="905"/>
                    <a:pt x="478" y="395"/>
                    <a:pt x="81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27"/>
            <p:cNvSpPr/>
            <p:nvPr/>
          </p:nvSpPr>
          <p:spPr>
            <a:xfrm>
              <a:off x="4830995" y="2976696"/>
              <a:ext cx="55476" cy="55379"/>
            </a:xfrm>
            <a:custGeom>
              <a:rect b="b" l="l" r="r" t="t"/>
              <a:pathLst>
                <a:path extrusionOk="0" h="1724" w="1727">
                  <a:moveTo>
                    <a:pt x="141" y="1"/>
                  </a:moveTo>
                  <a:cubicBezTo>
                    <a:pt x="64" y="1"/>
                    <a:pt x="1" y="65"/>
                    <a:pt x="1" y="140"/>
                  </a:cubicBezTo>
                  <a:cubicBezTo>
                    <a:pt x="1" y="217"/>
                    <a:pt x="63" y="280"/>
                    <a:pt x="141" y="280"/>
                  </a:cubicBezTo>
                  <a:cubicBezTo>
                    <a:pt x="859" y="280"/>
                    <a:pt x="1445" y="864"/>
                    <a:pt x="1445" y="1585"/>
                  </a:cubicBezTo>
                  <a:cubicBezTo>
                    <a:pt x="1445" y="1660"/>
                    <a:pt x="1506" y="1724"/>
                    <a:pt x="1584" y="1724"/>
                  </a:cubicBezTo>
                  <a:cubicBezTo>
                    <a:pt x="1663" y="1724"/>
                    <a:pt x="1726" y="1663"/>
                    <a:pt x="1726" y="1586"/>
                  </a:cubicBezTo>
                  <a:cubicBezTo>
                    <a:pt x="1726" y="712"/>
                    <a:pt x="1014"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27"/>
            <p:cNvSpPr/>
            <p:nvPr/>
          </p:nvSpPr>
          <p:spPr>
            <a:xfrm>
              <a:off x="4784544" y="3023115"/>
              <a:ext cx="55443" cy="55411"/>
            </a:xfrm>
            <a:custGeom>
              <a:rect b="b" l="l" r="r" t="t"/>
              <a:pathLst>
                <a:path extrusionOk="0" h="1725" w="1726">
                  <a:moveTo>
                    <a:pt x="141" y="1"/>
                  </a:moveTo>
                  <a:cubicBezTo>
                    <a:pt x="64" y="1"/>
                    <a:pt x="0" y="61"/>
                    <a:pt x="0" y="140"/>
                  </a:cubicBezTo>
                  <a:cubicBezTo>
                    <a:pt x="0" y="1014"/>
                    <a:pt x="713" y="1725"/>
                    <a:pt x="1587" y="1725"/>
                  </a:cubicBezTo>
                  <a:cubicBezTo>
                    <a:pt x="1662" y="1725"/>
                    <a:pt x="1726" y="1661"/>
                    <a:pt x="1725" y="1583"/>
                  </a:cubicBezTo>
                  <a:cubicBezTo>
                    <a:pt x="1725" y="1508"/>
                    <a:pt x="1662" y="1444"/>
                    <a:pt x="1584" y="1444"/>
                  </a:cubicBezTo>
                  <a:cubicBezTo>
                    <a:pt x="866" y="1444"/>
                    <a:pt x="280" y="859"/>
                    <a:pt x="280" y="140"/>
                  </a:cubicBezTo>
                  <a:cubicBezTo>
                    <a:pt x="280" y="63"/>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27"/>
            <p:cNvSpPr/>
            <p:nvPr/>
          </p:nvSpPr>
          <p:spPr>
            <a:xfrm>
              <a:off x="4819013" y="3009783"/>
              <a:ext cx="34243" cy="33921"/>
            </a:xfrm>
            <a:custGeom>
              <a:rect b="b" l="l" r="r" t="t"/>
              <a:pathLst>
                <a:path extrusionOk="0" h="1056" w="1066">
                  <a:moveTo>
                    <a:pt x="511" y="0"/>
                  </a:moveTo>
                  <a:cubicBezTo>
                    <a:pt x="432" y="0"/>
                    <a:pt x="353" y="19"/>
                    <a:pt x="285" y="49"/>
                  </a:cubicBezTo>
                  <a:cubicBezTo>
                    <a:pt x="285" y="49"/>
                    <a:pt x="0" y="239"/>
                    <a:pt x="0" y="543"/>
                  </a:cubicBezTo>
                  <a:cubicBezTo>
                    <a:pt x="0" y="848"/>
                    <a:pt x="211" y="1055"/>
                    <a:pt x="515" y="1055"/>
                  </a:cubicBezTo>
                  <a:cubicBezTo>
                    <a:pt x="833" y="1055"/>
                    <a:pt x="1016" y="780"/>
                    <a:pt x="1016" y="780"/>
                  </a:cubicBezTo>
                  <a:cubicBezTo>
                    <a:pt x="1050" y="710"/>
                    <a:pt x="1066" y="634"/>
                    <a:pt x="1066" y="555"/>
                  </a:cubicBezTo>
                  <a:cubicBezTo>
                    <a:pt x="1066" y="249"/>
                    <a:pt x="817" y="0"/>
                    <a:pt x="51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27"/>
            <p:cNvSpPr/>
            <p:nvPr/>
          </p:nvSpPr>
          <p:spPr>
            <a:xfrm>
              <a:off x="4817696" y="3011293"/>
              <a:ext cx="34018" cy="34050"/>
            </a:xfrm>
            <a:custGeom>
              <a:rect b="b" l="l" r="r" t="t"/>
              <a:pathLst>
                <a:path extrusionOk="0" h="1060" w="1059">
                  <a:moveTo>
                    <a:pt x="328" y="1"/>
                  </a:moveTo>
                  <a:lnTo>
                    <a:pt x="328" y="1"/>
                  </a:lnTo>
                  <a:cubicBezTo>
                    <a:pt x="134" y="88"/>
                    <a:pt x="1" y="282"/>
                    <a:pt x="1" y="505"/>
                  </a:cubicBezTo>
                  <a:cubicBezTo>
                    <a:pt x="1" y="812"/>
                    <a:pt x="248" y="1059"/>
                    <a:pt x="555" y="1059"/>
                  </a:cubicBezTo>
                  <a:cubicBezTo>
                    <a:pt x="778" y="1059"/>
                    <a:pt x="975" y="926"/>
                    <a:pt x="1059" y="732"/>
                  </a:cubicBezTo>
                  <a:lnTo>
                    <a:pt x="1059" y="732"/>
                  </a:lnTo>
                  <a:cubicBezTo>
                    <a:pt x="991" y="764"/>
                    <a:pt x="914" y="781"/>
                    <a:pt x="833" y="781"/>
                  </a:cubicBezTo>
                  <a:cubicBezTo>
                    <a:pt x="528" y="781"/>
                    <a:pt x="279" y="532"/>
                    <a:pt x="279" y="227"/>
                  </a:cubicBezTo>
                  <a:cubicBezTo>
                    <a:pt x="279" y="147"/>
                    <a:pt x="297" y="69"/>
                    <a:pt x="32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27"/>
            <p:cNvSpPr/>
            <p:nvPr/>
          </p:nvSpPr>
          <p:spPr>
            <a:xfrm>
              <a:off x="4991102" y="3041361"/>
              <a:ext cx="26405" cy="21169"/>
            </a:xfrm>
            <a:custGeom>
              <a:rect b="b" l="l" r="r" t="t"/>
              <a:pathLst>
                <a:path extrusionOk="0" h="659" w="822">
                  <a:moveTo>
                    <a:pt x="263" y="0"/>
                  </a:moveTo>
                  <a:lnTo>
                    <a:pt x="169" y="19"/>
                  </a:lnTo>
                  <a:cubicBezTo>
                    <a:pt x="76" y="19"/>
                    <a:pt x="1" y="94"/>
                    <a:pt x="1" y="187"/>
                  </a:cubicBezTo>
                  <a:lnTo>
                    <a:pt x="1" y="659"/>
                  </a:lnTo>
                  <a:lnTo>
                    <a:pt x="804" y="659"/>
                  </a:lnTo>
                  <a:lnTo>
                    <a:pt x="822" y="398"/>
                  </a:lnTo>
                  <a:lnTo>
                    <a:pt x="822" y="168"/>
                  </a:lnTo>
                  <a:cubicBezTo>
                    <a:pt x="822" y="77"/>
                    <a:pt x="746" y="0"/>
                    <a:pt x="65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27"/>
            <p:cNvSpPr/>
            <p:nvPr/>
          </p:nvSpPr>
          <p:spPr>
            <a:xfrm>
              <a:off x="4990588" y="3041361"/>
              <a:ext cx="27015" cy="22100"/>
            </a:xfrm>
            <a:custGeom>
              <a:rect b="b" l="l" r="r" t="t"/>
              <a:pathLst>
                <a:path extrusionOk="0" h="688" w="841">
                  <a:moveTo>
                    <a:pt x="169" y="0"/>
                  </a:moveTo>
                  <a:cubicBezTo>
                    <a:pt x="76" y="0"/>
                    <a:pt x="1" y="75"/>
                    <a:pt x="1" y="168"/>
                  </a:cubicBezTo>
                  <a:lnTo>
                    <a:pt x="1" y="688"/>
                  </a:lnTo>
                  <a:lnTo>
                    <a:pt x="841" y="688"/>
                  </a:lnTo>
                  <a:lnTo>
                    <a:pt x="841" y="398"/>
                  </a:lnTo>
                  <a:cubicBezTo>
                    <a:pt x="838" y="397"/>
                    <a:pt x="651" y="326"/>
                    <a:pt x="434" y="326"/>
                  </a:cubicBezTo>
                  <a:cubicBezTo>
                    <a:pt x="429" y="326"/>
                    <a:pt x="425" y="326"/>
                    <a:pt x="421" y="326"/>
                  </a:cubicBezTo>
                  <a:cubicBezTo>
                    <a:pt x="393" y="326"/>
                    <a:pt x="366" y="327"/>
                    <a:pt x="341" y="330"/>
                  </a:cubicBezTo>
                  <a:cubicBezTo>
                    <a:pt x="340" y="330"/>
                    <a:pt x="339" y="330"/>
                    <a:pt x="338" y="330"/>
                  </a:cubicBezTo>
                  <a:cubicBezTo>
                    <a:pt x="306" y="330"/>
                    <a:pt x="280" y="305"/>
                    <a:pt x="280" y="274"/>
                  </a:cubicBezTo>
                  <a:lnTo>
                    <a:pt x="280" y="0"/>
                  </a:ln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27"/>
            <p:cNvSpPr/>
            <p:nvPr/>
          </p:nvSpPr>
          <p:spPr>
            <a:xfrm>
              <a:off x="4970703" y="3060828"/>
              <a:ext cx="69256" cy="69609"/>
            </a:xfrm>
            <a:custGeom>
              <a:rect b="b" l="l" r="r" t="t"/>
              <a:pathLst>
                <a:path extrusionOk="0" h="2167" w="2156">
                  <a:moveTo>
                    <a:pt x="1040" y="513"/>
                  </a:moveTo>
                  <a:cubicBezTo>
                    <a:pt x="1374" y="513"/>
                    <a:pt x="1645" y="784"/>
                    <a:pt x="1645" y="1118"/>
                  </a:cubicBezTo>
                  <a:cubicBezTo>
                    <a:pt x="1645" y="1454"/>
                    <a:pt x="1371" y="1725"/>
                    <a:pt x="1040" y="1725"/>
                  </a:cubicBezTo>
                  <a:cubicBezTo>
                    <a:pt x="704" y="1725"/>
                    <a:pt x="433" y="1454"/>
                    <a:pt x="433" y="1118"/>
                  </a:cubicBezTo>
                  <a:cubicBezTo>
                    <a:pt x="433" y="784"/>
                    <a:pt x="704" y="513"/>
                    <a:pt x="1040" y="513"/>
                  </a:cubicBezTo>
                  <a:close/>
                  <a:moveTo>
                    <a:pt x="1040" y="1"/>
                  </a:moveTo>
                  <a:cubicBezTo>
                    <a:pt x="891" y="1"/>
                    <a:pt x="750" y="30"/>
                    <a:pt x="618" y="82"/>
                  </a:cubicBezTo>
                  <a:cubicBezTo>
                    <a:pt x="520" y="122"/>
                    <a:pt x="429" y="176"/>
                    <a:pt x="346" y="241"/>
                  </a:cubicBezTo>
                  <a:cubicBezTo>
                    <a:pt x="346" y="241"/>
                    <a:pt x="0" y="552"/>
                    <a:pt x="0" y="1034"/>
                  </a:cubicBezTo>
                  <a:cubicBezTo>
                    <a:pt x="0" y="1651"/>
                    <a:pt x="420" y="2166"/>
                    <a:pt x="1037" y="2166"/>
                  </a:cubicBezTo>
                  <a:cubicBezTo>
                    <a:pt x="1599" y="2166"/>
                    <a:pt x="1914" y="1812"/>
                    <a:pt x="1914" y="1812"/>
                  </a:cubicBezTo>
                  <a:cubicBezTo>
                    <a:pt x="2065" y="1622"/>
                    <a:pt x="2156" y="1382"/>
                    <a:pt x="2156" y="1121"/>
                  </a:cubicBezTo>
                  <a:cubicBezTo>
                    <a:pt x="2156" y="652"/>
                    <a:pt x="1866" y="250"/>
                    <a:pt x="1457" y="83"/>
                  </a:cubicBezTo>
                  <a:cubicBezTo>
                    <a:pt x="1329" y="30"/>
                    <a:pt x="1187" y="1"/>
                    <a:pt x="104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27"/>
            <p:cNvSpPr/>
            <p:nvPr/>
          </p:nvSpPr>
          <p:spPr>
            <a:xfrm>
              <a:off x="4972020" y="3068113"/>
              <a:ext cx="64149" cy="64181"/>
            </a:xfrm>
            <a:custGeom>
              <a:rect b="b" l="l" r="r" t="t"/>
              <a:pathLst>
                <a:path extrusionOk="0" h="1998" w="1997">
                  <a:moveTo>
                    <a:pt x="428" y="1"/>
                  </a:moveTo>
                  <a:cubicBezTo>
                    <a:pt x="169" y="205"/>
                    <a:pt x="1" y="524"/>
                    <a:pt x="1" y="878"/>
                  </a:cubicBezTo>
                  <a:cubicBezTo>
                    <a:pt x="1" y="1496"/>
                    <a:pt x="502" y="1997"/>
                    <a:pt x="1120" y="1997"/>
                  </a:cubicBezTo>
                  <a:cubicBezTo>
                    <a:pt x="1476" y="1997"/>
                    <a:pt x="1793" y="1831"/>
                    <a:pt x="1997" y="1570"/>
                  </a:cubicBezTo>
                  <a:lnTo>
                    <a:pt x="1997" y="1570"/>
                  </a:lnTo>
                  <a:cubicBezTo>
                    <a:pt x="1807" y="1721"/>
                    <a:pt x="1566" y="1811"/>
                    <a:pt x="1305" y="1811"/>
                  </a:cubicBezTo>
                  <a:cubicBezTo>
                    <a:pt x="688" y="1811"/>
                    <a:pt x="187" y="1310"/>
                    <a:pt x="187" y="693"/>
                  </a:cubicBezTo>
                  <a:cubicBezTo>
                    <a:pt x="187" y="432"/>
                    <a:pt x="277" y="191"/>
                    <a:pt x="42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36" name="Google Shape;3436;p27"/>
          <p:cNvGrpSpPr/>
          <p:nvPr/>
        </p:nvGrpSpPr>
        <p:grpSpPr>
          <a:xfrm>
            <a:off x="4147292" y="2835061"/>
            <a:ext cx="216837" cy="297692"/>
            <a:chOff x="4147292" y="2835061"/>
            <a:chExt cx="216837" cy="297692"/>
          </a:xfrm>
        </p:grpSpPr>
        <p:sp>
          <p:nvSpPr>
            <p:cNvPr id="3437" name="Google Shape;3437;p27"/>
            <p:cNvSpPr/>
            <p:nvPr/>
          </p:nvSpPr>
          <p:spPr>
            <a:xfrm>
              <a:off x="4220412" y="2920254"/>
              <a:ext cx="143620" cy="195947"/>
            </a:xfrm>
            <a:custGeom>
              <a:rect b="b" l="l" r="r" t="t"/>
              <a:pathLst>
                <a:path extrusionOk="0" h="6100" w="4471">
                  <a:moveTo>
                    <a:pt x="4177" y="0"/>
                  </a:moveTo>
                  <a:lnTo>
                    <a:pt x="295" y="11"/>
                  </a:lnTo>
                  <a:lnTo>
                    <a:pt x="51" y="580"/>
                  </a:lnTo>
                  <a:cubicBezTo>
                    <a:pt x="17" y="659"/>
                    <a:pt x="0" y="746"/>
                    <a:pt x="0" y="833"/>
                  </a:cubicBezTo>
                  <a:lnTo>
                    <a:pt x="0" y="5303"/>
                  </a:lnTo>
                  <a:cubicBezTo>
                    <a:pt x="0" y="5390"/>
                    <a:pt x="19" y="5477"/>
                    <a:pt x="51" y="5556"/>
                  </a:cubicBezTo>
                  <a:lnTo>
                    <a:pt x="279" y="6095"/>
                  </a:lnTo>
                  <a:lnTo>
                    <a:pt x="4117" y="6095"/>
                  </a:lnTo>
                  <a:lnTo>
                    <a:pt x="4117" y="6099"/>
                  </a:lnTo>
                  <a:lnTo>
                    <a:pt x="4311" y="5819"/>
                  </a:lnTo>
                  <a:lnTo>
                    <a:pt x="4421" y="5558"/>
                  </a:lnTo>
                  <a:cubicBezTo>
                    <a:pt x="4440" y="5516"/>
                    <a:pt x="4452" y="5471"/>
                    <a:pt x="4462" y="5426"/>
                  </a:cubicBezTo>
                  <a:cubicBezTo>
                    <a:pt x="4469" y="5386"/>
                    <a:pt x="4418" y="5345"/>
                    <a:pt x="4418" y="5303"/>
                  </a:cubicBezTo>
                  <a:lnTo>
                    <a:pt x="4418" y="833"/>
                  </a:lnTo>
                  <a:cubicBezTo>
                    <a:pt x="4418" y="792"/>
                    <a:pt x="4470" y="750"/>
                    <a:pt x="4462" y="710"/>
                  </a:cubicBezTo>
                  <a:cubicBezTo>
                    <a:pt x="4452" y="665"/>
                    <a:pt x="4440" y="622"/>
                    <a:pt x="4421" y="580"/>
                  </a:cubicBezTo>
                  <a:lnTo>
                    <a:pt x="417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27"/>
            <p:cNvSpPr/>
            <p:nvPr/>
          </p:nvSpPr>
          <p:spPr>
            <a:xfrm>
              <a:off x="4220348" y="2920029"/>
              <a:ext cx="138576" cy="198710"/>
            </a:xfrm>
            <a:custGeom>
              <a:rect b="b" l="l" r="r" t="t"/>
              <a:pathLst>
                <a:path extrusionOk="0" h="6186" w="4314">
                  <a:moveTo>
                    <a:pt x="714" y="0"/>
                  </a:moveTo>
                  <a:lnTo>
                    <a:pt x="289" y="5"/>
                  </a:lnTo>
                  <a:lnTo>
                    <a:pt x="51" y="589"/>
                  </a:lnTo>
                  <a:cubicBezTo>
                    <a:pt x="17" y="668"/>
                    <a:pt x="1" y="756"/>
                    <a:pt x="1" y="843"/>
                  </a:cubicBezTo>
                  <a:lnTo>
                    <a:pt x="1" y="5312"/>
                  </a:lnTo>
                  <a:cubicBezTo>
                    <a:pt x="1" y="5398"/>
                    <a:pt x="19" y="5485"/>
                    <a:pt x="51" y="5565"/>
                  </a:cubicBezTo>
                  <a:lnTo>
                    <a:pt x="350" y="6186"/>
                  </a:lnTo>
                  <a:lnTo>
                    <a:pt x="1587" y="6153"/>
                  </a:lnTo>
                  <a:lnTo>
                    <a:pt x="4183" y="6135"/>
                  </a:lnTo>
                  <a:lnTo>
                    <a:pt x="4313" y="5826"/>
                  </a:lnTo>
                  <a:lnTo>
                    <a:pt x="1676" y="5826"/>
                  </a:lnTo>
                  <a:cubicBezTo>
                    <a:pt x="1675" y="5826"/>
                    <a:pt x="1674" y="5826"/>
                    <a:pt x="1673" y="5826"/>
                  </a:cubicBezTo>
                  <a:cubicBezTo>
                    <a:pt x="1625" y="5826"/>
                    <a:pt x="1584" y="5786"/>
                    <a:pt x="1584" y="5733"/>
                  </a:cubicBezTo>
                  <a:lnTo>
                    <a:pt x="1584" y="2382"/>
                  </a:lnTo>
                  <a:cubicBezTo>
                    <a:pt x="1584" y="2053"/>
                    <a:pt x="1518" y="1729"/>
                    <a:pt x="1387" y="1426"/>
                  </a:cubicBezTo>
                  <a:lnTo>
                    <a:pt x="798" y="55"/>
                  </a:lnTo>
                  <a:cubicBezTo>
                    <a:pt x="797" y="52"/>
                    <a:pt x="779" y="5"/>
                    <a:pt x="777" y="3"/>
                  </a:cubicBezTo>
                  <a:lnTo>
                    <a:pt x="71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27"/>
            <p:cNvSpPr/>
            <p:nvPr/>
          </p:nvSpPr>
          <p:spPr>
            <a:xfrm>
              <a:off x="4225456" y="2943030"/>
              <a:ext cx="138673" cy="151586"/>
            </a:xfrm>
            <a:custGeom>
              <a:rect b="b" l="l" r="r" t="t"/>
              <a:pathLst>
                <a:path extrusionOk="0" h="4719" w="4317">
                  <a:moveTo>
                    <a:pt x="926" y="1"/>
                  </a:moveTo>
                  <a:lnTo>
                    <a:pt x="1" y="199"/>
                  </a:lnTo>
                  <a:lnTo>
                    <a:pt x="167" y="4516"/>
                  </a:lnTo>
                  <a:lnTo>
                    <a:pt x="1425" y="4719"/>
                  </a:lnTo>
                  <a:lnTo>
                    <a:pt x="4305" y="4719"/>
                  </a:lnTo>
                  <a:cubicBezTo>
                    <a:pt x="4308" y="4701"/>
                    <a:pt x="4312" y="4680"/>
                    <a:pt x="4313" y="4655"/>
                  </a:cubicBezTo>
                  <a:cubicBezTo>
                    <a:pt x="4316" y="4633"/>
                    <a:pt x="4316" y="4614"/>
                    <a:pt x="4316" y="4596"/>
                  </a:cubicBezTo>
                  <a:lnTo>
                    <a:pt x="4316" y="127"/>
                  </a:lnTo>
                  <a:cubicBezTo>
                    <a:pt x="4316" y="106"/>
                    <a:pt x="4315" y="85"/>
                    <a:pt x="4313" y="62"/>
                  </a:cubicBezTo>
                  <a:cubicBezTo>
                    <a:pt x="4312" y="40"/>
                    <a:pt x="4308" y="20"/>
                    <a:pt x="430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27"/>
            <p:cNvSpPr/>
            <p:nvPr/>
          </p:nvSpPr>
          <p:spPr>
            <a:xfrm>
              <a:off x="4220316" y="2943126"/>
              <a:ext cx="50946" cy="151490"/>
            </a:xfrm>
            <a:custGeom>
              <a:rect b="b" l="l" r="r" t="t"/>
              <a:pathLst>
                <a:path extrusionOk="0" h="4716" w="1586">
                  <a:moveTo>
                    <a:pt x="13" y="1"/>
                  </a:moveTo>
                  <a:cubicBezTo>
                    <a:pt x="6" y="40"/>
                    <a:pt x="0" y="82"/>
                    <a:pt x="0" y="124"/>
                  </a:cubicBezTo>
                  <a:lnTo>
                    <a:pt x="0" y="4593"/>
                  </a:lnTo>
                  <a:cubicBezTo>
                    <a:pt x="0" y="4635"/>
                    <a:pt x="3" y="4674"/>
                    <a:pt x="10" y="4716"/>
                  </a:cubicBezTo>
                  <a:lnTo>
                    <a:pt x="1585" y="4716"/>
                  </a:lnTo>
                  <a:lnTo>
                    <a:pt x="1585" y="1663"/>
                  </a:lnTo>
                  <a:cubicBezTo>
                    <a:pt x="1585" y="1334"/>
                    <a:pt x="1519" y="1010"/>
                    <a:pt x="1388" y="707"/>
                  </a:cubicBezTo>
                  <a:lnTo>
                    <a:pt x="108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27"/>
            <p:cNvSpPr/>
            <p:nvPr/>
          </p:nvSpPr>
          <p:spPr>
            <a:xfrm>
              <a:off x="4249613" y="2963814"/>
              <a:ext cx="97717" cy="110212"/>
            </a:xfrm>
            <a:custGeom>
              <a:rect b="b" l="l" r="r" t="t"/>
              <a:pathLst>
                <a:path extrusionOk="0" h="3431" w="3042">
                  <a:moveTo>
                    <a:pt x="1326" y="1"/>
                  </a:moveTo>
                  <a:cubicBezTo>
                    <a:pt x="1038" y="1"/>
                    <a:pt x="767" y="70"/>
                    <a:pt x="530" y="196"/>
                  </a:cubicBezTo>
                  <a:cubicBezTo>
                    <a:pt x="530" y="196"/>
                    <a:pt x="0" y="1072"/>
                    <a:pt x="0" y="1732"/>
                  </a:cubicBezTo>
                  <a:cubicBezTo>
                    <a:pt x="0" y="2443"/>
                    <a:pt x="660" y="3297"/>
                    <a:pt x="660" y="3297"/>
                  </a:cubicBezTo>
                  <a:cubicBezTo>
                    <a:pt x="864" y="3384"/>
                    <a:pt x="1092" y="3430"/>
                    <a:pt x="1328" y="3430"/>
                  </a:cubicBezTo>
                  <a:cubicBezTo>
                    <a:pt x="1329" y="3430"/>
                    <a:pt x="1329" y="3430"/>
                    <a:pt x="1330" y="3430"/>
                  </a:cubicBezTo>
                  <a:cubicBezTo>
                    <a:pt x="2274" y="3430"/>
                    <a:pt x="3042" y="2661"/>
                    <a:pt x="3042" y="1716"/>
                  </a:cubicBezTo>
                  <a:cubicBezTo>
                    <a:pt x="3042" y="768"/>
                    <a:pt x="2274" y="1"/>
                    <a:pt x="132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27"/>
            <p:cNvSpPr/>
            <p:nvPr/>
          </p:nvSpPr>
          <p:spPr>
            <a:xfrm>
              <a:off x="4237085" y="2970142"/>
              <a:ext cx="34178" cy="99772"/>
            </a:xfrm>
            <a:custGeom>
              <a:rect b="b" l="l" r="r" t="t"/>
              <a:pathLst>
                <a:path extrusionOk="0" h="3106" w="1064">
                  <a:moveTo>
                    <a:pt x="919" y="1"/>
                  </a:moveTo>
                  <a:cubicBezTo>
                    <a:pt x="371" y="286"/>
                    <a:pt x="1" y="858"/>
                    <a:pt x="1" y="1519"/>
                  </a:cubicBezTo>
                  <a:cubicBezTo>
                    <a:pt x="1" y="2236"/>
                    <a:pt x="441" y="2848"/>
                    <a:pt x="1063" y="3106"/>
                  </a:cubicBezTo>
                  <a:lnTo>
                    <a:pt x="1063" y="824"/>
                  </a:lnTo>
                  <a:cubicBezTo>
                    <a:pt x="1063" y="544"/>
                    <a:pt x="1014" y="264"/>
                    <a:pt x="91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27"/>
            <p:cNvSpPr/>
            <p:nvPr/>
          </p:nvSpPr>
          <p:spPr>
            <a:xfrm>
              <a:off x="4274959" y="3027066"/>
              <a:ext cx="33953" cy="28075"/>
            </a:xfrm>
            <a:custGeom>
              <a:rect b="b" l="l" r="r" t="t"/>
              <a:pathLst>
                <a:path extrusionOk="0" h="874" w="1057">
                  <a:moveTo>
                    <a:pt x="529" y="1"/>
                  </a:moveTo>
                  <a:cubicBezTo>
                    <a:pt x="445" y="1"/>
                    <a:pt x="360" y="43"/>
                    <a:pt x="311" y="127"/>
                  </a:cubicBezTo>
                  <a:lnTo>
                    <a:pt x="141" y="270"/>
                  </a:lnTo>
                  <a:lnTo>
                    <a:pt x="97" y="496"/>
                  </a:lnTo>
                  <a:cubicBezTo>
                    <a:pt x="0" y="664"/>
                    <a:pt x="122" y="874"/>
                    <a:pt x="314" y="874"/>
                  </a:cubicBezTo>
                  <a:lnTo>
                    <a:pt x="741" y="874"/>
                  </a:lnTo>
                  <a:cubicBezTo>
                    <a:pt x="935" y="874"/>
                    <a:pt x="1057" y="664"/>
                    <a:pt x="958" y="496"/>
                  </a:cubicBezTo>
                  <a:lnTo>
                    <a:pt x="893" y="242"/>
                  </a:lnTo>
                  <a:lnTo>
                    <a:pt x="747" y="127"/>
                  </a:lnTo>
                  <a:cubicBezTo>
                    <a:pt x="699" y="43"/>
                    <a:pt x="614" y="1"/>
                    <a:pt x="52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27"/>
            <p:cNvSpPr/>
            <p:nvPr/>
          </p:nvSpPr>
          <p:spPr>
            <a:xfrm>
              <a:off x="4295743" y="3018971"/>
              <a:ext cx="34146" cy="28268"/>
            </a:xfrm>
            <a:custGeom>
              <a:rect b="b" l="l" r="r" t="t"/>
              <a:pathLst>
                <a:path extrusionOk="0" h="880" w="1063">
                  <a:moveTo>
                    <a:pt x="309" y="1"/>
                  </a:moveTo>
                  <a:cubicBezTo>
                    <a:pt x="120" y="1"/>
                    <a:pt x="0" y="205"/>
                    <a:pt x="94" y="370"/>
                  </a:cubicBezTo>
                  <a:lnTo>
                    <a:pt x="319" y="756"/>
                  </a:lnTo>
                  <a:cubicBezTo>
                    <a:pt x="366" y="838"/>
                    <a:pt x="449" y="879"/>
                    <a:pt x="532" y="879"/>
                  </a:cubicBezTo>
                  <a:cubicBezTo>
                    <a:pt x="614" y="879"/>
                    <a:pt x="697" y="838"/>
                    <a:pt x="744" y="756"/>
                  </a:cubicBezTo>
                  <a:lnTo>
                    <a:pt x="969" y="370"/>
                  </a:lnTo>
                  <a:cubicBezTo>
                    <a:pt x="1063" y="206"/>
                    <a:pt x="946" y="1"/>
                    <a:pt x="75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27"/>
            <p:cNvSpPr/>
            <p:nvPr/>
          </p:nvSpPr>
          <p:spPr>
            <a:xfrm>
              <a:off x="4295743" y="2990766"/>
              <a:ext cx="34146" cy="30067"/>
            </a:xfrm>
            <a:custGeom>
              <a:rect b="b" l="l" r="r" t="t"/>
              <a:pathLst>
                <a:path extrusionOk="0" h="936" w="1063">
                  <a:moveTo>
                    <a:pt x="532" y="0"/>
                  </a:moveTo>
                  <a:cubicBezTo>
                    <a:pt x="449" y="0"/>
                    <a:pt x="366" y="41"/>
                    <a:pt x="319" y="122"/>
                  </a:cubicBezTo>
                  <a:lnTo>
                    <a:pt x="94" y="510"/>
                  </a:lnTo>
                  <a:cubicBezTo>
                    <a:pt x="0" y="672"/>
                    <a:pt x="119" y="879"/>
                    <a:pt x="309" y="879"/>
                  </a:cubicBezTo>
                  <a:lnTo>
                    <a:pt x="533" y="935"/>
                  </a:lnTo>
                  <a:lnTo>
                    <a:pt x="756" y="879"/>
                  </a:lnTo>
                  <a:cubicBezTo>
                    <a:pt x="944" y="879"/>
                    <a:pt x="1063" y="675"/>
                    <a:pt x="969" y="510"/>
                  </a:cubicBezTo>
                  <a:lnTo>
                    <a:pt x="744" y="122"/>
                  </a:lnTo>
                  <a:cubicBezTo>
                    <a:pt x="697" y="41"/>
                    <a:pt x="614" y="0"/>
                    <a:pt x="53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27"/>
            <p:cNvSpPr/>
            <p:nvPr/>
          </p:nvSpPr>
          <p:spPr>
            <a:xfrm>
              <a:off x="4274895" y="2982799"/>
              <a:ext cx="34114" cy="28268"/>
            </a:xfrm>
            <a:custGeom>
              <a:rect b="b" l="l" r="r" t="t"/>
              <a:pathLst>
                <a:path extrusionOk="0" h="880" w="1062">
                  <a:moveTo>
                    <a:pt x="308" y="1"/>
                  </a:moveTo>
                  <a:cubicBezTo>
                    <a:pt x="119" y="1"/>
                    <a:pt x="1" y="206"/>
                    <a:pt x="95" y="370"/>
                  </a:cubicBezTo>
                  <a:lnTo>
                    <a:pt x="132" y="590"/>
                  </a:lnTo>
                  <a:lnTo>
                    <a:pt x="316" y="758"/>
                  </a:lnTo>
                  <a:cubicBezTo>
                    <a:pt x="363" y="839"/>
                    <a:pt x="446" y="879"/>
                    <a:pt x="529" y="879"/>
                  </a:cubicBezTo>
                  <a:cubicBezTo>
                    <a:pt x="612" y="879"/>
                    <a:pt x="695" y="839"/>
                    <a:pt x="742" y="758"/>
                  </a:cubicBezTo>
                  <a:lnTo>
                    <a:pt x="894" y="593"/>
                  </a:lnTo>
                  <a:lnTo>
                    <a:pt x="968" y="370"/>
                  </a:lnTo>
                  <a:cubicBezTo>
                    <a:pt x="1062" y="208"/>
                    <a:pt x="945" y="1"/>
                    <a:pt x="75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27"/>
            <p:cNvSpPr/>
            <p:nvPr/>
          </p:nvSpPr>
          <p:spPr>
            <a:xfrm>
              <a:off x="4255685" y="3016272"/>
              <a:ext cx="32540" cy="30966"/>
            </a:xfrm>
            <a:custGeom>
              <a:rect b="b" l="l" r="r" t="t"/>
              <a:pathLst>
                <a:path extrusionOk="0" h="964" w="1013">
                  <a:moveTo>
                    <a:pt x="500" y="1"/>
                  </a:moveTo>
                  <a:lnTo>
                    <a:pt x="260" y="134"/>
                  </a:lnTo>
                  <a:cubicBezTo>
                    <a:pt x="72" y="134"/>
                    <a:pt x="1" y="272"/>
                    <a:pt x="95" y="434"/>
                  </a:cubicBezTo>
                  <a:lnTo>
                    <a:pt x="256" y="713"/>
                  </a:lnTo>
                  <a:cubicBezTo>
                    <a:pt x="304" y="795"/>
                    <a:pt x="399" y="964"/>
                    <a:pt x="482" y="964"/>
                  </a:cubicBezTo>
                  <a:cubicBezTo>
                    <a:pt x="483" y="964"/>
                    <a:pt x="484" y="964"/>
                    <a:pt x="484" y="964"/>
                  </a:cubicBezTo>
                  <a:cubicBezTo>
                    <a:pt x="565" y="962"/>
                    <a:pt x="645" y="923"/>
                    <a:pt x="693" y="840"/>
                  </a:cubicBezTo>
                  <a:lnTo>
                    <a:pt x="919" y="454"/>
                  </a:lnTo>
                  <a:cubicBezTo>
                    <a:pt x="1013" y="289"/>
                    <a:pt x="893" y="85"/>
                    <a:pt x="704" y="85"/>
                  </a:cubicBezTo>
                  <a:lnTo>
                    <a:pt x="500"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27"/>
            <p:cNvSpPr/>
            <p:nvPr/>
          </p:nvSpPr>
          <p:spPr>
            <a:xfrm>
              <a:off x="4252954" y="3017172"/>
              <a:ext cx="18342" cy="30067"/>
            </a:xfrm>
            <a:custGeom>
              <a:rect b="b" l="l" r="r" t="t"/>
              <a:pathLst>
                <a:path extrusionOk="0" h="936" w="571">
                  <a:moveTo>
                    <a:pt x="569" y="0"/>
                  </a:moveTo>
                  <a:lnTo>
                    <a:pt x="222" y="57"/>
                  </a:lnTo>
                  <a:cubicBezTo>
                    <a:pt x="86" y="57"/>
                    <a:pt x="0" y="203"/>
                    <a:pt x="70" y="320"/>
                  </a:cubicBezTo>
                  <a:lnTo>
                    <a:pt x="354" y="812"/>
                  </a:lnTo>
                  <a:cubicBezTo>
                    <a:pt x="403" y="896"/>
                    <a:pt x="485" y="936"/>
                    <a:pt x="571" y="936"/>
                  </a:cubicBezTo>
                  <a:lnTo>
                    <a:pt x="57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27"/>
            <p:cNvSpPr/>
            <p:nvPr/>
          </p:nvSpPr>
          <p:spPr>
            <a:xfrm>
              <a:off x="4255460" y="2990702"/>
              <a:ext cx="32733" cy="28300"/>
            </a:xfrm>
            <a:custGeom>
              <a:rect b="b" l="l" r="r" t="t"/>
              <a:pathLst>
                <a:path extrusionOk="0" h="881" w="1019">
                  <a:moveTo>
                    <a:pt x="484" y="1"/>
                  </a:moveTo>
                  <a:cubicBezTo>
                    <a:pt x="403" y="4"/>
                    <a:pt x="289" y="182"/>
                    <a:pt x="241" y="264"/>
                  </a:cubicBezTo>
                  <a:lnTo>
                    <a:pt x="95" y="497"/>
                  </a:lnTo>
                  <a:cubicBezTo>
                    <a:pt x="1" y="659"/>
                    <a:pt x="79" y="840"/>
                    <a:pt x="268" y="840"/>
                  </a:cubicBezTo>
                  <a:lnTo>
                    <a:pt x="490" y="881"/>
                  </a:lnTo>
                  <a:lnTo>
                    <a:pt x="710" y="881"/>
                  </a:lnTo>
                  <a:cubicBezTo>
                    <a:pt x="898" y="881"/>
                    <a:pt x="1018" y="675"/>
                    <a:pt x="924" y="512"/>
                  </a:cubicBezTo>
                  <a:lnTo>
                    <a:pt x="700" y="124"/>
                  </a:lnTo>
                  <a:cubicBezTo>
                    <a:pt x="652" y="41"/>
                    <a:pt x="567" y="1"/>
                    <a:pt x="48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27"/>
            <p:cNvSpPr/>
            <p:nvPr/>
          </p:nvSpPr>
          <p:spPr>
            <a:xfrm>
              <a:off x="4251701" y="2990702"/>
              <a:ext cx="19563" cy="28300"/>
            </a:xfrm>
            <a:custGeom>
              <a:rect b="b" l="l" r="r" t="t"/>
              <a:pathLst>
                <a:path extrusionOk="0" h="881" w="609">
                  <a:moveTo>
                    <a:pt x="601" y="1"/>
                  </a:moveTo>
                  <a:cubicBezTo>
                    <a:pt x="520" y="4"/>
                    <a:pt x="438" y="43"/>
                    <a:pt x="391" y="124"/>
                  </a:cubicBezTo>
                  <a:lnTo>
                    <a:pt x="37" y="737"/>
                  </a:lnTo>
                  <a:cubicBezTo>
                    <a:pt x="0" y="801"/>
                    <a:pt x="45" y="881"/>
                    <a:pt x="119" y="881"/>
                  </a:cubicBezTo>
                  <a:lnTo>
                    <a:pt x="608" y="881"/>
                  </a:lnTo>
                  <a:lnTo>
                    <a:pt x="608" y="182"/>
                  </a:lnTo>
                  <a:cubicBezTo>
                    <a:pt x="608" y="122"/>
                    <a:pt x="607" y="61"/>
                    <a:pt x="60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27"/>
            <p:cNvSpPr/>
            <p:nvPr/>
          </p:nvSpPr>
          <p:spPr>
            <a:xfrm>
              <a:off x="4222725" y="3116499"/>
              <a:ext cx="140183" cy="15612"/>
            </a:xfrm>
            <a:custGeom>
              <a:rect b="b" l="l" r="r" t="t"/>
              <a:pathLst>
                <a:path extrusionOk="0" h="486" w="4364">
                  <a:moveTo>
                    <a:pt x="1510" y="0"/>
                  </a:moveTo>
                  <a:cubicBezTo>
                    <a:pt x="1510" y="0"/>
                    <a:pt x="6" y="202"/>
                    <a:pt x="6" y="252"/>
                  </a:cubicBezTo>
                  <a:lnTo>
                    <a:pt x="0" y="391"/>
                  </a:lnTo>
                  <a:cubicBezTo>
                    <a:pt x="0" y="445"/>
                    <a:pt x="44" y="485"/>
                    <a:pt x="95" y="485"/>
                  </a:cubicBezTo>
                  <a:lnTo>
                    <a:pt x="4252" y="485"/>
                  </a:lnTo>
                  <a:cubicBezTo>
                    <a:pt x="4303" y="485"/>
                    <a:pt x="4343" y="442"/>
                    <a:pt x="4346" y="394"/>
                  </a:cubicBezTo>
                  <a:lnTo>
                    <a:pt x="4364" y="225"/>
                  </a:lnTo>
                  <a:lnTo>
                    <a:pt x="4364" y="95"/>
                  </a:lnTo>
                  <a:cubicBezTo>
                    <a:pt x="4364" y="42"/>
                    <a:pt x="4320" y="0"/>
                    <a:pt x="427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27"/>
            <p:cNvSpPr/>
            <p:nvPr/>
          </p:nvSpPr>
          <p:spPr>
            <a:xfrm>
              <a:off x="4222115" y="3116467"/>
              <a:ext cx="140793" cy="16286"/>
            </a:xfrm>
            <a:custGeom>
              <a:rect b="b" l="l" r="r" t="t"/>
              <a:pathLst>
                <a:path extrusionOk="0" h="507" w="4383">
                  <a:moveTo>
                    <a:pt x="95" y="0"/>
                  </a:moveTo>
                  <a:cubicBezTo>
                    <a:pt x="44" y="0"/>
                    <a:pt x="1" y="42"/>
                    <a:pt x="1" y="94"/>
                  </a:cubicBezTo>
                  <a:lnTo>
                    <a:pt x="1" y="316"/>
                  </a:lnTo>
                  <a:cubicBezTo>
                    <a:pt x="1" y="366"/>
                    <a:pt x="41" y="410"/>
                    <a:pt x="95" y="410"/>
                  </a:cubicBezTo>
                  <a:lnTo>
                    <a:pt x="784" y="469"/>
                  </a:lnTo>
                  <a:lnTo>
                    <a:pt x="1529" y="507"/>
                  </a:lnTo>
                  <a:lnTo>
                    <a:pt x="4289" y="507"/>
                  </a:lnTo>
                  <a:cubicBezTo>
                    <a:pt x="4339" y="507"/>
                    <a:pt x="4383" y="465"/>
                    <a:pt x="4383" y="413"/>
                  </a:cubicBezTo>
                  <a:lnTo>
                    <a:pt x="4383" y="226"/>
                  </a:lnTo>
                  <a:lnTo>
                    <a:pt x="1529" y="226"/>
                  </a:lnTo>
                  <a:lnTo>
                    <a:pt x="1529" y="224"/>
                  </a:lnTo>
                  <a:lnTo>
                    <a:pt x="152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27"/>
            <p:cNvSpPr/>
            <p:nvPr/>
          </p:nvSpPr>
          <p:spPr>
            <a:xfrm>
              <a:off x="4247268" y="3123663"/>
              <a:ext cx="23996" cy="9059"/>
            </a:xfrm>
            <a:custGeom>
              <a:rect b="b" l="l" r="r" t="t"/>
              <a:pathLst>
                <a:path extrusionOk="0" h="282" w="747">
                  <a:moveTo>
                    <a:pt x="1" y="0"/>
                  </a:moveTo>
                  <a:lnTo>
                    <a:pt x="1" y="281"/>
                  </a:lnTo>
                  <a:lnTo>
                    <a:pt x="746" y="281"/>
                  </a:lnTo>
                  <a:lnTo>
                    <a:pt x="74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27"/>
            <p:cNvSpPr/>
            <p:nvPr/>
          </p:nvSpPr>
          <p:spPr>
            <a:xfrm>
              <a:off x="4222436" y="2905059"/>
              <a:ext cx="140183" cy="15098"/>
            </a:xfrm>
            <a:custGeom>
              <a:rect b="b" l="l" r="r" t="t"/>
              <a:pathLst>
                <a:path extrusionOk="0" h="470" w="4364">
                  <a:moveTo>
                    <a:pt x="586" y="0"/>
                  </a:moveTo>
                  <a:lnTo>
                    <a:pt x="95" y="38"/>
                  </a:lnTo>
                  <a:cubicBezTo>
                    <a:pt x="43" y="38"/>
                    <a:pt x="1" y="81"/>
                    <a:pt x="1" y="132"/>
                  </a:cubicBezTo>
                  <a:lnTo>
                    <a:pt x="20" y="375"/>
                  </a:lnTo>
                  <a:cubicBezTo>
                    <a:pt x="20" y="427"/>
                    <a:pt x="63" y="469"/>
                    <a:pt x="114" y="469"/>
                  </a:cubicBezTo>
                  <a:lnTo>
                    <a:pt x="4232" y="469"/>
                  </a:lnTo>
                  <a:cubicBezTo>
                    <a:pt x="4284" y="469"/>
                    <a:pt x="4326" y="427"/>
                    <a:pt x="4326" y="372"/>
                  </a:cubicBezTo>
                  <a:lnTo>
                    <a:pt x="4364" y="224"/>
                  </a:lnTo>
                  <a:lnTo>
                    <a:pt x="4364" y="94"/>
                  </a:lnTo>
                  <a:cubicBezTo>
                    <a:pt x="4364" y="42"/>
                    <a:pt x="4321" y="0"/>
                    <a:pt x="427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27"/>
            <p:cNvSpPr/>
            <p:nvPr/>
          </p:nvSpPr>
          <p:spPr>
            <a:xfrm>
              <a:off x="4221794" y="2905091"/>
              <a:ext cx="140825" cy="16254"/>
            </a:xfrm>
            <a:custGeom>
              <a:rect b="b" l="l" r="r" t="t"/>
              <a:pathLst>
                <a:path extrusionOk="0" h="506" w="4384">
                  <a:moveTo>
                    <a:pt x="95" y="1"/>
                  </a:moveTo>
                  <a:cubicBezTo>
                    <a:pt x="44" y="1"/>
                    <a:pt x="1" y="43"/>
                    <a:pt x="1" y="95"/>
                  </a:cubicBezTo>
                  <a:lnTo>
                    <a:pt x="1" y="412"/>
                  </a:lnTo>
                  <a:cubicBezTo>
                    <a:pt x="1" y="462"/>
                    <a:pt x="42" y="506"/>
                    <a:pt x="95" y="506"/>
                  </a:cubicBezTo>
                  <a:lnTo>
                    <a:pt x="4290" y="506"/>
                  </a:lnTo>
                  <a:cubicBezTo>
                    <a:pt x="4341" y="506"/>
                    <a:pt x="4384" y="464"/>
                    <a:pt x="4384" y="412"/>
                  </a:cubicBezTo>
                  <a:lnTo>
                    <a:pt x="4384" y="225"/>
                  </a:lnTo>
                  <a:lnTo>
                    <a:pt x="721" y="225"/>
                  </a:lnTo>
                  <a:cubicBezTo>
                    <a:pt x="674" y="225"/>
                    <a:pt x="635" y="190"/>
                    <a:pt x="627" y="145"/>
                  </a:cubicBezTo>
                  <a:lnTo>
                    <a:pt x="60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27"/>
            <p:cNvSpPr/>
            <p:nvPr/>
          </p:nvSpPr>
          <p:spPr>
            <a:xfrm>
              <a:off x="4237053" y="2974607"/>
              <a:ext cx="96978" cy="99355"/>
            </a:xfrm>
            <a:custGeom>
              <a:rect b="b" l="l" r="r" t="t"/>
              <a:pathLst>
                <a:path extrusionOk="0" h="3093" w="3019">
                  <a:moveTo>
                    <a:pt x="694" y="1"/>
                  </a:moveTo>
                  <a:lnTo>
                    <a:pt x="694" y="1"/>
                  </a:lnTo>
                  <a:cubicBezTo>
                    <a:pt x="274" y="313"/>
                    <a:pt x="0" y="813"/>
                    <a:pt x="0" y="1377"/>
                  </a:cubicBezTo>
                  <a:cubicBezTo>
                    <a:pt x="0" y="2324"/>
                    <a:pt x="768" y="3093"/>
                    <a:pt x="1716" y="3093"/>
                  </a:cubicBezTo>
                  <a:cubicBezTo>
                    <a:pt x="2237" y="3093"/>
                    <a:pt x="2703" y="2861"/>
                    <a:pt x="3019" y="2495"/>
                  </a:cubicBezTo>
                  <a:lnTo>
                    <a:pt x="3019" y="2495"/>
                  </a:lnTo>
                  <a:cubicBezTo>
                    <a:pt x="2732" y="2706"/>
                    <a:pt x="2380" y="2832"/>
                    <a:pt x="1997" y="2832"/>
                  </a:cubicBezTo>
                  <a:cubicBezTo>
                    <a:pt x="1050" y="2832"/>
                    <a:pt x="281" y="2065"/>
                    <a:pt x="281" y="1117"/>
                  </a:cubicBezTo>
                  <a:cubicBezTo>
                    <a:pt x="281" y="693"/>
                    <a:pt x="436" y="302"/>
                    <a:pt x="69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27"/>
            <p:cNvSpPr/>
            <p:nvPr/>
          </p:nvSpPr>
          <p:spPr>
            <a:xfrm>
              <a:off x="4236410" y="2974768"/>
              <a:ext cx="34853" cy="95115"/>
            </a:xfrm>
            <a:custGeom>
              <a:rect b="b" l="l" r="r" t="t"/>
              <a:pathLst>
                <a:path extrusionOk="0" h="2961" w="1085">
                  <a:moveTo>
                    <a:pt x="711" y="0"/>
                  </a:moveTo>
                  <a:lnTo>
                    <a:pt x="711" y="0"/>
                  </a:lnTo>
                  <a:cubicBezTo>
                    <a:pt x="355" y="265"/>
                    <a:pt x="106" y="667"/>
                    <a:pt x="38" y="1129"/>
                  </a:cubicBezTo>
                  <a:cubicBezTo>
                    <a:pt x="0" y="1394"/>
                    <a:pt x="26" y="1669"/>
                    <a:pt x="110" y="1925"/>
                  </a:cubicBezTo>
                  <a:cubicBezTo>
                    <a:pt x="272" y="2393"/>
                    <a:pt x="628" y="2772"/>
                    <a:pt x="1084" y="2961"/>
                  </a:cubicBezTo>
                  <a:lnTo>
                    <a:pt x="1084" y="2552"/>
                  </a:lnTo>
                  <a:cubicBezTo>
                    <a:pt x="612" y="2247"/>
                    <a:pt x="301" y="1717"/>
                    <a:pt x="301" y="1112"/>
                  </a:cubicBezTo>
                  <a:cubicBezTo>
                    <a:pt x="301" y="688"/>
                    <a:pt x="456" y="298"/>
                    <a:pt x="71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27"/>
            <p:cNvSpPr/>
            <p:nvPr/>
          </p:nvSpPr>
          <p:spPr>
            <a:xfrm>
              <a:off x="4151346" y="2853050"/>
              <a:ext cx="110791" cy="275804"/>
            </a:xfrm>
            <a:custGeom>
              <a:rect b="b" l="l" r="r" t="t"/>
              <a:pathLst>
                <a:path extrusionOk="0" h="8586" w="3449">
                  <a:moveTo>
                    <a:pt x="788" y="1"/>
                  </a:moveTo>
                  <a:lnTo>
                    <a:pt x="794" y="428"/>
                  </a:lnTo>
                  <a:cubicBezTo>
                    <a:pt x="794" y="512"/>
                    <a:pt x="830" y="619"/>
                    <a:pt x="912" y="619"/>
                  </a:cubicBezTo>
                  <a:lnTo>
                    <a:pt x="963" y="694"/>
                  </a:lnTo>
                  <a:lnTo>
                    <a:pt x="963" y="1309"/>
                  </a:lnTo>
                  <a:cubicBezTo>
                    <a:pt x="963" y="1603"/>
                    <a:pt x="904" y="1893"/>
                    <a:pt x="788" y="2161"/>
                  </a:cubicBezTo>
                  <a:lnTo>
                    <a:pt x="235" y="3514"/>
                  </a:lnTo>
                  <a:cubicBezTo>
                    <a:pt x="105" y="3815"/>
                    <a:pt x="37" y="4141"/>
                    <a:pt x="37" y="4469"/>
                  </a:cubicBezTo>
                  <a:lnTo>
                    <a:pt x="0" y="8119"/>
                  </a:lnTo>
                  <a:cubicBezTo>
                    <a:pt x="0" y="8375"/>
                    <a:pt x="209" y="8585"/>
                    <a:pt x="468" y="8585"/>
                  </a:cubicBezTo>
                  <a:lnTo>
                    <a:pt x="2914" y="8575"/>
                  </a:lnTo>
                  <a:cubicBezTo>
                    <a:pt x="2945" y="8575"/>
                    <a:pt x="2977" y="8575"/>
                    <a:pt x="3010" y="8575"/>
                  </a:cubicBezTo>
                  <a:cubicBezTo>
                    <a:pt x="3177" y="8575"/>
                    <a:pt x="3351" y="8564"/>
                    <a:pt x="3410" y="8426"/>
                  </a:cubicBezTo>
                  <a:cubicBezTo>
                    <a:pt x="3436" y="8368"/>
                    <a:pt x="3449" y="8307"/>
                    <a:pt x="3449" y="8241"/>
                  </a:cubicBezTo>
                  <a:lnTo>
                    <a:pt x="3449" y="6786"/>
                  </a:lnTo>
                  <a:lnTo>
                    <a:pt x="3392" y="6693"/>
                  </a:lnTo>
                  <a:lnTo>
                    <a:pt x="3388" y="5017"/>
                  </a:lnTo>
                  <a:lnTo>
                    <a:pt x="3449" y="4904"/>
                  </a:lnTo>
                  <a:lnTo>
                    <a:pt x="3449" y="4469"/>
                  </a:lnTo>
                  <a:cubicBezTo>
                    <a:pt x="3449" y="4139"/>
                    <a:pt x="3381" y="3815"/>
                    <a:pt x="3250" y="3513"/>
                  </a:cubicBezTo>
                  <a:lnTo>
                    <a:pt x="2663" y="2142"/>
                  </a:lnTo>
                  <a:cubicBezTo>
                    <a:pt x="2553" y="1872"/>
                    <a:pt x="2493" y="1583"/>
                    <a:pt x="2493" y="1289"/>
                  </a:cubicBezTo>
                  <a:lnTo>
                    <a:pt x="2493" y="671"/>
                  </a:lnTo>
                  <a:cubicBezTo>
                    <a:pt x="2493" y="659"/>
                    <a:pt x="2502" y="652"/>
                    <a:pt x="2511" y="652"/>
                  </a:cubicBezTo>
                  <a:cubicBezTo>
                    <a:pt x="2583" y="652"/>
                    <a:pt x="2641" y="575"/>
                    <a:pt x="2641" y="504"/>
                  </a:cubicBezTo>
                  <a:lnTo>
                    <a:pt x="264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27"/>
            <p:cNvSpPr/>
            <p:nvPr/>
          </p:nvSpPr>
          <p:spPr>
            <a:xfrm>
              <a:off x="4147292" y="2850756"/>
              <a:ext cx="112429" cy="279530"/>
            </a:xfrm>
            <a:custGeom>
              <a:rect b="b" l="l" r="r" t="t"/>
              <a:pathLst>
                <a:path extrusionOk="0" h="8702" w="3500">
                  <a:moveTo>
                    <a:pt x="813" y="0"/>
                  </a:moveTo>
                  <a:lnTo>
                    <a:pt x="813" y="504"/>
                  </a:lnTo>
                  <a:cubicBezTo>
                    <a:pt x="813" y="579"/>
                    <a:pt x="871" y="643"/>
                    <a:pt x="944" y="652"/>
                  </a:cubicBezTo>
                  <a:cubicBezTo>
                    <a:pt x="955" y="653"/>
                    <a:pt x="962" y="660"/>
                    <a:pt x="962" y="670"/>
                  </a:cubicBezTo>
                  <a:lnTo>
                    <a:pt x="962" y="1290"/>
                  </a:lnTo>
                  <a:cubicBezTo>
                    <a:pt x="962" y="1584"/>
                    <a:pt x="901" y="1873"/>
                    <a:pt x="785" y="2141"/>
                  </a:cubicBezTo>
                  <a:lnTo>
                    <a:pt x="197" y="3512"/>
                  </a:lnTo>
                  <a:cubicBezTo>
                    <a:pt x="67" y="3815"/>
                    <a:pt x="1" y="4140"/>
                    <a:pt x="1" y="4468"/>
                  </a:cubicBezTo>
                  <a:lnTo>
                    <a:pt x="1" y="4902"/>
                  </a:lnTo>
                  <a:lnTo>
                    <a:pt x="58" y="4951"/>
                  </a:lnTo>
                  <a:lnTo>
                    <a:pt x="57" y="6752"/>
                  </a:lnTo>
                  <a:lnTo>
                    <a:pt x="1" y="6787"/>
                  </a:lnTo>
                  <a:lnTo>
                    <a:pt x="1" y="8240"/>
                  </a:lnTo>
                  <a:cubicBezTo>
                    <a:pt x="1" y="8308"/>
                    <a:pt x="15" y="8369"/>
                    <a:pt x="40" y="8427"/>
                  </a:cubicBezTo>
                  <a:cubicBezTo>
                    <a:pt x="40" y="8430"/>
                    <a:pt x="43" y="8431"/>
                    <a:pt x="43" y="8433"/>
                  </a:cubicBezTo>
                  <a:cubicBezTo>
                    <a:pt x="45" y="8440"/>
                    <a:pt x="47" y="8446"/>
                    <a:pt x="51" y="8451"/>
                  </a:cubicBezTo>
                  <a:lnTo>
                    <a:pt x="57" y="8462"/>
                  </a:lnTo>
                  <a:cubicBezTo>
                    <a:pt x="60" y="8467"/>
                    <a:pt x="64" y="8475"/>
                    <a:pt x="67" y="8480"/>
                  </a:cubicBezTo>
                  <a:cubicBezTo>
                    <a:pt x="69" y="8483"/>
                    <a:pt x="73" y="8488"/>
                    <a:pt x="74" y="8491"/>
                  </a:cubicBezTo>
                  <a:lnTo>
                    <a:pt x="86" y="8506"/>
                  </a:lnTo>
                  <a:cubicBezTo>
                    <a:pt x="89" y="8511"/>
                    <a:pt x="90" y="8514"/>
                    <a:pt x="95" y="8518"/>
                  </a:cubicBezTo>
                  <a:cubicBezTo>
                    <a:pt x="98" y="8524"/>
                    <a:pt x="102" y="8527"/>
                    <a:pt x="105" y="8533"/>
                  </a:cubicBezTo>
                  <a:cubicBezTo>
                    <a:pt x="109" y="8535"/>
                    <a:pt x="112" y="8540"/>
                    <a:pt x="115" y="8543"/>
                  </a:cubicBezTo>
                  <a:cubicBezTo>
                    <a:pt x="118" y="8547"/>
                    <a:pt x="122" y="8553"/>
                    <a:pt x="125" y="8556"/>
                  </a:cubicBezTo>
                  <a:lnTo>
                    <a:pt x="137" y="8567"/>
                  </a:lnTo>
                  <a:cubicBezTo>
                    <a:pt x="140" y="8570"/>
                    <a:pt x="144" y="8575"/>
                    <a:pt x="148" y="8577"/>
                  </a:cubicBezTo>
                  <a:cubicBezTo>
                    <a:pt x="153" y="8582"/>
                    <a:pt x="158" y="8585"/>
                    <a:pt x="161" y="8589"/>
                  </a:cubicBezTo>
                  <a:cubicBezTo>
                    <a:pt x="166" y="8592"/>
                    <a:pt x="168" y="8596"/>
                    <a:pt x="173" y="8598"/>
                  </a:cubicBezTo>
                  <a:cubicBezTo>
                    <a:pt x="177" y="8601"/>
                    <a:pt x="182" y="8605"/>
                    <a:pt x="187" y="8608"/>
                  </a:cubicBezTo>
                  <a:cubicBezTo>
                    <a:pt x="190" y="8612"/>
                    <a:pt x="195" y="8614"/>
                    <a:pt x="197" y="8618"/>
                  </a:cubicBezTo>
                  <a:lnTo>
                    <a:pt x="213" y="8628"/>
                  </a:lnTo>
                  <a:cubicBezTo>
                    <a:pt x="218" y="8630"/>
                    <a:pt x="221" y="8634"/>
                    <a:pt x="225" y="8635"/>
                  </a:cubicBezTo>
                  <a:cubicBezTo>
                    <a:pt x="231" y="8640"/>
                    <a:pt x="235" y="8643"/>
                    <a:pt x="242" y="8647"/>
                  </a:cubicBezTo>
                  <a:lnTo>
                    <a:pt x="254" y="8651"/>
                  </a:lnTo>
                  <a:cubicBezTo>
                    <a:pt x="260" y="8656"/>
                    <a:pt x="267" y="8657"/>
                    <a:pt x="271" y="8661"/>
                  </a:cubicBezTo>
                  <a:cubicBezTo>
                    <a:pt x="274" y="8661"/>
                    <a:pt x="276" y="8663"/>
                    <a:pt x="277" y="8663"/>
                  </a:cubicBezTo>
                  <a:cubicBezTo>
                    <a:pt x="335" y="8687"/>
                    <a:pt x="397" y="8702"/>
                    <a:pt x="464" y="8702"/>
                  </a:cubicBezTo>
                  <a:lnTo>
                    <a:pt x="3072" y="8702"/>
                  </a:lnTo>
                  <a:cubicBezTo>
                    <a:pt x="3265" y="8702"/>
                    <a:pt x="3427" y="8586"/>
                    <a:pt x="3500" y="8423"/>
                  </a:cubicBezTo>
                  <a:lnTo>
                    <a:pt x="464" y="8423"/>
                  </a:lnTo>
                  <a:cubicBezTo>
                    <a:pt x="462" y="8423"/>
                    <a:pt x="460" y="8423"/>
                    <a:pt x="459" y="8423"/>
                  </a:cubicBezTo>
                  <a:cubicBezTo>
                    <a:pt x="361" y="8423"/>
                    <a:pt x="281" y="8341"/>
                    <a:pt x="281" y="8239"/>
                  </a:cubicBezTo>
                  <a:lnTo>
                    <a:pt x="281" y="4372"/>
                  </a:lnTo>
                  <a:cubicBezTo>
                    <a:pt x="281" y="4106"/>
                    <a:pt x="335" y="3844"/>
                    <a:pt x="441" y="3599"/>
                  </a:cubicBezTo>
                  <a:lnTo>
                    <a:pt x="1104" y="2053"/>
                  </a:lnTo>
                  <a:cubicBezTo>
                    <a:pt x="1195" y="1843"/>
                    <a:pt x="1241" y="1614"/>
                    <a:pt x="1241" y="1384"/>
                  </a:cubicBezTo>
                  <a:lnTo>
                    <a:pt x="1241" y="652"/>
                  </a:lnTo>
                  <a:cubicBezTo>
                    <a:pt x="1241" y="621"/>
                    <a:pt x="1218" y="595"/>
                    <a:pt x="1188" y="595"/>
                  </a:cubicBezTo>
                  <a:cubicBezTo>
                    <a:pt x="1186" y="595"/>
                    <a:pt x="1184" y="595"/>
                    <a:pt x="1183" y="595"/>
                  </a:cubicBezTo>
                  <a:cubicBezTo>
                    <a:pt x="1133" y="595"/>
                    <a:pt x="1094" y="553"/>
                    <a:pt x="1094" y="504"/>
                  </a:cubicBezTo>
                  <a:lnTo>
                    <a:pt x="109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27"/>
            <p:cNvSpPr/>
            <p:nvPr/>
          </p:nvSpPr>
          <p:spPr>
            <a:xfrm>
              <a:off x="4168789" y="2945696"/>
              <a:ext cx="75584" cy="166652"/>
            </a:xfrm>
            <a:custGeom>
              <a:rect b="b" l="l" r="r" t="t"/>
              <a:pathLst>
                <a:path extrusionOk="0" h="5188" w="2353">
                  <a:moveTo>
                    <a:pt x="673" y="0"/>
                  </a:moveTo>
                  <a:lnTo>
                    <a:pt x="495" y="38"/>
                  </a:lnTo>
                  <a:cubicBezTo>
                    <a:pt x="455" y="38"/>
                    <a:pt x="420" y="61"/>
                    <a:pt x="406" y="96"/>
                  </a:cubicBezTo>
                  <a:lnTo>
                    <a:pt x="130" y="849"/>
                  </a:lnTo>
                  <a:cubicBezTo>
                    <a:pt x="44" y="1067"/>
                    <a:pt x="0" y="1299"/>
                    <a:pt x="0" y="1535"/>
                  </a:cubicBezTo>
                  <a:lnTo>
                    <a:pt x="3" y="5076"/>
                  </a:lnTo>
                  <a:cubicBezTo>
                    <a:pt x="3" y="5126"/>
                    <a:pt x="44" y="5170"/>
                    <a:pt x="97" y="5170"/>
                  </a:cubicBezTo>
                  <a:lnTo>
                    <a:pt x="2221" y="5187"/>
                  </a:lnTo>
                  <a:cubicBezTo>
                    <a:pt x="2272" y="5187"/>
                    <a:pt x="2315" y="5147"/>
                    <a:pt x="2315" y="5093"/>
                  </a:cubicBezTo>
                  <a:lnTo>
                    <a:pt x="2353" y="4982"/>
                  </a:lnTo>
                  <a:lnTo>
                    <a:pt x="2353" y="1538"/>
                  </a:lnTo>
                  <a:cubicBezTo>
                    <a:pt x="2353" y="1300"/>
                    <a:pt x="2308" y="1066"/>
                    <a:pt x="2219" y="844"/>
                  </a:cubicBezTo>
                  <a:lnTo>
                    <a:pt x="1904" y="58"/>
                  </a:lnTo>
                  <a:cubicBezTo>
                    <a:pt x="1889" y="22"/>
                    <a:pt x="1856" y="0"/>
                    <a:pt x="181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27"/>
            <p:cNvSpPr/>
            <p:nvPr/>
          </p:nvSpPr>
          <p:spPr>
            <a:xfrm>
              <a:off x="4166348" y="2945696"/>
              <a:ext cx="77897" cy="169157"/>
            </a:xfrm>
            <a:custGeom>
              <a:rect b="b" l="l" r="r" t="t"/>
              <a:pathLst>
                <a:path extrusionOk="0" h="5266" w="2425">
                  <a:moveTo>
                    <a:pt x="531" y="0"/>
                  </a:moveTo>
                  <a:cubicBezTo>
                    <a:pt x="493" y="0"/>
                    <a:pt x="458" y="23"/>
                    <a:pt x="444" y="60"/>
                  </a:cubicBezTo>
                  <a:lnTo>
                    <a:pt x="131" y="850"/>
                  </a:lnTo>
                  <a:cubicBezTo>
                    <a:pt x="44" y="1069"/>
                    <a:pt x="1" y="1300"/>
                    <a:pt x="1" y="1536"/>
                  </a:cubicBezTo>
                  <a:lnTo>
                    <a:pt x="1" y="4983"/>
                  </a:lnTo>
                  <a:lnTo>
                    <a:pt x="1" y="5170"/>
                  </a:lnTo>
                  <a:cubicBezTo>
                    <a:pt x="1" y="5221"/>
                    <a:pt x="43" y="5264"/>
                    <a:pt x="95" y="5264"/>
                  </a:cubicBezTo>
                  <a:lnTo>
                    <a:pt x="962" y="5264"/>
                  </a:lnTo>
                  <a:lnTo>
                    <a:pt x="994" y="5226"/>
                  </a:lnTo>
                  <a:lnTo>
                    <a:pt x="1919" y="5228"/>
                  </a:lnTo>
                  <a:lnTo>
                    <a:pt x="1965" y="5265"/>
                  </a:lnTo>
                  <a:lnTo>
                    <a:pt x="2330" y="5265"/>
                  </a:lnTo>
                  <a:cubicBezTo>
                    <a:pt x="2381" y="5265"/>
                    <a:pt x="2424" y="5223"/>
                    <a:pt x="2424" y="5171"/>
                  </a:cubicBezTo>
                  <a:lnTo>
                    <a:pt x="2424" y="4985"/>
                  </a:lnTo>
                  <a:lnTo>
                    <a:pt x="340" y="4985"/>
                  </a:lnTo>
                  <a:cubicBezTo>
                    <a:pt x="308" y="4982"/>
                    <a:pt x="283" y="4956"/>
                    <a:pt x="283" y="4925"/>
                  </a:cubicBezTo>
                  <a:lnTo>
                    <a:pt x="283" y="1535"/>
                  </a:lnTo>
                  <a:cubicBezTo>
                    <a:pt x="283" y="1299"/>
                    <a:pt x="327" y="1067"/>
                    <a:pt x="413" y="849"/>
                  </a:cubicBezTo>
                  <a:lnTo>
                    <a:pt x="74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27"/>
            <p:cNvSpPr/>
            <p:nvPr/>
          </p:nvSpPr>
          <p:spPr>
            <a:xfrm>
              <a:off x="4168693" y="2835061"/>
              <a:ext cx="73914" cy="22807"/>
            </a:xfrm>
            <a:custGeom>
              <a:rect b="b" l="l" r="r" t="t"/>
              <a:pathLst>
                <a:path extrusionOk="0" h="710" w="2301">
                  <a:moveTo>
                    <a:pt x="361" y="0"/>
                  </a:moveTo>
                  <a:lnTo>
                    <a:pt x="259" y="24"/>
                  </a:lnTo>
                  <a:cubicBezTo>
                    <a:pt x="170" y="24"/>
                    <a:pt x="94" y="87"/>
                    <a:pt x="76" y="174"/>
                  </a:cubicBezTo>
                  <a:lnTo>
                    <a:pt x="23" y="487"/>
                  </a:lnTo>
                  <a:cubicBezTo>
                    <a:pt x="0" y="603"/>
                    <a:pt x="89" y="710"/>
                    <a:pt x="206" y="710"/>
                  </a:cubicBezTo>
                  <a:lnTo>
                    <a:pt x="2088" y="710"/>
                  </a:lnTo>
                  <a:cubicBezTo>
                    <a:pt x="2206" y="710"/>
                    <a:pt x="2295" y="603"/>
                    <a:pt x="2273" y="487"/>
                  </a:cubicBezTo>
                  <a:lnTo>
                    <a:pt x="2301" y="429"/>
                  </a:lnTo>
                  <a:lnTo>
                    <a:pt x="2244" y="150"/>
                  </a:lnTo>
                  <a:cubicBezTo>
                    <a:pt x="2225" y="63"/>
                    <a:pt x="2150" y="0"/>
                    <a:pt x="206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27"/>
            <p:cNvSpPr/>
            <p:nvPr/>
          </p:nvSpPr>
          <p:spPr>
            <a:xfrm>
              <a:off x="4166829" y="2835061"/>
              <a:ext cx="77094" cy="23963"/>
            </a:xfrm>
            <a:custGeom>
              <a:rect b="b" l="l" r="r" t="t"/>
              <a:pathLst>
                <a:path extrusionOk="0" h="746" w="2400">
                  <a:moveTo>
                    <a:pt x="280" y="0"/>
                  </a:moveTo>
                  <a:cubicBezTo>
                    <a:pt x="191" y="0"/>
                    <a:pt x="116" y="64"/>
                    <a:pt x="97" y="151"/>
                  </a:cubicBezTo>
                  <a:lnTo>
                    <a:pt x="24" y="523"/>
                  </a:lnTo>
                  <a:cubicBezTo>
                    <a:pt x="0" y="639"/>
                    <a:pt x="89" y="746"/>
                    <a:pt x="206" y="746"/>
                  </a:cubicBezTo>
                  <a:lnTo>
                    <a:pt x="2194" y="746"/>
                  </a:lnTo>
                  <a:cubicBezTo>
                    <a:pt x="2311" y="746"/>
                    <a:pt x="2399" y="639"/>
                    <a:pt x="2376" y="523"/>
                  </a:cubicBezTo>
                  <a:lnTo>
                    <a:pt x="2359" y="429"/>
                  </a:lnTo>
                  <a:lnTo>
                    <a:pt x="446" y="429"/>
                  </a:lnTo>
                  <a:cubicBezTo>
                    <a:pt x="390" y="429"/>
                    <a:pt x="343" y="375"/>
                    <a:pt x="355" y="317"/>
                  </a:cubicBezTo>
                  <a:lnTo>
                    <a:pt x="41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27"/>
            <p:cNvSpPr/>
            <p:nvPr/>
          </p:nvSpPr>
          <p:spPr>
            <a:xfrm>
              <a:off x="4195838" y="2993721"/>
              <a:ext cx="32958" cy="17699"/>
            </a:xfrm>
            <a:custGeom>
              <a:rect b="b" l="l" r="r" t="t"/>
              <a:pathLst>
                <a:path extrusionOk="0" h="551" w="1026">
                  <a:moveTo>
                    <a:pt x="512" y="1"/>
                  </a:moveTo>
                  <a:cubicBezTo>
                    <a:pt x="229" y="1"/>
                    <a:pt x="1" y="231"/>
                    <a:pt x="1" y="513"/>
                  </a:cubicBezTo>
                  <a:lnTo>
                    <a:pt x="1" y="546"/>
                  </a:lnTo>
                  <a:lnTo>
                    <a:pt x="1026" y="551"/>
                  </a:lnTo>
                  <a:lnTo>
                    <a:pt x="1026" y="513"/>
                  </a:lnTo>
                  <a:lnTo>
                    <a:pt x="1024" y="513"/>
                  </a:lnTo>
                  <a:cubicBezTo>
                    <a:pt x="1024" y="231"/>
                    <a:pt x="794"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27"/>
            <p:cNvSpPr/>
            <p:nvPr/>
          </p:nvSpPr>
          <p:spPr>
            <a:xfrm>
              <a:off x="4190730" y="2962561"/>
              <a:ext cx="16768" cy="16768"/>
            </a:xfrm>
            <a:custGeom>
              <a:rect b="b" l="l" r="r" t="t"/>
              <a:pathLst>
                <a:path extrusionOk="0" h="522" w="522">
                  <a:moveTo>
                    <a:pt x="261" y="1"/>
                  </a:moveTo>
                  <a:cubicBezTo>
                    <a:pt x="116" y="1"/>
                    <a:pt x="0" y="118"/>
                    <a:pt x="0" y="261"/>
                  </a:cubicBezTo>
                  <a:cubicBezTo>
                    <a:pt x="0" y="406"/>
                    <a:pt x="116" y="522"/>
                    <a:pt x="261" y="522"/>
                  </a:cubicBezTo>
                  <a:cubicBezTo>
                    <a:pt x="404" y="522"/>
                    <a:pt x="522" y="406"/>
                    <a:pt x="522" y="261"/>
                  </a:cubicBezTo>
                  <a:cubicBezTo>
                    <a:pt x="522" y="118"/>
                    <a:pt x="404" y="1"/>
                    <a:pt x="26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27"/>
            <p:cNvSpPr/>
            <p:nvPr/>
          </p:nvSpPr>
          <p:spPr>
            <a:xfrm>
              <a:off x="4183534" y="3071011"/>
              <a:ext cx="16768" cy="16736"/>
            </a:xfrm>
            <a:custGeom>
              <a:rect b="b" l="l" r="r" t="t"/>
              <a:pathLst>
                <a:path extrusionOk="0" h="521" w="522">
                  <a:moveTo>
                    <a:pt x="261" y="1"/>
                  </a:moveTo>
                  <a:cubicBezTo>
                    <a:pt x="116" y="1"/>
                    <a:pt x="0" y="117"/>
                    <a:pt x="0" y="261"/>
                  </a:cubicBezTo>
                  <a:cubicBezTo>
                    <a:pt x="0" y="405"/>
                    <a:pt x="116" y="520"/>
                    <a:pt x="261" y="520"/>
                  </a:cubicBezTo>
                  <a:cubicBezTo>
                    <a:pt x="404" y="520"/>
                    <a:pt x="521" y="405"/>
                    <a:pt x="521" y="261"/>
                  </a:cubicBezTo>
                  <a:cubicBezTo>
                    <a:pt x="521" y="117"/>
                    <a:pt x="404" y="1"/>
                    <a:pt x="26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27"/>
            <p:cNvSpPr/>
            <p:nvPr/>
          </p:nvSpPr>
          <p:spPr>
            <a:xfrm>
              <a:off x="4199146" y="3098510"/>
              <a:ext cx="28942" cy="14937"/>
            </a:xfrm>
            <a:custGeom>
              <a:rect b="b" l="l" r="r" t="t"/>
              <a:pathLst>
                <a:path extrusionOk="0" h="465" w="901">
                  <a:moveTo>
                    <a:pt x="448" y="0"/>
                  </a:moveTo>
                  <a:cubicBezTo>
                    <a:pt x="273" y="0"/>
                    <a:pt x="119" y="89"/>
                    <a:pt x="29" y="223"/>
                  </a:cubicBezTo>
                  <a:lnTo>
                    <a:pt x="0" y="465"/>
                  </a:lnTo>
                  <a:lnTo>
                    <a:pt x="901" y="465"/>
                  </a:lnTo>
                  <a:cubicBezTo>
                    <a:pt x="901" y="362"/>
                    <a:pt x="865" y="225"/>
                    <a:pt x="865" y="225"/>
                  </a:cubicBezTo>
                  <a:cubicBezTo>
                    <a:pt x="775" y="89"/>
                    <a:pt x="622" y="0"/>
                    <a:pt x="44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27"/>
            <p:cNvSpPr/>
            <p:nvPr/>
          </p:nvSpPr>
          <p:spPr>
            <a:xfrm>
              <a:off x="4197283" y="3105705"/>
              <a:ext cx="32347" cy="9059"/>
            </a:xfrm>
            <a:custGeom>
              <a:rect b="b" l="l" r="r" t="t"/>
              <a:pathLst>
                <a:path extrusionOk="0" h="282" w="1007">
                  <a:moveTo>
                    <a:pt x="86" y="1"/>
                  </a:moveTo>
                  <a:cubicBezTo>
                    <a:pt x="31" y="80"/>
                    <a:pt x="1" y="176"/>
                    <a:pt x="1" y="281"/>
                  </a:cubicBezTo>
                  <a:lnTo>
                    <a:pt x="1007" y="281"/>
                  </a:lnTo>
                  <a:cubicBezTo>
                    <a:pt x="1007" y="177"/>
                    <a:pt x="976" y="82"/>
                    <a:pt x="92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27"/>
            <p:cNvSpPr/>
            <p:nvPr/>
          </p:nvSpPr>
          <p:spPr>
            <a:xfrm>
              <a:off x="4150029" y="3010554"/>
              <a:ext cx="112204" cy="60487"/>
            </a:xfrm>
            <a:custGeom>
              <a:rect b="b" l="l" r="r" t="t"/>
              <a:pathLst>
                <a:path extrusionOk="0" h="1883" w="3493">
                  <a:moveTo>
                    <a:pt x="230" y="1"/>
                  </a:moveTo>
                  <a:lnTo>
                    <a:pt x="1" y="63"/>
                  </a:lnTo>
                  <a:lnTo>
                    <a:pt x="8" y="1790"/>
                  </a:lnTo>
                  <a:lnTo>
                    <a:pt x="232" y="1883"/>
                  </a:lnTo>
                  <a:lnTo>
                    <a:pt x="3493" y="1883"/>
                  </a:lnTo>
                  <a:lnTo>
                    <a:pt x="34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27"/>
            <p:cNvSpPr/>
            <p:nvPr/>
          </p:nvSpPr>
          <p:spPr>
            <a:xfrm>
              <a:off x="4148454" y="3010458"/>
              <a:ext cx="9059" cy="60487"/>
            </a:xfrm>
            <a:custGeom>
              <a:rect b="b" l="l" r="r" t="t"/>
              <a:pathLst>
                <a:path extrusionOk="0" h="1883" w="282">
                  <a:moveTo>
                    <a:pt x="1" y="1"/>
                  </a:moveTo>
                  <a:lnTo>
                    <a:pt x="1" y="1883"/>
                  </a:lnTo>
                  <a:lnTo>
                    <a:pt x="281" y="1883"/>
                  </a:ln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71" name="Google Shape;3471;p27"/>
          <p:cNvGrpSpPr/>
          <p:nvPr/>
        </p:nvGrpSpPr>
        <p:grpSpPr>
          <a:xfrm>
            <a:off x="3515064" y="2834997"/>
            <a:ext cx="212651" cy="297659"/>
            <a:chOff x="3515064" y="2834997"/>
            <a:chExt cx="212651" cy="297659"/>
          </a:xfrm>
        </p:grpSpPr>
        <p:sp>
          <p:nvSpPr>
            <p:cNvPr id="3472" name="Google Shape;3472;p27"/>
            <p:cNvSpPr/>
            <p:nvPr/>
          </p:nvSpPr>
          <p:spPr>
            <a:xfrm>
              <a:off x="3536683" y="2843959"/>
              <a:ext cx="169832" cy="83326"/>
            </a:xfrm>
            <a:custGeom>
              <a:rect b="b" l="l" r="r" t="t"/>
              <a:pathLst>
                <a:path extrusionOk="0" h="2594" w="5287">
                  <a:moveTo>
                    <a:pt x="5059" y="1"/>
                  </a:moveTo>
                  <a:cubicBezTo>
                    <a:pt x="5053" y="1"/>
                    <a:pt x="5044" y="5"/>
                    <a:pt x="5033" y="16"/>
                  </a:cubicBezTo>
                  <a:lnTo>
                    <a:pt x="2636" y="2415"/>
                  </a:lnTo>
                  <a:lnTo>
                    <a:pt x="253" y="29"/>
                  </a:lnTo>
                  <a:cubicBezTo>
                    <a:pt x="241" y="17"/>
                    <a:pt x="231" y="12"/>
                    <a:pt x="223" y="12"/>
                  </a:cubicBezTo>
                  <a:cubicBezTo>
                    <a:pt x="195" y="12"/>
                    <a:pt x="186" y="75"/>
                    <a:pt x="144" y="117"/>
                  </a:cubicBezTo>
                  <a:cubicBezTo>
                    <a:pt x="89" y="172"/>
                    <a:pt x="1" y="172"/>
                    <a:pt x="54" y="226"/>
                  </a:cubicBezTo>
                  <a:lnTo>
                    <a:pt x="2414" y="2585"/>
                  </a:lnTo>
                  <a:cubicBezTo>
                    <a:pt x="2419" y="2591"/>
                    <a:pt x="2441" y="2593"/>
                    <a:pt x="2472" y="2593"/>
                  </a:cubicBezTo>
                  <a:cubicBezTo>
                    <a:pt x="2600" y="2593"/>
                    <a:pt x="2894" y="2554"/>
                    <a:pt x="2916" y="2532"/>
                  </a:cubicBezTo>
                  <a:lnTo>
                    <a:pt x="5234" y="213"/>
                  </a:lnTo>
                  <a:cubicBezTo>
                    <a:pt x="5286" y="161"/>
                    <a:pt x="5185" y="172"/>
                    <a:pt x="5131" y="117"/>
                  </a:cubicBezTo>
                  <a:cubicBezTo>
                    <a:pt x="5087" y="74"/>
                    <a:pt x="5087" y="1"/>
                    <a:pt x="505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27"/>
            <p:cNvSpPr/>
            <p:nvPr/>
          </p:nvSpPr>
          <p:spPr>
            <a:xfrm>
              <a:off x="3598137" y="2905091"/>
              <a:ext cx="46256" cy="24638"/>
            </a:xfrm>
            <a:custGeom>
              <a:rect b="b" l="l" r="r" t="t"/>
              <a:pathLst>
                <a:path extrusionOk="0" h="767" w="1440">
                  <a:moveTo>
                    <a:pt x="724" y="1"/>
                  </a:moveTo>
                  <a:cubicBezTo>
                    <a:pt x="585" y="1"/>
                    <a:pt x="455" y="38"/>
                    <a:pt x="342" y="103"/>
                  </a:cubicBezTo>
                  <a:cubicBezTo>
                    <a:pt x="342" y="103"/>
                    <a:pt x="0" y="384"/>
                    <a:pt x="0" y="766"/>
                  </a:cubicBezTo>
                  <a:lnTo>
                    <a:pt x="1439" y="766"/>
                  </a:lnTo>
                  <a:cubicBezTo>
                    <a:pt x="1439" y="666"/>
                    <a:pt x="1435" y="485"/>
                    <a:pt x="1435" y="485"/>
                  </a:cubicBezTo>
                  <a:cubicBezTo>
                    <a:pt x="1323" y="202"/>
                    <a:pt x="1047" y="1"/>
                    <a:pt x="72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27"/>
            <p:cNvSpPr/>
            <p:nvPr/>
          </p:nvSpPr>
          <p:spPr>
            <a:xfrm>
              <a:off x="3596787" y="2908400"/>
              <a:ext cx="49180" cy="23192"/>
            </a:xfrm>
            <a:custGeom>
              <a:rect b="b" l="l" r="r" t="t"/>
              <a:pathLst>
                <a:path extrusionOk="0" h="722" w="1531">
                  <a:moveTo>
                    <a:pt x="382" y="0"/>
                  </a:moveTo>
                  <a:lnTo>
                    <a:pt x="382" y="0"/>
                  </a:lnTo>
                  <a:cubicBezTo>
                    <a:pt x="155" y="134"/>
                    <a:pt x="0" y="380"/>
                    <a:pt x="0" y="663"/>
                  </a:cubicBezTo>
                  <a:lnTo>
                    <a:pt x="12" y="721"/>
                  </a:lnTo>
                  <a:lnTo>
                    <a:pt x="1513" y="720"/>
                  </a:lnTo>
                  <a:lnTo>
                    <a:pt x="1530" y="663"/>
                  </a:lnTo>
                  <a:cubicBezTo>
                    <a:pt x="1530" y="563"/>
                    <a:pt x="1512" y="469"/>
                    <a:pt x="1477" y="382"/>
                  </a:cubicBezTo>
                  <a:lnTo>
                    <a:pt x="403" y="382"/>
                  </a:lnTo>
                  <a:cubicBezTo>
                    <a:pt x="333" y="382"/>
                    <a:pt x="280" y="319"/>
                    <a:pt x="293" y="252"/>
                  </a:cubicBezTo>
                  <a:cubicBezTo>
                    <a:pt x="309" y="162"/>
                    <a:pt x="339" y="77"/>
                    <a:pt x="38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27"/>
            <p:cNvSpPr/>
            <p:nvPr/>
          </p:nvSpPr>
          <p:spPr>
            <a:xfrm>
              <a:off x="3529198" y="2834997"/>
              <a:ext cx="17346" cy="17025"/>
            </a:xfrm>
            <a:custGeom>
              <a:rect b="b" l="l" r="r" t="t"/>
              <a:pathLst>
                <a:path extrusionOk="0" h="530" w="540">
                  <a:moveTo>
                    <a:pt x="258" y="1"/>
                  </a:moveTo>
                  <a:cubicBezTo>
                    <a:pt x="229" y="1"/>
                    <a:pt x="203" y="4"/>
                    <a:pt x="177" y="13"/>
                  </a:cubicBezTo>
                  <a:cubicBezTo>
                    <a:pt x="177" y="13"/>
                    <a:pt x="1" y="111"/>
                    <a:pt x="9" y="280"/>
                  </a:cubicBezTo>
                  <a:cubicBezTo>
                    <a:pt x="18" y="435"/>
                    <a:pt x="98" y="529"/>
                    <a:pt x="254" y="529"/>
                  </a:cubicBezTo>
                  <a:cubicBezTo>
                    <a:pt x="454" y="529"/>
                    <a:pt x="529" y="353"/>
                    <a:pt x="529" y="353"/>
                  </a:cubicBezTo>
                  <a:cubicBezTo>
                    <a:pt x="536" y="331"/>
                    <a:pt x="539" y="306"/>
                    <a:pt x="539" y="280"/>
                  </a:cubicBezTo>
                  <a:cubicBezTo>
                    <a:pt x="539" y="127"/>
                    <a:pt x="415" y="1"/>
                    <a:pt x="25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27"/>
            <p:cNvSpPr/>
            <p:nvPr/>
          </p:nvSpPr>
          <p:spPr>
            <a:xfrm>
              <a:off x="3528524" y="2835382"/>
              <a:ext cx="17699" cy="17667"/>
            </a:xfrm>
            <a:custGeom>
              <a:rect b="b" l="l" r="r" t="t"/>
              <a:pathLst>
                <a:path extrusionOk="0" h="550" w="551">
                  <a:moveTo>
                    <a:pt x="198" y="1"/>
                  </a:moveTo>
                  <a:cubicBezTo>
                    <a:pt x="84" y="35"/>
                    <a:pt x="0" y="142"/>
                    <a:pt x="0" y="268"/>
                  </a:cubicBezTo>
                  <a:cubicBezTo>
                    <a:pt x="0" y="423"/>
                    <a:pt x="125" y="549"/>
                    <a:pt x="279" y="549"/>
                  </a:cubicBezTo>
                  <a:cubicBezTo>
                    <a:pt x="407" y="549"/>
                    <a:pt x="523" y="461"/>
                    <a:pt x="550" y="341"/>
                  </a:cubicBezTo>
                  <a:lnTo>
                    <a:pt x="550" y="341"/>
                  </a:lnTo>
                  <a:cubicBezTo>
                    <a:pt x="523" y="360"/>
                    <a:pt x="495" y="362"/>
                    <a:pt x="466" y="362"/>
                  </a:cubicBezTo>
                  <a:cubicBezTo>
                    <a:pt x="313" y="362"/>
                    <a:pt x="185" y="238"/>
                    <a:pt x="185" y="83"/>
                  </a:cubicBezTo>
                  <a:cubicBezTo>
                    <a:pt x="185" y="54"/>
                    <a:pt x="190" y="27"/>
                    <a:pt x="19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27"/>
            <p:cNvSpPr/>
            <p:nvPr/>
          </p:nvSpPr>
          <p:spPr>
            <a:xfrm>
              <a:off x="3697079" y="2834997"/>
              <a:ext cx="17121" cy="17057"/>
            </a:xfrm>
            <a:custGeom>
              <a:rect b="b" l="l" r="r" t="t"/>
              <a:pathLst>
                <a:path extrusionOk="0" h="531" w="533">
                  <a:moveTo>
                    <a:pt x="251" y="1"/>
                  </a:moveTo>
                  <a:cubicBezTo>
                    <a:pt x="222" y="1"/>
                    <a:pt x="195" y="4"/>
                    <a:pt x="170" y="13"/>
                  </a:cubicBezTo>
                  <a:cubicBezTo>
                    <a:pt x="170" y="13"/>
                    <a:pt x="1" y="160"/>
                    <a:pt x="1" y="286"/>
                  </a:cubicBezTo>
                  <a:cubicBezTo>
                    <a:pt x="1" y="440"/>
                    <a:pt x="98" y="531"/>
                    <a:pt x="254" y="531"/>
                  </a:cubicBezTo>
                  <a:cubicBezTo>
                    <a:pt x="380" y="531"/>
                    <a:pt x="519" y="360"/>
                    <a:pt x="519" y="360"/>
                  </a:cubicBezTo>
                  <a:cubicBezTo>
                    <a:pt x="529" y="337"/>
                    <a:pt x="532" y="309"/>
                    <a:pt x="532" y="280"/>
                  </a:cubicBezTo>
                  <a:cubicBezTo>
                    <a:pt x="532" y="127"/>
                    <a:pt x="408"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27"/>
            <p:cNvSpPr/>
            <p:nvPr/>
          </p:nvSpPr>
          <p:spPr>
            <a:xfrm>
              <a:off x="3696211" y="2835382"/>
              <a:ext cx="17635" cy="17667"/>
            </a:xfrm>
            <a:custGeom>
              <a:rect b="b" l="l" r="r" t="t"/>
              <a:pathLst>
                <a:path extrusionOk="0" h="550" w="549">
                  <a:moveTo>
                    <a:pt x="199" y="1"/>
                  </a:moveTo>
                  <a:lnTo>
                    <a:pt x="199" y="1"/>
                  </a:lnTo>
                  <a:cubicBezTo>
                    <a:pt x="86" y="35"/>
                    <a:pt x="0" y="142"/>
                    <a:pt x="0" y="268"/>
                  </a:cubicBezTo>
                  <a:cubicBezTo>
                    <a:pt x="0" y="423"/>
                    <a:pt x="125" y="549"/>
                    <a:pt x="281" y="549"/>
                  </a:cubicBezTo>
                  <a:cubicBezTo>
                    <a:pt x="407" y="549"/>
                    <a:pt x="514" y="467"/>
                    <a:pt x="549" y="351"/>
                  </a:cubicBezTo>
                  <a:lnTo>
                    <a:pt x="549" y="351"/>
                  </a:lnTo>
                  <a:cubicBezTo>
                    <a:pt x="523" y="360"/>
                    <a:pt x="495" y="362"/>
                    <a:pt x="466" y="362"/>
                  </a:cubicBezTo>
                  <a:cubicBezTo>
                    <a:pt x="313" y="362"/>
                    <a:pt x="187" y="238"/>
                    <a:pt x="187" y="83"/>
                  </a:cubicBezTo>
                  <a:cubicBezTo>
                    <a:pt x="187" y="54"/>
                    <a:pt x="190" y="27"/>
                    <a:pt x="19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27"/>
            <p:cNvSpPr/>
            <p:nvPr/>
          </p:nvSpPr>
          <p:spPr>
            <a:xfrm>
              <a:off x="3531254" y="3113479"/>
              <a:ext cx="181524" cy="18021"/>
            </a:xfrm>
            <a:custGeom>
              <a:rect b="b" l="l" r="r" t="t"/>
              <a:pathLst>
                <a:path extrusionOk="0" h="561" w="5651">
                  <a:moveTo>
                    <a:pt x="0" y="0"/>
                  </a:moveTo>
                  <a:lnTo>
                    <a:pt x="0" y="374"/>
                  </a:lnTo>
                  <a:cubicBezTo>
                    <a:pt x="0" y="477"/>
                    <a:pt x="84" y="561"/>
                    <a:pt x="187" y="561"/>
                  </a:cubicBezTo>
                  <a:lnTo>
                    <a:pt x="5426" y="561"/>
                  </a:lnTo>
                  <a:cubicBezTo>
                    <a:pt x="5529" y="561"/>
                    <a:pt x="5613" y="477"/>
                    <a:pt x="5613" y="374"/>
                  </a:cubicBezTo>
                  <a:lnTo>
                    <a:pt x="5651" y="317"/>
                  </a:lnTo>
                  <a:lnTo>
                    <a:pt x="5651"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27"/>
            <p:cNvSpPr/>
            <p:nvPr/>
          </p:nvSpPr>
          <p:spPr>
            <a:xfrm>
              <a:off x="3530001" y="3112869"/>
              <a:ext cx="182681" cy="19787"/>
            </a:xfrm>
            <a:custGeom>
              <a:rect b="b" l="l" r="r" t="t"/>
              <a:pathLst>
                <a:path extrusionOk="0" h="616" w="5687">
                  <a:moveTo>
                    <a:pt x="0" y="1"/>
                  </a:moveTo>
                  <a:lnTo>
                    <a:pt x="0" y="429"/>
                  </a:lnTo>
                  <a:cubicBezTo>
                    <a:pt x="0" y="532"/>
                    <a:pt x="84" y="616"/>
                    <a:pt x="187" y="616"/>
                  </a:cubicBezTo>
                  <a:lnTo>
                    <a:pt x="5500" y="616"/>
                  </a:lnTo>
                  <a:cubicBezTo>
                    <a:pt x="5603" y="616"/>
                    <a:pt x="5687" y="532"/>
                    <a:pt x="5687" y="429"/>
                  </a:cubicBezTo>
                  <a:lnTo>
                    <a:pt x="5687" y="335"/>
                  </a:lnTo>
                  <a:lnTo>
                    <a:pt x="335" y="335"/>
                  </a:lnTo>
                  <a:cubicBezTo>
                    <a:pt x="334" y="335"/>
                    <a:pt x="333" y="335"/>
                    <a:pt x="332" y="335"/>
                  </a:cubicBezTo>
                  <a:cubicBezTo>
                    <a:pt x="304" y="335"/>
                    <a:pt x="281" y="311"/>
                    <a:pt x="281" y="280"/>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27"/>
            <p:cNvSpPr/>
            <p:nvPr/>
          </p:nvSpPr>
          <p:spPr>
            <a:xfrm>
              <a:off x="3516060" y="2929634"/>
              <a:ext cx="211591" cy="183484"/>
            </a:xfrm>
            <a:custGeom>
              <a:rect b="b" l="l" r="r" t="t"/>
              <a:pathLst>
                <a:path extrusionOk="0" h="5712" w="6587">
                  <a:moveTo>
                    <a:pt x="248" y="1"/>
                  </a:moveTo>
                  <a:cubicBezTo>
                    <a:pt x="94" y="1"/>
                    <a:pt x="0" y="183"/>
                    <a:pt x="0" y="337"/>
                  </a:cubicBezTo>
                  <a:lnTo>
                    <a:pt x="45" y="5431"/>
                  </a:lnTo>
                  <a:cubicBezTo>
                    <a:pt x="45" y="5586"/>
                    <a:pt x="172" y="5712"/>
                    <a:pt x="326" y="5712"/>
                  </a:cubicBezTo>
                  <a:lnTo>
                    <a:pt x="6142" y="5712"/>
                  </a:lnTo>
                  <a:cubicBezTo>
                    <a:pt x="6296" y="5712"/>
                    <a:pt x="6587" y="5637"/>
                    <a:pt x="6587" y="5482"/>
                  </a:cubicBezTo>
                  <a:lnTo>
                    <a:pt x="6587" y="280"/>
                  </a:lnTo>
                  <a:cubicBezTo>
                    <a:pt x="6587" y="125"/>
                    <a:pt x="6461" y="1"/>
                    <a:pt x="630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27"/>
            <p:cNvSpPr/>
            <p:nvPr/>
          </p:nvSpPr>
          <p:spPr>
            <a:xfrm>
              <a:off x="3515064" y="2927823"/>
              <a:ext cx="212651" cy="185090"/>
            </a:xfrm>
            <a:custGeom>
              <a:rect b="b" l="l" r="r" t="t"/>
              <a:pathLst>
                <a:path extrusionOk="0" h="5762" w="6620">
                  <a:moveTo>
                    <a:pt x="282" y="0"/>
                  </a:moveTo>
                  <a:cubicBezTo>
                    <a:pt x="127" y="0"/>
                    <a:pt x="1" y="125"/>
                    <a:pt x="1" y="281"/>
                  </a:cubicBezTo>
                  <a:lnTo>
                    <a:pt x="1" y="5481"/>
                  </a:lnTo>
                  <a:cubicBezTo>
                    <a:pt x="1" y="5635"/>
                    <a:pt x="125" y="5762"/>
                    <a:pt x="282" y="5762"/>
                  </a:cubicBezTo>
                  <a:lnTo>
                    <a:pt x="6340" y="5762"/>
                  </a:lnTo>
                  <a:cubicBezTo>
                    <a:pt x="6493" y="5762"/>
                    <a:pt x="6619" y="5637"/>
                    <a:pt x="6619" y="5481"/>
                  </a:cubicBezTo>
                  <a:lnTo>
                    <a:pt x="376" y="5481"/>
                  </a:lnTo>
                  <a:cubicBezTo>
                    <a:pt x="322" y="5480"/>
                    <a:pt x="282" y="5438"/>
                    <a:pt x="282" y="5387"/>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27"/>
            <p:cNvSpPr/>
            <p:nvPr/>
          </p:nvSpPr>
          <p:spPr>
            <a:xfrm>
              <a:off x="3534178" y="2947559"/>
              <a:ext cx="175549" cy="112108"/>
            </a:xfrm>
            <a:custGeom>
              <a:rect b="b" l="l" r="r" t="t"/>
              <a:pathLst>
                <a:path extrusionOk="0" h="3490" w="5465">
                  <a:moveTo>
                    <a:pt x="244" y="0"/>
                  </a:moveTo>
                  <a:lnTo>
                    <a:pt x="95" y="38"/>
                  </a:lnTo>
                  <a:cubicBezTo>
                    <a:pt x="43" y="38"/>
                    <a:pt x="1" y="81"/>
                    <a:pt x="1" y="132"/>
                  </a:cubicBezTo>
                  <a:lnTo>
                    <a:pt x="1" y="3395"/>
                  </a:lnTo>
                  <a:cubicBezTo>
                    <a:pt x="1" y="3447"/>
                    <a:pt x="44" y="3489"/>
                    <a:pt x="95" y="3489"/>
                  </a:cubicBezTo>
                  <a:lnTo>
                    <a:pt x="5351" y="3489"/>
                  </a:lnTo>
                  <a:cubicBezTo>
                    <a:pt x="5405" y="3489"/>
                    <a:pt x="5445" y="3447"/>
                    <a:pt x="5445" y="3392"/>
                  </a:cubicBezTo>
                  <a:lnTo>
                    <a:pt x="5464" y="3244"/>
                  </a:lnTo>
                  <a:lnTo>
                    <a:pt x="5464" y="94"/>
                  </a:lnTo>
                  <a:cubicBezTo>
                    <a:pt x="5464" y="41"/>
                    <a:pt x="5421" y="0"/>
                    <a:pt x="537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27"/>
            <p:cNvSpPr/>
            <p:nvPr/>
          </p:nvSpPr>
          <p:spPr>
            <a:xfrm>
              <a:off x="3533021" y="2947591"/>
              <a:ext cx="176738" cy="113264"/>
            </a:xfrm>
            <a:custGeom>
              <a:rect b="b" l="l" r="r" t="t"/>
              <a:pathLst>
                <a:path extrusionOk="0" h="3526" w="5502">
                  <a:moveTo>
                    <a:pt x="95" y="1"/>
                  </a:moveTo>
                  <a:cubicBezTo>
                    <a:pt x="44" y="1"/>
                    <a:pt x="0" y="43"/>
                    <a:pt x="0" y="95"/>
                  </a:cubicBezTo>
                  <a:lnTo>
                    <a:pt x="0" y="3432"/>
                  </a:lnTo>
                  <a:cubicBezTo>
                    <a:pt x="0" y="3482"/>
                    <a:pt x="42" y="3526"/>
                    <a:pt x="95" y="3526"/>
                  </a:cubicBezTo>
                  <a:lnTo>
                    <a:pt x="5407" y="3526"/>
                  </a:lnTo>
                  <a:cubicBezTo>
                    <a:pt x="5458" y="3526"/>
                    <a:pt x="5502" y="3484"/>
                    <a:pt x="5502" y="3432"/>
                  </a:cubicBezTo>
                  <a:lnTo>
                    <a:pt x="5502" y="3245"/>
                  </a:lnTo>
                  <a:lnTo>
                    <a:pt x="338" y="3245"/>
                  </a:lnTo>
                  <a:cubicBezTo>
                    <a:pt x="304" y="3245"/>
                    <a:pt x="281" y="3220"/>
                    <a:pt x="281" y="3188"/>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27"/>
            <p:cNvSpPr/>
            <p:nvPr/>
          </p:nvSpPr>
          <p:spPr>
            <a:xfrm>
              <a:off x="3692935" y="3078753"/>
              <a:ext cx="16800" cy="16800"/>
            </a:xfrm>
            <a:custGeom>
              <a:rect b="b" l="l" r="r" t="t"/>
              <a:pathLst>
                <a:path extrusionOk="0" h="523" w="523">
                  <a:moveTo>
                    <a:pt x="241" y="0"/>
                  </a:moveTo>
                  <a:cubicBezTo>
                    <a:pt x="212" y="0"/>
                    <a:pt x="185" y="3"/>
                    <a:pt x="160" y="13"/>
                  </a:cubicBezTo>
                  <a:cubicBezTo>
                    <a:pt x="160" y="13"/>
                    <a:pt x="1" y="146"/>
                    <a:pt x="1" y="272"/>
                  </a:cubicBezTo>
                  <a:cubicBezTo>
                    <a:pt x="1" y="427"/>
                    <a:pt x="81" y="523"/>
                    <a:pt x="234" y="523"/>
                  </a:cubicBezTo>
                  <a:cubicBezTo>
                    <a:pt x="360" y="523"/>
                    <a:pt x="508" y="362"/>
                    <a:pt x="508" y="362"/>
                  </a:cubicBezTo>
                  <a:cubicBezTo>
                    <a:pt x="518" y="336"/>
                    <a:pt x="522" y="310"/>
                    <a:pt x="522" y="281"/>
                  </a:cubicBezTo>
                  <a:cubicBezTo>
                    <a:pt x="522" y="126"/>
                    <a:pt x="398" y="0"/>
                    <a:pt x="2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27"/>
            <p:cNvSpPr/>
            <p:nvPr/>
          </p:nvSpPr>
          <p:spPr>
            <a:xfrm>
              <a:off x="3691746" y="3079171"/>
              <a:ext cx="17603" cy="17603"/>
            </a:xfrm>
            <a:custGeom>
              <a:rect b="b" l="l" r="r" t="t"/>
              <a:pathLst>
                <a:path extrusionOk="0" h="548" w="548">
                  <a:moveTo>
                    <a:pt x="199" y="0"/>
                  </a:moveTo>
                  <a:lnTo>
                    <a:pt x="199" y="0"/>
                  </a:lnTo>
                  <a:cubicBezTo>
                    <a:pt x="84" y="33"/>
                    <a:pt x="0" y="140"/>
                    <a:pt x="0" y="268"/>
                  </a:cubicBezTo>
                  <a:cubicBezTo>
                    <a:pt x="0" y="421"/>
                    <a:pt x="125" y="547"/>
                    <a:pt x="280" y="547"/>
                  </a:cubicBezTo>
                  <a:cubicBezTo>
                    <a:pt x="407" y="547"/>
                    <a:pt x="514" y="465"/>
                    <a:pt x="547" y="349"/>
                  </a:cubicBezTo>
                  <a:lnTo>
                    <a:pt x="547" y="349"/>
                  </a:lnTo>
                  <a:cubicBezTo>
                    <a:pt x="521" y="356"/>
                    <a:pt x="494" y="362"/>
                    <a:pt x="466" y="362"/>
                  </a:cubicBezTo>
                  <a:cubicBezTo>
                    <a:pt x="313" y="362"/>
                    <a:pt x="186" y="236"/>
                    <a:pt x="186" y="81"/>
                  </a:cubicBezTo>
                  <a:cubicBezTo>
                    <a:pt x="186" y="52"/>
                    <a:pt x="190" y="25"/>
                    <a:pt x="19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27"/>
            <p:cNvSpPr/>
            <p:nvPr/>
          </p:nvSpPr>
          <p:spPr>
            <a:xfrm>
              <a:off x="3609348" y="3083251"/>
              <a:ext cx="23963" cy="8994"/>
            </a:xfrm>
            <a:custGeom>
              <a:rect b="b" l="l" r="r" t="t"/>
              <a:pathLst>
                <a:path extrusionOk="0" h="280" w="746">
                  <a:moveTo>
                    <a:pt x="140" y="0"/>
                  </a:moveTo>
                  <a:cubicBezTo>
                    <a:pt x="64" y="0"/>
                    <a:pt x="0" y="64"/>
                    <a:pt x="0" y="141"/>
                  </a:cubicBezTo>
                  <a:cubicBezTo>
                    <a:pt x="0" y="216"/>
                    <a:pt x="62" y="280"/>
                    <a:pt x="140" y="280"/>
                  </a:cubicBezTo>
                  <a:lnTo>
                    <a:pt x="607" y="280"/>
                  </a:lnTo>
                  <a:cubicBezTo>
                    <a:pt x="685" y="280"/>
                    <a:pt x="746" y="216"/>
                    <a:pt x="746" y="141"/>
                  </a:cubicBezTo>
                  <a:cubicBezTo>
                    <a:pt x="746" y="64"/>
                    <a:pt x="685" y="0"/>
                    <a:pt x="60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27"/>
            <p:cNvSpPr/>
            <p:nvPr/>
          </p:nvSpPr>
          <p:spPr>
            <a:xfrm>
              <a:off x="3528556" y="3092278"/>
              <a:ext cx="8962" cy="8962"/>
            </a:xfrm>
            <a:custGeom>
              <a:rect b="b" l="l" r="r" t="t"/>
              <a:pathLst>
                <a:path extrusionOk="0" h="279" w="279">
                  <a:moveTo>
                    <a:pt x="139" y="0"/>
                  </a:moveTo>
                  <a:cubicBezTo>
                    <a:pt x="63" y="0"/>
                    <a:pt x="1" y="63"/>
                    <a:pt x="1" y="139"/>
                  </a:cubicBezTo>
                  <a:cubicBezTo>
                    <a:pt x="1" y="216"/>
                    <a:pt x="63"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27"/>
            <p:cNvSpPr/>
            <p:nvPr/>
          </p:nvSpPr>
          <p:spPr>
            <a:xfrm>
              <a:off x="3546513" y="3092278"/>
              <a:ext cx="8994" cy="8962"/>
            </a:xfrm>
            <a:custGeom>
              <a:rect b="b" l="l" r="r" t="t"/>
              <a:pathLst>
                <a:path extrusionOk="0" h="279" w="280">
                  <a:moveTo>
                    <a:pt x="139" y="0"/>
                  </a:moveTo>
                  <a:cubicBezTo>
                    <a:pt x="63" y="0"/>
                    <a:pt x="0" y="63"/>
                    <a:pt x="0" y="139"/>
                  </a:cubicBezTo>
                  <a:cubicBezTo>
                    <a:pt x="0" y="216"/>
                    <a:pt x="63" y="278"/>
                    <a:pt x="139" y="278"/>
                  </a:cubicBezTo>
                  <a:cubicBezTo>
                    <a:pt x="216" y="278"/>
                    <a:pt x="280" y="216"/>
                    <a:pt x="280" y="139"/>
                  </a:cubicBezTo>
                  <a:cubicBezTo>
                    <a:pt x="280"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27"/>
            <p:cNvSpPr/>
            <p:nvPr/>
          </p:nvSpPr>
          <p:spPr>
            <a:xfrm>
              <a:off x="3564471" y="3092278"/>
              <a:ext cx="8994" cy="8962"/>
            </a:xfrm>
            <a:custGeom>
              <a:rect b="b" l="l" r="r" t="t"/>
              <a:pathLst>
                <a:path extrusionOk="0" h="279" w="280">
                  <a:moveTo>
                    <a:pt x="141" y="0"/>
                  </a:moveTo>
                  <a:cubicBezTo>
                    <a:pt x="62" y="0"/>
                    <a:pt x="0" y="63"/>
                    <a:pt x="0" y="139"/>
                  </a:cubicBezTo>
                  <a:cubicBezTo>
                    <a:pt x="0" y="216"/>
                    <a:pt x="62" y="278"/>
                    <a:pt x="141" y="278"/>
                  </a:cubicBezTo>
                  <a:cubicBezTo>
                    <a:pt x="217" y="278"/>
                    <a:pt x="279" y="216"/>
                    <a:pt x="279" y="139"/>
                  </a:cubicBezTo>
                  <a:cubicBezTo>
                    <a:pt x="279" y="63"/>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27"/>
            <p:cNvSpPr/>
            <p:nvPr/>
          </p:nvSpPr>
          <p:spPr>
            <a:xfrm>
              <a:off x="3582460" y="3092278"/>
              <a:ext cx="8962" cy="8962"/>
            </a:xfrm>
            <a:custGeom>
              <a:rect b="b" l="l" r="r" t="t"/>
              <a:pathLst>
                <a:path extrusionOk="0" h="279" w="279">
                  <a:moveTo>
                    <a:pt x="139" y="0"/>
                  </a:moveTo>
                  <a:cubicBezTo>
                    <a:pt x="63" y="0"/>
                    <a:pt x="0" y="63"/>
                    <a:pt x="0" y="139"/>
                  </a:cubicBezTo>
                  <a:cubicBezTo>
                    <a:pt x="0" y="216"/>
                    <a:pt x="63" y="278"/>
                    <a:pt x="139" y="278"/>
                  </a:cubicBezTo>
                  <a:cubicBezTo>
                    <a:pt x="216" y="278"/>
                    <a:pt x="278" y="216"/>
                    <a:pt x="278" y="139"/>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27"/>
            <p:cNvSpPr/>
            <p:nvPr/>
          </p:nvSpPr>
          <p:spPr>
            <a:xfrm>
              <a:off x="3528556" y="3074320"/>
              <a:ext cx="26951" cy="8962"/>
            </a:xfrm>
            <a:custGeom>
              <a:rect b="b" l="l" r="r" t="t"/>
              <a:pathLst>
                <a:path extrusionOk="0" h="279" w="839">
                  <a:moveTo>
                    <a:pt x="139" y="0"/>
                  </a:moveTo>
                  <a:cubicBezTo>
                    <a:pt x="64" y="0"/>
                    <a:pt x="1" y="64"/>
                    <a:pt x="1" y="139"/>
                  </a:cubicBezTo>
                  <a:cubicBezTo>
                    <a:pt x="1" y="216"/>
                    <a:pt x="61" y="278"/>
                    <a:pt x="139" y="278"/>
                  </a:cubicBezTo>
                  <a:lnTo>
                    <a:pt x="698" y="278"/>
                  </a:lnTo>
                  <a:cubicBezTo>
                    <a:pt x="776" y="278"/>
                    <a:pt x="839" y="216"/>
                    <a:pt x="839" y="139"/>
                  </a:cubicBezTo>
                  <a:cubicBezTo>
                    <a:pt x="839" y="64"/>
                    <a:pt x="776" y="0"/>
                    <a:pt x="6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27"/>
            <p:cNvSpPr/>
            <p:nvPr/>
          </p:nvSpPr>
          <p:spPr>
            <a:xfrm>
              <a:off x="3564471" y="3074320"/>
              <a:ext cx="26951" cy="8962"/>
            </a:xfrm>
            <a:custGeom>
              <a:rect b="b" l="l" r="r" t="t"/>
              <a:pathLst>
                <a:path extrusionOk="0" h="279" w="839">
                  <a:moveTo>
                    <a:pt x="141" y="0"/>
                  </a:moveTo>
                  <a:cubicBezTo>
                    <a:pt x="64" y="0"/>
                    <a:pt x="0" y="64"/>
                    <a:pt x="0" y="139"/>
                  </a:cubicBezTo>
                  <a:cubicBezTo>
                    <a:pt x="0" y="216"/>
                    <a:pt x="62" y="278"/>
                    <a:pt x="141" y="278"/>
                  </a:cubicBezTo>
                  <a:lnTo>
                    <a:pt x="699" y="278"/>
                  </a:lnTo>
                  <a:cubicBezTo>
                    <a:pt x="777" y="278"/>
                    <a:pt x="838" y="216"/>
                    <a:pt x="838" y="139"/>
                  </a:cubicBezTo>
                  <a:cubicBezTo>
                    <a:pt x="838" y="64"/>
                    <a:pt x="777" y="0"/>
                    <a:pt x="69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27"/>
            <p:cNvSpPr/>
            <p:nvPr/>
          </p:nvSpPr>
          <p:spPr>
            <a:xfrm>
              <a:off x="3669002" y="3083251"/>
              <a:ext cx="8962" cy="8994"/>
            </a:xfrm>
            <a:custGeom>
              <a:rect b="b" l="l" r="r" t="t"/>
              <a:pathLst>
                <a:path extrusionOk="0" h="280" w="279">
                  <a:moveTo>
                    <a:pt x="139" y="0"/>
                  </a:moveTo>
                  <a:cubicBezTo>
                    <a:pt x="63" y="0"/>
                    <a:pt x="0" y="63"/>
                    <a:pt x="0" y="139"/>
                  </a:cubicBezTo>
                  <a:cubicBezTo>
                    <a:pt x="0" y="218"/>
                    <a:pt x="63" y="280"/>
                    <a:pt x="139" y="280"/>
                  </a:cubicBezTo>
                  <a:cubicBezTo>
                    <a:pt x="216" y="280"/>
                    <a:pt x="278" y="218"/>
                    <a:pt x="278" y="139"/>
                  </a:cubicBezTo>
                  <a:cubicBezTo>
                    <a:pt x="278" y="63"/>
                    <a:pt x="216" y="0"/>
                    <a:pt x="13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95" name="Google Shape;3495;p27"/>
          <p:cNvGrpSpPr/>
          <p:nvPr/>
        </p:nvGrpSpPr>
        <p:grpSpPr>
          <a:xfrm>
            <a:off x="2901493" y="2834997"/>
            <a:ext cx="169961" cy="297723"/>
            <a:chOff x="2901493" y="2834997"/>
            <a:chExt cx="169961" cy="297723"/>
          </a:xfrm>
        </p:grpSpPr>
        <p:sp>
          <p:nvSpPr>
            <p:cNvPr id="3496" name="Google Shape;3496;p27"/>
            <p:cNvSpPr/>
            <p:nvPr/>
          </p:nvSpPr>
          <p:spPr>
            <a:xfrm>
              <a:off x="2933585" y="3096871"/>
              <a:ext cx="106550" cy="34692"/>
            </a:xfrm>
            <a:custGeom>
              <a:rect b="b" l="l" r="r" t="t"/>
              <a:pathLst>
                <a:path extrusionOk="0" h="1080" w="3317">
                  <a:moveTo>
                    <a:pt x="31" y="1"/>
                  </a:moveTo>
                  <a:lnTo>
                    <a:pt x="0" y="87"/>
                  </a:lnTo>
                  <a:lnTo>
                    <a:pt x="80" y="915"/>
                  </a:lnTo>
                  <a:cubicBezTo>
                    <a:pt x="90" y="1008"/>
                    <a:pt x="170" y="1079"/>
                    <a:pt x="262" y="1079"/>
                  </a:cubicBezTo>
                  <a:lnTo>
                    <a:pt x="2998" y="1079"/>
                  </a:lnTo>
                  <a:cubicBezTo>
                    <a:pt x="3093" y="1079"/>
                    <a:pt x="3171" y="1008"/>
                    <a:pt x="3181" y="915"/>
                  </a:cubicBezTo>
                  <a:lnTo>
                    <a:pt x="3233" y="836"/>
                  </a:lnTo>
                  <a:lnTo>
                    <a:pt x="3317" y="105"/>
                  </a:lnTo>
                  <a:lnTo>
                    <a:pt x="323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27"/>
            <p:cNvSpPr/>
            <p:nvPr/>
          </p:nvSpPr>
          <p:spPr>
            <a:xfrm>
              <a:off x="2931722" y="3098413"/>
              <a:ext cx="105715" cy="34307"/>
            </a:xfrm>
            <a:custGeom>
              <a:rect b="b" l="l" r="r" t="t"/>
              <a:pathLst>
                <a:path extrusionOk="0" h="1068" w="3291">
                  <a:moveTo>
                    <a:pt x="40" y="0"/>
                  </a:moveTo>
                  <a:lnTo>
                    <a:pt x="0" y="57"/>
                  </a:lnTo>
                  <a:lnTo>
                    <a:pt x="100" y="904"/>
                  </a:lnTo>
                  <a:cubicBezTo>
                    <a:pt x="110" y="996"/>
                    <a:pt x="189" y="1067"/>
                    <a:pt x="283" y="1067"/>
                  </a:cubicBezTo>
                  <a:lnTo>
                    <a:pt x="3094" y="1067"/>
                  </a:lnTo>
                  <a:cubicBezTo>
                    <a:pt x="3187" y="1067"/>
                    <a:pt x="3266" y="996"/>
                    <a:pt x="3278" y="904"/>
                  </a:cubicBezTo>
                  <a:lnTo>
                    <a:pt x="3291" y="786"/>
                  </a:lnTo>
                  <a:lnTo>
                    <a:pt x="449" y="786"/>
                  </a:lnTo>
                  <a:cubicBezTo>
                    <a:pt x="420" y="786"/>
                    <a:pt x="397" y="765"/>
                    <a:pt x="393" y="737"/>
                  </a:cubicBezTo>
                  <a:lnTo>
                    <a:pt x="313" y="57"/>
                  </a:lnTo>
                  <a:lnTo>
                    <a:pt x="26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27"/>
            <p:cNvSpPr/>
            <p:nvPr/>
          </p:nvSpPr>
          <p:spPr>
            <a:xfrm>
              <a:off x="2925458" y="3024881"/>
              <a:ext cx="123511" cy="72950"/>
            </a:xfrm>
            <a:custGeom>
              <a:rect b="b" l="l" r="r" t="t"/>
              <a:pathLst>
                <a:path extrusionOk="0" h="2271" w="3845">
                  <a:moveTo>
                    <a:pt x="3845" y="1"/>
                  </a:moveTo>
                  <a:lnTo>
                    <a:pt x="0" y="11"/>
                  </a:lnTo>
                  <a:lnTo>
                    <a:pt x="272" y="2271"/>
                  </a:lnTo>
                  <a:lnTo>
                    <a:pt x="272" y="2269"/>
                  </a:lnTo>
                  <a:lnTo>
                    <a:pt x="3532" y="2269"/>
                  </a:lnTo>
                  <a:lnTo>
                    <a:pt x="3603" y="2064"/>
                  </a:lnTo>
                  <a:lnTo>
                    <a:pt x="3657" y="1600"/>
                  </a:lnTo>
                  <a:lnTo>
                    <a:pt x="3645" y="1557"/>
                  </a:lnTo>
                  <a:lnTo>
                    <a:pt x="3696" y="1114"/>
                  </a:lnTo>
                  <a:lnTo>
                    <a:pt x="3719" y="1086"/>
                  </a:lnTo>
                  <a:lnTo>
                    <a:pt x="384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27"/>
            <p:cNvSpPr/>
            <p:nvPr/>
          </p:nvSpPr>
          <p:spPr>
            <a:xfrm>
              <a:off x="2922470" y="3021155"/>
              <a:ext cx="118596" cy="79086"/>
            </a:xfrm>
            <a:custGeom>
              <a:rect b="b" l="l" r="r" t="t"/>
              <a:pathLst>
                <a:path extrusionOk="0" h="2462" w="3692">
                  <a:moveTo>
                    <a:pt x="0" y="1"/>
                  </a:moveTo>
                  <a:lnTo>
                    <a:pt x="142" y="1205"/>
                  </a:lnTo>
                  <a:lnTo>
                    <a:pt x="189" y="1253"/>
                  </a:lnTo>
                  <a:lnTo>
                    <a:pt x="236" y="1692"/>
                  </a:lnTo>
                  <a:lnTo>
                    <a:pt x="202" y="1718"/>
                  </a:lnTo>
                  <a:lnTo>
                    <a:pt x="257" y="2182"/>
                  </a:lnTo>
                  <a:lnTo>
                    <a:pt x="309" y="2433"/>
                  </a:lnTo>
                  <a:lnTo>
                    <a:pt x="600" y="2462"/>
                  </a:lnTo>
                  <a:lnTo>
                    <a:pt x="1092" y="2462"/>
                  </a:lnTo>
                  <a:lnTo>
                    <a:pt x="1344" y="2424"/>
                  </a:lnTo>
                  <a:lnTo>
                    <a:pt x="1606" y="2462"/>
                  </a:lnTo>
                  <a:lnTo>
                    <a:pt x="2341" y="2462"/>
                  </a:lnTo>
                  <a:lnTo>
                    <a:pt x="2603" y="2424"/>
                  </a:lnTo>
                  <a:lnTo>
                    <a:pt x="2855" y="2462"/>
                  </a:lnTo>
                  <a:lnTo>
                    <a:pt x="3660" y="2462"/>
                  </a:lnTo>
                  <a:lnTo>
                    <a:pt x="3692" y="2182"/>
                  </a:lnTo>
                  <a:lnTo>
                    <a:pt x="569" y="2182"/>
                  </a:lnTo>
                  <a:lnTo>
                    <a:pt x="31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27"/>
            <p:cNvSpPr/>
            <p:nvPr/>
          </p:nvSpPr>
          <p:spPr>
            <a:xfrm>
              <a:off x="2930759" y="3091250"/>
              <a:ext cx="11147" cy="8994"/>
            </a:xfrm>
            <a:custGeom>
              <a:rect b="b" l="l" r="r" t="t"/>
              <a:pathLst>
                <a:path extrusionOk="0" h="280" w="347">
                  <a:moveTo>
                    <a:pt x="0" y="0"/>
                  </a:moveTo>
                  <a:lnTo>
                    <a:pt x="32" y="280"/>
                  </a:lnTo>
                  <a:lnTo>
                    <a:pt x="346" y="280"/>
                  </a:lnTo>
                  <a:lnTo>
                    <a:pt x="31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27"/>
            <p:cNvSpPr/>
            <p:nvPr/>
          </p:nvSpPr>
          <p:spPr>
            <a:xfrm>
              <a:off x="2928124" y="3028287"/>
              <a:ext cx="116765" cy="70894"/>
            </a:xfrm>
            <a:custGeom>
              <a:rect b="b" l="l" r="r" t="t"/>
              <a:pathLst>
                <a:path extrusionOk="0" h="2207" w="3635">
                  <a:moveTo>
                    <a:pt x="1347" y="0"/>
                  </a:moveTo>
                  <a:lnTo>
                    <a:pt x="833" y="21"/>
                  </a:lnTo>
                  <a:lnTo>
                    <a:pt x="865" y="925"/>
                  </a:lnTo>
                  <a:cubicBezTo>
                    <a:pt x="867" y="956"/>
                    <a:pt x="842" y="983"/>
                    <a:pt x="809" y="983"/>
                  </a:cubicBezTo>
                  <a:lnTo>
                    <a:pt x="276" y="983"/>
                  </a:lnTo>
                  <a:lnTo>
                    <a:pt x="1" y="1021"/>
                  </a:lnTo>
                  <a:lnTo>
                    <a:pt x="60" y="1461"/>
                  </a:lnTo>
                  <a:lnTo>
                    <a:pt x="335" y="1499"/>
                  </a:lnTo>
                  <a:lnTo>
                    <a:pt x="835" y="1499"/>
                  </a:lnTo>
                  <a:cubicBezTo>
                    <a:pt x="865" y="1499"/>
                    <a:pt x="888" y="1522"/>
                    <a:pt x="891" y="1552"/>
                  </a:cubicBezTo>
                  <a:lnTo>
                    <a:pt x="906" y="1963"/>
                  </a:lnTo>
                  <a:lnTo>
                    <a:pt x="952" y="2207"/>
                  </a:lnTo>
                  <a:lnTo>
                    <a:pt x="1392" y="2207"/>
                  </a:lnTo>
                  <a:lnTo>
                    <a:pt x="1420" y="1963"/>
                  </a:lnTo>
                  <a:lnTo>
                    <a:pt x="1405" y="1558"/>
                  </a:lnTo>
                  <a:cubicBezTo>
                    <a:pt x="1402" y="1528"/>
                    <a:pt x="1428" y="1500"/>
                    <a:pt x="1460" y="1500"/>
                  </a:cubicBezTo>
                  <a:lnTo>
                    <a:pt x="2133" y="1500"/>
                  </a:lnTo>
                  <a:cubicBezTo>
                    <a:pt x="2167" y="1500"/>
                    <a:pt x="2191" y="1528"/>
                    <a:pt x="2190" y="1558"/>
                  </a:cubicBezTo>
                  <a:lnTo>
                    <a:pt x="2175" y="1963"/>
                  </a:lnTo>
                  <a:lnTo>
                    <a:pt x="2203" y="2207"/>
                  </a:lnTo>
                  <a:lnTo>
                    <a:pt x="2643" y="2207"/>
                  </a:lnTo>
                  <a:lnTo>
                    <a:pt x="2689" y="1963"/>
                  </a:lnTo>
                  <a:lnTo>
                    <a:pt x="2704" y="1552"/>
                  </a:lnTo>
                  <a:cubicBezTo>
                    <a:pt x="2705" y="1522"/>
                    <a:pt x="2730" y="1499"/>
                    <a:pt x="2760" y="1499"/>
                  </a:cubicBezTo>
                  <a:lnTo>
                    <a:pt x="3571" y="1499"/>
                  </a:lnTo>
                  <a:lnTo>
                    <a:pt x="3635" y="983"/>
                  </a:lnTo>
                  <a:lnTo>
                    <a:pt x="2788" y="983"/>
                  </a:lnTo>
                  <a:cubicBezTo>
                    <a:pt x="2754" y="983"/>
                    <a:pt x="2730" y="956"/>
                    <a:pt x="2731" y="925"/>
                  </a:cubicBezTo>
                  <a:lnTo>
                    <a:pt x="2763" y="21"/>
                  </a:lnTo>
                  <a:lnTo>
                    <a:pt x="2249" y="0"/>
                  </a:lnTo>
                  <a:lnTo>
                    <a:pt x="2216" y="930"/>
                  </a:lnTo>
                  <a:cubicBezTo>
                    <a:pt x="2213" y="960"/>
                    <a:pt x="2190" y="985"/>
                    <a:pt x="2159" y="985"/>
                  </a:cubicBezTo>
                  <a:lnTo>
                    <a:pt x="1437" y="985"/>
                  </a:lnTo>
                  <a:cubicBezTo>
                    <a:pt x="1407" y="985"/>
                    <a:pt x="1383" y="960"/>
                    <a:pt x="1381" y="930"/>
                  </a:cubicBezTo>
                  <a:lnTo>
                    <a:pt x="134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27"/>
            <p:cNvSpPr/>
            <p:nvPr/>
          </p:nvSpPr>
          <p:spPr>
            <a:xfrm>
              <a:off x="2927064" y="3059864"/>
              <a:ext cx="12046" cy="16543"/>
            </a:xfrm>
            <a:custGeom>
              <a:rect b="b" l="l" r="r" t="t"/>
              <a:pathLst>
                <a:path extrusionOk="0" h="515" w="375">
                  <a:moveTo>
                    <a:pt x="1" y="0"/>
                  </a:moveTo>
                  <a:lnTo>
                    <a:pt x="60" y="514"/>
                  </a:lnTo>
                  <a:lnTo>
                    <a:pt x="374" y="514"/>
                  </a:lnTo>
                  <a:lnTo>
                    <a:pt x="31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27"/>
            <p:cNvSpPr/>
            <p:nvPr/>
          </p:nvSpPr>
          <p:spPr>
            <a:xfrm>
              <a:off x="2957293" y="3091250"/>
              <a:ext cx="16929" cy="8994"/>
            </a:xfrm>
            <a:custGeom>
              <a:rect b="b" l="l" r="r" t="t"/>
              <a:pathLst>
                <a:path extrusionOk="0" h="280" w="527">
                  <a:moveTo>
                    <a:pt x="1" y="0"/>
                  </a:moveTo>
                  <a:lnTo>
                    <a:pt x="12" y="280"/>
                  </a:lnTo>
                  <a:lnTo>
                    <a:pt x="526" y="280"/>
                  </a:lnTo>
                  <a:lnTo>
                    <a:pt x="51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27"/>
            <p:cNvSpPr/>
            <p:nvPr/>
          </p:nvSpPr>
          <p:spPr>
            <a:xfrm>
              <a:off x="2997769" y="3091250"/>
              <a:ext cx="16896" cy="8994"/>
            </a:xfrm>
            <a:custGeom>
              <a:rect b="b" l="l" r="r" t="t"/>
              <a:pathLst>
                <a:path extrusionOk="0" h="280" w="526">
                  <a:moveTo>
                    <a:pt x="12" y="0"/>
                  </a:moveTo>
                  <a:lnTo>
                    <a:pt x="0" y="280"/>
                  </a:lnTo>
                  <a:lnTo>
                    <a:pt x="514" y="280"/>
                  </a:lnTo>
                  <a:lnTo>
                    <a:pt x="52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27"/>
            <p:cNvSpPr/>
            <p:nvPr/>
          </p:nvSpPr>
          <p:spPr>
            <a:xfrm>
              <a:off x="2917877" y="2966769"/>
              <a:ext cx="138641" cy="56279"/>
            </a:xfrm>
            <a:custGeom>
              <a:rect b="b" l="l" r="r" t="t"/>
              <a:pathLst>
                <a:path extrusionOk="0" h="1752" w="4316">
                  <a:moveTo>
                    <a:pt x="0" y="0"/>
                  </a:moveTo>
                  <a:lnTo>
                    <a:pt x="0" y="1752"/>
                  </a:lnTo>
                  <a:lnTo>
                    <a:pt x="4232" y="1752"/>
                  </a:lnTo>
                  <a:lnTo>
                    <a:pt x="4315" y="1433"/>
                  </a:lnTo>
                  <a:lnTo>
                    <a:pt x="431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27"/>
            <p:cNvSpPr/>
            <p:nvPr/>
          </p:nvSpPr>
          <p:spPr>
            <a:xfrm>
              <a:off x="2915435" y="2966898"/>
              <a:ext cx="141082" cy="56118"/>
            </a:xfrm>
            <a:custGeom>
              <a:rect b="b" l="l" r="r" t="t"/>
              <a:pathLst>
                <a:path extrusionOk="0" h="1747" w="4392">
                  <a:moveTo>
                    <a:pt x="1" y="0"/>
                  </a:moveTo>
                  <a:lnTo>
                    <a:pt x="1" y="1746"/>
                  </a:lnTo>
                  <a:lnTo>
                    <a:pt x="4391" y="1746"/>
                  </a:lnTo>
                  <a:lnTo>
                    <a:pt x="4391" y="1429"/>
                  </a:lnTo>
                  <a:lnTo>
                    <a:pt x="319" y="1429"/>
                  </a:lnTo>
                  <a:cubicBezTo>
                    <a:pt x="287" y="1429"/>
                    <a:pt x="261" y="1405"/>
                    <a:pt x="261" y="1374"/>
                  </a:cubicBezTo>
                  <a:lnTo>
                    <a:pt x="26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27"/>
            <p:cNvSpPr/>
            <p:nvPr/>
          </p:nvSpPr>
          <p:spPr>
            <a:xfrm>
              <a:off x="2901879" y="2835607"/>
              <a:ext cx="169575" cy="116348"/>
            </a:xfrm>
            <a:custGeom>
              <a:rect b="b" l="l" r="r" t="t"/>
              <a:pathLst>
                <a:path extrusionOk="0" h="3622" w="5279">
                  <a:moveTo>
                    <a:pt x="3309" y="0"/>
                  </a:moveTo>
                  <a:cubicBezTo>
                    <a:pt x="3292" y="0"/>
                    <a:pt x="3273" y="4"/>
                    <a:pt x="3260" y="7"/>
                  </a:cubicBezTo>
                  <a:lnTo>
                    <a:pt x="3094" y="31"/>
                  </a:lnTo>
                  <a:cubicBezTo>
                    <a:pt x="2557" y="80"/>
                    <a:pt x="2379" y="758"/>
                    <a:pt x="2368" y="1078"/>
                  </a:cubicBezTo>
                  <a:lnTo>
                    <a:pt x="1306" y="1078"/>
                  </a:lnTo>
                  <a:lnTo>
                    <a:pt x="1293" y="1079"/>
                  </a:lnTo>
                  <a:cubicBezTo>
                    <a:pt x="937" y="1146"/>
                    <a:pt x="776" y="1363"/>
                    <a:pt x="776" y="1673"/>
                  </a:cubicBezTo>
                  <a:cubicBezTo>
                    <a:pt x="776" y="1673"/>
                    <a:pt x="984" y="2198"/>
                    <a:pt x="1293" y="2198"/>
                  </a:cubicBezTo>
                  <a:lnTo>
                    <a:pt x="733" y="2198"/>
                  </a:lnTo>
                  <a:lnTo>
                    <a:pt x="717" y="2200"/>
                  </a:lnTo>
                  <a:cubicBezTo>
                    <a:pt x="319" y="2246"/>
                    <a:pt x="23" y="2521"/>
                    <a:pt x="23" y="2924"/>
                  </a:cubicBezTo>
                  <a:lnTo>
                    <a:pt x="23" y="2958"/>
                  </a:lnTo>
                  <a:cubicBezTo>
                    <a:pt x="0" y="3204"/>
                    <a:pt x="314" y="3621"/>
                    <a:pt x="717" y="3621"/>
                  </a:cubicBezTo>
                  <a:lnTo>
                    <a:pt x="4292" y="3585"/>
                  </a:lnTo>
                  <a:cubicBezTo>
                    <a:pt x="4298" y="3586"/>
                    <a:pt x="4307" y="3587"/>
                    <a:pt x="4319" y="3587"/>
                  </a:cubicBezTo>
                  <a:cubicBezTo>
                    <a:pt x="4438" y="3587"/>
                    <a:pt x="4858" y="3526"/>
                    <a:pt x="5012" y="3371"/>
                  </a:cubicBezTo>
                  <a:cubicBezTo>
                    <a:pt x="5177" y="3201"/>
                    <a:pt x="5278" y="2973"/>
                    <a:pt x="5278" y="2717"/>
                  </a:cubicBezTo>
                  <a:cubicBezTo>
                    <a:pt x="5277" y="2200"/>
                    <a:pt x="4858" y="1784"/>
                    <a:pt x="4344" y="1784"/>
                  </a:cubicBezTo>
                  <a:lnTo>
                    <a:pt x="3802" y="1784"/>
                  </a:lnTo>
                  <a:cubicBezTo>
                    <a:pt x="3838" y="1784"/>
                    <a:pt x="3854" y="1763"/>
                    <a:pt x="3888" y="1755"/>
                  </a:cubicBezTo>
                  <a:cubicBezTo>
                    <a:pt x="4026" y="1725"/>
                    <a:pt x="4149" y="1658"/>
                    <a:pt x="4230" y="1541"/>
                  </a:cubicBezTo>
                  <a:cubicBezTo>
                    <a:pt x="4239" y="1528"/>
                    <a:pt x="4285" y="1518"/>
                    <a:pt x="4292" y="1505"/>
                  </a:cubicBezTo>
                  <a:cubicBezTo>
                    <a:pt x="4334" y="1430"/>
                    <a:pt x="4362" y="1341"/>
                    <a:pt x="4365" y="1250"/>
                  </a:cubicBezTo>
                  <a:cubicBezTo>
                    <a:pt x="4373" y="939"/>
                    <a:pt x="4123" y="683"/>
                    <a:pt x="3815" y="683"/>
                  </a:cubicBezTo>
                  <a:cubicBezTo>
                    <a:pt x="3498" y="683"/>
                    <a:pt x="3267" y="382"/>
                    <a:pt x="3354" y="75"/>
                  </a:cubicBezTo>
                  <a:cubicBezTo>
                    <a:pt x="3362" y="51"/>
                    <a:pt x="3354" y="28"/>
                    <a:pt x="3340" y="9"/>
                  </a:cubicBezTo>
                  <a:cubicBezTo>
                    <a:pt x="3333" y="3"/>
                    <a:pt x="3322" y="0"/>
                    <a:pt x="33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27"/>
            <p:cNvSpPr/>
            <p:nvPr/>
          </p:nvSpPr>
          <p:spPr>
            <a:xfrm>
              <a:off x="2901493" y="2906151"/>
              <a:ext cx="161351" cy="48280"/>
            </a:xfrm>
            <a:custGeom>
              <a:rect b="b" l="l" r="r" t="t"/>
              <a:pathLst>
                <a:path extrusionOk="0" h="1503" w="5023">
                  <a:moveTo>
                    <a:pt x="742" y="1"/>
                  </a:moveTo>
                  <a:cubicBezTo>
                    <a:pt x="342" y="1"/>
                    <a:pt x="6" y="319"/>
                    <a:pt x="2" y="719"/>
                  </a:cubicBezTo>
                  <a:cubicBezTo>
                    <a:pt x="1" y="888"/>
                    <a:pt x="58" y="1046"/>
                    <a:pt x="157" y="1171"/>
                  </a:cubicBezTo>
                  <a:cubicBezTo>
                    <a:pt x="290" y="1347"/>
                    <a:pt x="507" y="1451"/>
                    <a:pt x="729" y="1451"/>
                  </a:cubicBezTo>
                  <a:lnTo>
                    <a:pt x="745" y="1502"/>
                  </a:lnTo>
                  <a:lnTo>
                    <a:pt x="4301" y="1502"/>
                  </a:lnTo>
                  <a:lnTo>
                    <a:pt x="4356" y="1451"/>
                  </a:lnTo>
                  <a:cubicBezTo>
                    <a:pt x="4617" y="1451"/>
                    <a:pt x="4852" y="1344"/>
                    <a:pt x="5022" y="1173"/>
                  </a:cubicBezTo>
                  <a:lnTo>
                    <a:pt x="842" y="1171"/>
                  </a:lnTo>
                  <a:cubicBezTo>
                    <a:pt x="510" y="1171"/>
                    <a:pt x="247" y="885"/>
                    <a:pt x="284" y="555"/>
                  </a:cubicBezTo>
                  <a:cubicBezTo>
                    <a:pt x="333" y="143"/>
                    <a:pt x="742" y="1"/>
                    <a:pt x="7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27"/>
            <p:cNvSpPr/>
            <p:nvPr/>
          </p:nvSpPr>
          <p:spPr>
            <a:xfrm>
              <a:off x="2977114" y="2834997"/>
              <a:ext cx="31962" cy="35142"/>
            </a:xfrm>
            <a:custGeom>
              <a:rect b="b" l="l" r="r" t="t"/>
              <a:pathLst>
                <a:path extrusionOk="0" h="1094" w="995">
                  <a:moveTo>
                    <a:pt x="941" y="1"/>
                  </a:moveTo>
                  <a:cubicBezTo>
                    <a:pt x="938" y="1"/>
                    <a:pt x="935" y="1"/>
                    <a:pt x="933" y="1"/>
                  </a:cubicBezTo>
                  <a:lnTo>
                    <a:pt x="817" y="11"/>
                  </a:lnTo>
                  <a:cubicBezTo>
                    <a:pt x="355" y="53"/>
                    <a:pt x="15" y="435"/>
                    <a:pt x="3" y="874"/>
                  </a:cubicBezTo>
                  <a:cubicBezTo>
                    <a:pt x="0" y="949"/>
                    <a:pt x="8" y="1022"/>
                    <a:pt x="22" y="1094"/>
                  </a:cubicBezTo>
                  <a:lnTo>
                    <a:pt x="449" y="1094"/>
                  </a:lnTo>
                  <a:cubicBezTo>
                    <a:pt x="527" y="1094"/>
                    <a:pt x="592" y="1029"/>
                    <a:pt x="590" y="949"/>
                  </a:cubicBezTo>
                  <a:cubicBezTo>
                    <a:pt x="587" y="874"/>
                    <a:pt x="520" y="815"/>
                    <a:pt x="445" y="815"/>
                  </a:cubicBezTo>
                  <a:cubicBezTo>
                    <a:pt x="358" y="815"/>
                    <a:pt x="296" y="732"/>
                    <a:pt x="319" y="647"/>
                  </a:cubicBezTo>
                  <a:cubicBezTo>
                    <a:pt x="411" y="341"/>
                    <a:pt x="665" y="95"/>
                    <a:pt x="995" y="26"/>
                  </a:cubicBezTo>
                  <a:cubicBezTo>
                    <a:pt x="982" y="11"/>
                    <a:pt x="963" y="1"/>
                    <a:pt x="9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27"/>
            <p:cNvSpPr/>
            <p:nvPr/>
          </p:nvSpPr>
          <p:spPr>
            <a:xfrm>
              <a:off x="3009430" y="2883922"/>
              <a:ext cx="30195" cy="9026"/>
            </a:xfrm>
            <a:custGeom>
              <a:rect b="b" l="l" r="r" t="t"/>
              <a:pathLst>
                <a:path extrusionOk="0" h="281" w="940">
                  <a:moveTo>
                    <a:pt x="141" y="1"/>
                  </a:moveTo>
                  <a:cubicBezTo>
                    <a:pt x="63" y="1"/>
                    <a:pt x="0" y="65"/>
                    <a:pt x="0" y="140"/>
                  </a:cubicBezTo>
                  <a:cubicBezTo>
                    <a:pt x="0" y="217"/>
                    <a:pt x="64" y="280"/>
                    <a:pt x="141" y="280"/>
                  </a:cubicBezTo>
                  <a:lnTo>
                    <a:pt x="452" y="280"/>
                  </a:lnTo>
                  <a:cubicBezTo>
                    <a:pt x="658" y="280"/>
                    <a:pt x="843" y="167"/>
                    <a:pt x="9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27"/>
            <p:cNvSpPr/>
            <p:nvPr/>
          </p:nvSpPr>
          <p:spPr>
            <a:xfrm>
              <a:off x="2925394" y="2870173"/>
              <a:ext cx="34853" cy="36009"/>
            </a:xfrm>
            <a:custGeom>
              <a:rect b="b" l="l" r="r" t="t"/>
              <a:pathLst>
                <a:path extrusionOk="0" h="1121" w="1085">
                  <a:moveTo>
                    <a:pt x="574" y="0"/>
                  </a:moveTo>
                  <a:cubicBezTo>
                    <a:pt x="264" y="0"/>
                    <a:pt x="3" y="246"/>
                    <a:pt x="2" y="555"/>
                  </a:cubicBezTo>
                  <a:cubicBezTo>
                    <a:pt x="1" y="698"/>
                    <a:pt x="53" y="828"/>
                    <a:pt x="140" y="928"/>
                  </a:cubicBezTo>
                  <a:cubicBezTo>
                    <a:pt x="245" y="1050"/>
                    <a:pt x="402" y="1121"/>
                    <a:pt x="561" y="1121"/>
                  </a:cubicBezTo>
                  <a:lnTo>
                    <a:pt x="942" y="1121"/>
                  </a:lnTo>
                  <a:cubicBezTo>
                    <a:pt x="1020" y="1121"/>
                    <a:pt x="1085" y="1056"/>
                    <a:pt x="1081" y="976"/>
                  </a:cubicBezTo>
                  <a:cubicBezTo>
                    <a:pt x="1078" y="899"/>
                    <a:pt x="1010" y="840"/>
                    <a:pt x="934" y="840"/>
                  </a:cubicBezTo>
                  <a:lnTo>
                    <a:pt x="609" y="840"/>
                  </a:lnTo>
                  <a:cubicBezTo>
                    <a:pt x="429" y="840"/>
                    <a:pt x="274" y="705"/>
                    <a:pt x="257" y="527"/>
                  </a:cubicBezTo>
                  <a:cubicBezTo>
                    <a:pt x="218" y="134"/>
                    <a:pt x="574" y="0"/>
                    <a:pt x="57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27"/>
            <p:cNvSpPr/>
            <p:nvPr/>
          </p:nvSpPr>
          <p:spPr>
            <a:xfrm>
              <a:off x="2910135" y="2952763"/>
              <a:ext cx="152229" cy="15322"/>
            </a:xfrm>
            <a:custGeom>
              <a:rect b="b" l="l" r="r" t="t"/>
              <a:pathLst>
                <a:path extrusionOk="0" h="477" w="4739">
                  <a:moveTo>
                    <a:pt x="244" y="0"/>
                  </a:moveTo>
                  <a:lnTo>
                    <a:pt x="188" y="19"/>
                  </a:lnTo>
                  <a:cubicBezTo>
                    <a:pt x="85" y="19"/>
                    <a:pt x="1" y="102"/>
                    <a:pt x="1" y="204"/>
                  </a:cubicBezTo>
                  <a:lnTo>
                    <a:pt x="1" y="290"/>
                  </a:lnTo>
                  <a:cubicBezTo>
                    <a:pt x="1" y="393"/>
                    <a:pt x="85" y="477"/>
                    <a:pt x="188" y="477"/>
                  </a:cubicBezTo>
                  <a:lnTo>
                    <a:pt x="4535" y="477"/>
                  </a:lnTo>
                  <a:cubicBezTo>
                    <a:pt x="4638" y="477"/>
                    <a:pt x="4720" y="393"/>
                    <a:pt x="4720" y="291"/>
                  </a:cubicBezTo>
                  <a:lnTo>
                    <a:pt x="4739" y="236"/>
                  </a:lnTo>
                  <a:lnTo>
                    <a:pt x="4739" y="187"/>
                  </a:lnTo>
                  <a:cubicBezTo>
                    <a:pt x="4739" y="84"/>
                    <a:pt x="4655" y="0"/>
                    <a:pt x="45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27"/>
            <p:cNvSpPr/>
            <p:nvPr/>
          </p:nvSpPr>
          <p:spPr>
            <a:xfrm>
              <a:off x="2909589" y="2952699"/>
              <a:ext cx="152775" cy="15965"/>
            </a:xfrm>
            <a:custGeom>
              <a:rect b="b" l="l" r="r" t="t"/>
              <a:pathLst>
                <a:path extrusionOk="0" h="497" w="4756">
                  <a:moveTo>
                    <a:pt x="186" y="1"/>
                  </a:moveTo>
                  <a:cubicBezTo>
                    <a:pt x="83" y="1"/>
                    <a:pt x="0" y="83"/>
                    <a:pt x="0" y="188"/>
                  </a:cubicBezTo>
                  <a:lnTo>
                    <a:pt x="0" y="311"/>
                  </a:lnTo>
                  <a:cubicBezTo>
                    <a:pt x="0" y="413"/>
                    <a:pt x="83" y="496"/>
                    <a:pt x="186" y="496"/>
                  </a:cubicBezTo>
                  <a:lnTo>
                    <a:pt x="4569" y="496"/>
                  </a:lnTo>
                  <a:cubicBezTo>
                    <a:pt x="4672" y="496"/>
                    <a:pt x="4756" y="413"/>
                    <a:pt x="4756" y="311"/>
                  </a:cubicBezTo>
                  <a:lnTo>
                    <a:pt x="4756" y="235"/>
                  </a:lnTo>
                  <a:lnTo>
                    <a:pt x="316" y="235"/>
                  </a:lnTo>
                  <a:cubicBezTo>
                    <a:pt x="286" y="235"/>
                    <a:pt x="261" y="212"/>
                    <a:pt x="261" y="180"/>
                  </a:cubicBezTo>
                  <a:lnTo>
                    <a:pt x="26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27"/>
            <p:cNvSpPr/>
            <p:nvPr/>
          </p:nvSpPr>
          <p:spPr>
            <a:xfrm>
              <a:off x="2910135" y="3021251"/>
              <a:ext cx="152229" cy="15290"/>
            </a:xfrm>
            <a:custGeom>
              <a:rect b="b" l="l" r="r" t="t"/>
              <a:pathLst>
                <a:path extrusionOk="0" h="476" w="4739">
                  <a:moveTo>
                    <a:pt x="244" y="1"/>
                  </a:moveTo>
                  <a:lnTo>
                    <a:pt x="188" y="18"/>
                  </a:lnTo>
                  <a:cubicBezTo>
                    <a:pt x="85" y="18"/>
                    <a:pt x="1" y="102"/>
                    <a:pt x="1" y="205"/>
                  </a:cubicBezTo>
                  <a:lnTo>
                    <a:pt x="1" y="290"/>
                  </a:lnTo>
                  <a:cubicBezTo>
                    <a:pt x="1" y="393"/>
                    <a:pt x="85" y="476"/>
                    <a:pt x="188" y="476"/>
                  </a:cubicBezTo>
                  <a:lnTo>
                    <a:pt x="4535" y="476"/>
                  </a:lnTo>
                  <a:cubicBezTo>
                    <a:pt x="4638" y="476"/>
                    <a:pt x="4720" y="392"/>
                    <a:pt x="4720" y="292"/>
                  </a:cubicBezTo>
                  <a:lnTo>
                    <a:pt x="4739" y="235"/>
                  </a:lnTo>
                  <a:lnTo>
                    <a:pt x="4739" y="186"/>
                  </a:lnTo>
                  <a:cubicBezTo>
                    <a:pt x="4739" y="83"/>
                    <a:pt x="4655" y="1"/>
                    <a:pt x="455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27"/>
            <p:cNvSpPr/>
            <p:nvPr/>
          </p:nvSpPr>
          <p:spPr>
            <a:xfrm>
              <a:off x="2909589" y="3021155"/>
              <a:ext cx="152775" cy="15997"/>
            </a:xfrm>
            <a:custGeom>
              <a:rect b="b" l="l" r="r" t="t"/>
              <a:pathLst>
                <a:path extrusionOk="0" h="498" w="4756">
                  <a:moveTo>
                    <a:pt x="186" y="1"/>
                  </a:moveTo>
                  <a:cubicBezTo>
                    <a:pt x="83" y="1"/>
                    <a:pt x="0" y="85"/>
                    <a:pt x="0" y="188"/>
                  </a:cubicBezTo>
                  <a:lnTo>
                    <a:pt x="0" y="311"/>
                  </a:lnTo>
                  <a:cubicBezTo>
                    <a:pt x="0" y="413"/>
                    <a:pt x="83" y="497"/>
                    <a:pt x="186" y="497"/>
                  </a:cubicBezTo>
                  <a:lnTo>
                    <a:pt x="4569" y="497"/>
                  </a:lnTo>
                  <a:cubicBezTo>
                    <a:pt x="4672" y="497"/>
                    <a:pt x="4756" y="413"/>
                    <a:pt x="4756" y="311"/>
                  </a:cubicBezTo>
                  <a:lnTo>
                    <a:pt x="4756" y="237"/>
                  </a:lnTo>
                  <a:lnTo>
                    <a:pt x="316" y="237"/>
                  </a:lnTo>
                  <a:cubicBezTo>
                    <a:pt x="286" y="237"/>
                    <a:pt x="261" y="211"/>
                    <a:pt x="261" y="180"/>
                  </a:cubicBezTo>
                  <a:lnTo>
                    <a:pt x="26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16" name="Google Shape;3516;p27"/>
          <p:cNvGrpSpPr/>
          <p:nvPr/>
        </p:nvGrpSpPr>
        <p:grpSpPr>
          <a:xfrm>
            <a:off x="2201574" y="2851348"/>
            <a:ext cx="298842" cy="265079"/>
            <a:chOff x="2201574" y="2851348"/>
            <a:chExt cx="298842" cy="265079"/>
          </a:xfrm>
        </p:grpSpPr>
        <p:sp>
          <p:nvSpPr>
            <p:cNvPr id="3517" name="Google Shape;3517;p27"/>
            <p:cNvSpPr/>
            <p:nvPr/>
          </p:nvSpPr>
          <p:spPr>
            <a:xfrm>
              <a:off x="2346935" y="2921378"/>
              <a:ext cx="153481" cy="191836"/>
            </a:xfrm>
            <a:custGeom>
              <a:rect b="b" l="l" r="r" t="t"/>
              <a:pathLst>
                <a:path extrusionOk="0" h="5972" w="4778">
                  <a:moveTo>
                    <a:pt x="2344" y="484"/>
                  </a:moveTo>
                  <a:cubicBezTo>
                    <a:pt x="3101" y="484"/>
                    <a:pt x="3838" y="1787"/>
                    <a:pt x="3838" y="2890"/>
                  </a:cubicBezTo>
                  <a:cubicBezTo>
                    <a:pt x="3841" y="3713"/>
                    <a:pt x="3171" y="4195"/>
                    <a:pt x="2344" y="4195"/>
                  </a:cubicBezTo>
                  <a:cubicBezTo>
                    <a:pt x="1519" y="4195"/>
                    <a:pt x="849" y="3713"/>
                    <a:pt x="849" y="2890"/>
                  </a:cubicBezTo>
                  <a:cubicBezTo>
                    <a:pt x="849" y="1768"/>
                    <a:pt x="1586" y="484"/>
                    <a:pt x="2344" y="484"/>
                  </a:cubicBezTo>
                  <a:close/>
                  <a:moveTo>
                    <a:pt x="2344" y="0"/>
                  </a:moveTo>
                  <a:cubicBezTo>
                    <a:pt x="1927" y="0"/>
                    <a:pt x="1555" y="165"/>
                    <a:pt x="1232" y="440"/>
                  </a:cubicBezTo>
                  <a:cubicBezTo>
                    <a:pt x="1232" y="440"/>
                    <a:pt x="0" y="1558"/>
                    <a:pt x="0" y="3541"/>
                  </a:cubicBezTo>
                  <a:cubicBezTo>
                    <a:pt x="0" y="4883"/>
                    <a:pt x="847" y="5956"/>
                    <a:pt x="2344" y="5972"/>
                  </a:cubicBezTo>
                  <a:cubicBezTo>
                    <a:pt x="2357" y="5972"/>
                    <a:pt x="2369" y="5972"/>
                    <a:pt x="2382" y="5972"/>
                  </a:cubicBezTo>
                  <a:cubicBezTo>
                    <a:pt x="3641" y="5972"/>
                    <a:pt x="4285" y="5254"/>
                    <a:pt x="4285" y="5254"/>
                  </a:cubicBezTo>
                  <a:cubicBezTo>
                    <a:pt x="4602" y="4869"/>
                    <a:pt x="4776" y="4365"/>
                    <a:pt x="4776" y="3787"/>
                  </a:cubicBezTo>
                  <a:cubicBezTo>
                    <a:pt x="4778" y="2134"/>
                    <a:pt x="3841" y="0"/>
                    <a:pt x="234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27"/>
            <p:cNvSpPr/>
            <p:nvPr/>
          </p:nvSpPr>
          <p:spPr>
            <a:xfrm>
              <a:off x="2343691" y="2935545"/>
              <a:ext cx="140954" cy="180882"/>
            </a:xfrm>
            <a:custGeom>
              <a:rect b="b" l="l" r="r" t="t"/>
              <a:pathLst>
                <a:path extrusionOk="0" h="5631" w="4388">
                  <a:moveTo>
                    <a:pt x="1335" y="1"/>
                  </a:moveTo>
                  <a:lnTo>
                    <a:pt x="1335" y="1"/>
                  </a:lnTo>
                  <a:cubicBezTo>
                    <a:pt x="1081" y="216"/>
                    <a:pt x="861" y="499"/>
                    <a:pt x="676" y="822"/>
                  </a:cubicBezTo>
                  <a:cubicBezTo>
                    <a:pt x="230" y="1618"/>
                    <a:pt x="0" y="2541"/>
                    <a:pt x="16" y="3453"/>
                  </a:cubicBezTo>
                  <a:cubicBezTo>
                    <a:pt x="64" y="4737"/>
                    <a:pt x="992" y="5631"/>
                    <a:pt x="2447" y="5631"/>
                  </a:cubicBezTo>
                  <a:cubicBezTo>
                    <a:pt x="3299" y="5631"/>
                    <a:pt x="3968" y="5324"/>
                    <a:pt x="4388" y="4814"/>
                  </a:cubicBezTo>
                  <a:lnTo>
                    <a:pt x="4388" y="4814"/>
                  </a:lnTo>
                  <a:cubicBezTo>
                    <a:pt x="3974" y="5153"/>
                    <a:pt x="3408" y="5348"/>
                    <a:pt x="2724" y="5348"/>
                  </a:cubicBezTo>
                  <a:cubicBezTo>
                    <a:pt x="1332" y="5348"/>
                    <a:pt x="424" y="4530"/>
                    <a:pt x="305" y="3336"/>
                  </a:cubicBezTo>
                  <a:cubicBezTo>
                    <a:pt x="300" y="3288"/>
                    <a:pt x="313" y="3243"/>
                    <a:pt x="342" y="3206"/>
                  </a:cubicBezTo>
                  <a:cubicBezTo>
                    <a:pt x="624" y="2829"/>
                    <a:pt x="779" y="2353"/>
                    <a:pt x="779" y="1810"/>
                  </a:cubicBezTo>
                  <a:cubicBezTo>
                    <a:pt x="779" y="1576"/>
                    <a:pt x="759" y="1331"/>
                    <a:pt x="722" y="1085"/>
                  </a:cubicBezTo>
                  <a:cubicBezTo>
                    <a:pt x="717" y="1050"/>
                    <a:pt x="721" y="1014"/>
                    <a:pt x="734" y="984"/>
                  </a:cubicBezTo>
                  <a:cubicBezTo>
                    <a:pt x="896" y="615"/>
                    <a:pt x="1096" y="276"/>
                    <a:pt x="133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27"/>
            <p:cNvSpPr/>
            <p:nvPr/>
          </p:nvSpPr>
          <p:spPr>
            <a:xfrm>
              <a:off x="2201574" y="2869048"/>
              <a:ext cx="157464" cy="191675"/>
            </a:xfrm>
            <a:custGeom>
              <a:rect b="b" l="l" r="r" t="t"/>
              <a:pathLst>
                <a:path extrusionOk="0" h="5967" w="4902">
                  <a:moveTo>
                    <a:pt x="2470" y="484"/>
                  </a:moveTo>
                  <a:cubicBezTo>
                    <a:pt x="3228" y="484"/>
                    <a:pt x="3965" y="1787"/>
                    <a:pt x="3965" y="2890"/>
                  </a:cubicBezTo>
                  <a:cubicBezTo>
                    <a:pt x="3965" y="3714"/>
                    <a:pt x="3295" y="4196"/>
                    <a:pt x="2470" y="4196"/>
                  </a:cubicBezTo>
                  <a:cubicBezTo>
                    <a:pt x="1645" y="4196"/>
                    <a:pt x="976" y="3714"/>
                    <a:pt x="976" y="2890"/>
                  </a:cubicBezTo>
                  <a:cubicBezTo>
                    <a:pt x="976" y="1768"/>
                    <a:pt x="1711" y="484"/>
                    <a:pt x="2470" y="484"/>
                  </a:cubicBezTo>
                  <a:close/>
                  <a:moveTo>
                    <a:pt x="2470" y="1"/>
                  </a:moveTo>
                  <a:cubicBezTo>
                    <a:pt x="2054" y="1"/>
                    <a:pt x="1681" y="166"/>
                    <a:pt x="1359" y="441"/>
                  </a:cubicBezTo>
                  <a:cubicBezTo>
                    <a:pt x="1359" y="441"/>
                    <a:pt x="0" y="1629"/>
                    <a:pt x="133" y="3903"/>
                  </a:cubicBezTo>
                  <a:cubicBezTo>
                    <a:pt x="198" y="5005"/>
                    <a:pt x="976" y="5966"/>
                    <a:pt x="2470" y="5966"/>
                  </a:cubicBezTo>
                  <a:cubicBezTo>
                    <a:pt x="3767" y="5966"/>
                    <a:pt x="4411" y="5253"/>
                    <a:pt x="4411" y="5253"/>
                  </a:cubicBezTo>
                  <a:cubicBezTo>
                    <a:pt x="4728" y="4866"/>
                    <a:pt x="4902" y="4364"/>
                    <a:pt x="4902" y="3786"/>
                  </a:cubicBezTo>
                  <a:cubicBezTo>
                    <a:pt x="4902" y="2133"/>
                    <a:pt x="3965" y="1"/>
                    <a:pt x="247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27"/>
            <p:cNvSpPr/>
            <p:nvPr/>
          </p:nvSpPr>
          <p:spPr>
            <a:xfrm>
              <a:off x="2202826" y="2883183"/>
              <a:ext cx="140536" cy="180785"/>
            </a:xfrm>
            <a:custGeom>
              <a:rect b="b" l="l" r="r" t="t"/>
              <a:pathLst>
                <a:path extrusionOk="0" h="5628" w="4375">
                  <a:moveTo>
                    <a:pt x="1322" y="1"/>
                  </a:moveTo>
                  <a:cubicBezTo>
                    <a:pt x="488" y="711"/>
                    <a:pt x="0" y="2153"/>
                    <a:pt x="0" y="3346"/>
                  </a:cubicBezTo>
                  <a:cubicBezTo>
                    <a:pt x="0" y="4687"/>
                    <a:pt x="938" y="5628"/>
                    <a:pt x="2432" y="5628"/>
                  </a:cubicBezTo>
                  <a:cubicBezTo>
                    <a:pt x="3285" y="5628"/>
                    <a:pt x="3955" y="5322"/>
                    <a:pt x="4375" y="4813"/>
                  </a:cubicBezTo>
                  <a:lnTo>
                    <a:pt x="4375" y="4813"/>
                  </a:lnTo>
                  <a:cubicBezTo>
                    <a:pt x="3958" y="5153"/>
                    <a:pt x="3393" y="5350"/>
                    <a:pt x="2712" y="5350"/>
                  </a:cubicBezTo>
                  <a:cubicBezTo>
                    <a:pt x="1216" y="5350"/>
                    <a:pt x="280" y="4409"/>
                    <a:pt x="280" y="3068"/>
                  </a:cubicBezTo>
                  <a:cubicBezTo>
                    <a:pt x="280" y="2014"/>
                    <a:pt x="659" y="768"/>
                    <a:pt x="132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27"/>
            <p:cNvSpPr/>
            <p:nvPr/>
          </p:nvSpPr>
          <p:spPr>
            <a:xfrm>
              <a:off x="2251880" y="2851380"/>
              <a:ext cx="19884" cy="66590"/>
            </a:xfrm>
            <a:custGeom>
              <a:rect b="b" l="l" r="r" t="t"/>
              <a:pathLst>
                <a:path extrusionOk="0" h="2073" w="619">
                  <a:moveTo>
                    <a:pt x="271" y="1"/>
                  </a:moveTo>
                  <a:cubicBezTo>
                    <a:pt x="261" y="1"/>
                    <a:pt x="252" y="2"/>
                    <a:pt x="244" y="2"/>
                  </a:cubicBezTo>
                  <a:cubicBezTo>
                    <a:pt x="86" y="16"/>
                    <a:pt x="0" y="186"/>
                    <a:pt x="0" y="347"/>
                  </a:cubicBezTo>
                  <a:lnTo>
                    <a:pt x="0" y="1765"/>
                  </a:lnTo>
                  <a:cubicBezTo>
                    <a:pt x="0" y="1935"/>
                    <a:pt x="100" y="2072"/>
                    <a:pt x="271" y="2072"/>
                  </a:cubicBezTo>
                  <a:cubicBezTo>
                    <a:pt x="271" y="2072"/>
                    <a:pt x="507" y="2033"/>
                    <a:pt x="555" y="1924"/>
                  </a:cubicBezTo>
                  <a:cubicBezTo>
                    <a:pt x="571" y="1887"/>
                    <a:pt x="579" y="1845"/>
                    <a:pt x="579" y="1803"/>
                  </a:cubicBezTo>
                  <a:lnTo>
                    <a:pt x="619" y="1780"/>
                  </a:lnTo>
                  <a:lnTo>
                    <a:pt x="616" y="338"/>
                  </a:lnTo>
                  <a:lnTo>
                    <a:pt x="578" y="309"/>
                  </a:lnTo>
                  <a:cubicBezTo>
                    <a:pt x="578" y="138"/>
                    <a:pt x="440" y="1"/>
                    <a:pt x="27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27"/>
            <p:cNvSpPr/>
            <p:nvPr/>
          </p:nvSpPr>
          <p:spPr>
            <a:xfrm>
              <a:off x="2250659" y="2851412"/>
              <a:ext cx="19017" cy="67811"/>
            </a:xfrm>
            <a:custGeom>
              <a:rect b="b" l="l" r="r" t="t"/>
              <a:pathLst>
                <a:path extrusionOk="0" h="2111" w="592">
                  <a:moveTo>
                    <a:pt x="282" y="1"/>
                  </a:moveTo>
                  <a:cubicBezTo>
                    <a:pt x="124" y="15"/>
                    <a:pt x="1" y="149"/>
                    <a:pt x="1" y="306"/>
                  </a:cubicBezTo>
                  <a:lnTo>
                    <a:pt x="1" y="1802"/>
                  </a:lnTo>
                  <a:cubicBezTo>
                    <a:pt x="1" y="1971"/>
                    <a:pt x="138" y="2110"/>
                    <a:pt x="309" y="2110"/>
                  </a:cubicBezTo>
                  <a:cubicBezTo>
                    <a:pt x="435" y="2110"/>
                    <a:pt x="544" y="2032"/>
                    <a:pt x="591" y="1923"/>
                  </a:cubicBezTo>
                  <a:cubicBezTo>
                    <a:pt x="421" y="1922"/>
                    <a:pt x="282" y="1784"/>
                    <a:pt x="282" y="1612"/>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27"/>
            <p:cNvSpPr/>
            <p:nvPr/>
          </p:nvSpPr>
          <p:spPr>
            <a:xfrm>
              <a:off x="2270897" y="2851380"/>
              <a:ext cx="20494" cy="66590"/>
            </a:xfrm>
            <a:custGeom>
              <a:rect b="b" l="l" r="r" t="t"/>
              <a:pathLst>
                <a:path extrusionOk="0" h="2073" w="638">
                  <a:moveTo>
                    <a:pt x="291" y="1"/>
                  </a:moveTo>
                  <a:cubicBezTo>
                    <a:pt x="283" y="1"/>
                    <a:pt x="274" y="2"/>
                    <a:pt x="265" y="2"/>
                  </a:cubicBezTo>
                  <a:cubicBezTo>
                    <a:pt x="109" y="16"/>
                    <a:pt x="0" y="222"/>
                    <a:pt x="0" y="383"/>
                  </a:cubicBezTo>
                  <a:lnTo>
                    <a:pt x="0" y="1759"/>
                  </a:lnTo>
                  <a:cubicBezTo>
                    <a:pt x="0" y="1930"/>
                    <a:pt x="110" y="2072"/>
                    <a:pt x="281" y="2072"/>
                  </a:cubicBezTo>
                  <a:cubicBezTo>
                    <a:pt x="281" y="2072"/>
                    <a:pt x="529" y="2033"/>
                    <a:pt x="574" y="1922"/>
                  </a:cubicBezTo>
                  <a:cubicBezTo>
                    <a:pt x="591" y="1884"/>
                    <a:pt x="600" y="1845"/>
                    <a:pt x="600" y="1801"/>
                  </a:cubicBezTo>
                  <a:lnTo>
                    <a:pt x="637" y="1767"/>
                  </a:lnTo>
                  <a:lnTo>
                    <a:pt x="637" y="332"/>
                  </a:lnTo>
                  <a:lnTo>
                    <a:pt x="600" y="307"/>
                  </a:lnTo>
                  <a:cubicBezTo>
                    <a:pt x="600" y="138"/>
                    <a:pt x="462" y="1"/>
                    <a:pt x="29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27"/>
            <p:cNvSpPr/>
            <p:nvPr/>
          </p:nvSpPr>
          <p:spPr>
            <a:xfrm>
              <a:off x="2270383" y="2851412"/>
              <a:ext cx="18952" cy="67811"/>
            </a:xfrm>
            <a:custGeom>
              <a:rect b="b" l="l" r="r" t="t"/>
              <a:pathLst>
                <a:path extrusionOk="0" h="2111" w="590">
                  <a:moveTo>
                    <a:pt x="281" y="1"/>
                  </a:moveTo>
                  <a:cubicBezTo>
                    <a:pt x="124" y="15"/>
                    <a:pt x="1" y="149"/>
                    <a:pt x="1" y="306"/>
                  </a:cubicBezTo>
                  <a:lnTo>
                    <a:pt x="1" y="1802"/>
                  </a:lnTo>
                  <a:cubicBezTo>
                    <a:pt x="1" y="1971"/>
                    <a:pt x="138" y="2110"/>
                    <a:pt x="307" y="2110"/>
                  </a:cubicBezTo>
                  <a:cubicBezTo>
                    <a:pt x="435" y="2110"/>
                    <a:pt x="543" y="2033"/>
                    <a:pt x="590" y="1923"/>
                  </a:cubicBezTo>
                  <a:cubicBezTo>
                    <a:pt x="420" y="1923"/>
                    <a:pt x="281" y="1784"/>
                    <a:pt x="281" y="1612"/>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27"/>
            <p:cNvSpPr/>
            <p:nvPr/>
          </p:nvSpPr>
          <p:spPr>
            <a:xfrm>
              <a:off x="2291296" y="2851348"/>
              <a:ext cx="18663" cy="66237"/>
            </a:xfrm>
            <a:custGeom>
              <a:rect b="b" l="l" r="r" t="t"/>
              <a:pathLst>
                <a:path extrusionOk="0" h="2062" w="581">
                  <a:moveTo>
                    <a:pt x="272" y="0"/>
                  </a:moveTo>
                  <a:cubicBezTo>
                    <a:pt x="263" y="0"/>
                    <a:pt x="254" y="2"/>
                    <a:pt x="246" y="2"/>
                  </a:cubicBezTo>
                  <a:cubicBezTo>
                    <a:pt x="88" y="16"/>
                    <a:pt x="10" y="182"/>
                    <a:pt x="10" y="343"/>
                  </a:cubicBezTo>
                  <a:lnTo>
                    <a:pt x="1" y="1798"/>
                  </a:lnTo>
                  <a:cubicBezTo>
                    <a:pt x="1" y="1969"/>
                    <a:pt x="140" y="2062"/>
                    <a:pt x="311" y="2062"/>
                  </a:cubicBezTo>
                  <a:cubicBezTo>
                    <a:pt x="311" y="2062"/>
                    <a:pt x="509" y="2034"/>
                    <a:pt x="554" y="1924"/>
                  </a:cubicBezTo>
                  <a:cubicBezTo>
                    <a:pt x="571" y="1885"/>
                    <a:pt x="580" y="1846"/>
                    <a:pt x="580" y="1802"/>
                  </a:cubicBezTo>
                  <a:lnTo>
                    <a:pt x="580" y="307"/>
                  </a:lnTo>
                  <a:cubicBezTo>
                    <a:pt x="580" y="138"/>
                    <a:pt x="443" y="0"/>
                    <a:pt x="27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27"/>
            <p:cNvSpPr/>
            <p:nvPr/>
          </p:nvSpPr>
          <p:spPr>
            <a:xfrm>
              <a:off x="2290140" y="2851412"/>
              <a:ext cx="18952" cy="67714"/>
            </a:xfrm>
            <a:custGeom>
              <a:rect b="b" l="l" r="r" t="t"/>
              <a:pathLst>
                <a:path extrusionOk="0" h="2108" w="590">
                  <a:moveTo>
                    <a:pt x="282" y="1"/>
                  </a:moveTo>
                  <a:cubicBezTo>
                    <a:pt x="124" y="15"/>
                    <a:pt x="1" y="149"/>
                    <a:pt x="1" y="306"/>
                  </a:cubicBezTo>
                  <a:lnTo>
                    <a:pt x="1" y="1793"/>
                  </a:lnTo>
                  <a:cubicBezTo>
                    <a:pt x="1" y="1968"/>
                    <a:pt x="125" y="2100"/>
                    <a:pt x="293" y="2107"/>
                  </a:cubicBezTo>
                  <a:cubicBezTo>
                    <a:pt x="298" y="2107"/>
                    <a:pt x="303" y="2108"/>
                    <a:pt x="307" y="2108"/>
                  </a:cubicBezTo>
                  <a:cubicBezTo>
                    <a:pt x="436" y="2108"/>
                    <a:pt x="542" y="2031"/>
                    <a:pt x="590" y="1921"/>
                  </a:cubicBezTo>
                  <a:lnTo>
                    <a:pt x="590" y="1921"/>
                  </a:lnTo>
                  <a:cubicBezTo>
                    <a:pt x="588" y="1921"/>
                    <a:pt x="587" y="1921"/>
                    <a:pt x="585" y="1921"/>
                  </a:cubicBezTo>
                  <a:cubicBezTo>
                    <a:pt x="418" y="1921"/>
                    <a:pt x="282" y="1783"/>
                    <a:pt x="282" y="1612"/>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27"/>
            <p:cNvSpPr/>
            <p:nvPr/>
          </p:nvSpPr>
          <p:spPr>
            <a:xfrm>
              <a:off x="2393194" y="2903710"/>
              <a:ext cx="19852" cy="66558"/>
            </a:xfrm>
            <a:custGeom>
              <a:rect b="b" l="l" r="r" t="t"/>
              <a:pathLst>
                <a:path extrusionOk="0" h="2072" w="618">
                  <a:moveTo>
                    <a:pt x="270" y="0"/>
                  </a:moveTo>
                  <a:cubicBezTo>
                    <a:pt x="261" y="0"/>
                    <a:pt x="253" y="2"/>
                    <a:pt x="244" y="2"/>
                  </a:cubicBezTo>
                  <a:cubicBezTo>
                    <a:pt x="86" y="16"/>
                    <a:pt x="1" y="185"/>
                    <a:pt x="1" y="346"/>
                  </a:cubicBezTo>
                  <a:lnTo>
                    <a:pt x="1" y="1765"/>
                  </a:lnTo>
                  <a:cubicBezTo>
                    <a:pt x="1" y="1934"/>
                    <a:pt x="101" y="2072"/>
                    <a:pt x="270" y="2072"/>
                  </a:cubicBezTo>
                  <a:cubicBezTo>
                    <a:pt x="270" y="2072"/>
                    <a:pt x="507" y="2033"/>
                    <a:pt x="555" y="1924"/>
                  </a:cubicBezTo>
                  <a:cubicBezTo>
                    <a:pt x="571" y="1886"/>
                    <a:pt x="580" y="1844"/>
                    <a:pt x="580" y="1802"/>
                  </a:cubicBezTo>
                  <a:lnTo>
                    <a:pt x="617" y="1779"/>
                  </a:lnTo>
                  <a:lnTo>
                    <a:pt x="616" y="337"/>
                  </a:lnTo>
                  <a:lnTo>
                    <a:pt x="578" y="308"/>
                  </a:lnTo>
                  <a:cubicBezTo>
                    <a:pt x="578" y="138"/>
                    <a:pt x="441" y="0"/>
                    <a:pt x="27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27"/>
            <p:cNvSpPr/>
            <p:nvPr/>
          </p:nvSpPr>
          <p:spPr>
            <a:xfrm>
              <a:off x="2392005" y="2903742"/>
              <a:ext cx="18952" cy="67778"/>
            </a:xfrm>
            <a:custGeom>
              <a:rect b="b" l="l" r="r" t="t"/>
              <a:pathLst>
                <a:path extrusionOk="0" h="2110" w="590">
                  <a:moveTo>
                    <a:pt x="281" y="1"/>
                  </a:moveTo>
                  <a:cubicBezTo>
                    <a:pt x="123" y="15"/>
                    <a:pt x="0" y="148"/>
                    <a:pt x="0" y="306"/>
                  </a:cubicBezTo>
                  <a:lnTo>
                    <a:pt x="0" y="1801"/>
                  </a:lnTo>
                  <a:cubicBezTo>
                    <a:pt x="0" y="1971"/>
                    <a:pt x="138" y="2110"/>
                    <a:pt x="307" y="2110"/>
                  </a:cubicBezTo>
                  <a:cubicBezTo>
                    <a:pt x="434" y="2110"/>
                    <a:pt x="543" y="2032"/>
                    <a:pt x="589" y="1923"/>
                  </a:cubicBezTo>
                  <a:cubicBezTo>
                    <a:pt x="420" y="1922"/>
                    <a:pt x="281" y="1784"/>
                    <a:pt x="281" y="1612"/>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27"/>
            <p:cNvSpPr/>
            <p:nvPr/>
          </p:nvSpPr>
          <p:spPr>
            <a:xfrm>
              <a:off x="2412211" y="2903710"/>
              <a:ext cx="20494" cy="66558"/>
            </a:xfrm>
            <a:custGeom>
              <a:rect b="b" l="l" r="r" t="t"/>
              <a:pathLst>
                <a:path extrusionOk="0" h="2072" w="638">
                  <a:moveTo>
                    <a:pt x="292" y="0"/>
                  </a:moveTo>
                  <a:cubicBezTo>
                    <a:pt x="283" y="0"/>
                    <a:pt x="274" y="2"/>
                    <a:pt x="264" y="2"/>
                  </a:cubicBezTo>
                  <a:cubicBezTo>
                    <a:pt x="109" y="16"/>
                    <a:pt x="1" y="222"/>
                    <a:pt x="1" y="382"/>
                  </a:cubicBezTo>
                  <a:lnTo>
                    <a:pt x="1" y="1759"/>
                  </a:lnTo>
                  <a:cubicBezTo>
                    <a:pt x="1" y="1930"/>
                    <a:pt x="111" y="2072"/>
                    <a:pt x="282" y="2072"/>
                  </a:cubicBezTo>
                  <a:cubicBezTo>
                    <a:pt x="282" y="2072"/>
                    <a:pt x="529" y="2033"/>
                    <a:pt x="574" y="1921"/>
                  </a:cubicBezTo>
                  <a:cubicBezTo>
                    <a:pt x="590" y="1883"/>
                    <a:pt x="600" y="1844"/>
                    <a:pt x="600" y="1801"/>
                  </a:cubicBezTo>
                  <a:lnTo>
                    <a:pt x="638" y="1766"/>
                  </a:lnTo>
                  <a:lnTo>
                    <a:pt x="638" y="332"/>
                  </a:lnTo>
                  <a:lnTo>
                    <a:pt x="600" y="307"/>
                  </a:lnTo>
                  <a:cubicBezTo>
                    <a:pt x="600" y="138"/>
                    <a:pt x="463" y="0"/>
                    <a:pt x="29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27"/>
            <p:cNvSpPr/>
            <p:nvPr/>
          </p:nvSpPr>
          <p:spPr>
            <a:xfrm>
              <a:off x="2411762" y="2903742"/>
              <a:ext cx="18952" cy="67778"/>
            </a:xfrm>
            <a:custGeom>
              <a:rect b="b" l="l" r="r" t="t"/>
              <a:pathLst>
                <a:path extrusionOk="0" h="2110" w="590">
                  <a:moveTo>
                    <a:pt x="280" y="1"/>
                  </a:moveTo>
                  <a:cubicBezTo>
                    <a:pt x="123" y="15"/>
                    <a:pt x="0" y="148"/>
                    <a:pt x="0" y="306"/>
                  </a:cubicBezTo>
                  <a:lnTo>
                    <a:pt x="0" y="1801"/>
                  </a:lnTo>
                  <a:cubicBezTo>
                    <a:pt x="0" y="1971"/>
                    <a:pt x="138" y="2110"/>
                    <a:pt x="307" y="2110"/>
                  </a:cubicBezTo>
                  <a:cubicBezTo>
                    <a:pt x="435" y="2110"/>
                    <a:pt x="543" y="2033"/>
                    <a:pt x="590" y="1923"/>
                  </a:cubicBezTo>
                  <a:cubicBezTo>
                    <a:pt x="420" y="1923"/>
                    <a:pt x="280" y="1784"/>
                    <a:pt x="280" y="1612"/>
                  </a:cubicBezTo>
                  <a:lnTo>
                    <a:pt x="28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27"/>
            <p:cNvSpPr/>
            <p:nvPr/>
          </p:nvSpPr>
          <p:spPr>
            <a:xfrm>
              <a:off x="2432578" y="2903710"/>
              <a:ext cx="18631" cy="66237"/>
            </a:xfrm>
            <a:custGeom>
              <a:rect b="b" l="l" r="r" t="t"/>
              <a:pathLst>
                <a:path extrusionOk="0" h="2062" w="580">
                  <a:moveTo>
                    <a:pt x="273" y="0"/>
                  </a:moveTo>
                  <a:cubicBezTo>
                    <a:pt x="264" y="0"/>
                    <a:pt x="254" y="2"/>
                    <a:pt x="246" y="2"/>
                  </a:cubicBezTo>
                  <a:cubicBezTo>
                    <a:pt x="88" y="16"/>
                    <a:pt x="11" y="183"/>
                    <a:pt x="11" y="345"/>
                  </a:cubicBezTo>
                  <a:lnTo>
                    <a:pt x="1" y="1800"/>
                  </a:lnTo>
                  <a:cubicBezTo>
                    <a:pt x="1" y="1969"/>
                    <a:pt x="141" y="2062"/>
                    <a:pt x="311" y="2062"/>
                  </a:cubicBezTo>
                  <a:cubicBezTo>
                    <a:pt x="311" y="2062"/>
                    <a:pt x="510" y="2033"/>
                    <a:pt x="555" y="1924"/>
                  </a:cubicBezTo>
                  <a:cubicBezTo>
                    <a:pt x="571" y="1886"/>
                    <a:pt x="580" y="1846"/>
                    <a:pt x="580" y="1802"/>
                  </a:cubicBezTo>
                  <a:lnTo>
                    <a:pt x="580" y="308"/>
                  </a:lnTo>
                  <a:cubicBezTo>
                    <a:pt x="580" y="138"/>
                    <a:pt x="442" y="0"/>
                    <a:pt x="27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27"/>
            <p:cNvSpPr/>
            <p:nvPr/>
          </p:nvSpPr>
          <p:spPr>
            <a:xfrm>
              <a:off x="2431518" y="2903742"/>
              <a:ext cx="18952" cy="67714"/>
            </a:xfrm>
            <a:custGeom>
              <a:rect b="b" l="l" r="r" t="t"/>
              <a:pathLst>
                <a:path extrusionOk="0" h="2108" w="590">
                  <a:moveTo>
                    <a:pt x="280" y="1"/>
                  </a:moveTo>
                  <a:cubicBezTo>
                    <a:pt x="124" y="15"/>
                    <a:pt x="1" y="148"/>
                    <a:pt x="1" y="306"/>
                  </a:cubicBezTo>
                  <a:lnTo>
                    <a:pt x="1" y="1793"/>
                  </a:lnTo>
                  <a:cubicBezTo>
                    <a:pt x="1" y="1968"/>
                    <a:pt x="125" y="2100"/>
                    <a:pt x="293" y="2107"/>
                  </a:cubicBezTo>
                  <a:cubicBezTo>
                    <a:pt x="298" y="2107"/>
                    <a:pt x="302" y="2107"/>
                    <a:pt x="307" y="2107"/>
                  </a:cubicBezTo>
                  <a:cubicBezTo>
                    <a:pt x="435" y="2107"/>
                    <a:pt x="542" y="2031"/>
                    <a:pt x="590" y="1920"/>
                  </a:cubicBezTo>
                  <a:lnTo>
                    <a:pt x="590" y="1920"/>
                  </a:lnTo>
                  <a:cubicBezTo>
                    <a:pt x="588" y="1920"/>
                    <a:pt x="586" y="1920"/>
                    <a:pt x="585" y="1920"/>
                  </a:cubicBezTo>
                  <a:cubicBezTo>
                    <a:pt x="416" y="1920"/>
                    <a:pt x="280" y="1782"/>
                    <a:pt x="280" y="1612"/>
                  </a:cubicBezTo>
                  <a:lnTo>
                    <a:pt x="28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533" name="Google Shape;3533;p27"/>
          <p:cNvSpPr/>
          <p:nvPr/>
        </p:nvSpPr>
        <p:spPr>
          <a:xfrm>
            <a:off x="1567514" y="3078405"/>
            <a:ext cx="159103" cy="28942"/>
          </a:xfrm>
          <a:custGeom>
            <a:rect b="b" l="l" r="r" t="t"/>
            <a:pathLst>
              <a:path extrusionOk="0" h="901" w="4953">
                <a:moveTo>
                  <a:pt x="17" y="0"/>
                </a:moveTo>
                <a:lnTo>
                  <a:pt x="0" y="510"/>
                </a:lnTo>
                <a:cubicBezTo>
                  <a:pt x="0" y="523"/>
                  <a:pt x="6" y="533"/>
                  <a:pt x="15" y="543"/>
                </a:cubicBezTo>
                <a:cubicBezTo>
                  <a:pt x="15" y="543"/>
                  <a:pt x="445" y="865"/>
                  <a:pt x="783" y="865"/>
                </a:cubicBezTo>
                <a:lnTo>
                  <a:pt x="828" y="865"/>
                </a:lnTo>
                <a:lnTo>
                  <a:pt x="4714" y="901"/>
                </a:lnTo>
                <a:cubicBezTo>
                  <a:pt x="4812" y="901"/>
                  <a:pt x="4893" y="827"/>
                  <a:pt x="4900" y="728"/>
                </a:cubicBezTo>
                <a:cubicBezTo>
                  <a:pt x="4902" y="692"/>
                  <a:pt x="4928" y="697"/>
                  <a:pt x="4931" y="660"/>
                </a:cubicBezTo>
                <a:lnTo>
                  <a:pt x="4952" y="394"/>
                </a:lnTo>
                <a:lnTo>
                  <a:pt x="4909" y="330"/>
                </a:lnTo>
                <a:lnTo>
                  <a:pt x="746" y="287"/>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27"/>
          <p:cNvSpPr/>
          <p:nvPr/>
        </p:nvSpPr>
        <p:spPr>
          <a:xfrm>
            <a:off x="1567400" y="2958947"/>
            <a:ext cx="189715" cy="136360"/>
          </a:xfrm>
          <a:custGeom>
            <a:rect b="b" l="l" r="r" t="t"/>
            <a:pathLst>
              <a:path extrusionOk="0" h="4245" w="5906">
                <a:moveTo>
                  <a:pt x="5869" y="0"/>
                </a:moveTo>
                <a:cubicBezTo>
                  <a:pt x="5652" y="123"/>
                  <a:pt x="5411" y="311"/>
                  <a:pt x="5376" y="343"/>
                </a:cubicBezTo>
                <a:cubicBezTo>
                  <a:pt x="5173" y="536"/>
                  <a:pt x="5043" y="695"/>
                  <a:pt x="4983" y="785"/>
                </a:cubicBezTo>
                <a:cubicBezTo>
                  <a:pt x="4892" y="921"/>
                  <a:pt x="4818" y="1041"/>
                  <a:pt x="4774" y="1139"/>
                </a:cubicBezTo>
                <a:lnTo>
                  <a:pt x="4383" y="1873"/>
                </a:lnTo>
                <a:cubicBezTo>
                  <a:pt x="4261" y="2122"/>
                  <a:pt x="4080" y="2240"/>
                  <a:pt x="3802" y="2240"/>
                </a:cubicBezTo>
                <a:lnTo>
                  <a:pt x="8" y="2258"/>
                </a:lnTo>
                <a:lnTo>
                  <a:pt x="1" y="2315"/>
                </a:lnTo>
                <a:lnTo>
                  <a:pt x="1" y="3774"/>
                </a:lnTo>
                <a:lnTo>
                  <a:pt x="242" y="4023"/>
                </a:lnTo>
                <a:cubicBezTo>
                  <a:pt x="517" y="4168"/>
                  <a:pt x="823" y="4243"/>
                  <a:pt x="1137" y="4243"/>
                </a:cubicBezTo>
                <a:lnTo>
                  <a:pt x="4917" y="4243"/>
                </a:lnTo>
                <a:lnTo>
                  <a:pt x="4917" y="4245"/>
                </a:lnTo>
                <a:lnTo>
                  <a:pt x="4950" y="4245"/>
                </a:lnTo>
                <a:cubicBezTo>
                  <a:pt x="5028" y="3257"/>
                  <a:pt x="5108" y="2271"/>
                  <a:pt x="5186" y="1284"/>
                </a:cubicBezTo>
                <a:cubicBezTo>
                  <a:pt x="5250" y="500"/>
                  <a:pt x="5797" y="104"/>
                  <a:pt x="5906" y="3"/>
                </a:cubicBezTo>
                <a:lnTo>
                  <a:pt x="5869"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27"/>
          <p:cNvSpPr/>
          <p:nvPr/>
        </p:nvSpPr>
        <p:spPr>
          <a:xfrm>
            <a:off x="1567894" y="3037121"/>
            <a:ext cx="8962" cy="56728"/>
          </a:xfrm>
          <a:custGeom>
            <a:rect b="b" l="l" r="r" t="t"/>
            <a:pathLst>
              <a:path extrusionOk="0" h="1766" w="279">
                <a:moveTo>
                  <a:pt x="24" y="0"/>
                </a:moveTo>
                <a:lnTo>
                  <a:pt x="0" y="57"/>
                </a:lnTo>
                <a:lnTo>
                  <a:pt x="0" y="1593"/>
                </a:lnTo>
                <a:lnTo>
                  <a:pt x="278" y="1765"/>
                </a:lnTo>
                <a:lnTo>
                  <a:pt x="278"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27"/>
          <p:cNvSpPr/>
          <p:nvPr/>
        </p:nvSpPr>
        <p:spPr>
          <a:xfrm>
            <a:off x="1774901" y="2921901"/>
            <a:ext cx="89108" cy="178376"/>
          </a:xfrm>
          <a:custGeom>
            <a:rect b="b" l="l" r="r" t="t"/>
            <a:pathLst>
              <a:path extrusionOk="0" h="5553" w="2774">
                <a:moveTo>
                  <a:pt x="2729" y="0"/>
                </a:moveTo>
                <a:lnTo>
                  <a:pt x="353" y="843"/>
                </a:lnTo>
                <a:lnTo>
                  <a:pt x="0" y="5496"/>
                </a:lnTo>
                <a:lnTo>
                  <a:pt x="0" y="5552"/>
                </a:lnTo>
                <a:lnTo>
                  <a:pt x="2319" y="5552"/>
                </a:lnTo>
                <a:lnTo>
                  <a:pt x="2367" y="5497"/>
                </a:lnTo>
                <a:lnTo>
                  <a:pt x="2231" y="4607"/>
                </a:lnTo>
                <a:cubicBezTo>
                  <a:pt x="2015" y="3190"/>
                  <a:pt x="2166" y="1745"/>
                  <a:pt x="2670" y="401"/>
                </a:cubicBezTo>
                <a:cubicBezTo>
                  <a:pt x="2714" y="280"/>
                  <a:pt x="2749" y="155"/>
                  <a:pt x="2774" y="29"/>
                </a:cubicBezTo>
                <a:lnTo>
                  <a:pt x="2729"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27"/>
          <p:cNvSpPr/>
          <p:nvPr/>
        </p:nvSpPr>
        <p:spPr>
          <a:xfrm>
            <a:off x="1773906" y="2947784"/>
            <a:ext cx="19852" cy="154959"/>
          </a:xfrm>
          <a:custGeom>
            <a:rect b="b" l="l" r="r" t="t"/>
            <a:pathLst>
              <a:path extrusionOk="0" h="4824" w="618">
                <a:moveTo>
                  <a:pt x="617" y="0"/>
                </a:moveTo>
                <a:lnTo>
                  <a:pt x="387" y="77"/>
                </a:lnTo>
                <a:lnTo>
                  <a:pt x="323" y="196"/>
                </a:lnTo>
                <a:lnTo>
                  <a:pt x="1" y="4768"/>
                </a:lnTo>
                <a:lnTo>
                  <a:pt x="41" y="4824"/>
                </a:lnTo>
                <a:lnTo>
                  <a:pt x="241" y="4824"/>
                </a:lnTo>
                <a:lnTo>
                  <a:pt x="280" y="4768"/>
                </a:lnTo>
                <a:lnTo>
                  <a:pt x="617"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27"/>
          <p:cNvSpPr/>
          <p:nvPr/>
        </p:nvSpPr>
        <p:spPr>
          <a:xfrm>
            <a:off x="1773807" y="3099012"/>
            <a:ext cx="78379" cy="16093"/>
          </a:xfrm>
          <a:custGeom>
            <a:rect b="b" l="l" r="r" t="t"/>
            <a:pathLst>
              <a:path extrusionOk="0" h="501" w="2440">
                <a:moveTo>
                  <a:pt x="275" y="0"/>
                </a:moveTo>
                <a:lnTo>
                  <a:pt x="36" y="44"/>
                </a:lnTo>
                <a:lnTo>
                  <a:pt x="7" y="301"/>
                </a:lnTo>
                <a:cubicBezTo>
                  <a:pt x="0" y="410"/>
                  <a:pt x="86" y="500"/>
                  <a:pt x="194" y="500"/>
                </a:cubicBezTo>
                <a:lnTo>
                  <a:pt x="2237" y="501"/>
                </a:lnTo>
                <a:cubicBezTo>
                  <a:pt x="2351" y="501"/>
                  <a:pt x="2438" y="400"/>
                  <a:pt x="2421" y="288"/>
                </a:cubicBezTo>
                <a:lnTo>
                  <a:pt x="2439" y="266"/>
                </a:lnTo>
                <a:lnTo>
                  <a:pt x="2399"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27"/>
          <p:cNvSpPr/>
          <p:nvPr/>
        </p:nvSpPr>
        <p:spPr>
          <a:xfrm>
            <a:off x="1772769" y="3098462"/>
            <a:ext cx="80435" cy="17507"/>
          </a:xfrm>
          <a:custGeom>
            <a:rect b="b" l="l" r="r" t="t"/>
            <a:pathLst>
              <a:path extrusionOk="0" h="545" w="2504">
                <a:moveTo>
                  <a:pt x="33" y="0"/>
                </a:moveTo>
                <a:lnTo>
                  <a:pt x="8" y="346"/>
                </a:lnTo>
                <a:cubicBezTo>
                  <a:pt x="1" y="455"/>
                  <a:pt x="86" y="544"/>
                  <a:pt x="195" y="544"/>
                </a:cubicBezTo>
                <a:lnTo>
                  <a:pt x="2303" y="544"/>
                </a:lnTo>
                <a:cubicBezTo>
                  <a:pt x="2417" y="544"/>
                  <a:pt x="2504" y="443"/>
                  <a:pt x="2486" y="332"/>
                </a:cubicBezTo>
                <a:lnTo>
                  <a:pt x="2479" y="266"/>
                </a:lnTo>
                <a:lnTo>
                  <a:pt x="355" y="266"/>
                </a:lnTo>
                <a:cubicBezTo>
                  <a:pt x="322" y="266"/>
                  <a:pt x="298" y="239"/>
                  <a:pt x="299" y="207"/>
                </a:cubicBezTo>
                <a:lnTo>
                  <a:pt x="313"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27"/>
          <p:cNvSpPr/>
          <p:nvPr/>
        </p:nvSpPr>
        <p:spPr>
          <a:xfrm>
            <a:off x="1568857" y="2850577"/>
            <a:ext cx="296587" cy="183773"/>
          </a:xfrm>
          <a:custGeom>
            <a:rect b="b" l="l" r="r" t="t"/>
            <a:pathLst>
              <a:path extrusionOk="0" h="5721" w="9233">
                <a:moveTo>
                  <a:pt x="8192" y="0"/>
                </a:moveTo>
                <a:cubicBezTo>
                  <a:pt x="8124" y="0"/>
                  <a:pt x="8057" y="32"/>
                  <a:pt x="8015" y="92"/>
                </a:cubicBezTo>
                <a:lnTo>
                  <a:pt x="7928" y="167"/>
                </a:lnTo>
                <a:lnTo>
                  <a:pt x="7904" y="204"/>
                </a:lnTo>
                <a:cubicBezTo>
                  <a:pt x="7524" y="735"/>
                  <a:pt x="7010" y="1156"/>
                  <a:pt x="6415" y="1422"/>
                </a:cubicBezTo>
                <a:cubicBezTo>
                  <a:pt x="5947" y="1631"/>
                  <a:pt x="5445" y="1735"/>
                  <a:pt x="4943" y="1735"/>
                </a:cubicBezTo>
                <a:cubicBezTo>
                  <a:pt x="4485" y="1735"/>
                  <a:pt x="4026" y="1648"/>
                  <a:pt x="3592" y="1473"/>
                </a:cubicBezTo>
                <a:lnTo>
                  <a:pt x="3359" y="1379"/>
                </a:lnTo>
                <a:cubicBezTo>
                  <a:pt x="3338" y="1370"/>
                  <a:pt x="3315" y="1366"/>
                  <a:pt x="3292" y="1366"/>
                </a:cubicBezTo>
                <a:cubicBezTo>
                  <a:pt x="3224" y="1366"/>
                  <a:pt x="3159" y="1405"/>
                  <a:pt x="3128" y="1470"/>
                </a:cubicBezTo>
                <a:lnTo>
                  <a:pt x="2065" y="3681"/>
                </a:lnTo>
                <a:cubicBezTo>
                  <a:pt x="2007" y="3801"/>
                  <a:pt x="1903" y="3888"/>
                  <a:pt x="1776" y="3924"/>
                </a:cubicBezTo>
                <a:lnTo>
                  <a:pt x="1784" y="3956"/>
                </a:lnTo>
                <a:lnTo>
                  <a:pt x="1088" y="4145"/>
                </a:lnTo>
                <a:lnTo>
                  <a:pt x="1010" y="4130"/>
                </a:lnTo>
                <a:lnTo>
                  <a:pt x="777" y="4193"/>
                </a:lnTo>
                <a:cubicBezTo>
                  <a:pt x="762" y="4196"/>
                  <a:pt x="748" y="4202"/>
                  <a:pt x="733" y="4206"/>
                </a:cubicBezTo>
                <a:cubicBezTo>
                  <a:pt x="587" y="4253"/>
                  <a:pt x="438" y="4471"/>
                  <a:pt x="328" y="4570"/>
                </a:cubicBezTo>
                <a:cubicBezTo>
                  <a:pt x="96" y="4772"/>
                  <a:pt x="1" y="4988"/>
                  <a:pt x="46" y="5615"/>
                </a:cubicBezTo>
                <a:cubicBezTo>
                  <a:pt x="46" y="5615"/>
                  <a:pt x="37" y="5709"/>
                  <a:pt x="59" y="5712"/>
                </a:cubicBezTo>
                <a:lnTo>
                  <a:pt x="3824" y="5721"/>
                </a:lnTo>
                <a:cubicBezTo>
                  <a:pt x="4102" y="5721"/>
                  <a:pt x="4287" y="5535"/>
                  <a:pt x="4410" y="5286"/>
                </a:cubicBezTo>
                <a:lnTo>
                  <a:pt x="4781" y="4520"/>
                </a:lnTo>
                <a:cubicBezTo>
                  <a:pt x="5063" y="3941"/>
                  <a:pt x="5596" y="3523"/>
                  <a:pt x="6197" y="3290"/>
                </a:cubicBezTo>
                <a:lnTo>
                  <a:pt x="6692" y="3096"/>
                </a:lnTo>
                <a:lnTo>
                  <a:pt x="9149" y="2235"/>
                </a:lnTo>
                <a:cubicBezTo>
                  <a:pt x="9175" y="2094"/>
                  <a:pt x="9232" y="1876"/>
                  <a:pt x="9232" y="1876"/>
                </a:cubicBezTo>
                <a:lnTo>
                  <a:pt x="9232" y="1667"/>
                </a:lnTo>
                <a:cubicBezTo>
                  <a:pt x="9232" y="1097"/>
                  <a:pt x="8979" y="558"/>
                  <a:pt x="8542" y="193"/>
                </a:cubicBezTo>
                <a:lnTo>
                  <a:pt x="8449" y="117"/>
                </a:lnTo>
                <a:lnTo>
                  <a:pt x="8332" y="52"/>
                </a:lnTo>
                <a:cubicBezTo>
                  <a:pt x="8291" y="17"/>
                  <a:pt x="8241" y="0"/>
                  <a:pt x="81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27"/>
          <p:cNvSpPr/>
          <p:nvPr/>
        </p:nvSpPr>
        <p:spPr>
          <a:xfrm>
            <a:off x="1567894" y="2910809"/>
            <a:ext cx="297551" cy="128233"/>
          </a:xfrm>
          <a:custGeom>
            <a:rect b="b" l="l" r="r" t="t"/>
            <a:pathLst>
              <a:path extrusionOk="0" h="3992" w="9263">
                <a:moveTo>
                  <a:pt x="9262" y="1"/>
                </a:moveTo>
                <a:lnTo>
                  <a:pt x="6625" y="973"/>
                </a:lnTo>
                <a:lnTo>
                  <a:pt x="6128" y="1167"/>
                </a:lnTo>
                <a:cubicBezTo>
                  <a:pt x="5530" y="1400"/>
                  <a:pt x="4909" y="1851"/>
                  <a:pt x="4627" y="2430"/>
                </a:cubicBezTo>
                <a:lnTo>
                  <a:pt x="4151" y="3405"/>
                </a:lnTo>
                <a:cubicBezTo>
                  <a:pt x="4087" y="3534"/>
                  <a:pt x="3957" y="3617"/>
                  <a:pt x="3815" y="3617"/>
                </a:cubicBezTo>
                <a:lnTo>
                  <a:pt x="559" y="3617"/>
                </a:lnTo>
                <a:cubicBezTo>
                  <a:pt x="456" y="3617"/>
                  <a:pt x="373" y="3534"/>
                  <a:pt x="373" y="3431"/>
                </a:cubicBezTo>
                <a:lnTo>
                  <a:pt x="373" y="3238"/>
                </a:lnTo>
                <a:cubicBezTo>
                  <a:pt x="373" y="3110"/>
                  <a:pt x="388" y="2984"/>
                  <a:pt x="423" y="2863"/>
                </a:cubicBezTo>
                <a:cubicBezTo>
                  <a:pt x="493" y="2625"/>
                  <a:pt x="613" y="2462"/>
                  <a:pt x="746" y="2346"/>
                </a:cubicBezTo>
                <a:cubicBezTo>
                  <a:pt x="750" y="2340"/>
                  <a:pt x="756" y="2336"/>
                  <a:pt x="762" y="2333"/>
                </a:cubicBezTo>
                <a:lnTo>
                  <a:pt x="762" y="2333"/>
                </a:lnTo>
                <a:cubicBezTo>
                  <a:pt x="616" y="2379"/>
                  <a:pt x="483" y="2454"/>
                  <a:pt x="373" y="2551"/>
                </a:cubicBezTo>
                <a:cubicBezTo>
                  <a:pt x="141" y="2754"/>
                  <a:pt x="0" y="3049"/>
                  <a:pt x="0" y="3374"/>
                </a:cubicBezTo>
                <a:lnTo>
                  <a:pt x="0" y="3992"/>
                </a:lnTo>
                <a:lnTo>
                  <a:pt x="3838" y="3992"/>
                </a:lnTo>
                <a:cubicBezTo>
                  <a:pt x="3839" y="3992"/>
                  <a:pt x="3841" y="3992"/>
                  <a:pt x="3842" y="3992"/>
                </a:cubicBezTo>
                <a:cubicBezTo>
                  <a:pt x="4100" y="3992"/>
                  <a:pt x="4348" y="3844"/>
                  <a:pt x="4474" y="3618"/>
                </a:cubicBezTo>
                <a:cubicBezTo>
                  <a:pt x="4481" y="3607"/>
                  <a:pt x="4485" y="3595"/>
                  <a:pt x="4493" y="3582"/>
                </a:cubicBezTo>
                <a:lnTo>
                  <a:pt x="4872" y="2805"/>
                </a:lnTo>
                <a:cubicBezTo>
                  <a:pt x="5006" y="2527"/>
                  <a:pt x="5192" y="2275"/>
                  <a:pt x="5415" y="2065"/>
                </a:cubicBezTo>
                <a:lnTo>
                  <a:pt x="5415" y="2017"/>
                </a:lnTo>
                <a:cubicBezTo>
                  <a:pt x="5415" y="2017"/>
                  <a:pt x="5729" y="1748"/>
                  <a:pt x="5875" y="1668"/>
                </a:cubicBezTo>
                <a:lnTo>
                  <a:pt x="5944" y="1678"/>
                </a:lnTo>
                <a:cubicBezTo>
                  <a:pt x="6040" y="1626"/>
                  <a:pt x="6140" y="1581"/>
                  <a:pt x="6241" y="1541"/>
                </a:cubicBezTo>
                <a:lnTo>
                  <a:pt x="6736" y="1348"/>
                </a:lnTo>
                <a:lnTo>
                  <a:pt x="6773" y="1285"/>
                </a:lnTo>
                <a:lnTo>
                  <a:pt x="7285" y="1115"/>
                </a:lnTo>
                <a:lnTo>
                  <a:pt x="7294" y="1147"/>
                </a:lnTo>
                <a:lnTo>
                  <a:pt x="9223" y="452"/>
                </a:lnTo>
                <a:cubicBezTo>
                  <a:pt x="9251" y="312"/>
                  <a:pt x="9262" y="170"/>
                  <a:pt x="9262" y="25"/>
                </a:cubicBezTo>
                <a:lnTo>
                  <a:pt x="926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27"/>
          <p:cNvSpPr/>
          <p:nvPr/>
        </p:nvSpPr>
        <p:spPr>
          <a:xfrm>
            <a:off x="1656620" y="2908786"/>
            <a:ext cx="35945" cy="19820"/>
          </a:xfrm>
          <a:custGeom>
            <a:rect b="b" l="l" r="r" t="t"/>
            <a:pathLst>
              <a:path extrusionOk="0" h="617" w="1119">
                <a:moveTo>
                  <a:pt x="161" y="0"/>
                </a:moveTo>
                <a:cubicBezTo>
                  <a:pt x="107" y="0"/>
                  <a:pt x="55" y="33"/>
                  <a:pt x="32" y="87"/>
                </a:cubicBezTo>
                <a:cubicBezTo>
                  <a:pt x="1" y="158"/>
                  <a:pt x="35" y="239"/>
                  <a:pt x="106" y="269"/>
                </a:cubicBezTo>
                <a:lnTo>
                  <a:pt x="904" y="606"/>
                </a:lnTo>
                <a:cubicBezTo>
                  <a:pt x="923" y="614"/>
                  <a:pt x="940" y="617"/>
                  <a:pt x="959" y="617"/>
                </a:cubicBezTo>
                <a:cubicBezTo>
                  <a:pt x="1012" y="617"/>
                  <a:pt x="1065" y="586"/>
                  <a:pt x="1086" y="531"/>
                </a:cubicBezTo>
                <a:cubicBezTo>
                  <a:pt x="1118" y="460"/>
                  <a:pt x="1083" y="379"/>
                  <a:pt x="1012" y="349"/>
                </a:cubicBezTo>
                <a:lnTo>
                  <a:pt x="215" y="11"/>
                </a:lnTo>
                <a:cubicBezTo>
                  <a:pt x="197" y="4"/>
                  <a:pt x="179" y="0"/>
                  <a:pt x="16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27"/>
          <p:cNvSpPr/>
          <p:nvPr/>
        </p:nvSpPr>
        <p:spPr>
          <a:xfrm>
            <a:off x="1648911" y="2925522"/>
            <a:ext cx="30259" cy="17443"/>
          </a:xfrm>
          <a:custGeom>
            <a:rect b="b" l="l" r="r" t="t"/>
            <a:pathLst>
              <a:path extrusionOk="0" h="543" w="942">
                <a:moveTo>
                  <a:pt x="161" y="1"/>
                </a:moveTo>
                <a:cubicBezTo>
                  <a:pt x="107" y="1"/>
                  <a:pt x="55" y="33"/>
                  <a:pt x="31" y="87"/>
                </a:cubicBezTo>
                <a:cubicBezTo>
                  <a:pt x="0" y="158"/>
                  <a:pt x="35" y="239"/>
                  <a:pt x="106" y="269"/>
                </a:cubicBezTo>
                <a:lnTo>
                  <a:pt x="728" y="531"/>
                </a:lnTo>
                <a:cubicBezTo>
                  <a:pt x="746" y="539"/>
                  <a:pt x="765" y="543"/>
                  <a:pt x="782" y="543"/>
                </a:cubicBezTo>
                <a:cubicBezTo>
                  <a:pt x="837" y="543"/>
                  <a:pt x="888" y="510"/>
                  <a:pt x="911" y="458"/>
                </a:cubicBezTo>
                <a:cubicBezTo>
                  <a:pt x="941" y="387"/>
                  <a:pt x="906" y="306"/>
                  <a:pt x="837" y="275"/>
                </a:cubicBezTo>
                <a:lnTo>
                  <a:pt x="215" y="12"/>
                </a:lnTo>
                <a:cubicBezTo>
                  <a:pt x="197" y="4"/>
                  <a:pt x="179" y="1"/>
                  <a:pt x="16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27"/>
          <p:cNvSpPr/>
          <p:nvPr/>
        </p:nvSpPr>
        <p:spPr>
          <a:xfrm>
            <a:off x="1641040" y="2942227"/>
            <a:ext cx="25602" cy="15451"/>
          </a:xfrm>
          <a:custGeom>
            <a:rect b="b" l="l" r="r" t="t"/>
            <a:pathLst>
              <a:path extrusionOk="0" h="481" w="797">
                <a:moveTo>
                  <a:pt x="161" y="0"/>
                </a:moveTo>
                <a:cubicBezTo>
                  <a:pt x="107" y="0"/>
                  <a:pt x="55" y="33"/>
                  <a:pt x="32" y="85"/>
                </a:cubicBezTo>
                <a:cubicBezTo>
                  <a:pt x="1" y="156"/>
                  <a:pt x="35" y="239"/>
                  <a:pt x="106" y="269"/>
                </a:cubicBezTo>
                <a:lnTo>
                  <a:pt x="584" y="470"/>
                </a:lnTo>
                <a:cubicBezTo>
                  <a:pt x="601" y="477"/>
                  <a:pt x="620" y="480"/>
                  <a:pt x="638" y="480"/>
                </a:cubicBezTo>
                <a:cubicBezTo>
                  <a:pt x="693" y="480"/>
                  <a:pt x="745" y="450"/>
                  <a:pt x="766" y="395"/>
                </a:cubicBezTo>
                <a:cubicBezTo>
                  <a:pt x="797" y="324"/>
                  <a:pt x="764" y="243"/>
                  <a:pt x="693" y="213"/>
                </a:cubicBezTo>
                <a:lnTo>
                  <a:pt x="215" y="11"/>
                </a:lnTo>
                <a:cubicBezTo>
                  <a:pt x="197" y="4"/>
                  <a:pt x="179" y="0"/>
                  <a:pt x="16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27"/>
          <p:cNvSpPr/>
          <p:nvPr/>
        </p:nvSpPr>
        <p:spPr>
          <a:xfrm>
            <a:off x="1633266" y="2959027"/>
            <a:ext cx="20141" cy="13202"/>
          </a:xfrm>
          <a:custGeom>
            <a:rect b="b" l="l" r="r" t="t"/>
            <a:pathLst>
              <a:path extrusionOk="0" h="411" w="627">
                <a:moveTo>
                  <a:pt x="159" y="1"/>
                </a:moveTo>
                <a:cubicBezTo>
                  <a:pt x="106" y="1"/>
                  <a:pt x="54" y="33"/>
                  <a:pt x="31" y="86"/>
                </a:cubicBezTo>
                <a:cubicBezTo>
                  <a:pt x="1" y="157"/>
                  <a:pt x="36" y="238"/>
                  <a:pt x="105" y="269"/>
                </a:cubicBezTo>
                <a:lnTo>
                  <a:pt x="413" y="399"/>
                </a:lnTo>
                <a:cubicBezTo>
                  <a:pt x="431" y="406"/>
                  <a:pt x="450" y="410"/>
                  <a:pt x="467" y="410"/>
                </a:cubicBezTo>
                <a:cubicBezTo>
                  <a:pt x="522" y="410"/>
                  <a:pt x="573" y="377"/>
                  <a:pt x="596" y="325"/>
                </a:cubicBezTo>
                <a:cubicBezTo>
                  <a:pt x="626" y="254"/>
                  <a:pt x="593" y="173"/>
                  <a:pt x="522" y="141"/>
                </a:cubicBezTo>
                <a:lnTo>
                  <a:pt x="214" y="12"/>
                </a:lnTo>
                <a:cubicBezTo>
                  <a:pt x="196" y="4"/>
                  <a:pt x="178" y="1"/>
                  <a:pt x="15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27"/>
          <p:cNvSpPr/>
          <p:nvPr/>
        </p:nvSpPr>
        <p:spPr>
          <a:xfrm>
            <a:off x="1601239" y="2945439"/>
            <a:ext cx="150976" cy="55733"/>
          </a:xfrm>
          <a:custGeom>
            <a:rect b="b" l="l" r="r" t="t"/>
            <a:pathLst>
              <a:path extrusionOk="0" h="1735" w="4700">
                <a:moveTo>
                  <a:pt x="3466" y="1"/>
                </a:moveTo>
                <a:cubicBezTo>
                  <a:pt x="3309" y="1"/>
                  <a:pt x="3154" y="59"/>
                  <a:pt x="3035" y="169"/>
                </a:cubicBezTo>
                <a:lnTo>
                  <a:pt x="2372" y="783"/>
                </a:lnTo>
                <a:cubicBezTo>
                  <a:pt x="2112" y="1021"/>
                  <a:pt x="1779" y="1145"/>
                  <a:pt x="1444" y="1145"/>
                </a:cubicBezTo>
                <a:cubicBezTo>
                  <a:pt x="1212" y="1145"/>
                  <a:pt x="979" y="1086"/>
                  <a:pt x="768" y="965"/>
                </a:cubicBezTo>
                <a:lnTo>
                  <a:pt x="0" y="1175"/>
                </a:lnTo>
                <a:lnTo>
                  <a:pt x="588" y="1501"/>
                </a:lnTo>
                <a:cubicBezTo>
                  <a:pt x="870" y="1658"/>
                  <a:pt x="1180" y="1734"/>
                  <a:pt x="1488" y="1734"/>
                </a:cubicBezTo>
                <a:cubicBezTo>
                  <a:pt x="1944" y="1734"/>
                  <a:pt x="2396" y="1566"/>
                  <a:pt x="2748" y="1242"/>
                </a:cubicBezTo>
                <a:lnTo>
                  <a:pt x="3428" y="612"/>
                </a:lnTo>
                <a:cubicBezTo>
                  <a:pt x="3445" y="596"/>
                  <a:pt x="3467" y="588"/>
                  <a:pt x="3489" y="588"/>
                </a:cubicBezTo>
                <a:cubicBezTo>
                  <a:pt x="3502" y="588"/>
                  <a:pt x="3515" y="591"/>
                  <a:pt x="3527" y="596"/>
                </a:cubicBezTo>
                <a:lnTo>
                  <a:pt x="3983" y="805"/>
                </a:lnTo>
                <a:lnTo>
                  <a:pt x="4369" y="915"/>
                </a:lnTo>
                <a:lnTo>
                  <a:pt x="4602" y="721"/>
                </a:lnTo>
                <a:lnTo>
                  <a:pt x="4699" y="595"/>
                </a:lnTo>
                <a:lnTo>
                  <a:pt x="4481" y="402"/>
                </a:lnTo>
                <a:cubicBezTo>
                  <a:pt x="4232" y="288"/>
                  <a:pt x="3981" y="172"/>
                  <a:pt x="3732" y="59"/>
                </a:cubicBezTo>
                <a:cubicBezTo>
                  <a:pt x="3647" y="20"/>
                  <a:pt x="3556" y="1"/>
                  <a:pt x="346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27"/>
          <p:cNvSpPr/>
          <p:nvPr/>
        </p:nvSpPr>
        <p:spPr>
          <a:xfrm>
            <a:off x="1729253" y="2958385"/>
            <a:ext cx="29649" cy="18727"/>
          </a:xfrm>
          <a:custGeom>
            <a:rect b="b" l="l" r="r" t="t"/>
            <a:pathLst>
              <a:path extrusionOk="0" h="583" w="923">
                <a:moveTo>
                  <a:pt x="496" y="1"/>
                </a:moveTo>
                <a:cubicBezTo>
                  <a:pt x="316" y="119"/>
                  <a:pt x="147" y="252"/>
                  <a:pt x="1" y="404"/>
                </a:cubicBezTo>
                <a:lnTo>
                  <a:pt x="392" y="582"/>
                </a:lnTo>
                <a:cubicBezTo>
                  <a:pt x="551" y="432"/>
                  <a:pt x="729" y="302"/>
                  <a:pt x="923" y="196"/>
                </a:cubicBezTo>
                <a:cubicBezTo>
                  <a:pt x="780" y="131"/>
                  <a:pt x="639" y="66"/>
                  <a:pt x="49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27"/>
          <p:cNvSpPr/>
          <p:nvPr/>
        </p:nvSpPr>
        <p:spPr>
          <a:xfrm>
            <a:off x="1785406" y="2849163"/>
            <a:ext cx="65305" cy="102728"/>
          </a:xfrm>
          <a:custGeom>
            <a:rect b="b" l="l" r="r" t="t"/>
            <a:pathLst>
              <a:path extrusionOk="0" h="3198" w="2033">
                <a:moveTo>
                  <a:pt x="1442" y="1"/>
                </a:moveTo>
                <a:cubicBezTo>
                  <a:pt x="1428" y="1"/>
                  <a:pt x="1413" y="2"/>
                  <a:pt x="1397" y="6"/>
                </a:cubicBezTo>
                <a:cubicBezTo>
                  <a:pt x="1317" y="22"/>
                  <a:pt x="1274" y="81"/>
                  <a:pt x="1264" y="93"/>
                </a:cubicBezTo>
                <a:cubicBezTo>
                  <a:pt x="1236" y="132"/>
                  <a:pt x="1210" y="168"/>
                  <a:pt x="1184" y="206"/>
                </a:cubicBezTo>
                <a:lnTo>
                  <a:pt x="1388" y="973"/>
                </a:lnTo>
                <a:cubicBezTo>
                  <a:pt x="1454" y="1219"/>
                  <a:pt x="1352" y="1477"/>
                  <a:pt x="1136" y="1613"/>
                </a:cubicBezTo>
                <a:lnTo>
                  <a:pt x="500" y="2015"/>
                </a:lnTo>
                <a:cubicBezTo>
                  <a:pt x="294" y="2145"/>
                  <a:pt x="151" y="2352"/>
                  <a:pt x="101" y="2591"/>
                </a:cubicBezTo>
                <a:lnTo>
                  <a:pt x="57" y="2813"/>
                </a:lnTo>
                <a:lnTo>
                  <a:pt x="0" y="3198"/>
                </a:lnTo>
                <a:lnTo>
                  <a:pt x="485" y="3021"/>
                </a:lnTo>
                <a:lnTo>
                  <a:pt x="557" y="2724"/>
                </a:lnTo>
                <a:cubicBezTo>
                  <a:pt x="570" y="2669"/>
                  <a:pt x="630" y="2639"/>
                  <a:pt x="659" y="2594"/>
                </a:cubicBezTo>
                <a:cubicBezTo>
                  <a:pt x="695" y="2538"/>
                  <a:pt x="741" y="2491"/>
                  <a:pt x="801" y="2452"/>
                </a:cubicBezTo>
                <a:lnTo>
                  <a:pt x="1455" y="2031"/>
                </a:lnTo>
                <a:cubicBezTo>
                  <a:pt x="1850" y="1778"/>
                  <a:pt x="2033" y="1297"/>
                  <a:pt x="1904" y="845"/>
                </a:cubicBezTo>
                <a:lnTo>
                  <a:pt x="1707" y="156"/>
                </a:lnTo>
                <a:lnTo>
                  <a:pt x="1582" y="51"/>
                </a:lnTo>
                <a:cubicBezTo>
                  <a:pt x="1573" y="43"/>
                  <a:pt x="1518" y="1"/>
                  <a:pt x="144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27"/>
          <p:cNvSpPr/>
          <p:nvPr/>
        </p:nvSpPr>
        <p:spPr>
          <a:xfrm>
            <a:off x="1784378" y="2932493"/>
            <a:ext cx="22261" cy="21586"/>
          </a:xfrm>
          <a:custGeom>
            <a:rect b="b" l="l" r="r" t="t"/>
            <a:pathLst>
              <a:path extrusionOk="0" h="672" w="693">
                <a:moveTo>
                  <a:pt x="692" y="0"/>
                </a:moveTo>
                <a:lnTo>
                  <a:pt x="91" y="223"/>
                </a:lnTo>
                <a:lnTo>
                  <a:pt x="0" y="672"/>
                </a:lnTo>
                <a:lnTo>
                  <a:pt x="0" y="672"/>
                </a:lnTo>
                <a:lnTo>
                  <a:pt x="558" y="471"/>
                </a:lnTo>
                <a:lnTo>
                  <a:pt x="627" y="152"/>
                </a:lnTo>
                <a:cubicBezTo>
                  <a:pt x="640" y="97"/>
                  <a:pt x="662" y="47"/>
                  <a:pt x="69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550" name="Google Shape;3550;p27"/>
          <p:cNvGrpSpPr/>
          <p:nvPr/>
        </p:nvGrpSpPr>
        <p:grpSpPr>
          <a:xfrm>
            <a:off x="7266323" y="2189113"/>
            <a:ext cx="325048" cy="297623"/>
            <a:chOff x="7266323" y="2189113"/>
            <a:chExt cx="325048" cy="297623"/>
          </a:xfrm>
        </p:grpSpPr>
        <p:sp>
          <p:nvSpPr>
            <p:cNvPr id="3551" name="Google Shape;3551;p27"/>
            <p:cNvSpPr/>
            <p:nvPr/>
          </p:nvSpPr>
          <p:spPr>
            <a:xfrm>
              <a:off x="7277438" y="2189113"/>
              <a:ext cx="313933" cy="293728"/>
            </a:xfrm>
            <a:custGeom>
              <a:rect b="b" l="l" r="r" t="t"/>
              <a:pathLst>
                <a:path extrusionOk="0" h="9144" w="9773">
                  <a:moveTo>
                    <a:pt x="7762" y="1"/>
                  </a:moveTo>
                  <a:cubicBezTo>
                    <a:pt x="7253" y="1"/>
                    <a:pt x="6698" y="271"/>
                    <a:pt x="6204" y="706"/>
                  </a:cubicBezTo>
                  <a:cubicBezTo>
                    <a:pt x="5974" y="907"/>
                    <a:pt x="5764" y="1211"/>
                    <a:pt x="5570" y="1473"/>
                  </a:cubicBezTo>
                  <a:cubicBezTo>
                    <a:pt x="5036" y="2200"/>
                    <a:pt x="4824" y="2981"/>
                    <a:pt x="4895" y="3688"/>
                  </a:cubicBezTo>
                  <a:cubicBezTo>
                    <a:pt x="4910" y="3827"/>
                    <a:pt x="4816" y="3953"/>
                    <a:pt x="4717" y="4050"/>
                  </a:cubicBezTo>
                  <a:lnTo>
                    <a:pt x="4192" y="4577"/>
                  </a:lnTo>
                  <a:cubicBezTo>
                    <a:pt x="4104" y="4665"/>
                    <a:pt x="3987" y="4711"/>
                    <a:pt x="3865" y="4711"/>
                  </a:cubicBezTo>
                  <a:cubicBezTo>
                    <a:pt x="3849" y="4711"/>
                    <a:pt x="3832" y="4710"/>
                    <a:pt x="3815" y="4708"/>
                  </a:cubicBezTo>
                  <a:cubicBezTo>
                    <a:pt x="3736" y="4700"/>
                    <a:pt x="3655" y="4696"/>
                    <a:pt x="3573" y="4696"/>
                  </a:cubicBezTo>
                  <a:cubicBezTo>
                    <a:pt x="2921" y="4696"/>
                    <a:pt x="2189" y="4949"/>
                    <a:pt x="1545" y="5424"/>
                  </a:cubicBezTo>
                  <a:cubicBezTo>
                    <a:pt x="1431" y="5508"/>
                    <a:pt x="1321" y="5596"/>
                    <a:pt x="1218" y="5688"/>
                  </a:cubicBezTo>
                  <a:cubicBezTo>
                    <a:pt x="127" y="6654"/>
                    <a:pt x="1" y="8196"/>
                    <a:pt x="806" y="8592"/>
                  </a:cubicBezTo>
                  <a:cubicBezTo>
                    <a:pt x="1301" y="8836"/>
                    <a:pt x="2019" y="9143"/>
                    <a:pt x="2769" y="9143"/>
                  </a:cubicBezTo>
                  <a:cubicBezTo>
                    <a:pt x="3344" y="9143"/>
                    <a:pt x="3938" y="8963"/>
                    <a:pt x="4467" y="8435"/>
                  </a:cubicBezTo>
                  <a:cubicBezTo>
                    <a:pt x="4533" y="8368"/>
                    <a:pt x="4611" y="8316"/>
                    <a:pt x="4671" y="8248"/>
                  </a:cubicBezTo>
                  <a:cubicBezTo>
                    <a:pt x="5474" y="7314"/>
                    <a:pt x="5568" y="6221"/>
                    <a:pt x="5120" y="5489"/>
                  </a:cubicBezTo>
                  <a:cubicBezTo>
                    <a:pt x="5031" y="5344"/>
                    <a:pt x="5054" y="5154"/>
                    <a:pt x="5173" y="5034"/>
                  </a:cubicBezTo>
                  <a:cubicBezTo>
                    <a:pt x="5256" y="4952"/>
                    <a:pt x="5368" y="4894"/>
                    <a:pt x="5477" y="4894"/>
                  </a:cubicBezTo>
                  <a:cubicBezTo>
                    <a:pt x="5528" y="4894"/>
                    <a:pt x="5579" y="4907"/>
                    <a:pt x="5625" y="4936"/>
                  </a:cubicBezTo>
                  <a:cubicBezTo>
                    <a:pt x="5918" y="5116"/>
                    <a:pt x="6269" y="5213"/>
                    <a:pt x="6645" y="5213"/>
                  </a:cubicBezTo>
                  <a:cubicBezTo>
                    <a:pt x="7272" y="5213"/>
                    <a:pt x="7967" y="4942"/>
                    <a:pt x="8578" y="4332"/>
                  </a:cubicBezTo>
                  <a:cubicBezTo>
                    <a:pt x="8637" y="4273"/>
                    <a:pt x="8708" y="4222"/>
                    <a:pt x="8760" y="4158"/>
                  </a:cubicBezTo>
                  <a:cubicBezTo>
                    <a:pt x="9772" y="2964"/>
                    <a:pt x="9412" y="1445"/>
                    <a:pt x="8907" y="668"/>
                  </a:cubicBezTo>
                  <a:cubicBezTo>
                    <a:pt x="8604" y="201"/>
                    <a:pt x="8200" y="1"/>
                    <a:pt x="776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27"/>
            <p:cNvSpPr/>
            <p:nvPr/>
          </p:nvSpPr>
          <p:spPr>
            <a:xfrm>
              <a:off x="7429064" y="2211760"/>
              <a:ext cx="47670" cy="107514"/>
            </a:xfrm>
            <a:custGeom>
              <a:rect b="b" l="l" r="r" t="t"/>
              <a:pathLst>
                <a:path extrusionOk="0" h="3347" w="1484">
                  <a:moveTo>
                    <a:pt x="1484" y="1"/>
                  </a:moveTo>
                  <a:lnTo>
                    <a:pt x="1484" y="1"/>
                  </a:lnTo>
                  <a:cubicBezTo>
                    <a:pt x="1254" y="202"/>
                    <a:pt x="1038" y="439"/>
                    <a:pt x="847" y="701"/>
                  </a:cubicBezTo>
                  <a:cubicBezTo>
                    <a:pt x="313" y="1427"/>
                    <a:pt x="61" y="2263"/>
                    <a:pt x="132" y="2970"/>
                  </a:cubicBezTo>
                  <a:cubicBezTo>
                    <a:pt x="146" y="3110"/>
                    <a:pt x="97" y="3248"/>
                    <a:pt x="0" y="3346"/>
                  </a:cubicBezTo>
                  <a:lnTo>
                    <a:pt x="220" y="3126"/>
                  </a:lnTo>
                  <a:cubicBezTo>
                    <a:pt x="405" y="2942"/>
                    <a:pt x="502" y="2690"/>
                    <a:pt x="494" y="2430"/>
                  </a:cubicBezTo>
                  <a:cubicBezTo>
                    <a:pt x="473" y="1763"/>
                    <a:pt x="727" y="998"/>
                    <a:pt x="1219" y="328"/>
                  </a:cubicBezTo>
                  <a:cubicBezTo>
                    <a:pt x="1303" y="215"/>
                    <a:pt x="1391" y="105"/>
                    <a:pt x="148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27"/>
            <p:cNvSpPr/>
            <p:nvPr/>
          </p:nvSpPr>
          <p:spPr>
            <a:xfrm>
              <a:off x="7443712" y="2322684"/>
              <a:ext cx="115191" cy="35046"/>
            </a:xfrm>
            <a:custGeom>
              <a:rect b="b" l="l" r="r" t="t"/>
              <a:pathLst>
                <a:path extrusionOk="0" h="1091" w="3586">
                  <a:moveTo>
                    <a:pt x="3586" y="0"/>
                  </a:moveTo>
                  <a:lnTo>
                    <a:pt x="3586" y="0"/>
                  </a:lnTo>
                  <a:cubicBezTo>
                    <a:pt x="3016" y="490"/>
                    <a:pt x="2388" y="715"/>
                    <a:pt x="1818" y="715"/>
                  </a:cubicBezTo>
                  <a:cubicBezTo>
                    <a:pt x="1574" y="715"/>
                    <a:pt x="1340" y="674"/>
                    <a:pt x="1126" y="594"/>
                  </a:cubicBezTo>
                  <a:cubicBezTo>
                    <a:pt x="1009" y="550"/>
                    <a:pt x="887" y="528"/>
                    <a:pt x="765" y="528"/>
                  </a:cubicBezTo>
                  <a:cubicBezTo>
                    <a:pt x="503" y="528"/>
                    <a:pt x="246" y="629"/>
                    <a:pt x="54" y="823"/>
                  </a:cubicBezTo>
                  <a:lnTo>
                    <a:pt x="0" y="876"/>
                  </a:lnTo>
                  <a:cubicBezTo>
                    <a:pt x="95" y="795"/>
                    <a:pt x="188" y="770"/>
                    <a:pt x="265" y="770"/>
                  </a:cubicBezTo>
                  <a:cubicBezTo>
                    <a:pt x="354" y="770"/>
                    <a:pt x="422" y="803"/>
                    <a:pt x="453" y="823"/>
                  </a:cubicBezTo>
                  <a:cubicBezTo>
                    <a:pt x="738" y="998"/>
                    <a:pt x="1078" y="1090"/>
                    <a:pt x="1442" y="1090"/>
                  </a:cubicBezTo>
                  <a:cubicBezTo>
                    <a:pt x="2081" y="1090"/>
                    <a:pt x="2795" y="806"/>
                    <a:pt x="3416" y="186"/>
                  </a:cubicBezTo>
                  <a:cubicBezTo>
                    <a:pt x="3476" y="126"/>
                    <a:pt x="3534" y="64"/>
                    <a:pt x="35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27"/>
            <p:cNvSpPr/>
            <p:nvPr/>
          </p:nvSpPr>
          <p:spPr>
            <a:xfrm>
              <a:off x="7266323" y="2371866"/>
              <a:ext cx="161159" cy="114870"/>
            </a:xfrm>
            <a:custGeom>
              <a:rect b="b" l="l" r="r" t="t"/>
              <a:pathLst>
                <a:path extrusionOk="0" h="3576" w="5017">
                  <a:moveTo>
                    <a:pt x="1564" y="1"/>
                  </a:moveTo>
                  <a:cubicBezTo>
                    <a:pt x="473" y="967"/>
                    <a:pt x="1" y="2330"/>
                    <a:pt x="1153" y="3077"/>
                  </a:cubicBezTo>
                  <a:cubicBezTo>
                    <a:pt x="1569" y="3347"/>
                    <a:pt x="2197" y="3576"/>
                    <a:pt x="2873" y="3576"/>
                  </a:cubicBezTo>
                  <a:cubicBezTo>
                    <a:pt x="3528" y="3576"/>
                    <a:pt x="4229" y="3361"/>
                    <a:pt x="4829" y="2762"/>
                  </a:cubicBezTo>
                  <a:cubicBezTo>
                    <a:pt x="4895" y="2695"/>
                    <a:pt x="4957" y="2628"/>
                    <a:pt x="5017" y="2559"/>
                  </a:cubicBezTo>
                  <a:lnTo>
                    <a:pt x="5017" y="2559"/>
                  </a:lnTo>
                  <a:cubicBezTo>
                    <a:pt x="4461" y="3029"/>
                    <a:pt x="3835" y="3203"/>
                    <a:pt x="3246" y="3203"/>
                  </a:cubicBezTo>
                  <a:cubicBezTo>
                    <a:pt x="2570" y="3203"/>
                    <a:pt x="1942" y="2974"/>
                    <a:pt x="1527" y="2704"/>
                  </a:cubicBezTo>
                  <a:cubicBezTo>
                    <a:pt x="516" y="2049"/>
                    <a:pt x="755" y="920"/>
                    <a:pt x="156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27"/>
            <p:cNvSpPr/>
            <p:nvPr/>
          </p:nvSpPr>
          <p:spPr>
            <a:xfrm>
              <a:off x="7454377" y="2230553"/>
              <a:ext cx="100800" cy="101957"/>
            </a:xfrm>
            <a:custGeom>
              <a:rect b="b" l="l" r="r" t="t"/>
              <a:pathLst>
                <a:path extrusionOk="0" h="3174" w="3138">
                  <a:moveTo>
                    <a:pt x="2046" y="0"/>
                  </a:moveTo>
                  <a:cubicBezTo>
                    <a:pt x="1716" y="0"/>
                    <a:pt x="1368" y="241"/>
                    <a:pt x="1069" y="519"/>
                  </a:cubicBezTo>
                  <a:cubicBezTo>
                    <a:pt x="1069" y="519"/>
                    <a:pt x="1036" y="552"/>
                    <a:pt x="1017" y="569"/>
                  </a:cubicBezTo>
                  <a:cubicBezTo>
                    <a:pt x="917" y="664"/>
                    <a:pt x="826" y="779"/>
                    <a:pt x="741" y="871"/>
                  </a:cubicBezTo>
                  <a:cubicBezTo>
                    <a:pt x="1" y="1677"/>
                    <a:pt x="91" y="2612"/>
                    <a:pt x="438" y="2867"/>
                  </a:cubicBezTo>
                  <a:cubicBezTo>
                    <a:pt x="656" y="3027"/>
                    <a:pt x="950" y="3173"/>
                    <a:pt x="1289" y="3173"/>
                  </a:cubicBezTo>
                  <a:cubicBezTo>
                    <a:pt x="1608" y="3173"/>
                    <a:pt x="1965" y="3044"/>
                    <a:pt x="2333" y="2676"/>
                  </a:cubicBezTo>
                  <a:cubicBezTo>
                    <a:pt x="2384" y="2627"/>
                    <a:pt x="2442" y="2585"/>
                    <a:pt x="2485" y="2534"/>
                  </a:cubicBezTo>
                  <a:cubicBezTo>
                    <a:pt x="3138" y="1778"/>
                    <a:pt x="3050" y="994"/>
                    <a:pt x="2681" y="412"/>
                  </a:cubicBezTo>
                  <a:cubicBezTo>
                    <a:pt x="2492" y="115"/>
                    <a:pt x="2273" y="0"/>
                    <a:pt x="204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27"/>
            <p:cNvSpPr/>
            <p:nvPr/>
          </p:nvSpPr>
          <p:spPr>
            <a:xfrm>
              <a:off x="7451422" y="2247096"/>
              <a:ext cx="82844" cy="87245"/>
            </a:xfrm>
            <a:custGeom>
              <a:rect b="b" l="l" r="r" t="t"/>
              <a:pathLst>
                <a:path extrusionOk="0" h="2716" w="2579">
                  <a:moveTo>
                    <a:pt x="1160" y="1"/>
                  </a:moveTo>
                  <a:cubicBezTo>
                    <a:pt x="1041" y="112"/>
                    <a:pt x="930" y="228"/>
                    <a:pt x="831" y="337"/>
                  </a:cubicBezTo>
                  <a:cubicBezTo>
                    <a:pt x="93" y="1142"/>
                    <a:pt x="0" y="1936"/>
                    <a:pt x="477" y="2411"/>
                  </a:cubicBezTo>
                  <a:cubicBezTo>
                    <a:pt x="654" y="2589"/>
                    <a:pt x="937" y="2716"/>
                    <a:pt x="1268" y="2716"/>
                  </a:cubicBezTo>
                  <a:cubicBezTo>
                    <a:pt x="1626" y="2716"/>
                    <a:pt x="2041" y="2567"/>
                    <a:pt x="2438" y="2171"/>
                  </a:cubicBezTo>
                  <a:cubicBezTo>
                    <a:pt x="2487" y="2120"/>
                    <a:pt x="2535" y="2070"/>
                    <a:pt x="2579" y="2020"/>
                  </a:cubicBezTo>
                  <a:lnTo>
                    <a:pt x="2579" y="2020"/>
                  </a:lnTo>
                  <a:cubicBezTo>
                    <a:pt x="2225" y="2320"/>
                    <a:pt x="1864" y="2437"/>
                    <a:pt x="1547" y="2437"/>
                  </a:cubicBezTo>
                  <a:cubicBezTo>
                    <a:pt x="1216" y="2437"/>
                    <a:pt x="932" y="2309"/>
                    <a:pt x="755" y="2132"/>
                  </a:cubicBezTo>
                  <a:cubicBezTo>
                    <a:pt x="281" y="1657"/>
                    <a:pt x="371" y="861"/>
                    <a:pt x="1109" y="56"/>
                  </a:cubicBezTo>
                  <a:cubicBezTo>
                    <a:pt x="1125" y="37"/>
                    <a:pt x="1143" y="20"/>
                    <a:pt x="116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27"/>
            <p:cNvSpPr/>
            <p:nvPr/>
          </p:nvSpPr>
          <p:spPr>
            <a:xfrm>
              <a:off x="7317914" y="2364317"/>
              <a:ext cx="115609" cy="88080"/>
            </a:xfrm>
            <a:custGeom>
              <a:rect b="b" l="l" r="r" t="t"/>
              <a:pathLst>
                <a:path extrusionOk="0" h="2742" w="3599">
                  <a:moveTo>
                    <a:pt x="2377" y="1"/>
                  </a:moveTo>
                  <a:cubicBezTo>
                    <a:pt x="1971" y="1"/>
                    <a:pt x="1498" y="211"/>
                    <a:pt x="1021" y="649"/>
                  </a:cubicBezTo>
                  <a:cubicBezTo>
                    <a:pt x="1002" y="664"/>
                    <a:pt x="985" y="680"/>
                    <a:pt x="966" y="699"/>
                  </a:cubicBezTo>
                  <a:cubicBezTo>
                    <a:pt x="405" y="1229"/>
                    <a:pt x="0" y="2132"/>
                    <a:pt x="660" y="2530"/>
                  </a:cubicBezTo>
                  <a:cubicBezTo>
                    <a:pt x="780" y="2603"/>
                    <a:pt x="1155" y="2742"/>
                    <a:pt x="1601" y="2742"/>
                  </a:cubicBezTo>
                  <a:cubicBezTo>
                    <a:pt x="2005" y="2742"/>
                    <a:pt x="2467" y="2628"/>
                    <a:pt x="2848" y="2247"/>
                  </a:cubicBezTo>
                  <a:cubicBezTo>
                    <a:pt x="2895" y="2199"/>
                    <a:pt x="2943" y="2163"/>
                    <a:pt x="2984" y="2116"/>
                  </a:cubicBezTo>
                  <a:cubicBezTo>
                    <a:pt x="3599" y="1394"/>
                    <a:pt x="3443" y="641"/>
                    <a:pt x="3095" y="294"/>
                  </a:cubicBezTo>
                  <a:cubicBezTo>
                    <a:pt x="2902" y="100"/>
                    <a:pt x="2656" y="1"/>
                    <a:pt x="237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27"/>
            <p:cNvSpPr/>
            <p:nvPr/>
          </p:nvSpPr>
          <p:spPr>
            <a:xfrm>
              <a:off x="7308695" y="2386868"/>
              <a:ext cx="105073" cy="69995"/>
            </a:xfrm>
            <a:custGeom>
              <a:rect b="b" l="l" r="r" t="t"/>
              <a:pathLst>
                <a:path extrusionOk="0" h="2179" w="3271">
                  <a:moveTo>
                    <a:pt x="1253" y="0"/>
                  </a:moveTo>
                  <a:lnTo>
                    <a:pt x="1253" y="0"/>
                  </a:lnTo>
                  <a:cubicBezTo>
                    <a:pt x="690" y="527"/>
                    <a:pt x="1" y="1339"/>
                    <a:pt x="868" y="1892"/>
                  </a:cubicBezTo>
                  <a:cubicBezTo>
                    <a:pt x="1143" y="2067"/>
                    <a:pt x="1463" y="2178"/>
                    <a:pt x="1805" y="2178"/>
                  </a:cubicBezTo>
                  <a:cubicBezTo>
                    <a:pt x="2233" y="2178"/>
                    <a:pt x="2695" y="2003"/>
                    <a:pt x="3142" y="1556"/>
                  </a:cubicBezTo>
                  <a:cubicBezTo>
                    <a:pt x="3190" y="1510"/>
                    <a:pt x="3230" y="1464"/>
                    <a:pt x="3271" y="1417"/>
                  </a:cubicBezTo>
                  <a:lnTo>
                    <a:pt x="3271" y="1417"/>
                  </a:lnTo>
                  <a:cubicBezTo>
                    <a:pt x="2872" y="1760"/>
                    <a:pt x="2467" y="1898"/>
                    <a:pt x="2087" y="1898"/>
                  </a:cubicBezTo>
                  <a:cubicBezTo>
                    <a:pt x="1745" y="1898"/>
                    <a:pt x="1424" y="1786"/>
                    <a:pt x="1148" y="1611"/>
                  </a:cubicBezTo>
                  <a:cubicBezTo>
                    <a:pt x="422" y="1151"/>
                    <a:pt x="787" y="507"/>
                    <a:pt x="12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59" name="Google Shape;3559;p27"/>
          <p:cNvGrpSpPr/>
          <p:nvPr/>
        </p:nvGrpSpPr>
        <p:grpSpPr>
          <a:xfrm>
            <a:off x="6644561" y="2189016"/>
            <a:ext cx="304617" cy="297754"/>
            <a:chOff x="6644561" y="2189016"/>
            <a:chExt cx="304617" cy="297754"/>
          </a:xfrm>
        </p:grpSpPr>
        <p:sp>
          <p:nvSpPr>
            <p:cNvPr id="3560" name="Google Shape;3560;p27"/>
            <p:cNvSpPr/>
            <p:nvPr/>
          </p:nvSpPr>
          <p:spPr>
            <a:xfrm>
              <a:off x="6660784" y="2332932"/>
              <a:ext cx="140118" cy="137163"/>
            </a:xfrm>
            <a:custGeom>
              <a:rect b="b" l="l" r="r" t="t"/>
              <a:pathLst>
                <a:path extrusionOk="0" h="4270" w="4362">
                  <a:moveTo>
                    <a:pt x="2968" y="0"/>
                  </a:moveTo>
                  <a:cubicBezTo>
                    <a:pt x="2846" y="0"/>
                    <a:pt x="2725" y="47"/>
                    <a:pt x="2631" y="140"/>
                  </a:cubicBezTo>
                  <a:lnTo>
                    <a:pt x="91" y="2681"/>
                  </a:lnTo>
                  <a:cubicBezTo>
                    <a:pt x="17" y="2755"/>
                    <a:pt x="1" y="2870"/>
                    <a:pt x="52" y="2963"/>
                  </a:cubicBezTo>
                  <a:cubicBezTo>
                    <a:pt x="251" y="3328"/>
                    <a:pt x="558" y="3625"/>
                    <a:pt x="929" y="3814"/>
                  </a:cubicBezTo>
                  <a:lnTo>
                    <a:pt x="1590" y="4152"/>
                  </a:lnTo>
                  <a:cubicBezTo>
                    <a:pt x="1748" y="4231"/>
                    <a:pt x="1918" y="4269"/>
                    <a:pt x="2086" y="4269"/>
                  </a:cubicBezTo>
                  <a:cubicBezTo>
                    <a:pt x="2371" y="4269"/>
                    <a:pt x="2652" y="4159"/>
                    <a:pt x="2863" y="3949"/>
                  </a:cubicBezTo>
                  <a:lnTo>
                    <a:pt x="3953" y="2859"/>
                  </a:lnTo>
                  <a:cubicBezTo>
                    <a:pt x="4272" y="2540"/>
                    <a:pt x="4361" y="2061"/>
                    <a:pt x="4182" y="1650"/>
                  </a:cubicBezTo>
                  <a:lnTo>
                    <a:pt x="3918" y="1042"/>
                  </a:lnTo>
                  <a:cubicBezTo>
                    <a:pt x="3772" y="706"/>
                    <a:pt x="3564" y="401"/>
                    <a:pt x="3304" y="140"/>
                  </a:cubicBezTo>
                  <a:cubicBezTo>
                    <a:pt x="3211" y="47"/>
                    <a:pt x="3090" y="0"/>
                    <a:pt x="296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27"/>
            <p:cNvSpPr/>
            <p:nvPr/>
          </p:nvSpPr>
          <p:spPr>
            <a:xfrm>
              <a:off x="6790437" y="2203215"/>
              <a:ext cx="140150" cy="137195"/>
            </a:xfrm>
            <a:custGeom>
              <a:rect b="b" l="l" r="r" t="t"/>
              <a:pathLst>
                <a:path extrusionOk="0" h="4271" w="4363">
                  <a:moveTo>
                    <a:pt x="2969" y="1"/>
                  </a:moveTo>
                  <a:cubicBezTo>
                    <a:pt x="2848" y="1"/>
                    <a:pt x="2726" y="47"/>
                    <a:pt x="2633" y="141"/>
                  </a:cubicBezTo>
                  <a:lnTo>
                    <a:pt x="92" y="2681"/>
                  </a:lnTo>
                  <a:cubicBezTo>
                    <a:pt x="18" y="2755"/>
                    <a:pt x="1" y="2871"/>
                    <a:pt x="52" y="2964"/>
                  </a:cubicBezTo>
                  <a:cubicBezTo>
                    <a:pt x="253" y="3328"/>
                    <a:pt x="558" y="3625"/>
                    <a:pt x="930" y="3816"/>
                  </a:cubicBezTo>
                  <a:lnTo>
                    <a:pt x="1592" y="4152"/>
                  </a:lnTo>
                  <a:cubicBezTo>
                    <a:pt x="1749" y="4232"/>
                    <a:pt x="1919" y="4270"/>
                    <a:pt x="2087" y="4270"/>
                  </a:cubicBezTo>
                  <a:cubicBezTo>
                    <a:pt x="2372" y="4270"/>
                    <a:pt x="2652" y="4160"/>
                    <a:pt x="2864" y="3950"/>
                  </a:cubicBezTo>
                  <a:lnTo>
                    <a:pt x="3953" y="2861"/>
                  </a:lnTo>
                  <a:cubicBezTo>
                    <a:pt x="4272" y="2542"/>
                    <a:pt x="4363" y="2062"/>
                    <a:pt x="4183" y="1652"/>
                  </a:cubicBezTo>
                  <a:lnTo>
                    <a:pt x="3920" y="1043"/>
                  </a:lnTo>
                  <a:cubicBezTo>
                    <a:pt x="3772" y="707"/>
                    <a:pt x="3565" y="401"/>
                    <a:pt x="3306" y="141"/>
                  </a:cubicBezTo>
                  <a:cubicBezTo>
                    <a:pt x="3213" y="47"/>
                    <a:pt x="3091" y="1"/>
                    <a:pt x="296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27"/>
            <p:cNvSpPr/>
            <p:nvPr/>
          </p:nvSpPr>
          <p:spPr>
            <a:xfrm>
              <a:off x="6801262" y="2216193"/>
              <a:ext cx="102728" cy="99644"/>
            </a:xfrm>
            <a:custGeom>
              <a:rect b="b" l="l" r="r" t="t"/>
              <a:pathLst>
                <a:path extrusionOk="0" h="3102" w="3198">
                  <a:moveTo>
                    <a:pt x="2978" y="1"/>
                  </a:moveTo>
                  <a:cubicBezTo>
                    <a:pt x="2968" y="1"/>
                    <a:pt x="2959" y="4"/>
                    <a:pt x="2953" y="10"/>
                  </a:cubicBezTo>
                  <a:lnTo>
                    <a:pt x="52" y="2913"/>
                  </a:lnTo>
                  <a:cubicBezTo>
                    <a:pt x="0" y="2962"/>
                    <a:pt x="195" y="3102"/>
                    <a:pt x="248" y="3102"/>
                  </a:cubicBezTo>
                  <a:cubicBezTo>
                    <a:pt x="253" y="3102"/>
                    <a:pt x="257" y="3101"/>
                    <a:pt x="259" y="3098"/>
                  </a:cubicBezTo>
                  <a:lnTo>
                    <a:pt x="3150" y="207"/>
                  </a:lnTo>
                  <a:cubicBezTo>
                    <a:pt x="3197" y="159"/>
                    <a:pt x="3050" y="1"/>
                    <a:pt x="297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27"/>
            <p:cNvSpPr/>
            <p:nvPr/>
          </p:nvSpPr>
          <p:spPr>
            <a:xfrm>
              <a:off x="6818866" y="2230553"/>
              <a:ext cx="100351" cy="95854"/>
            </a:xfrm>
            <a:custGeom>
              <a:rect b="b" l="l" r="r" t="t"/>
              <a:pathLst>
                <a:path extrusionOk="0" h="2984" w="3124">
                  <a:moveTo>
                    <a:pt x="2903" y="0"/>
                  </a:moveTo>
                  <a:cubicBezTo>
                    <a:pt x="2893" y="0"/>
                    <a:pt x="2885" y="3"/>
                    <a:pt x="2878" y="9"/>
                  </a:cubicBezTo>
                  <a:lnTo>
                    <a:pt x="48" y="2839"/>
                  </a:lnTo>
                  <a:cubicBezTo>
                    <a:pt x="1" y="2889"/>
                    <a:pt x="216" y="2983"/>
                    <a:pt x="285" y="2983"/>
                  </a:cubicBezTo>
                  <a:cubicBezTo>
                    <a:pt x="294" y="2983"/>
                    <a:pt x="300" y="2982"/>
                    <a:pt x="303" y="2978"/>
                  </a:cubicBezTo>
                  <a:lnTo>
                    <a:pt x="3075" y="208"/>
                  </a:lnTo>
                  <a:cubicBezTo>
                    <a:pt x="3124" y="159"/>
                    <a:pt x="2976" y="0"/>
                    <a:pt x="290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27"/>
            <p:cNvSpPr/>
            <p:nvPr/>
          </p:nvSpPr>
          <p:spPr>
            <a:xfrm>
              <a:off x="6839201" y="2252557"/>
              <a:ext cx="85414" cy="83872"/>
            </a:xfrm>
            <a:custGeom>
              <a:rect b="b" l="l" r="r" t="t"/>
              <a:pathLst>
                <a:path extrusionOk="0" h="2611" w="2659">
                  <a:moveTo>
                    <a:pt x="2502" y="0"/>
                  </a:moveTo>
                  <a:cubicBezTo>
                    <a:pt x="2496" y="0"/>
                    <a:pt x="2491" y="3"/>
                    <a:pt x="2486" y="8"/>
                  </a:cubicBezTo>
                  <a:lnTo>
                    <a:pt x="51" y="2442"/>
                  </a:lnTo>
                  <a:cubicBezTo>
                    <a:pt x="1" y="2492"/>
                    <a:pt x="208" y="2610"/>
                    <a:pt x="269" y="2610"/>
                  </a:cubicBezTo>
                  <a:cubicBezTo>
                    <a:pt x="275" y="2610"/>
                    <a:pt x="280" y="2609"/>
                    <a:pt x="282" y="2606"/>
                  </a:cubicBezTo>
                  <a:lnTo>
                    <a:pt x="2609" y="278"/>
                  </a:lnTo>
                  <a:cubicBezTo>
                    <a:pt x="2659" y="230"/>
                    <a:pt x="2562" y="0"/>
                    <a:pt x="250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27"/>
            <p:cNvSpPr/>
            <p:nvPr/>
          </p:nvSpPr>
          <p:spPr>
            <a:xfrm>
              <a:off x="6672830" y="2344882"/>
              <a:ext cx="102503" cy="99772"/>
            </a:xfrm>
            <a:custGeom>
              <a:rect b="b" l="l" r="r" t="t"/>
              <a:pathLst>
                <a:path extrusionOk="0" h="3106" w="3191">
                  <a:moveTo>
                    <a:pt x="2970" y="1"/>
                  </a:moveTo>
                  <a:cubicBezTo>
                    <a:pt x="2960" y="1"/>
                    <a:pt x="2952" y="4"/>
                    <a:pt x="2945" y="10"/>
                  </a:cubicBezTo>
                  <a:lnTo>
                    <a:pt x="50" y="2905"/>
                  </a:lnTo>
                  <a:cubicBezTo>
                    <a:pt x="1" y="2956"/>
                    <a:pt x="189" y="3105"/>
                    <a:pt x="239" y="3105"/>
                  </a:cubicBezTo>
                  <a:cubicBezTo>
                    <a:pt x="243" y="3105"/>
                    <a:pt x="246" y="3104"/>
                    <a:pt x="248" y="3102"/>
                  </a:cubicBezTo>
                  <a:lnTo>
                    <a:pt x="3144" y="207"/>
                  </a:lnTo>
                  <a:cubicBezTo>
                    <a:pt x="3191" y="160"/>
                    <a:pt x="3043" y="1"/>
                    <a:pt x="297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27"/>
            <p:cNvSpPr/>
            <p:nvPr/>
          </p:nvSpPr>
          <p:spPr>
            <a:xfrm>
              <a:off x="6689920" y="2362229"/>
              <a:ext cx="96303" cy="93733"/>
            </a:xfrm>
            <a:custGeom>
              <a:rect b="b" l="l" r="r" t="t"/>
              <a:pathLst>
                <a:path extrusionOk="0" h="2918" w="2998">
                  <a:moveTo>
                    <a:pt x="2814" y="1"/>
                  </a:moveTo>
                  <a:cubicBezTo>
                    <a:pt x="2807" y="1"/>
                    <a:pt x="2801" y="3"/>
                    <a:pt x="2796" y="9"/>
                  </a:cubicBezTo>
                  <a:lnTo>
                    <a:pt x="52" y="2752"/>
                  </a:lnTo>
                  <a:cubicBezTo>
                    <a:pt x="1" y="2802"/>
                    <a:pt x="214" y="2918"/>
                    <a:pt x="275" y="2918"/>
                  </a:cubicBezTo>
                  <a:cubicBezTo>
                    <a:pt x="281" y="2918"/>
                    <a:pt x="286" y="2916"/>
                    <a:pt x="288" y="2914"/>
                  </a:cubicBezTo>
                  <a:lnTo>
                    <a:pt x="2948" y="253"/>
                  </a:lnTo>
                  <a:cubicBezTo>
                    <a:pt x="2997" y="202"/>
                    <a:pt x="2879" y="1"/>
                    <a:pt x="2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27"/>
            <p:cNvSpPr/>
            <p:nvPr/>
          </p:nvSpPr>
          <p:spPr>
            <a:xfrm>
              <a:off x="6708938" y="2382306"/>
              <a:ext cx="85799" cy="82940"/>
            </a:xfrm>
            <a:custGeom>
              <a:rect b="b" l="l" r="r" t="t"/>
              <a:pathLst>
                <a:path extrusionOk="0" h="2582" w="2671">
                  <a:moveTo>
                    <a:pt x="2517" y="0"/>
                  </a:moveTo>
                  <a:cubicBezTo>
                    <a:pt x="2511" y="0"/>
                    <a:pt x="2505" y="2"/>
                    <a:pt x="2500" y="7"/>
                  </a:cubicBezTo>
                  <a:lnTo>
                    <a:pt x="48" y="2458"/>
                  </a:lnTo>
                  <a:cubicBezTo>
                    <a:pt x="1" y="2507"/>
                    <a:pt x="234" y="2581"/>
                    <a:pt x="308" y="2581"/>
                  </a:cubicBezTo>
                  <a:cubicBezTo>
                    <a:pt x="317" y="2581"/>
                    <a:pt x="324" y="2580"/>
                    <a:pt x="327" y="2577"/>
                  </a:cubicBezTo>
                  <a:lnTo>
                    <a:pt x="2622" y="281"/>
                  </a:lnTo>
                  <a:cubicBezTo>
                    <a:pt x="2671" y="232"/>
                    <a:pt x="2576" y="0"/>
                    <a:pt x="251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27"/>
            <p:cNvSpPr/>
            <p:nvPr/>
          </p:nvSpPr>
          <p:spPr>
            <a:xfrm>
              <a:off x="6646745" y="2189016"/>
              <a:ext cx="302433" cy="294595"/>
            </a:xfrm>
            <a:custGeom>
              <a:rect b="b" l="l" r="r" t="t"/>
              <a:pathLst>
                <a:path extrusionOk="0" h="9171" w="9415">
                  <a:moveTo>
                    <a:pt x="7305" y="676"/>
                  </a:moveTo>
                  <a:cubicBezTo>
                    <a:pt x="7341" y="676"/>
                    <a:pt x="7377" y="686"/>
                    <a:pt x="7410" y="704"/>
                  </a:cubicBezTo>
                  <a:cubicBezTo>
                    <a:pt x="7743" y="887"/>
                    <a:pt x="8013" y="1165"/>
                    <a:pt x="8186" y="1503"/>
                  </a:cubicBezTo>
                  <a:lnTo>
                    <a:pt x="8494" y="2109"/>
                  </a:lnTo>
                  <a:cubicBezTo>
                    <a:pt x="8692" y="2494"/>
                    <a:pt x="8619" y="2960"/>
                    <a:pt x="8313" y="3267"/>
                  </a:cubicBezTo>
                  <a:lnTo>
                    <a:pt x="7319" y="4260"/>
                  </a:lnTo>
                  <a:cubicBezTo>
                    <a:pt x="7128" y="4451"/>
                    <a:pt x="6872" y="4552"/>
                    <a:pt x="6613" y="4552"/>
                  </a:cubicBezTo>
                  <a:cubicBezTo>
                    <a:pt x="6479" y="4552"/>
                    <a:pt x="6344" y="4525"/>
                    <a:pt x="6216" y="4470"/>
                  </a:cubicBezTo>
                  <a:lnTo>
                    <a:pt x="5660" y="4229"/>
                  </a:lnTo>
                  <a:cubicBezTo>
                    <a:pt x="5353" y="4096"/>
                    <a:pt x="5073" y="3907"/>
                    <a:pt x="4836" y="3669"/>
                  </a:cubicBezTo>
                  <a:cubicBezTo>
                    <a:pt x="4667" y="3500"/>
                    <a:pt x="4667" y="3225"/>
                    <a:pt x="4836" y="3057"/>
                  </a:cubicBezTo>
                  <a:lnTo>
                    <a:pt x="7152" y="741"/>
                  </a:lnTo>
                  <a:cubicBezTo>
                    <a:pt x="7194" y="698"/>
                    <a:pt x="7249" y="676"/>
                    <a:pt x="7305" y="676"/>
                  </a:cubicBezTo>
                  <a:close/>
                  <a:moveTo>
                    <a:pt x="3371" y="4706"/>
                  </a:moveTo>
                  <a:cubicBezTo>
                    <a:pt x="3482" y="4706"/>
                    <a:pt x="3592" y="4748"/>
                    <a:pt x="3676" y="4833"/>
                  </a:cubicBezTo>
                  <a:cubicBezTo>
                    <a:pt x="3914" y="5070"/>
                    <a:pt x="4103" y="5348"/>
                    <a:pt x="4235" y="5657"/>
                  </a:cubicBezTo>
                  <a:lnTo>
                    <a:pt x="4475" y="6211"/>
                  </a:lnTo>
                  <a:cubicBezTo>
                    <a:pt x="4640" y="6586"/>
                    <a:pt x="4558" y="7022"/>
                    <a:pt x="4268" y="7311"/>
                  </a:cubicBezTo>
                  <a:lnTo>
                    <a:pt x="3275" y="8306"/>
                  </a:lnTo>
                  <a:cubicBezTo>
                    <a:pt x="3083" y="8498"/>
                    <a:pt x="2827" y="8598"/>
                    <a:pt x="2568" y="8598"/>
                  </a:cubicBezTo>
                  <a:cubicBezTo>
                    <a:pt x="2414" y="8598"/>
                    <a:pt x="2258" y="8563"/>
                    <a:pt x="2114" y="8490"/>
                  </a:cubicBezTo>
                  <a:lnTo>
                    <a:pt x="1511" y="8183"/>
                  </a:lnTo>
                  <a:cubicBezTo>
                    <a:pt x="1172" y="8011"/>
                    <a:pt x="891" y="7738"/>
                    <a:pt x="710" y="7405"/>
                  </a:cubicBezTo>
                  <a:cubicBezTo>
                    <a:pt x="664" y="7322"/>
                    <a:pt x="680" y="7216"/>
                    <a:pt x="746" y="7149"/>
                  </a:cubicBezTo>
                  <a:lnTo>
                    <a:pt x="3063" y="4833"/>
                  </a:lnTo>
                  <a:cubicBezTo>
                    <a:pt x="3148" y="4748"/>
                    <a:pt x="3259" y="4706"/>
                    <a:pt x="3371" y="4706"/>
                  </a:cubicBezTo>
                  <a:close/>
                  <a:moveTo>
                    <a:pt x="7305" y="1"/>
                  </a:moveTo>
                  <a:cubicBezTo>
                    <a:pt x="7097" y="1"/>
                    <a:pt x="6891" y="81"/>
                    <a:pt x="6737" y="235"/>
                  </a:cubicBezTo>
                  <a:lnTo>
                    <a:pt x="4600" y="2372"/>
                  </a:lnTo>
                  <a:lnTo>
                    <a:pt x="4503" y="2472"/>
                  </a:lnTo>
                  <a:cubicBezTo>
                    <a:pt x="4335" y="2640"/>
                    <a:pt x="4109" y="3024"/>
                    <a:pt x="4086" y="3242"/>
                  </a:cubicBezTo>
                  <a:cubicBezTo>
                    <a:pt x="4066" y="3433"/>
                    <a:pt x="3931" y="3621"/>
                    <a:pt x="3798" y="3756"/>
                  </a:cubicBezTo>
                  <a:lnTo>
                    <a:pt x="3769" y="3785"/>
                  </a:lnTo>
                  <a:cubicBezTo>
                    <a:pt x="3633" y="3921"/>
                    <a:pt x="3456" y="4002"/>
                    <a:pt x="3265" y="4022"/>
                  </a:cubicBezTo>
                  <a:cubicBezTo>
                    <a:pt x="3047" y="4046"/>
                    <a:pt x="2834" y="4143"/>
                    <a:pt x="2664" y="4310"/>
                  </a:cubicBezTo>
                  <a:lnTo>
                    <a:pt x="528" y="6447"/>
                  </a:lnTo>
                  <a:lnTo>
                    <a:pt x="432" y="6548"/>
                  </a:lnTo>
                  <a:cubicBezTo>
                    <a:pt x="177" y="6803"/>
                    <a:pt x="1" y="7371"/>
                    <a:pt x="179" y="7685"/>
                  </a:cubicBezTo>
                  <a:cubicBezTo>
                    <a:pt x="452" y="8170"/>
                    <a:pt x="814" y="8536"/>
                    <a:pt x="1311" y="8785"/>
                  </a:cubicBezTo>
                  <a:lnTo>
                    <a:pt x="1832" y="9030"/>
                  </a:lnTo>
                  <a:cubicBezTo>
                    <a:pt x="2025" y="9127"/>
                    <a:pt x="2249" y="9171"/>
                    <a:pt x="2481" y="9171"/>
                  </a:cubicBezTo>
                  <a:cubicBezTo>
                    <a:pt x="2993" y="9171"/>
                    <a:pt x="3543" y="8955"/>
                    <a:pt x="3879" y="8617"/>
                  </a:cubicBezTo>
                  <a:lnTo>
                    <a:pt x="3988" y="8511"/>
                  </a:lnTo>
                  <a:lnTo>
                    <a:pt x="4759" y="7741"/>
                  </a:lnTo>
                  <a:cubicBezTo>
                    <a:pt x="5220" y="7280"/>
                    <a:pt x="5356" y="6586"/>
                    <a:pt x="5104" y="5985"/>
                  </a:cubicBezTo>
                  <a:lnTo>
                    <a:pt x="4878" y="5445"/>
                  </a:lnTo>
                  <a:cubicBezTo>
                    <a:pt x="4832" y="5331"/>
                    <a:pt x="4777" y="5221"/>
                    <a:pt x="4717" y="5115"/>
                  </a:cubicBezTo>
                  <a:cubicBezTo>
                    <a:pt x="4651" y="4998"/>
                    <a:pt x="4669" y="4849"/>
                    <a:pt x="4768" y="4753"/>
                  </a:cubicBezTo>
                  <a:cubicBezTo>
                    <a:pt x="4841" y="4680"/>
                    <a:pt x="4956" y="4609"/>
                    <a:pt x="5059" y="4609"/>
                  </a:cubicBezTo>
                  <a:cubicBezTo>
                    <a:pt x="5091" y="4609"/>
                    <a:pt x="5122" y="4616"/>
                    <a:pt x="5150" y="4632"/>
                  </a:cubicBezTo>
                  <a:cubicBezTo>
                    <a:pt x="5256" y="4693"/>
                    <a:pt x="5364" y="4724"/>
                    <a:pt x="5477" y="4772"/>
                  </a:cubicBezTo>
                  <a:lnTo>
                    <a:pt x="6166" y="5013"/>
                  </a:lnTo>
                  <a:cubicBezTo>
                    <a:pt x="6320" y="5077"/>
                    <a:pt x="6483" y="5106"/>
                    <a:pt x="6650" y="5106"/>
                  </a:cubicBezTo>
                  <a:cubicBezTo>
                    <a:pt x="7134" y="5106"/>
                    <a:pt x="7642" y="4858"/>
                    <a:pt x="7985" y="4515"/>
                  </a:cubicBezTo>
                  <a:lnTo>
                    <a:pt x="8035" y="4464"/>
                  </a:lnTo>
                  <a:lnTo>
                    <a:pt x="8807" y="3694"/>
                  </a:lnTo>
                  <a:cubicBezTo>
                    <a:pt x="9293" y="3209"/>
                    <a:pt x="9415" y="2459"/>
                    <a:pt x="9104" y="1838"/>
                  </a:cubicBezTo>
                  <a:lnTo>
                    <a:pt x="8827" y="1288"/>
                  </a:lnTo>
                  <a:cubicBezTo>
                    <a:pt x="8577" y="791"/>
                    <a:pt x="8184" y="380"/>
                    <a:pt x="7701" y="105"/>
                  </a:cubicBezTo>
                  <a:cubicBezTo>
                    <a:pt x="7577" y="35"/>
                    <a:pt x="7440" y="1"/>
                    <a:pt x="730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27"/>
            <p:cNvSpPr/>
            <p:nvPr/>
          </p:nvSpPr>
          <p:spPr>
            <a:xfrm>
              <a:off x="6768592" y="2265343"/>
              <a:ext cx="25923" cy="44490"/>
            </a:xfrm>
            <a:custGeom>
              <a:rect b="b" l="l" r="r" t="t"/>
              <a:pathLst>
                <a:path extrusionOk="0" h="1385" w="807">
                  <a:moveTo>
                    <a:pt x="807" y="0"/>
                  </a:moveTo>
                  <a:lnTo>
                    <a:pt x="807" y="0"/>
                  </a:lnTo>
                  <a:cubicBezTo>
                    <a:pt x="806" y="1"/>
                    <a:pt x="806" y="2"/>
                    <a:pt x="805" y="2"/>
                  </a:cubicBezTo>
                  <a:lnTo>
                    <a:pt x="805" y="2"/>
                  </a:lnTo>
                  <a:lnTo>
                    <a:pt x="807" y="0"/>
                  </a:lnTo>
                  <a:close/>
                  <a:moveTo>
                    <a:pt x="805" y="2"/>
                  </a:moveTo>
                  <a:lnTo>
                    <a:pt x="526" y="280"/>
                  </a:lnTo>
                  <a:cubicBezTo>
                    <a:pt x="358" y="449"/>
                    <a:pt x="261" y="662"/>
                    <a:pt x="238" y="881"/>
                  </a:cubicBezTo>
                  <a:cubicBezTo>
                    <a:pt x="224" y="1011"/>
                    <a:pt x="177" y="1203"/>
                    <a:pt x="1" y="1384"/>
                  </a:cubicBezTo>
                  <a:lnTo>
                    <a:pt x="365" y="1022"/>
                  </a:lnTo>
                  <a:cubicBezTo>
                    <a:pt x="460" y="928"/>
                    <a:pt x="510" y="801"/>
                    <a:pt x="515" y="669"/>
                  </a:cubicBezTo>
                  <a:cubicBezTo>
                    <a:pt x="525" y="428"/>
                    <a:pt x="621" y="186"/>
                    <a:pt x="805" y="2"/>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27"/>
            <p:cNvSpPr/>
            <p:nvPr/>
          </p:nvSpPr>
          <p:spPr>
            <a:xfrm>
              <a:off x="6644561" y="2396152"/>
              <a:ext cx="130192" cy="90618"/>
            </a:xfrm>
            <a:custGeom>
              <a:rect b="b" l="l" r="r" t="t"/>
              <a:pathLst>
                <a:path extrusionOk="0" h="2821" w="4053">
                  <a:moveTo>
                    <a:pt x="590" y="1"/>
                  </a:moveTo>
                  <a:lnTo>
                    <a:pt x="311" y="281"/>
                  </a:lnTo>
                  <a:cubicBezTo>
                    <a:pt x="54" y="536"/>
                    <a:pt x="1" y="931"/>
                    <a:pt x="180" y="1246"/>
                  </a:cubicBezTo>
                  <a:cubicBezTo>
                    <a:pt x="452" y="1731"/>
                    <a:pt x="865" y="2121"/>
                    <a:pt x="1363" y="2372"/>
                  </a:cubicBezTo>
                  <a:lnTo>
                    <a:pt x="1913" y="2648"/>
                  </a:lnTo>
                  <a:cubicBezTo>
                    <a:pt x="2143" y="2764"/>
                    <a:pt x="2391" y="2820"/>
                    <a:pt x="2637" y="2820"/>
                  </a:cubicBezTo>
                  <a:cubicBezTo>
                    <a:pt x="3053" y="2820"/>
                    <a:pt x="3463" y="2659"/>
                    <a:pt x="3772" y="2350"/>
                  </a:cubicBezTo>
                  <a:lnTo>
                    <a:pt x="4053" y="2069"/>
                  </a:lnTo>
                  <a:lnTo>
                    <a:pt x="4053" y="2069"/>
                  </a:lnTo>
                  <a:cubicBezTo>
                    <a:pt x="3744" y="2378"/>
                    <a:pt x="3333" y="2539"/>
                    <a:pt x="2917" y="2539"/>
                  </a:cubicBezTo>
                  <a:cubicBezTo>
                    <a:pt x="2671" y="2539"/>
                    <a:pt x="2423" y="2483"/>
                    <a:pt x="2194" y="2367"/>
                  </a:cubicBezTo>
                  <a:lnTo>
                    <a:pt x="1644" y="2091"/>
                  </a:lnTo>
                  <a:cubicBezTo>
                    <a:pt x="1146" y="1841"/>
                    <a:pt x="735" y="1448"/>
                    <a:pt x="460" y="966"/>
                  </a:cubicBezTo>
                  <a:cubicBezTo>
                    <a:pt x="283" y="651"/>
                    <a:pt x="335" y="257"/>
                    <a:pt x="59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27"/>
            <p:cNvSpPr/>
            <p:nvPr/>
          </p:nvSpPr>
          <p:spPr>
            <a:xfrm>
              <a:off x="6799753" y="2332450"/>
              <a:ext cx="105041" cy="24156"/>
            </a:xfrm>
            <a:custGeom>
              <a:rect b="b" l="l" r="r" t="t"/>
              <a:pathLst>
                <a:path extrusionOk="0" h="752" w="3270">
                  <a:moveTo>
                    <a:pt x="3269" y="0"/>
                  </a:moveTo>
                  <a:lnTo>
                    <a:pt x="3262" y="8"/>
                  </a:lnTo>
                  <a:lnTo>
                    <a:pt x="3262" y="8"/>
                  </a:lnTo>
                  <a:cubicBezTo>
                    <a:pt x="3265" y="5"/>
                    <a:pt x="3267" y="3"/>
                    <a:pt x="3269" y="0"/>
                  </a:cubicBezTo>
                  <a:close/>
                  <a:moveTo>
                    <a:pt x="563" y="5"/>
                  </a:moveTo>
                  <a:cubicBezTo>
                    <a:pt x="391" y="5"/>
                    <a:pt x="221" y="71"/>
                    <a:pt x="93" y="199"/>
                  </a:cubicBezTo>
                  <a:lnTo>
                    <a:pt x="1" y="290"/>
                  </a:lnTo>
                  <a:cubicBezTo>
                    <a:pt x="74" y="225"/>
                    <a:pt x="152" y="205"/>
                    <a:pt x="217" y="205"/>
                  </a:cubicBezTo>
                  <a:cubicBezTo>
                    <a:pt x="283" y="205"/>
                    <a:pt x="336" y="225"/>
                    <a:pt x="362" y="239"/>
                  </a:cubicBezTo>
                  <a:cubicBezTo>
                    <a:pt x="470" y="300"/>
                    <a:pt x="580" y="354"/>
                    <a:pt x="692" y="401"/>
                  </a:cubicBezTo>
                  <a:lnTo>
                    <a:pt x="1234" y="627"/>
                  </a:lnTo>
                  <a:cubicBezTo>
                    <a:pt x="1434" y="711"/>
                    <a:pt x="1644" y="751"/>
                    <a:pt x="1853" y="751"/>
                  </a:cubicBezTo>
                  <a:cubicBezTo>
                    <a:pt x="2271" y="751"/>
                    <a:pt x="2682" y="588"/>
                    <a:pt x="2988" y="281"/>
                  </a:cubicBezTo>
                  <a:lnTo>
                    <a:pt x="3262" y="8"/>
                  </a:lnTo>
                  <a:lnTo>
                    <a:pt x="3262" y="8"/>
                  </a:lnTo>
                  <a:cubicBezTo>
                    <a:pt x="2956" y="312"/>
                    <a:pt x="2547" y="474"/>
                    <a:pt x="2132" y="474"/>
                  </a:cubicBezTo>
                  <a:cubicBezTo>
                    <a:pt x="1923" y="474"/>
                    <a:pt x="1713" y="433"/>
                    <a:pt x="1513" y="349"/>
                  </a:cubicBezTo>
                  <a:lnTo>
                    <a:pt x="973" y="123"/>
                  </a:lnTo>
                  <a:cubicBezTo>
                    <a:pt x="931" y="107"/>
                    <a:pt x="891" y="90"/>
                    <a:pt x="852" y="70"/>
                  </a:cubicBezTo>
                  <a:cubicBezTo>
                    <a:pt x="760" y="26"/>
                    <a:pt x="661" y="5"/>
                    <a:pt x="563" y="5"/>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72" name="Google Shape;3572;p27"/>
          <p:cNvGrpSpPr/>
          <p:nvPr/>
        </p:nvGrpSpPr>
        <p:grpSpPr>
          <a:xfrm>
            <a:off x="6011010" y="2189113"/>
            <a:ext cx="299968" cy="297590"/>
            <a:chOff x="6011010" y="2189113"/>
            <a:chExt cx="299968" cy="297590"/>
          </a:xfrm>
        </p:grpSpPr>
        <p:sp>
          <p:nvSpPr>
            <p:cNvPr id="3573" name="Google Shape;3573;p27"/>
            <p:cNvSpPr/>
            <p:nvPr/>
          </p:nvSpPr>
          <p:spPr>
            <a:xfrm>
              <a:off x="6049173" y="2226312"/>
              <a:ext cx="223380" cy="223348"/>
            </a:xfrm>
            <a:custGeom>
              <a:rect b="b" l="l" r="r" t="t"/>
              <a:pathLst>
                <a:path extrusionOk="0" h="6953" w="6954">
                  <a:moveTo>
                    <a:pt x="4575" y="1"/>
                  </a:moveTo>
                  <a:lnTo>
                    <a:pt x="1" y="4575"/>
                  </a:lnTo>
                  <a:lnTo>
                    <a:pt x="2379" y="6952"/>
                  </a:lnTo>
                  <a:lnTo>
                    <a:pt x="6954" y="2378"/>
                  </a:lnTo>
                  <a:lnTo>
                    <a:pt x="4575"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27"/>
            <p:cNvSpPr/>
            <p:nvPr/>
          </p:nvSpPr>
          <p:spPr>
            <a:xfrm>
              <a:off x="6065364" y="2242342"/>
              <a:ext cx="192735" cy="191514"/>
            </a:xfrm>
            <a:custGeom>
              <a:rect b="b" l="l" r="r" t="t"/>
              <a:pathLst>
                <a:path extrusionOk="0" h="5962" w="6000">
                  <a:moveTo>
                    <a:pt x="3342" y="1"/>
                  </a:moveTo>
                  <a:cubicBezTo>
                    <a:pt x="3294" y="1"/>
                    <a:pt x="3246" y="19"/>
                    <a:pt x="3210" y="55"/>
                  </a:cubicBezTo>
                  <a:lnTo>
                    <a:pt x="73" y="3225"/>
                  </a:lnTo>
                  <a:cubicBezTo>
                    <a:pt x="0" y="3298"/>
                    <a:pt x="0" y="3416"/>
                    <a:pt x="73" y="3489"/>
                  </a:cubicBezTo>
                  <a:lnTo>
                    <a:pt x="2482" y="5908"/>
                  </a:lnTo>
                  <a:cubicBezTo>
                    <a:pt x="2518" y="5944"/>
                    <a:pt x="2565" y="5962"/>
                    <a:pt x="2613" y="5962"/>
                  </a:cubicBezTo>
                  <a:cubicBezTo>
                    <a:pt x="2660" y="5962"/>
                    <a:pt x="2707" y="5944"/>
                    <a:pt x="2744" y="5908"/>
                  </a:cubicBezTo>
                  <a:lnTo>
                    <a:pt x="2815" y="5851"/>
                  </a:lnTo>
                  <a:lnTo>
                    <a:pt x="5927" y="2739"/>
                  </a:lnTo>
                  <a:cubicBezTo>
                    <a:pt x="5999" y="2666"/>
                    <a:pt x="5999" y="2549"/>
                    <a:pt x="5924" y="2475"/>
                  </a:cubicBezTo>
                  <a:lnTo>
                    <a:pt x="3554" y="104"/>
                  </a:lnTo>
                  <a:lnTo>
                    <a:pt x="3473" y="55"/>
                  </a:lnTo>
                  <a:cubicBezTo>
                    <a:pt x="3437" y="19"/>
                    <a:pt x="3389" y="1"/>
                    <a:pt x="334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27"/>
            <p:cNvSpPr/>
            <p:nvPr/>
          </p:nvSpPr>
          <p:spPr>
            <a:xfrm>
              <a:off x="6063725" y="2241378"/>
              <a:ext cx="115866" cy="193249"/>
            </a:xfrm>
            <a:custGeom>
              <a:rect b="b" l="l" r="r" t="t"/>
              <a:pathLst>
                <a:path extrusionOk="0" h="6016" w="3607">
                  <a:moveTo>
                    <a:pt x="3396" y="0"/>
                  </a:moveTo>
                  <a:cubicBezTo>
                    <a:pt x="3349" y="0"/>
                    <a:pt x="3301" y="18"/>
                    <a:pt x="3265" y="54"/>
                  </a:cubicBezTo>
                  <a:lnTo>
                    <a:pt x="73" y="3246"/>
                  </a:lnTo>
                  <a:cubicBezTo>
                    <a:pt x="1" y="3319"/>
                    <a:pt x="1" y="3436"/>
                    <a:pt x="73" y="3508"/>
                  </a:cubicBezTo>
                  <a:lnTo>
                    <a:pt x="2525" y="5961"/>
                  </a:lnTo>
                  <a:cubicBezTo>
                    <a:pt x="2562" y="5997"/>
                    <a:pt x="2609" y="6015"/>
                    <a:pt x="2656" y="6015"/>
                  </a:cubicBezTo>
                  <a:cubicBezTo>
                    <a:pt x="2704" y="6015"/>
                    <a:pt x="2751" y="5997"/>
                    <a:pt x="2787" y="5961"/>
                  </a:cubicBezTo>
                  <a:lnTo>
                    <a:pt x="2867" y="5881"/>
                  </a:lnTo>
                  <a:lnTo>
                    <a:pt x="416" y="3432"/>
                  </a:lnTo>
                  <a:cubicBezTo>
                    <a:pt x="387" y="3401"/>
                    <a:pt x="387" y="3355"/>
                    <a:pt x="416" y="3325"/>
                  </a:cubicBezTo>
                  <a:lnTo>
                    <a:pt x="3607" y="134"/>
                  </a:lnTo>
                  <a:lnTo>
                    <a:pt x="3527" y="54"/>
                  </a:lnTo>
                  <a:cubicBezTo>
                    <a:pt x="3491" y="18"/>
                    <a:pt x="3444" y="0"/>
                    <a:pt x="33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27"/>
            <p:cNvSpPr/>
            <p:nvPr/>
          </p:nvSpPr>
          <p:spPr>
            <a:xfrm>
              <a:off x="6087433" y="2264732"/>
              <a:ext cx="144937" cy="144262"/>
            </a:xfrm>
            <a:custGeom>
              <a:rect b="b" l="l" r="r" t="t"/>
              <a:pathLst>
                <a:path extrusionOk="0" h="4491" w="4512">
                  <a:moveTo>
                    <a:pt x="2652" y="0"/>
                  </a:moveTo>
                  <a:cubicBezTo>
                    <a:pt x="2638" y="0"/>
                    <a:pt x="2623" y="6"/>
                    <a:pt x="2613" y="17"/>
                  </a:cubicBezTo>
                  <a:lnTo>
                    <a:pt x="23" y="2606"/>
                  </a:lnTo>
                  <a:cubicBezTo>
                    <a:pt x="1" y="2628"/>
                    <a:pt x="1" y="2664"/>
                    <a:pt x="23" y="2686"/>
                  </a:cubicBezTo>
                  <a:lnTo>
                    <a:pt x="1298" y="3961"/>
                  </a:lnTo>
                  <a:lnTo>
                    <a:pt x="1883" y="4474"/>
                  </a:lnTo>
                  <a:cubicBezTo>
                    <a:pt x="1894" y="4485"/>
                    <a:pt x="1908" y="4490"/>
                    <a:pt x="1923" y="4490"/>
                  </a:cubicBezTo>
                  <a:cubicBezTo>
                    <a:pt x="1937" y="4490"/>
                    <a:pt x="1952" y="4485"/>
                    <a:pt x="1963" y="4474"/>
                  </a:cubicBezTo>
                  <a:lnTo>
                    <a:pt x="4490" y="1946"/>
                  </a:lnTo>
                  <a:cubicBezTo>
                    <a:pt x="4512" y="1924"/>
                    <a:pt x="4512" y="1888"/>
                    <a:pt x="4490" y="1865"/>
                  </a:cubicBezTo>
                  <a:lnTo>
                    <a:pt x="3242" y="594"/>
                  </a:lnTo>
                  <a:lnTo>
                    <a:pt x="3181" y="507"/>
                  </a:lnTo>
                  <a:lnTo>
                    <a:pt x="2692" y="17"/>
                  </a:lnTo>
                  <a:cubicBezTo>
                    <a:pt x="2681" y="6"/>
                    <a:pt x="2667" y="0"/>
                    <a:pt x="265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27"/>
            <p:cNvSpPr/>
            <p:nvPr/>
          </p:nvSpPr>
          <p:spPr>
            <a:xfrm>
              <a:off x="6101021" y="2278353"/>
              <a:ext cx="119721" cy="119335"/>
            </a:xfrm>
            <a:custGeom>
              <a:rect b="b" l="l" r="r" t="t"/>
              <a:pathLst>
                <a:path extrusionOk="0" h="3715" w="3727">
                  <a:moveTo>
                    <a:pt x="2231" y="0"/>
                  </a:moveTo>
                  <a:cubicBezTo>
                    <a:pt x="2216" y="0"/>
                    <a:pt x="2202" y="6"/>
                    <a:pt x="2191" y="17"/>
                  </a:cubicBezTo>
                  <a:lnTo>
                    <a:pt x="22" y="2184"/>
                  </a:lnTo>
                  <a:cubicBezTo>
                    <a:pt x="1" y="2205"/>
                    <a:pt x="1" y="2240"/>
                    <a:pt x="22" y="2263"/>
                  </a:cubicBezTo>
                  <a:lnTo>
                    <a:pt x="1458" y="3698"/>
                  </a:lnTo>
                  <a:cubicBezTo>
                    <a:pt x="1469" y="3709"/>
                    <a:pt x="1484" y="3714"/>
                    <a:pt x="1498" y="3714"/>
                  </a:cubicBezTo>
                  <a:cubicBezTo>
                    <a:pt x="1513" y="3714"/>
                    <a:pt x="1527" y="3709"/>
                    <a:pt x="1538" y="3698"/>
                  </a:cubicBezTo>
                  <a:lnTo>
                    <a:pt x="3705" y="1531"/>
                  </a:lnTo>
                  <a:cubicBezTo>
                    <a:pt x="3727" y="1509"/>
                    <a:pt x="3727" y="1473"/>
                    <a:pt x="3705" y="1451"/>
                  </a:cubicBezTo>
                  <a:lnTo>
                    <a:pt x="2271" y="17"/>
                  </a:lnTo>
                  <a:cubicBezTo>
                    <a:pt x="2260" y="6"/>
                    <a:pt x="2245" y="0"/>
                    <a:pt x="223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27"/>
            <p:cNvSpPr/>
            <p:nvPr/>
          </p:nvSpPr>
          <p:spPr>
            <a:xfrm>
              <a:off x="6154508" y="2353973"/>
              <a:ext cx="42305" cy="39703"/>
            </a:xfrm>
            <a:custGeom>
              <a:rect b="b" l="l" r="r" t="t"/>
              <a:pathLst>
                <a:path extrusionOk="0" h="1236" w="1317">
                  <a:moveTo>
                    <a:pt x="995" y="1"/>
                  </a:moveTo>
                  <a:cubicBezTo>
                    <a:pt x="986" y="6"/>
                    <a:pt x="983" y="9"/>
                    <a:pt x="982" y="11"/>
                  </a:cubicBezTo>
                  <a:cubicBezTo>
                    <a:pt x="837" y="148"/>
                    <a:pt x="759" y="79"/>
                    <a:pt x="611" y="226"/>
                  </a:cubicBezTo>
                  <a:cubicBezTo>
                    <a:pt x="459" y="378"/>
                    <a:pt x="536" y="458"/>
                    <a:pt x="384" y="610"/>
                  </a:cubicBezTo>
                  <a:cubicBezTo>
                    <a:pt x="235" y="761"/>
                    <a:pt x="155" y="687"/>
                    <a:pt x="6" y="832"/>
                  </a:cubicBezTo>
                  <a:lnTo>
                    <a:pt x="0" y="836"/>
                  </a:lnTo>
                  <a:lnTo>
                    <a:pt x="116" y="1115"/>
                  </a:lnTo>
                  <a:lnTo>
                    <a:pt x="401" y="1235"/>
                  </a:lnTo>
                  <a:lnTo>
                    <a:pt x="808" y="708"/>
                  </a:lnTo>
                  <a:lnTo>
                    <a:pt x="1316" y="321"/>
                  </a:lnTo>
                  <a:lnTo>
                    <a:pt x="1224" y="156"/>
                  </a:lnTo>
                  <a:lnTo>
                    <a:pt x="995"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27"/>
            <p:cNvSpPr/>
            <p:nvPr/>
          </p:nvSpPr>
          <p:spPr>
            <a:xfrm>
              <a:off x="6012359" y="2363931"/>
              <a:ext cx="123704" cy="121969"/>
            </a:xfrm>
            <a:custGeom>
              <a:rect b="b" l="l" r="r" t="t"/>
              <a:pathLst>
                <a:path extrusionOk="0" h="3797" w="3851">
                  <a:moveTo>
                    <a:pt x="1204" y="1"/>
                  </a:moveTo>
                  <a:cubicBezTo>
                    <a:pt x="1150" y="1"/>
                    <a:pt x="1094" y="25"/>
                    <a:pt x="1052" y="67"/>
                  </a:cubicBezTo>
                  <a:lnTo>
                    <a:pt x="146" y="1004"/>
                  </a:lnTo>
                  <a:cubicBezTo>
                    <a:pt x="0" y="1151"/>
                    <a:pt x="0" y="1386"/>
                    <a:pt x="146" y="1532"/>
                  </a:cubicBezTo>
                  <a:lnTo>
                    <a:pt x="2299" y="3682"/>
                  </a:lnTo>
                  <a:cubicBezTo>
                    <a:pt x="2374" y="3757"/>
                    <a:pt x="2464" y="3797"/>
                    <a:pt x="2557" y="3797"/>
                  </a:cubicBezTo>
                  <a:cubicBezTo>
                    <a:pt x="2593" y="3797"/>
                    <a:pt x="2629" y="3791"/>
                    <a:pt x="2665" y="3779"/>
                  </a:cubicBezTo>
                  <a:cubicBezTo>
                    <a:pt x="2696" y="3769"/>
                    <a:pt x="2758" y="3760"/>
                    <a:pt x="2758" y="3760"/>
                  </a:cubicBezTo>
                  <a:cubicBezTo>
                    <a:pt x="2778" y="3747"/>
                    <a:pt x="2797" y="3731"/>
                    <a:pt x="2816" y="3714"/>
                  </a:cubicBezTo>
                  <a:lnTo>
                    <a:pt x="3777" y="2752"/>
                  </a:lnTo>
                  <a:cubicBezTo>
                    <a:pt x="3851" y="2680"/>
                    <a:pt x="3851" y="2563"/>
                    <a:pt x="3775" y="2486"/>
                  </a:cubicBezTo>
                  <a:lnTo>
                    <a:pt x="1406" y="116"/>
                  </a:lnTo>
                  <a:lnTo>
                    <a:pt x="1315" y="45"/>
                  </a:lnTo>
                  <a:cubicBezTo>
                    <a:pt x="1284" y="14"/>
                    <a:pt x="1245" y="1"/>
                    <a:pt x="120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27"/>
            <p:cNvSpPr/>
            <p:nvPr/>
          </p:nvSpPr>
          <p:spPr>
            <a:xfrm>
              <a:off x="6011010" y="2363449"/>
              <a:ext cx="89943" cy="123254"/>
            </a:xfrm>
            <a:custGeom>
              <a:rect b="b" l="l" r="r" t="t"/>
              <a:pathLst>
                <a:path extrusionOk="0" h="3837" w="2800">
                  <a:moveTo>
                    <a:pt x="1238" y="0"/>
                  </a:moveTo>
                  <a:cubicBezTo>
                    <a:pt x="1190" y="0"/>
                    <a:pt x="1142" y="18"/>
                    <a:pt x="1106" y="54"/>
                  </a:cubicBezTo>
                  <a:lnTo>
                    <a:pt x="145" y="1016"/>
                  </a:lnTo>
                  <a:cubicBezTo>
                    <a:pt x="0" y="1160"/>
                    <a:pt x="0" y="1396"/>
                    <a:pt x="145" y="1541"/>
                  </a:cubicBezTo>
                  <a:lnTo>
                    <a:pt x="2331" y="3727"/>
                  </a:lnTo>
                  <a:cubicBezTo>
                    <a:pt x="2404" y="3800"/>
                    <a:pt x="2499" y="3836"/>
                    <a:pt x="2595" y="3836"/>
                  </a:cubicBezTo>
                  <a:cubicBezTo>
                    <a:pt x="2666" y="3836"/>
                    <a:pt x="2738" y="3816"/>
                    <a:pt x="2800" y="3775"/>
                  </a:cubicBezTo>
                  <a:lnTo>
                    <a:pt x="356" y="1331"/>
                  </a:lnTo>
                  <a:cubicBezTo>
                    <a:pt x="327" y="1302"/>
                    <a:pt x="327" y="1256"/>
                    <a:pt x="356" y="1227"/>
                  </a:cubicBezTo>
                  <a:lnTo>
                    <a:pt x="1449" y="134"/>
                  </a:lnTo>
                  <a:lnTo>
                    <a:pt x="1370" y="54"/>
                  </a:lnTo>
                  <a:cubicBezTo>
                    <a:pt x="1333" y="18"/>
                    <a:pt x="1286" y="0"/>
                    <a:pt x="123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27"/>
            <p:cNvSpPr/>
            <p:nvPr/>
          </p:nvSpPr>
          <p:spPr>
            <a:xfrm>
              <a:off x="6081265" y="2435343"/>
              <a:ext cx="8994" cy="8962"/>
            </a:xfrm>
            <a:custGeom>
              <a:rect b="b" l="l" r="r" t="t"/>
              <a:pathLst>
                <a:path extrusionOk="0" h="279" w="280">
                  <a:moveTo>
                    <a:pt x="141" y="1"/>
                  </a:moveTo>
                  <a:cubicBezTo>
                    <a:pt x="63" y="1"/>
                    <a:pt x="0" y="63"/>
                    <a:pt x="0" y="140"/>
                  </a:cubicBezTo>
                  <a:cubicBezTo>
                    <a:pt x="0" y="217"/>
                    <a:pt x="63" y="279"/>
                    <a:pt x="141" y="279"/>
                  </a:cubicBezTo>
                  <a:cubicBezTo>
                    <a:pt x="218" y="279"/>
                    <a:pt x="280" y="217"/>
                    <a:pt x="280" y="140"/>
                  </a:cubicBezTo>
                  <a:cubicBezTo>
                    <a:pt x="280" y="63"/>
                    <a:pt x="21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27"/>
            <p:cNvSpPr/>
            <p:nvPr/>
          </p:nvSpPr>
          <p:spPr>
            <a:xfrm>
              <a:off x="6098548" y="2452625"/>
              <a:ext cx="8962" cy="8930"/>
            </a:xfrm>
            <a:custGeom>
              <a:rect b="b" l="l" r="r" t="t"/>
              <a:pathLst>
                <a:path extrusionOk="0" h="278" w="279">
                  <a:moveTo>
                    <a:pt x="140" y="0"/>
                  </a:moveTo>
                  <a:cubicBezTo>
                    <a:pt x="63" y="0"/>
                    <a:pt x="1" y="62"/>
                    <a:pt x="1" y="139"/>
                  </a:cubicBezTo>
                  <a:cubicBezTo>
                    <a:pt x="1" y="216"/>
                    <a:pt x="63" y="278"/>
                    <a:pt x="140" y="278"/>
                  </a:cubicBezTo>
                  <a:cubicBezTo>
                    <a:pt x="217" y="278"/>
                    <a:pt x="279" y="216"/>
                    <a:pt x="279" y="139"/>
                  </a:cubicBezTo>
                  <a:cubicBezTo>
                    <a:pt x="279" y="62"/>
                    <a:pt x="217" y="0"/>
                    <a:pt x="140"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27"/>
            <p:cNvSpPr/>
            <p:nvPr/>
          </p:nvSpPr>
          <p:spPr>
            <a:xfrm>
              <a:off x="6098741" y="2435118"/>
              <a:ext cx="9026" cy="8962"/>
            </a:xfrm>
            <a:custGeom>
              <a:rect b="b" l="l" r="r" t="t"/>
              <a:pathLst>
                <a:path extrusionOk="0" h="279" w="281">
                  <a:moveTo>
                    <a:pt x="141" y="1"/>
                  </a:moveTo>
                  <a:cubicBezTo>
                    <a:pt x="64" y="1"/>
                    <a:pt x="1" y="63"/>
                    <a:pt x="1" y="140"/>
                  </a:cubicBezTo>
                  <a:cubicBezTo>
                    <a:pt x="1" y="216"/>
                    <a:pt x="64" y="279"/>
                    <a:pt x="141" y="279"/>
                  </a:cubicBezTo>
                  <a:cubicBezTo>
                    <a:pt x="218" y="279"/>
                    <a:pt x="280" y="216"/>
                    <a:pt x="280" y="140"/>
                  </a:cubicBezTo>
                  <a:cubicBezTo>
                    <a:pt x="280" y="63"/>
                    <a:pt x="218" y="1"/>
                    <a:pt x="14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27"/>
            <p:cNvSpPr/>
            <p:nvPr/>
          </p:nvSpPr>
          <p:spPr>
            <a:xfrm>
              <a:off x="6081137" y="2452850"/>
              <a:ext cx="8962" cy="8962"/>
            </a:xfrm>
            <a:custGeom>
              <a:rect b="b" l="l" r="r" t="t"/>
              <a:pathLst>
                <a:path extrusionOk="0" h="279" w="279">
                  <a:moveTo>
                    <a:pt x="139" y="0"/>
                  </a:moveTo>
                  <a:cubicBezTo>
                    <a:pt x="62" y="0"/>
                    <a:pt x="0" y="63"/>
                    <a:pt x="0" y="139"/>
                  </a:cubicBezTo>
                  <a:cubicBezTo>
                    <a:pt x="0" y="216"/>
                    <a:pt x="62" y="278"/>
                    <a:pt x="139" y="278"/>
                  </a:cubicBezTo>
                  <a:cubicBezTo>
                    <a:pt x="216" y="278"/>
                    <a:pt x="278" y="216"/>
                    <a:pt x="278" y="139"/>
                  </a:cubicBezTo>
                  <a:cubicBezTo>
                    <a:pt x="278" y="63"/>
                    <a:pt x="216" y="0"/>
                    <a:pt x="13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27"/>
            <p:cNvSpPr/>
            <p:nvPr/>
          </p:nvSpPr>
          <p:spPr>
            <a:xfrm>
              <a:off x="6050586" y="2405564"/>
              <a:ext cx="27304" cy="24220"/>
            </a:xfrm>
            <a:custGeom>
              <a:rect b="b" l="l" r="r" t="t"/>
              <a:pathLst>
                <a:path extrusionOk="0" h="754" w="850">
                  <a:moveTo>
                    <a:pt x="418" y="1"/>
                  </a:moveTo>
                  <a:cubicBezTo>
                    <a:pt x="357" y="1"/>
                    <a:pt x="298" y="15"/>
                    <a:pt x="245" y="41"/>
                  </a:cubicBezTo>
                  <a:cubicBezTo>
                    <a:pt x="245" y="41"/>
                    <a:pt x="217" y="65"/>
                    <a:pt x="203" y="74"/>
                  </a:cubicBezTo>
                  <a:cubicBezTo>
                    <a:pt x="127" y="125"/>
                    <a:pt x="81" y="211"/>
                    <a:pt x="56" y="305"/>
                  </a:cubicBezTo>
                  <a:cubicBezTo>
                    <a:pt x="0" y="514"/>
                    <a:pt x="109" y="682"/>
                    <a:pt x="317" y="738"/>
                  </a:cubicBezTo>
                  <a:cubicBezTo>
                    <a:pt x="354" y="748"/>
                    <a:pt x="391" y="753"/>
                    <a:pt x="426" y="753"/>
                  </a:cubicBezTo>
                  <a:cubicBezTo>
                    <a:pt x="551" y="753"/>
                    <a:pt x="662" y="693"/>
                    <a:pt x="731" y="582"/>
                  </a:cubicBezTo>
                  <a:cubicBezTo>
                    <a:pt x="747" y="557"/>
                    <a:pt x="782" y="518"/>
                    <a:pt x="782" y="518"/>
                  </a:cubicBezTo>
                  <a:cubicBezTo>
                    <a:pt x="786" y="510"/>
                    <a:pt x="788" y="501"/>
                    <a:pt x="790" y="492"/>
                  </a:cubicBezTo>
                  <a:cubicBezTo>
                    <a:pt x="850" y="281"/>
                    <a:pt x="725" y="68"/>
                    <a:pt x="518" y="15"/>
                  </a:cubicBezTo>
                  <a:cubicBezTo>
                    <a:pt x="485" y="5"/>
                    <a:pt x="45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27"/>
            <p:cNvSpPr/>
            <p:nvPr/>
          </p:nvSpPr>
          <p:spPr>
            <a:xfrm>
              <a:off x="6050105" y="2406849"/>
              <a:ext cx="25762" cy="23803"/>
            </a:xfrm>
            <a:custGeom>
              <a:rect b="b" l="l" r="r" t="t"/>
              <a:pathLst>
                <a:path extrusionOk="0" h="741" w="802">
                  <a:moveTo>
                    <a:pt x="261" y="1"/>
                  </a:moveTo>
                  <a:cubicBezTo>
                    <a:pt x="164" y="48"/>
                    <a:pt x="87" y="137"/>
                    <a:pt x="57" y="250"/>
                  </a:cubicBezTo>
                  <a:cubicBezTo>
                    <a:pt x="1" y="457"/>
                    <a:pt x="124" y="671"/>
                    <a:pt x="332" y="727"/>
                  </a:cubicBezTo>
                  <a:cubicBezTo>
                    <a:pt x="366" y="736"/>
                    <a:pt x="399" y="740"/>
                    <a:pt x="432" y="740"/>
                  </a:cubicBezTo>
                  <a:cubicBezTo>
                    <a:pt x="596" y="740"/>
                    <a:pt x="746" y="637"/>
                    <a:pt x="801" y="478"/>
                  </a:cubicBezTo>
                  <a:lnTo>
                    <a:pt x="801" y="478"/>
                  </a:lnTo>
                  <a:cubicBezTo>
                    <a:pt x="747" y="505"/>
                    <a:pt x="688" y="518"/>
                    <a:pt x="627" y="518"/>
                  </a:cubicBezTo>
                  <a:cubicBezTo>
                    <a:pt x="594" y="518"/>
                    <a:pt x="561" y="514"/>
                    <a:pt x="527" y="506"/>
                  </a:cubicBezTo>
                  <a:cubicBezTo>
                    <a:pt x="319" y="449"/>
                    <a:pt x="196" y="237"/>
                    <a:pt x="252" y="28"/>
                  </a:cubicBezTo>
                  <a:cubicBezTo>
                    <a:pt x="257" y="19"/>
                    <a:pt x="258" y="11"/>
                    <a:pt x="2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27"/>
            <p:cNvSpPr/>
            <p:nvPr/>
          </p:nvSpPr>
          <p:spPr>
            <a:xfrm>
              <a:off x="6186696" y="2189595"/>
              <a:ext cx="124282" cy="122098"/>
            </a:xfrm>
            <a:custGeom>
              <a:rect b="b" l="l" r="r" t="t"/>
              <a:pathLst>
                <a:path extrusionOk="0" h="3801" w="3869">
                  <a:moveTo>
                    <a:pt x="1295" y="0"/>
                  </a:moveTo>
                  <a:cubicBezTo>
                    <a:pt x="1193" y="0"/>
                    <a:pt x="1090" y="50"/>
                    <a:pt x="1009" y="130"/>
                  </a:cubicBezTo>
                  <a:lnTo>
                    <a:pt x="73" y="1057"/>
                  </a:lnTo>
                  <a:cubicBezTo>
                    <a:pt x="0" y="1129"/>
                    <a:pt x="0" y="1248"/>
                    <a:pt x="73" y="1320"/>
                  </a:cubicBezTo>
                  <a:lnTo>
                    <a:pt x="2499" y="3747"/>
                  </a:lnTo>
                  <a:cubicBezTo>
                    <a:pt x="2535" y="3783"/>
                    <a:pt x="2583" y="3801"/>
                    <a:pt x="2631" y="3801"/>
                  </a:cubicBezTo>
                  <a:cubicBezTo>
                    <a:pt x="2678" y="3801"/>
                    <a:pt x="2726" y="3783"/>
                    <a:pt x="2762" y="3747"/>
                  </a:cubicBezTo>
                  <a:lnTo>
                    <a:pt x="2841" y="3687"/>
                  </a:lnTo>
                  <a:lnTo>
                    <a:pt x="3722" y="2806"/>
                  </a:lnTo>
                  <a:cubicBezTo>
                    <a:pt x="3868" y="2661"/>
                    <a:pt x="3868" y="2425"/>
                    <a:pt x="3719" y="2279"/>
                  </a:cubicBezTo>
                  <a:lnTo>
                    <a:pt x="1533" y="91"/>
                  </a:lnTo>
                  <a:cubicBezTo>
                    <a:pt x="1516" y="74"/>
                    <a:pt x="1496" y="60"/>
                    <a:pt x="1475" y="45"/>
                  </a:cubicBezTo>
                  <a:cubicBezTo>
                    <a:pt x="1475" y="45"/>
                    <a:pt x="1435" y="34"/>
                    <a:pt x="1415" y="25"/>
                  </a:cubicBezTo>
                  <a:cubicBezTo>
                    <a:pt x="1376" y="8"/>
                    <a:pt x="1335" y="0"/>
                    <a:pt x="129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27"/>
            <p:cNvSpPr/>
            <p:nvPr/>
          </p:nvSpPr>
          <p:spPr>
            <a:xfrm>
              <a:off x="6185861" y="2189113"/>
              <a:ext cx="92095" cy="123286"/>
            </a:xfrm>
            <a:custGeom>
              <a:rect b="b" l="l" r="r" t="t"/>
              <a:pathLst>
                <a:path extrusionOk="0" h="3838" w="2867">
                  <a:moveTo>
                    <a:pt x="1297" y="0"/>
                  </a:moveTo>
                  <a:cubicBezTo>
                    <a:pt x="1201" y="0"/>
                    <a:pt x="1106" y="37"/>
                    <a:pt x="1034" y="109"/>
                  </a:cubicBezTo>
                  <a:lnTo>
                    <a:pt x="73" y="1069"/>
                  </a:lnTo>
                  <a:cubicBezTo>
                    <a:pt x="0" y="1141"/>
                    <a:pt x="0" y="1262"/>
                    <a:pt x="73" y="1334"/>
                  </a:cubicBezTo>
                  <a:lnTo>
                    <a:pt x="2523" y="3783"/>
                  </a:lnTo>
                  <a:cubicBezTo>
                    <a:pt x="2560" y="3820"/>
                    <a:pt x="2607" y="3838"/>
                    <a:pt x="2655" y="3838"/>
                  </a:cubicBezTo>
                  <a:cubicBezTo>
                    <a:pt x="2703" y="3838"/>
                    <a:pt x="2751" y="3820"/>
                    <a:pt x="2787" y="3783"/>
                  </a:cubicBezTo>
                  <a:lnTo>
                    <a:pt x="2867" y="3705"/>
                  </a:lnTo>
                  <a:lnTo>
                    <a:pt x="403" y="1241"/>
                  </a:lnTo>
                  <a:cubicBezTo>
                    <a:pt x="381" y="1220"/>
                    <a:pt x="381" y="1183"/>
                    <a:pt x="403" y="1162"/>
                  </a:cubicBezTo>
                  <a:lnTo>
                    <a:pt x="1503" y="62"/>
                  </a:lnTo>
                  <a:cubicBezTo>
                    <a:pt x="1441" y="21"/>
                    <a:pt x="1369" y="0"/>
                    <a:pt x="129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27"/>
            <p:cNvSpPr/>
            <p:nvPr/>
          </p:nvSpPr>
          <p:spPr>
            <a:xfrm>
              <a:off x="6258301" y="2258404"/>
              <a:ext cx="8962" cy="8962"/>
            </a:xfrm>
            <a:custGeom>
              <a:rect b="b" l="l" r="r" t="t"/>
              <a:pathLst>
                <a:path extrusionOk="0" h="279" w="279">
                  <a:moveTo>
                    <a:pt x="140" y="1"/>
                  </a:moveTo>
                  <a:cubicBezTo>
                    <a:pt x="63" y="1"/>
                    <a:pt x="1" y="63"/>
                    <a:pt x="1" y="140"/>
                  </a:cubicBezTo>
                  <a:cubicBezTo>
                    <a:pt x="1" y="216"/>
                    <a:pt x="63" y="279"/>
                    <a:pt x="140" y="279"/>
                  </a:cubicBezTo>
                  <a:cubicBezTo>
                    <a:pt x="216" y="279"/>
                    <a:pt x="279" y="216"/>
                    <a:pt x="279" y="140"/>
                  </a:cubicBezTo>
                  <a:cubicBezTo>
                    <a:pt x="279" y="63"/>
                    <a:pt x="216"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27"/>
            <p:cNvSpPr/>
            <p:nvPr/>
          </p:nvSpPr>
          <p:spPr>
            <a:xfrm>
              <a:off x="6275552" y="2275655"/>
              <a:ext cx="8962" cy="9026"/>
            </a:xfrm>
            <a:custGeom>
              <a:rect b="b" l="l" r="r" t="t"/>
              <a:pathLst>
                <a:path extrusionOk="0" h="281" w="279">
                  <a:moveTo>
                    <a:pt x="140" y="1"/>
                  </a:moveTo>
                  <a:cubicBezTo>
                    <a:pt x="63" y="1"/>
                    <a:pt x="1" y="63"/>
                    <a:pt x="1" y="140"/>
                  </a:cubicBezTo>
                  <a:cubicBezTo>
                    <a:pt x="1" y="216"/>
                    <a:pt x="63" y="280"/>
                    <a:pt x="140" y="280"/>
                  </a:cubicBezTo>
                  <a:cubicBezTo>
                    <a:pt x="216" y="280"/>
                    <a:pt x="279" y="216"/>
                    <a:pt x="279" y="140"/>
                  </a:cubicBezTo>
                  <a:cubicBezTo>
                    <a:pt x="279" y="63"/>
                    <a:pt x="216" y="1"/>
                    <a:pt x="14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27"/>
            <p:cNvSpPr/>
            <p:nvPr/>
          </p:nvSpPr>
          <p:spPr>
            <a:xfrm>
              <a:off x="6275744" y="2258179"/>
              <a:ext cx="8962" cy="8962"/>
            </a:xfrm>
            <a:custGeom>
              <a:rect b="b" l="l" r="r" t="t"/>
              <a:pathLst>
                <a:path extrusionOk="0" h="279" w="279">
                  <a:moveTo>
                    <a:pt x="139" y="0"/>
                  </a:moveTo>
                  <a:cubicBezTo>
                    <a:pt x="63" y="0"/>
                    <a:pt x="0" y="63"/>
                    <a:pt x="0" y="139"/>
                  </a:cubicBezTo>
                  <a:cubicBezTo>
                    <a:pt x="0" y="216"/>
                    <a:pt x="63" y="278"/>
                    <a:pt x="139" y="278"/>
                  </a:cubicBezTo>
                  <a:cubicBezTo>
                    <a:pt x="216" y="278"/>
                    <a:pt x="278" y="216"/>
                    <a:pt x="278" y="139"/>
                  </a:cubicBezTo>
                  <a:cubicBezTo>
                    <a:pt x="278" y="63"/>
                    <a:pt x="216" y="0"/>
                    <a:pt x="1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27"/>
            <p:cNvSpPr/>
            <p:nvPr/>
          </p:nvSpPr>
          <p:spPr>
            <a:xfrm>
              <a:off x="6258012" y="2275912"/>
              <a:ext cx="9026" cy="8930"/>
            </a:xfrm>
            <a:custGeom>
              <a:rect b="b" l="l" r="r" t="t"/>
              <a:pathLst>
                <a:path extrusionOk="0" h="278" w="281">
                  <a:moveTo>
                    <a:pt x="141" y="0"/>
                  </a:moveTo>
                  <a:cubicBezTo>
                    <a:pt x="65" y="0"/>
                    <a:pt x="1" y="62"/>
                    <a:pt x="1" y="139"/>
                  </a:cubicBezTo>
                  <a:cubicBezTo>
                    <a:pt x="1" y="216"/>
                    <a:pt x="65" y="278"/>
                    <a:pt x="141" y="278"/>
                  </a:cubicBezTo>
                  <a:cubicBezTo>
                    <a:pt x="218" y="278"/>
                    <a:pt x="280" y="216"/>
                    <a:pt x="280" y="139"/>
                  </a:cubicBezTo>
                  <a:cubicBezTo>
                    <a:pt x="280" y="62"/>
                    <a:pt x="218" y="0"/>
                    <a:pt x="14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27"/>
            <p:cNvSpPr/>
            <p:nvPr/>
          </p:nvSpPr>
          <p:spPr>
            <a:xfrm>
              <a:off x="6227526" y="2228561"/>
              <a:ext cx="27336" cy="24188"/>
            </a:xfrm>
            <a:custGeom>
              <a:rect b="b" l="l" r="r" t="t"/>
              <a:pathLst>
                <a:path extrusionOk="0" h="753" w="851">
                  <a:moveTo>
                    <a:pt x="421" y="1"/>
                  </a:moveTo>
                  <a:cubicBezTo>
                    <a:pt x="360" y="1"/>
                    <a:pt x="300" y="15"/>
                    <a:pt x="245" y="41"/>
                  </a:cubicBezTo>
                  <a:cubicBezTo>
                    <a:pt x="245" y="41"/>
                    <a:pt x="217" y="64"/>
                    <a:pt x="203" y="74"/>
                  </a:cubicBezTo>
                  <a:cubicBezTo>
                    <a:pt x="128" y="125"/>
                    <a:pt x="83" y="212"/>
                    <a:pt x="57" y="306"/>
                  </a:cubicBezTo>
                  <a:cubicBezTo>
                    <a:pt x="0" y="513"/>
                    <a:pt x="109" y="682"/>
                    <a:pt x="317" y="737"/>
                  </a:cubicBezTo>
                  <a:cubicBezTo>
                    <a:pt x="355" y="747"/>
                    <a:pt x="392" y="752"/>
                    <a:pt x="427" y="752"/>
                  </a:cubicBezTo>
                  <a:cubicBezTo>
                    <a:pt x="552" y="752"/>
                    <a:pt x="663" y="691"/>
                    <a:pt x="731" y="582"/>
                  </a:cubicBezTo>
                  <a:cubicBezTo>
                    <a:pt x="749" y="556"/>
                    <a:pt x="782" y="519"/>
                    <a:pt x="782" y="519"/>
                  </a:cubicBezTo>
                  <a:cubicBezTo>
                    <a:pt x="786" y="510"/>
                    <a:pt x="788" y="501"/>
                    <a:pt x="792" y="491"/>
                  </a:cubicBezTo>
                  <a:cubicBezTo>
                    <a:pt x="850" y="284"/>
                    <a:pt x="727" y="70"/>
                    <a:pt x="519" y="13"/>
                  </a:cubicBezTo>
                  <a:cubicBezTo>
                    <a:pt x="486" y="5"/>
                    <a:pt x="453" y="1"/>
                    <a:pt x="42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27"/>
            <p:cNvSpPr/>
            <p:nvPr/>
          </p:nvSpPr>
          <p:spPr>
            <a:xfrm>
              <a:off x="6227044" y="2229846"/>
              <a:ext cx="25762" cy="23771"/>
            </a:xfrm>
            <a:custGeom>
              <a:rect b="b" l="l" r="r" t="t"/>
              <a:pathLst>
                <a:path extrusionOk="0" h="740" w="802">
                  <a:moveTo>
                    <a:pt x="261" y="1"/>
                  </a:moveTo>
                  <a:cubicBezTo>
                    <a:pt x="164" y="49"/>
                    <a:pt x="88" y="137"/>
                    <a:pt x="57" y="248"/>
                  </a:cubicBezTo>
                  <a:cubicBezTo>
                    <a:pt x="1" y="457"/>
                    <a:pt x="124" y="670"/>
                    <a:pt x="332" y="726"/>
                  </a:cubicBezTo>
                  <a:cubicBezTo>
                    <a:pt x="366" y="735"/>
                    <a:pt x="400" y="740"/>
                    <a:pt x="434" y="740"/>
                  </a:cubicBezTo>
                  <a:cubicBezTo>
                    <a:pt x="597" y="740"/>
                    <a:pt x="746" y="636"/>
                    <a:pt x="801" y="479"/>
                  </a:cubicBezTo>
                  <a:lnTo>
                    <a:pt x="801" y="479"/>
                  </a:lnTo>
                  <a:cubicBezTo>
                    <a:pt x="749" y="505"/>
                    <a:pt x="690" y="519"/>
                    <a:pt x="629" y="519"/>
                  </a:cubicBezTo>
                  <a:cubicBezTo>
                    <a:pt x="595" y="519"/>
                    <a:pt x="561" y="515"/>
                    <a:pt x="528" y="506"/>
                  </a:cubicBezTo>
                  <a:cubicBezTo>
                    <a:pt x="319" y="450"/>
                    <a:pt x="196" y="237"/>
                    <a:pt x="253" y="28"/>
                  </a:cubicBezTo>
                  <a:cubicBezTo>
                    <a:pt x="257" y="20"/>
                    <a:pt x="258" y="10"/>
                    <a:pt x="2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27"/>
            <p:cNvSpPr/>
            <p:nvPr/>
          </p:nvSpPr>
          <p:spPr>
            <a:xfrm>
              <a:off x="6030766" y="2385294"/>
              <a:ext cx="22807" cy="21972"/>
            </a:xfrm>
            <a:custGeom>
              <a:rect b="b" l="l" r="r" t="t"/>
              <a:pathLst>
                <a:path extrusionOk="0" h="684" w="710">
                  <a:moveTo>
                    <a:pt x="557" y="0"/>
                  </a:moveTo>
                  <a:cubicBezTo>
                    <a:pt x="521" y="0"/>
                    <a:pt x="485" y="14"/>
                    <a:pt x="458" y="40"/>
                  </a:cubicBezTo>
                  <a:lnTo>
                    <a:pt x="55" y="444"/>
                  </a:lnTo>
                  <a:cubicBezTo>
                    <a:pt x="0" y="498"/>
                    <a:pt x="0" y="586"/>
                    <a:pt x="55" y="641"/>
                  </a:cubicBezTo>
                  <a:cubicBezTo>
                    <a:pt x="81" y="669"/>
                    <a:pt x="118" y="683"/>
                    <a:pt x="154" y="683"/>
                  </a:cubicBezTo>
                  <a:cubicBezTo>
                    <a:pt x="190" y="683"/>
                    <a:pt x="226" y="670"/>
                    <a:pt x="252" y="641"/>
                  </a:cubicBezTo>
                  <a:lnTo>
                    <a:pt x="655" y="237"/>
                  </a:lnTo>
                  <a:cubicBezTo>
                    <a:pt x="710" y="184"/>
                    <a:pt x="710" y="95"/>
                    <a:pt x="655" y="40"/>
                  </a:cubicBezTo>
                  <a:cubicBezTo>
                    <a:pt x="628" y="14"/>
                    <a:pt x="592" y="0"/>
                    <a:pt x="55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27"/>
            <p:cNvSpPr/>
            <p:nvPr/>
          </p:nvSpPr>
          <p:spPr>
            <a:xfrm>
              <a:off x="6207770" y="2208323"/>
              <a:ext cx="22807" cy="21972"/>
            </a:xfrm>
            <a:custGeom>
              <a:rect b="b" l="l" r="r" t="t"/>
              <a:pathLst>
                <a:path extrusionOk="0" h="684" w="710">
                  <a:moveTo>
                    <a:pt x="557" y="1"/>
                  </a:moveTo>
                  <a:cubicBezTo>
                    <a:pt x="521" y="1"/>
                    <a:pt x="486" y="14"/>
                    <a:pt x="459" y="41"/>
                  </a:cubicBezTo>
                  <a:lnTo>
                    <a:pt x="55" y="445"/>
                  </a:lnTo>
                  <a:cubicBezTo>
                    <a:pt x="0" y="499"/>
                    <a:pt x="0" y="588"/>
                    <a:pt x="55" y="642"/>
                  </a:cubicBezTo>
                  <a:cubicBezTo>
                    <a:pt x="83" y="669"/>
                    <a:pt x="119" y="684"/>
                    <a:pt x="155" y="684"/>
                  </a:cubicBezTo>
                  <a:cubicBezTo>
                    <a:pt x="188" y="684"/>
                    <a:pt x="224" y="669"/>
                    <a:pt x="252" y="642"/>
                  </a:cubicBezTo>
                  <a:lnTo>
                    <a:pt x="656" y="238"/>
                  </a:lnTo>
                  <a:cubicBezTo>
                    <a:pt x="709" y="184"/>
                    <a:pt x="709" y="96"/>
                    <a:pt x="656" y="41"/>
                  </a:cubicBezTo>
                  <a:cubicBezTo>
                    <a:pt x="628" y="14"/>
                    <a:pt x="592" y="1"/>
                    <a:pt x="55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27"/>
            <p:cNvSpPr/>
            <p:nvPr/>
          </p:nvSpPr>
          <p:spPr>
            <a:xfrm>
              <a:off x="6130897" y="2335823"/>
              <a:ext cx="19081" cy="17153"/>
            </a:xfrm>
            <a:custGeom>
              <a:rect b="b" l="l" r="r" t="t"/>
              <a:pathLst>
                <a:path extrusionOk="0" h="534" w="594">
                  <a:moveTo>
                    <a:pt x="294" y="0"/>
                  </a:moveTo>
                  <a:cubicBezTo>
                    <a:pt x="250" y="0"/>
                    <a:pt x="207" y="11"/>
                    <a:pt x="168" y="30"/>
                  </a:cubicBezTo>
                  <a:cubicBezTo>
                    <a:pt x="168" y="30"/>
                    <a:pt x="142" y="59"/>
                    <a:pt x="127" y="69"/>
                  </a:cubicBezTo>
                  <a:cubicBezTo>
                    <a:pt x="83" y="105"/>
                    <a:pt x="55" y="147"/>
                    <a:pt x="39" y="207"/>
                  </a:cubicBezTo>
                  <a:cubicBezTo>
                    <a:pt x="0" y="356"/>
                    <a:pt x="81" y="482"/>
                    <a:pt x="229" y="522"/>
                  </a:cubicBezTo>
                  <a:cubicBezTo>
                    <a:pt x="257" y="530"/>
                    <a:pt x="285" y="533"/>
                    <a:pt x="312" y="533"/>
                  </a:cubicBezTo>
                  <a:cubicBezTo>
                    <a:pt x="425" y="533"/>
                    <a:pt x="519" y="468"/>
                    <a:pt x="552" y="348"/>
                  </a:cubicBezTo>
                  <a:cubicBezTo>
                    <a:pt x="553" y="343"/>
                    <a:pt x="565" y="333"/>
                    <a:pt x="565" y="333"/>
                  </a:cubicBezTo>
                  <a:cubicBezTo>
                    <a:pt x="594" y="189"/>
                    <a:pt x="508" y="47"/>
                    <a:pt x="365" y="10"/>
                  </a:cubicBezTo>
                  <a:cubicBezTo>
                    <a:pt x="341" y="3"/>
                    <a:pt x="318" y="0"/>
                    <a:pt x="294" y="0"/>
                  </a:cubicBezTo>
                  <a:close/>
                </a:path>
              </a:pathLst>
            </a:custGeom>
            <a:solidFill>
              <a:srgbClr val="FC546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27"/>
            <p:cNvSpPr/>
            <p:nvPr/>
          </p:nvSpPr>
          <p:spPr>
            <a:xfrm>
              <a:off x="6130415" y="2336690"/>
              <a:ext cx="18631" cy="16929"/>
            </a:xfrm>
            <a:custGeom>
              <a:rect b="b" l="l" r="r" t="t"/>
              <a:pathLst>
                <a:path extrusionOk="0" h="527" w="580">
                  <a:moveTo>
                    <a:pt x="183" y="0"/>
                  </a:moveTo>
                  <a:cubicBezTo>
                    <a:pt x="116" y="35"/>
                    <a:pt x="61" y="97"/>
                    <a:pt x="40" y="177"/>
                  </a:cubicBezTo>
                  <a:cubicBezTo>
                    <a:pt x="1" y="324"/>
                    <a:pt x="87" y="476"/>
                    <a:pt x="235" y="517"/>
                  </a:cubicBezTo>
                  <a:cubicBezTo>
                    <a:pt x="259" y="523"/>
                    <a:pt x="283" y="526"/>
                    <a:pt x="307" y="526"/>
                  </a:cubicBezTo>
                  <a:cubicBezTo>
                    <a:pt x="430" y="526"/>
                    <a:pt x="541" y="445"/>
                    <a:pt x="575" y="321"/>
                  </a:cubicBezTo>
                  <a:cubicBezTo>
                    <a:pt x="577" y="316"/>
                    <a:pt x="577" y="310"/>
                    <a:pt x="580" y="306"/>
                  </a:cubicBezTo>
                  <a:lnTo>
                    <a:pt x="580" y="306"/>
                  </a:lnTo>
                  <a:cubicBezTo>
                    <a:pt x="543" y="325"/>
                    <a:pt x="502" y="335"/>
                    <a:pt x="459" y="335"/>
                  </a:cubicBezTo>
                  <a:cubicBezTo>
                    <a:pt x="435" y="335"/>
                    <a:pt x="409" y="331"/>
                    <a:pt x="384" y="324"/>
                  </a:cubicBezTo>
                  <a:cubicBezTo>
                    <a:pt x="241" y="287"/>
                    <a:pt x="154" y="143"/>
                    <a:pt x="18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27"/>
            <p:cNvSpPr/>
            <p:nvPr/>
          </p:nvSpPr>
          <p:spPr>
            <a:xfrm>
              <a:off x="6130929" y="2374436"/>
              <a:ext cx="34307" cy="34789"/>
            </a:xfrm>
            <a:custGeom>
              <a:rect b="b" l="l" r="r" t="t"/>
              <a:pathLst>
                <a:path extrusionOk="0" h="1083" w="1068">
                  <a:moveTo>
                    <a:pt x="512" y="0"/>
                  </a:moveTo>
                  <a:cubicBezTo>
                    <a:pt x="497" y="0"/>
                    <a:pt x="483" y="6"/>
                    <a:pt x="472" y="16"/>
                  </a:cubicBezTo>
                  <a:lnTo>
                    <a:pt x="154" y="335"/>
                  </a:lnTo>
                  <a:lnTo>
                    <a:pt x="1" y="554"/>
                  </a:lnTo>
                  <a:lnTo>
                    <a:pt x="529" y="1066"/>
                  </a:lnTo>
                  <a:cubicBezTo>
                    <a:pt x="540" y="1077"/>
                    <a:pt x="554" y="1082"/>
                    <a:pt x="569" y="1082"/>
                  </a:cubicBezTo>
                  <a:cubicBezTo>
                    <a:pt x="583" y="1082"/>
                    <a:pt x="598" y="1077"/>
                    <a:pt x="609" y="1066"/>
                  </a:cubicBezTo>
                  <a:lnTo>
                    <a:pt x="1067" y="598"/>
                  </a:lnTo>
                  <a:lnTo>
                    <a:pt x="921" y="387"/>
                  </a:lnTo>
                  <a:lnTo>
                    <a:pt x="551" y="16"/>
                  </a:lnTo>
                  <a:cubicBezTo>
                    <a:pt x="540" y="6"/>
                    <a:pt x="52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27"/>
            <p:cNvSpPr/>
            <p:nvPr/>
          </p:nvSpPr>
          <p:spPr>
            <a:xfrm>
              <a:off x="6177380" y="2282690"/>
              <a:ext cx="54576" cy="81591"/>
            </a:xfrm>
            <a:custGeom>
              <a:rect b="b" l="l" r="r" t="t"/>
              <a:pathLst>
                <a:path extrusionOk="0" h="2540" w="1699">
                  <a:moveTo>
                    <a:pt x="384" y="0"/>
                  </a:moveTo>
                  <a:lnTo>
                    <a:pt x="170" y="164"/>
                  </a:lnTo>
                  <a:lnTo>
                    <a:pt x="22" y="312"/>
                  </a:lnTo>
                  <a:cubicBezTo>
                    <a:pt x="1" y="333"/>
                    <a:pt x="1" y="368"/>
                    <a:pt x="22" y="390"/>
                  </a:cubicBezTo>
                  <a:lnTo>
                    <a:pt x="335" y="704"/>
                  </a:lnTo>
                  <a:cubicBezTo>
                    <a:pt x="357" y="726"/>
                    <a:pt x="357" y="760"/>
                    <a:pt x="335" y="782"/>
                  </a:cubicBezTo>
                  <a:lnTo>
                    <a:pt x="22" y="1096"/>
                  </a:lnTo>
                  <a:cubicBezTo>
                    <a:pt x="1" y="1118"/>
                    <a:pt x="1" y="1151"/>
                    <a:pt x="22" y="1173"/>
                  </a:cubicBezTo>
                  <a:lnTo>
                    <a:pt x="335" y="1487"/>
                  </a:lnTo>
                  <a:cubicBezTo>
                    <a:pt x="357" y="1509"/>
                    <a:pt x="357" y="1542"/>
                    <a:pt x="335" y="1564"/>
                  </a:cubicBezTo>
                  <a:lnTo>
                    <a:pt x="22" y="1879"/>
                  </a:lnTo>
                  <a:cubicBezTo>
                    <a:pt x="1" y="1901"/>
                    <a:pt x="1" y="1936"/>
                    <a:pt x="22" y="1958"/>
                  </a:cubicBezTo>
                  <a:lnTo>
                    <a:pt x="604" y="2540"/>
                  </a:lnTo>
                  <a:lnTo>
                    <a:pt x="1677" y="1394"/>
                  </a:lnTo>
                  <a:cubicBezTo>
                    <a:pt x="1699" y="1373"/>
                    <a:pt x="1699" y="1337"/>
                    <a:pt x="1676" y="1318"/>
                  </a:cubicBezTo>
                  <a:lnTo>
                    <a:pt x="38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27"/>
            <p:cNvSpPr/>
            <p:nvPr/>
          </p:nvSpPr>
          <p:spPr>
            <a:xfrm>
              <a:off x="6129130" y="2385165"/>
              <a:ext cx="38258" cy="26051"/>
            </a:xfrm>
            <a:custGeom>
              <a:rect b="b" l="l" r="r" t="t"/>
              <a:pathLst>
                <a:path extrusionOk="0" h="811" w="1191">
                  <a:moveTo>
                    <a:pt x="211" y="1"/>
                  </a:moveTo>
                  <a:lnTo>
                    <a:pt x="0" y="212"/>
                  </a:lnTo>
                  <a:lnTo>
                    <a:pt x="581" y="794"/>
                  </a:lnTo>
                  <a:cubicBezTo>
                    <a:pt x="591" y="805"/>
                    <a:pt x="606" y="811"/>
                    <a:pt x="620" y="811"/>
                  </a:cubicBezTo>
                  <a:cubicBezTo>
                    <a:pt x="635" y="811"/>
                    <a:pt x="649" y="805"/>
                    <a:pt x="660" y="794"/>
                  </a:cubicBezTo>
                  <a:lnTo>
                    <a:pt x="1190" y="263"/>
                  </a:lnTo>
                  <a:lnTo>
                    <a:pt x="1109" y="128"/>
                  </a:lnTo>
                  <a:lnTo>
                    <a:pt x="982" y="53"/>
                  </a:lnTo>
                  <a:lnTo>
                    <a:pt x="663" y="372"/>
                  </a:lnTo>
                  <a:cubicBezTo>
                    <a:pt x="652" y="382"/>
                    <a:pt x="638" y="388"/>
                    <a:pt x="623" y="388"/>
                  </a:cubicBezTo>
                  <a:cubicBezTo>
                    <a:pt x="609" y="388"/>
                    <a:pt x="594" y="382"/>
                    <a:pt x="583" y="372"/>
                  </a:cubicBezTo>
                  <a:lnTo>
                    <a:pt x="21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27"/>
            <p:cNvSpPr/>
            <p:nvPr/>
          </p:nvSpPr>
          <p:spPr>
            <a:xfrm>
              <a:off x="6182874" y="2280955"/>
              <a:ext cx="51428" cy="83294"/>
            </a:xfrm>
            <a:custGeom>
              <a:rect b="b" l="l" r="r" t="t"/>
              <a:pathLst>
                <a:path extrusionOk="0" h="2593" w="1601">
                  <a:moveTo>
                    <a:pt x="213" y="1"/>
                  </a:moveTo>
                  <a:lnTo>
                    <a:pt x="1" y="212"/>
                  </a:lnTo>
                  <a:lnTo>
                    <a:pt x="1157" y="1369"/>
                  </a:lnTo>
                  <a:cubicBezTo>
                    <a:pt x="1179" y="1391"/>
                    <a:pt x="1179" y="1427"/>
                    <a:pt x="1157" y="1448"/>
                  </a:cubicBezTo>
                  <a:lnTo>
                    <a:pt x="223" y="2382"/>
                  </a:lnTo>
                  <a:lnTo>
                    <a:pt x="268" y="2563"/>
                  </a:lnTo>
                  <a:lnTo>
                    <a:pt x="435" y="2592"/>
                  </a:lnTo>
                  <a:lnTo>
                    <a:pt x="1578" y="1448"/>
                  </a:lnTo>
                  <a:cubicBezTo>
                    <a:pt x="1600" y="1427"/>
                    <a:pt x="1600" y="1392"/>
                    <a:pt x="1578" y="1367"/>
                  </a:cubicBezTo>
                  <a:lnTo>
                    <a:pt x="2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27"/>
            <p:cNvSpPr/>
            <p:nvPr/>
          </p:nvSpPr>
          <p:spPr>
            <a:xfrm>
              <a:off x="6160547" y="2357474"/>
              <a:ext cx="36266" cy="36202"/>
            </a:xfrm>
            <a:custGeom>
              <a:rect b="b" l="l" r="r" t="t"/>
              <a:pathLst>
                <a:path extrusionOk="0" h="1127" w="1129">
                  <a:moveTo>
                    <a:pt x="917" y="0"/>
                  </a:moveTo>
                  <a:lnTo>
                    <a:pt x="1" y="915"/>
                  </a:lnTo>
                  <a:lnTo>
                    <a:pt x="213" y="1126"/>
                  </a:lnTo>
                  <a:lnTo>
                    <a:pt x="1128" y="212"/>
                  </a:lnTo>
                  <a:lnTo>
                    <a:pt x="917"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04" name="Google Shape;3604;p27"/>
          <p:cNvGrpSpPr/>
          <p:nvPr/>
        </p:nvGrpSpPr>
        <p:grpSpPr>
          <a:xfrm>
            <a:off x="5375113" y="2189113"/>
            <a:ext cx="300392" cy="297657"/>
            <a:chOff x="5375113" y="2189113"/>
            <a:chExt cx="300392" cy="297657"/>
          </a:xfrm>
        </p:grpSpPr>
        <p:sp>
          <p:nvSpPr>
            <p:cNvPr id="3605" name="Google Shape;3605;p27"/>
            <p:cNvSpPr/>
            <p:nvPr/>
          </p:nvSpPr>
          <p:spPr>
            <a:xfrm>
              <a:off x="5376013" y="2315681"/>
              <a:ext cx="174618" cy="171084"/>
            </a:xfrm>
            <a:custGeom>
              <a:rect b="b" l="l" r="r" t="t"/>
              <a:pathLst>
                <a:path extrusionOk="0" h="5326" w="5436">
                  <a:moveTo>
                    <a:pt x="4019" y="1"/>
                  </a:moveTo>
                  <a:cubicBezTo>
                    <a:pt x="3902" y="1"/>
                    <a:pt x="3789" y="35"/>
                    <a:pt x="3675" y="92"/>
                  </a:cubicBezTo>
                  <a:lnTo>
                    <a:pt x="414" y="1720"/>
                  </a:lnTo>
                  <a:cubicBezTo>
                    <a:pt x="125" y="1864"/>
                    <a:pt x="1" y="2170"/>
                    <a:pt x="102" y="2448"/>
                  </a:cubicBezTo>
                  <a:cubicBezTo>
                    <a:pt x="125" y="2510"/>
                    <a:pt x="138" y="2548"/>
                    <a:pt x="189" y="2588"/>
                  </a:cubicBezTo>
                  <a:cubicBezTo>
                    <a:pt x="224" y="2614"/>
                    <a:pt x="302" y="2675"/>
                    <a:pt x="302" y="2675"/>
                  </a:cubicBezTo>
                  <a:cubicBezTo>
                    <a:pt x="330" y="2684"/>
                    <a:pt x="359" y="2691"/>
                    <a:pt x="387" y="2692"/>
                  </a:cubicBezTo>
                  <a:lnTo>
                    <a:pt x="2170" y="2853"/>
                  </a:lnTo>
                  <a:cubicBezTo>
                    <a:pt x="2184" y="2856"/>
                    <a:pt x="2200" y="2857"/>
                    <a:pt x="2214" y="2860"/>
                  </a:cubicBezTo>
                  <a:cubicBezTo>
                    <a:pt x="2269" y="2873"/>
                    <a:pt x="2329" y="2888"/>
                    <a:pt x="2372" y="2923"/>
                  </a:cubicBezTo>
                  <a:cubicBezTo>
                    <a:pt x="2452" y="2983"/>
                    <a:pt x="2516" y="3088"/>
                    <a:pt x="2524" y="3192"/>
                  </a:cubicBezTo>
                  <a:lnTo>
                    <a:pt x="2678" y="4956"/>
                  </a:lnTo>
                  <a:cubicBezTo>
                    <a:pt x="2691" y="5097"/>
                    <a:pt x="2780" y="5220"/>
                    <a:pt x="2914" y="5269"/>
                  </a:cubicBezTo>
                  <a:cubicBezTo>
                    <a:pt x="2959" y="5285"/>
                    <a:pt x="3000" y="5300"/>
                    <a:pt x="3047" y="5305"/>
                  </a:cubicBezTo>
                  <a:cubicBezTo>
                    <a:pt x="3073" y="5310"/>
                    <a:pt x="3119" y="5326"/>
                    <a:pt x="3119" y="5326"/>
                  </a:cubicBezTo>
                  <a:cubicBezTo>
                    <a:pt x="3335" y="5321"/>
                    <a:pt x="3546" y="5204"/>
                    <a:pt x="3653" y="4988"/>
                  </a:cubicBezTo>
                  <a:lnTo>
                    <a:pt x="5298" y="1693"/>
                  </a:lnTo>
                  <a:cubicBezTo>
                    <a:pt x="5435" y="1418"/>
                    <a:pt x="5389" y="1091"/>
                    <a:pt x="5184" y="865"/>
                  </a:cubicBezTo>
                  <a:lnTo>
                    <a:pt x="4480" y="160"/>
                  </a:lnTo>
                  <a:cubicBezTo>
                    <a:pt x="4426" y="114"/>
                    <a:pt x="4369" y="76"/>
                    <a:pt x="4305" y="48"/>
                  </a:cubicBezTo>
                  <a:cubicBezTo>
                    <a:pt x="4305" y="48"/>
                    <a:pt x="4209" y="29"/>
                    <a:pt x="4163" y="19"/>
                  </a:cubicBezTo>
                  <a:cubicBezTo>
                    <a:pt x="4114" y="6"/>
                    <a:pt x="4066" y="1"/>
                    <a:pt x="401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27"/>
            <p:cNvSpPr/>
            <p:nvPr/>
          </p:nvSpPr>
          <p:spPr>
            <a:xfrm>
              <a:off x="5446846" y="2407556"/>
              <a:ext cx="29392" cy="79214"/>
            </a:xfrm>
            <a:custGeom>
              <a:rect b="b" l="l" r="r" t="t"/>
              <a:pathLst>
                <a:path extrusionOk="0" h="2466" w="915">
                  <a:moveTo>
                    <a:pt x="1" y="0"/>
                  </a:moveTo>
                  <a:lnTo>
                    <a:pt x="1" y="0"/>
                  </a:lnTo>
                  <a:cubicBezTo>
                    <a:pt x="161" y="31"/>
                    <a:pt x="284" y="165"/>
                    <a:pt x="299" y="332"/>
                  </a:cubicBezTo>
                  <a:lnTo>
                    <a:pt x="460" y="2117"/>
                  </a:lnTo>
                  <a:cubicBezTo>
                    <a:pt x="473" y="2257"/>
                    <a:pt x="564" y="2380"/>
                    <a:pt x="696" y="2429"/>
                  </a:cubicBezTo>
                  <a:cubicBezTo>
                    <a:pt x="763" y="2453"/>
                    <a:pt x="833" y="2466"/>
                    <a:pt x="903" y="2466"/>
                  </a:cubicBezTo>
                  <a:cubicBezTo>
                    <a:pt x="907" y="2466"/>
                    <a:pt x="910" y="2466"/>
                    <a:pt x="914" y="2466"/>
                  </a:cubicBezTo>
                  <a:lnTo>
                    <a:pt x="687" y="369"/>
                  </a:lnTo>
                  <a:cubicBezTo>
                    <a:pt x="670" y="190"/>
                    <a:pt x="529" y="50"/>
                    <a:pt x="351" y="34"/>
                  </a:cubicBezTo>
                  <a:lnTo>
                    <a:pt x="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27"/>
            <p:cNvSpPr/>
            <p:nvPr/>
          </p:nvSpPr>
          <p:spPr>
            <a:xfrm>
              <a:off x="5375113" y="2315006"/>
              <a:ext cx="139251" cy="86667"/>
            </a:xfrm>
            <a:custGeom>
              <a:rect b="b" l="l" r="r" t="t"/>
              <a:pathLst>
                <a:path extrusionOk="0" h="2698" w="4335">
                  <a:moveTo>
                    <a:pt x="4022" y="0"/>
                  </a:moveTo>
                  <a:cubicBezTo>
                    <a:pt x="3910" y="0"/>
                    <a:pt x="3797" y="26"/>
                    <a:pt x="3692" y="77"/>
                  </a:cubicBezTo>
                  <a:lnTo>
                    <a:pt x="400" y="1725"/>
                  </a:lnTo>
                  <a:cubicBezTo>
                    <a:pt x="113" y="1869"/>
                    <a:pt x="0" y="2201"/>
                    <a:pt x="101" y="2480"/>
                  </a:cubicBezTo>
                  <a:cubicBezTo>
                    <a:pt x="142" y="2585"/>
                    <a:pt x="226" y="2663"/>
                    <a:pt x="330" y="2697"/>
                  </a:cubicBezTo>
                  <a:cubicBezTo>
                    <a:pt x="329" y="2693"/>
                    <a:pt x="326" y="2690"/>
                    <a:pt x="324" y="2684"/>
                  </a:cubicBezTo>
                  <a:cubicBezTo>
                    <a:pt x="223" y="2406"/>
                    <a:pt x="336" y="2075"/>
                    <a:pt x="623" y="1930"/>
                  </a:cubicBezTo>
                  <a:lnTo>
                    <a:pt x="4334" y="70"/>
                  </a:lnTo>
                  <a:cubicBezTo>
                    <a:pt x="4237" y="24"/>
                    <a:pt x="4130" y="0"/>
                    <a:pt x="402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27"/>
            <p:cNvSpPr/>
            <p:nvPr/>
          </p:nvSpPr>
          <p:spPr>
            <a:xfrm>
              <a:off x="5461270" y="2240125"/>
              <a:ext cx="162636" cy="162797"/>
            </a:xfrm>
            <a:custGeom>
              <a:rect b="b" l="l" r="r" t="t"/>
              <a:pathLst>
                <a:path extrusionOk="0" h="5068" w="5063">
                  <a:moveTo>
                    <a:pt x="4381" y="1"/>
                  </a:moveTo>
                  <a:lnTo>
                    <a:pt x="1900" y="2605"/>
                  </a:lnTo>
                  <a:lnTo>
                    <a:pt x="0" y="4387"/>
                  </a:lnTo>
                  <a:lnTo>
                    <a:pt x="682" y="5068"/>
                  </a:lnTo>
                  <a:lnTo>
                    <a:pt x="5063" y="681"/>
                  </a:lnTo>
                  <a:lnTo>
                    <a:pt x="4831" y="312"/>
                  </a:lnTo>
                  <a:lnTo>
                    <a:pt x="438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27"/>
            <p:cNvSpPr/>
            <p:nvPr/>
          </p:nvSpPr>
          <p:spPr>
            <a:xfrm>
              <a:off x="5461270" y="2240093"/>
              <a:ext cx="145226" cy="145386"/>
            </a:xfrm>
            <a:custGeom>
              <a:rect b="b" l="l" r="r" t="t"/>
              <a:pathLst>
                <a:path extrusionOk="0" h="4526" w="4521">
                  <a:moveTo>
                    <a:pt x="4383" y="0"/>
                  </a:moveTo>
                  <a:lnTo>
                    <a:pt x="1852" y="2535"/>
                  </a:lnTo>
                  <a:lnTo>
                    <a:pt x="1849" y="2537"/>
                  </a:lnTo>
                  <a:lnTo>
                    <a:pt x="0" y="4388"/>
                  </a:lnTo>
                  <a:lnTo>
                    <a:pt x="139" y="4526"/>
                  </a:lnTo>
                  <a:lnTo>
                    <a:pt x="2091" y="2573"/>
                  </a:lnTo>
                  <a:lnTo>
                    <a:pt x="2092" y="2571"/>
                  </a:lnTo>
                  <a:lnTo>
                    <a:pt x="4520" y="139"/>
                  </a:lnTo>
                  <a:lnTo>
                    <a:pt x="4488" y="18"/>
                  </a:lnTo>
                  <a:lnTo>
                    <a:pt x="438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27"/>
            <p:cNvSpPr/>
            <p:nvPr/>
          </p:nvSpPr>
          <p:spPr>
            <a:xfrm>
              <a:off x="5483179" y="2402898"/>
              <a:ext cx="64" cy="32"/>
            </a:xfrm>
            <a:custGeom>
              <a:rect b="b" l="l" r="r" t="t"/>
              <a:pathLst>
                <a:path extrusionOk="0" h="1" w="2">
                  <a:moveTo>
                    <a:pt x="2" y="1"/>
                  </a:moveTo>
                  <a:lnTo>
                    <a:pt x="2" y="1"/>
                  </a:lnTo>
                  <a:lnTo>
                    <a:pt x="0" y="1"/>
                  </a:ln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27"/>
            <p:cNvSpPr/>
            <p:nvPr/>
          </p:nvSpPr>
          <p:spPr>
            <a:xfrm>
              <a:off x="5519961" y="2320821"/>
              <a:ext cx="835" cy="739"/>
            </a:xfrm>
            <a:custGeom>
              <a:rect b="b" l="l" r="r" t="t"/>
              <a:pathLst>
                <a:path extrusionOk="0" h="23" w="26">
                  <a:moveTo>
                    <a:pt x="0" y="0"/>
                  </a:moveTo>
                  <a:lnTo>
                    <a:pt x="0" y="0"/>
                  </a:lnTo>
                  <a:cubicBezTo>
                    <a:pt x="8" y="8"/>
                    <a:pt x="16" y="15"/>
                    <a:pt x="25" y="22"/>
                  </a:cubicBezTo>
                  <a:lnTo>
                    <a:pt x="0" y="0"/>
                  </a:lnTo>
                  <a:close/>
                </a:path>
              </a:pathLst>
            </a:custGeom>
            <a:solidFill>
              <a:srgbClr val="9CE6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27"/>
            <p:cNvSpPr/>
            <p:nvPr/>
          </p:nvSpPr>
          <p:spPr>
            <a:xfrm>
              <a:off x="5400588" y="2375335"/>
              <a:ext cx="8962" cy="8962"/>
            </a:xfrm>
            <a:custGeom>
              <a:rect b="b" l="l" r="r" t="t"/>
              <a:pathLst>
                <a:path extrusionOk="0" h="279" w="279">
                  <a:moveTo>
                    <a:pt x="139" y="0"/>
                  </a:moveTo>
                  <a:cubicBezTo>
                    <a:pt x="63" y="0"/>
                    <a:pt x="0" y="62"/>
                    <a:pt x="0" y="139"/>
                  </a:cubicBezTo>
                  <a:cubicBezTo>
                    <a:pt x="0" y="216"/>
                    <a:pt x="63" y="278"/>
                    <a:pt x="139" y="278"/>
                  </a:cubicBezTo>
                  <a:cubicBezTo>
                    <a:pt x="216" y="278"/>
                    <a:pt x="278" y="216"/>
                    <a:pt x="278" y="139"/>
                  </a:cubicBezTo>
                  <a:cubicBezTo>
                    <a:pt x="278" y="62"/>
                    <a:pt x="216" y="0"/>
                    <a:pt x="1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27"/>
            <p:cNvSpPr/>
            <p:nvPr/>
          </p:nvSpPr>
          <p:spPr>
            <a:xfrm>
              <a:off x="5414401" y="2368396"/>
              <a:ext cx="8994" cy="8962"/>
            </a:xfrm>
            <a:custGeom>
              <a:rect b="b" l="l" r="r" t="t"/>
              <a:pathLst>
                <a:path extrusionOk="0" h="279" w="280">
                  <a:moveTo>
                    <a:pt x="141" y="0"/>
                  </a:moveTo>
                  <a:cubicBezTo>
                    <a:pt x="63" y="0"/>
                    <a:pt x="0" y="63"/>
                    <a:pt x="0" y="139"/>
                  </a:cubicBezTo>
                  <a:cubicBezTo>
                    <a:pt x="0" y="216"/>
                    <a:pt x="63" y="278"/>
                    <a:pt x="141" y="278"/>
                  </a:cubicBezTo>
                  <a:cubicBezTo>
                    <a:pt x="217" y="278"/>
                    <a:pt x="280" y="216"/>
                    <a:pt x="280" y="139"/>
                  </a:cubicBezTo>
                  <a:cubicBezTo>
                    <a:pt x="280" y="63"/>
                    <a:pt x="217" y="0"/>
                    <a:pt x="1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27"/>
            <p:cNvSpPr/>
            <p:nvPr/>
          </p:nvSpPr>
          <p:spPr>
            <a:xfrm>
              <a:off x="5428214" y="2361426"/>
              <a:ext cx="8962" cy="8962"/>
            </a:xfrm>
            <a:custGeom>
              <a:rect b="b" l="l" r="r" t="t"/>
              <a:pathLst>
                <a:path extrusionOk="0" h="279" w="279">
                  <a:moveTo>
                    <a:pt x="139" y="0"/>
                  </a:moveTo>
                  <a:cubicBezTo>
                    <a:pt x="62" y="0"/>
                    <a:pt x="0" y="62"/>
                    <a:pt x="0" y="139"/>
                  </a:cubicBezTo>
                  <a:cubicBezTo>
                    <a:pt x="0" y="216"/>
                    <a:pt x="62" y="278"/>
                    <a:pt x="139" y="278"/>
                  </a:cubicBezTo>
                  <a:cubicBezTo>
                    <a:pt x="216" y="278"/>
                    <a:pt x="278" y="216"/>
                    <a:pt x="278" y="139"/>
                  </a:cubicBezTo>
                  <a:cubicBezTo>
                    <a:pt x="278" y="62"/>
                    <a:pt x="216" y="0"/>
                    <a:pt x="1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27"/>
            <p:cNvSpPr/>
            <p:nvPr/>
          </p:nvSpPr>
          <p:spPr>
            <a:xfrm>
              <a:off x="5468241" y="2241828"/>
              <a:ext cx="154477" cy="153738"/>
            </a:xfrm>
            <a:custGeom>
              <a:rect b="b" l="l" r="r" t="t"/>
              <a:pathLst>
                <a:path extrusionOk="0" h="4786" w="4809">
                  <a:moveTo>
                    <a:pt x="4656" y="0"/>
                  </a:moveTo>
                  <a:cubicBezTo>
                    <a:pt x="4621" y="0"/>
                    <a:pt x="4585" y="14"/>
                    <a:pt x="4558" y="40"/>
                  </a:cubicBezTo>
                  <a:lnTo>
                    <a:pt x="54" y="4550"/>
                  </a:lnTo>
                  <a:cubicBezTo>
                    <a:pt x="1" y="4605"/>
                    <a:pt x="1" y="4692"/>
                    <a:pt x="54" y="4745"/>
                  </a:cubicBezTo>
                  <a:cubicBezTo>
                    <a:pt x="82" y="4773"/>
                    <a:pt x="116" y="4786"/>
                    <a:pt x="153" y="4786"/>
                  </a:cubicBezTo>
                  <a:cubicBezTo>
                    <a:pt x="187" y="4786"/>
                    <a:pt x="224" y="4773"/>
                    <a:pt x="250" y="4745"/>
                  </a:cubicBezTo>
                  <a:lnTo>
                    <a:pt x="4753" y="236"/>
                  </a:lnTo>
                  <a:cubicBezTo>
                    <a:pt x="4808" y="182"/>
                    <a:pt x="4808" y="95"/>
                    <a:pt x="4753" y="40"/>
                  </a:cubicBezTo>
                  <a:cubicBezTo>
                    <a:pt x="4726" y="14"/>
                    <a:pt x="4691" y="0"/>
                    <a:pt x="465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27"/>
            <p:cNvSpPr/>
            <p:nvPr/>
          </p:nvSpPr>
          <p:spPr>
            <a:xfrm>
              <a:off x="5479484" y="2339678"/>
              <a:ext cx="46096" cy="44393"/>
            </a:xfrm>
            <a:custGeom>
              <a:rect b="b" l="l" r="r" t="t"/>
              <a:pathLst>
                <a:path extrusionOk="0" h="1382" w="1435">
                  <a:moveTo>
                    <a:pt x="319" y="0"/>
                  </a:moveTo>
                  <a:cubicBezTo>
                    <a:pt x="271" y="0"/>
                    <a:pt x="224" y="19"/>
                    <a:pt x="188" y="55"/>
                  </a:cubicBezTo>
                  <a:lnTo>
                    <a:pt x="73" y="158"/>
                  </a:lnTo>
                  <a:cubicBezTo>
                    <a:pt x="1" y="230"/>
                    <a:pt x="1" y="346"/>
                    <a:pt x="73" y="420"/>
                  </a:cubicBezTo>
                  <a:lnTo>
                    <a:pt x="968" y="1327"/>
                  </a:lnTo>
                  <a:cubicBezTo>
                    <a:pt x="1004" y="1363"/>
                    <a:pt x="1052" y="1382"/>
                    <a:pt x="1099" y="1382"/>
                  </a:cubicBezTo>
                  <a:cubicBezTo>
                    <a:pt x="1146" y="1382"/>
                    <a:pt x="1194" y="1363"/>
                    <a:pt x="1230" y="1327"/>
                  </a:cubicBezTo>
                  <a:lnTo>
                    <a:pt x="1269" y="1300"/>
                  </a:lnTo>
                  <a:lnTo>
                    <a:pt x="1362" y="1207"/>
                  </a:lnTo>
                  <a:cubicBezTo>
                    <a:pt x="1434" y="1135"/>
                    <a:pt x="1434" y="1017"/>
                    <a:pt x="1362" y="945"/>
                  </a:cubicBezTo>
                  <a:lnTo>
                    <a:pt x="486" y="68"/>
                  </a:lnTo>
                  <a:lnTo>
                    <a:pt x="450" y="55"/>
                  </a:lnTo>
                  <a:cubicBezTo>
                    <a:pt x="414" y="19"/>
                    <a:pt x="366"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27"/>
            <p:cNvSpPr/>
            <p:nvPr/>
          </p:nvSpPr>
          <p:spPr>
            <a:xfrm>
              <a:off x="5478842" y="2338778"/>
              <a:ext cx="41502" cy="45614"/>
            </a:xfrm>
            <a:custGeom>
              <a:rect b="b" l="l" r="r" t="t"/>
              <a:pathLst>
                <a:path extrusionOk="0" h="1420" w="1292">
                  <a:moveTo>
                    <a:pt x="336" y="1"/>
                  </a:moveTo>
                  <a:cubicBezTo>
                    <a:pt x="288" y="1"/>
                    <a:pt x="241" y="19"/>
                    <a:pt x="205" y="55"/>
                  </a:cubicBezTo>
                  <a:lnTo>
                    <a:pt x="73" y="186"/>
                  </a:lnTo>
                  <a:cubicBezTo>
                    <a:pt x="1" y="258"/>
                    <a:pt x="1" y="375"/>
                    <a:pt x="73" y="448"/>
                  </a:cubicBezTo>
                  <a:lnTo>
                    <a:pt x="989" y="1365"/>
                  </a:lnTo>
                  <a:cubicBezTo>
                    <a:pt x="1026" y="1402"/>
                    <a:pt x="1073" y="1420"/>
                    <a:pt x="1120" y="1420"/>
                  </a:cubicBezTo>
                  <a:cubicBezTo>
                    <a:pt x="1168" y="1420"/>
                    <a:pt x="1215" y="1402"/>
                    <a:pt x="1251" y="1365"/>
                  </a:cubicBezTo>
                  <a:lnTo>
                    <a:pt x="1292" y="1326"/>
                  </a:lnTo>
                  <a:lnTo>
                    <a:pt x="337" y="369"/>
                  </a:lnTo>
                  <a:cubicBezTo>
                    <a:pt x="308" y="340"/>
                    <a:pt x="308" y="294"/>
                    <a:pt x="337" y="265"/>
                  </a:cubicBezTo>
                  <a:lnTo>
                    <a:pt x="506" y="96"/>
                  </a:lnTo>
                  <a:lnTo>
                    <a:pt x="467" y="55"/>
                  </a:lnTo>
                  <a:cubicBezTo>
                    <a:pt x="431" y="19"/>
                    <a:pt x="383" y="1"/>
                    <a:pt x="33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27"/>
            <p:cNvSpPr/>
            <p:nvPr/>
          </p:nvSpPr>
          <p:spPr>
            <a:xfrm>
              <a:off x="5451536" y="2367625"/>
              <a:ext cx="46096" cy="44393"/>
            </a:xfrm>
            <a:custGeom>
              <a:rect b="b" l="l" r="r" t="t"/>
              <a:pathLst>
                <a:path extrusionOk="0" h="1382" w="1435">
                  <a:moveTo>
                    <a:pt x="319" y="0"/>
                  </a:moveTo>
                  <a:cubicBezTo>
                    <a:pt x="271" y="0"/>
                    <a:pt x="224" y="19"/>
                    <a:pt x="188" y="55"/>
                  </a:cubicBezTo>
                  <a:lnTo>
                    <a:pt x="73" y="158"/>
                  </a:lnTo>
                  <a:cubicBezTo>
                    <a:pt x="1" y="230"/>
                    <a:pt x="1" y="346"/>
                    <a:pt x="73" y="421"/>
                  </a:cubicBezTo>
                  <a:lnTo>
                    <a:pt x="967" y="1327"/>
                  </a:lnTo>
                  <a:cubicBezTo>
                    <a:pt x="1003" y="1363"/>
                    <a:pt x="1050" y="1382"/>
                    <a:pt x="1098" y="1382"/>
                  </a:cubicBezTo>
                  <a:cubicBezTo>
                    <a:pt x="1146" y="1382"/>
                    <a:pt x="1194" y="1363"/>
                    <a:pt x="1230" y="1327"/>
                  </a:cubicBezTo>
                  <a:lnTo>
                    <a:pt x="1269" y="1300"/>
                  </a:lnTo>
                  <a:lnTo>
                    <a:pt x="1362" y="1207"/>
                  </a:lnTo>
                  <a:cubicBezTo>
                    <a:pt x="1434" y="1135"/>
                    <a:pt x="1434" y="1017"/>
                    <a:pt x="1362" y="945"/>
                  </a:cubicBezTo>
                  <a:lnTo>
                    <a:pt x="486" y="68"/>
                  </a:lnTo>
                  <a:lnTo>
                    <a:pt x="450" y="55"/>
                  </a:lnTo>
                  <a:cubicBezTo>
                    <a:pt x="414" y="19"/>
                    <a:pt x="366"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27"/>
            <p:cNvSpPr/>
            <p:nvPr/>
          </p:nvSpPr>
          <p:spPr>
            <a:xfrm>
              <a:off x="5450862" y="2366726"/>
              <a:ext cx="41470" cy="45614"/>
            </a:xfrm>
            <a:custGeom>
              <a:rect b="b" l="l" r="r" t="t"/>
              <a:pathLst>
                <a:path extrusionOk="0" h="1420" w="1291">
                  <a:moveTo>
                    <a:pt x="334" y="1"/>
                  </a:moveTo>
                  <a:cubicBezTo>
                    <a:pt x="286" y="1"/>
                    <a:pt x="239" y="19"/>
                    <a:pt x="203" y="55"/>
                  </a:cubicBezTo>
                  <a:lnTo>
                    <a:pt x="73" y="186"/>
                  </a:lnTo>
                  <a:cubicBezTo>
                    <a:pt x="0" y="258"/>
                    <a:pt x="0" y="377"/>
                    <a:pt x="73" y="449"/>
                  </a:cubicBezTo>
                  <a:lnTo>
                    <a:pt x="988" y="1365"/>
                  </a:lnTo>
                  <a:cubicBezTo>
                    <a:pt x="1024" y="1402"/>
                    <a:pt x="1071" y="1420"/>
                    <a:pt x="1119" y="1420"/>
                  </a:cubicBezTo>
                  <a:cubicBezTo>
                    <a:pt x="1167" y="1420"/>
                    <a:pt x="1215" y="1402"/>
                    <a:pt x="1251" y="1365"/>
                  </a:cubicBezTo>
                  <a:lnTo>
                    <a:pt x="1290" y="1326"/>
                  </a:lnTo>
                  <a:lnTo>
                    <a:pt x="335" y="371"/>
                  </a:lnTo>
                  <a:cubicBezTo>
                    <a:pt x="306" y="342"/>
                    <a:pt x="306" y="294"/>
                    <a:pt x="335" y="265"/>
                  </a:cubicBezTo>
                  <a:lnTo>
                    <a:pt x="505" y="96"/>
                  </a:lnTo>
                  <a:lnTo>
                    <a:pt x="465" y="55"/>
                  </a:lnTo>
                  <a:cubicBezTo>
                    <a:pt x="429" y="19"/>
                    <a:pt x="381" y="1"/>
                    <a:pt x="33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27"/>
            <p:cNvSpPr/>
            <p:nvPr/>
          </p:nvSpPr>
          <p:spPr>
            <a:xfrm>
              <a:off x="5474280" y="2432291"/>
              <a:ext cx="17796" cy="17924"/>
            </a:xfrm>
            <a:custGeom>
              <a:rect b="b" l="l" r="r" t="t"/>
              <a:pathLst>
                <a:path extrusionOk="0" h="558" w="554">
                  <a:moveTo>
                    <a:pt x="277" y="0"/>
                  </a:moveTo>
                  <a:cubicBezTo>
                    <a:pt x="124" y="0"/>
                    <a:pt x="1" y="125"/>
                    <a:pt x="1" y="278"/>
                  </a:cubicBezTo>
                  <a:cubicBezTo>
                    <a:pt x="1" y="432"/>
                    <a:pt x="124" y="558"/>
                    <a:pt x="277" y="558"/>
                  </a:cubicBezTo>
                  <a:cubicBezTo>
                    <a:pt x="431" y="558"/>
                    <a:pt x="554" y="432"/>
                    <a:pt x="554" y="278"/>
                  </a:cubicBezTo>
                  <a:cubicBezTo>
                    <a:pt x="554" y="125"/>
                    <a:pt x="431" y="0"/>
                    <a:pt x="27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27"/>
            <p:cNvSpPr/>
            <p:nvPr/>
          </p:nvSpPr>
          <p:spPr>
            <a:xfrm>
              <a:off x="5627673" y="2248831"/>
              <a:ext cx="23642" cy="29199"/>
            </a:xfrm>
            <a:custGeom>
              <a:rect b="b" l="l" r="r" t="t"/>
              <a:pathLst>
                <a:path extrusionOk="0" h="909" w="736">
                  <a:moveTo>
                    <a:pt x="158" y="0"/>
                  </a:moveTo>
                  <a:cubicBezTo>
                    <a:pt x="139" y="0"/>
                    <a:pt x="119" y="4"/>
                    <a:pt x="100" y="12"/>
                  </a:cubicBezTo>
                  <a:cubicBezTo>
                    <a:pt x="29" y="45"/>
                    <a:pt x="0" y="126"/>
                    <a:pt x="32" y="197"/>
                  </a:cubicBezTo>
                  <a:lnTo>
                    <a:pt x="227" y="624"/>
                  </a:lnTo>
                  <a:lnTo>
                    <a:pt x="184" y="645"/>
                  </a:lnTo>
                  <a:cubicBezTo>
                    <a:pt x="115" y="677"/>
                    <a:pt x="84" y="761"/>
                    <a:pt x="116" y="829"/>
                  </a:cubicBezTo>
                  <a:cubicBezTo>
                    <a:pt x="141" y="879"/>
                    <a:pt x="191" y="908"/>
                    <a:pt x="243" y="908"/>
                  </a:cubicBezTo>
                  <a:cubicBezTo>
                    <a:pt x="264" y="908"/>
                    <a:pt x="282" y="905"/>
                    <a:pt x="301" y="895"/>
                  </a:cubicBezTo>
                  <a:lnTo>
                    <a:pt x="636" y="739"/>
                  </a:lnTo>
                  <a:cubicBezTo>
                    <a:pt x="705" y="705"/>
                    <a:pt x="736" y="623"/>
                    <a:pt x="704" y="553"/>
                  </a:cubicBezTo>
                  <a:cubicBezTo>
                    <a:pt x="681" y="504"/>
                    <a:pt x="630" y="474"/>
                    <a:pt x="578" y="474"/>
                  </a:cubicBezTo>
                  <a:cubicBezTo>
                    <a:pt x="559" y="474"/>
                    <a:pt x="539" y="478"/>
                    <a:pt x="520" y="487"/>
                  </a:cubicBezTo>
                  <a:lnTo>
                    <a:pt x="479" y="507"/>
                  </a:lnTo>
                  <a:lnTo>
                    <a:pt x="285" y="82"/>
                  </a:lnTo>
                  <a:cubicBezTo>
                    <a:pt x="261" y="30"/>
                    <a:pt x="211" y="0"/>
                    <a:pt x="15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27"/>
            <p:cNvSpPr/>
            <p:nvPr/>
          </p:nvSpPr>
          <p:spPr>
            <a:xfrm>
              <a:off x="5651477" y="2237331"/>
              <a:ext cx="24028" cy="29810"/>
            </a:xfrm>
            <a:custGeom>
              <a:rect b="b" l="l" r="r" t="t"/>
              <a:pathLst>
                <a:path extrusionOk="0" h="928" w="748">
                  <a:moveTo>
                    <a:pt x="158" y="0"/>
                  </a:moveTo>
                  <a:cubicBezTo>
                    <a:pt x="138" y="0"/>
                    <a:pt x="119" y="4"/>
                    <a:pt x="100" y="13"/>
                  </a:cubicBezTo>
                  <a:cubicBezTo>
                    <a:pt x="29" y="44"/>
                    <a:pt x="0" y="127"/>
                    <a:pt x="31" y="196"/>
                  </a:cubicBezTo>
                  <a:lnTo>
                    <a:pt x="235" y="644"/>
                  </a:lnTo>
                  <a:lnTo>
                    <a:pt x="191" y="664"/>
                  </a:lnTo>
                  <a:cubicBezTo>
                    <a:pt x="123" y="696"/>
                    <a:pt x="93" y="780"/>
                    <a:pt x="125" y="848"/>
                  </a:cubicBezTo>
                  <a:cubicBezTo>
                    <a:pt x="148" y="898"/>
                    <a:pt x="199" y="927"/>
                    <a:pt x="252" y="927"/>
                  </a:cubicBezTo>
                  <a:cubicBezTo>
                    <a:pt x="271" y="927"/>
                    <a:pt x="291" y="925"/>
                    <a:pt x="310" y="916"/>
                  </a:cubicBezTo>
                  <a:lnTo>
                    <a:pt x="645" y="758"/>
                  </a:lnTo>
                  <a:cubicBezTo>
                    <a:pt x="718" y="725"/>
                    <a:pt x="747" y="644"/>
                    <a:pt x="715" y="573"/>
                  </a:cubicBezTo>
                  <a:cubicBezTo>
                    <a:pt x="691" y="523"/>
                    <a:pt x="641" y="493"/>
                    <a:pt x="588" y="493"/>
                  </a:cubicBezTo>
                  <a:cubicBezTo>
                    <a:pt x="569" y="493"/>
                    <a:pt x="549" y="498"/>
                    <a:pt x="530" y="506"/>
                  </a:cubicBezTo>
                  <a:lnTo>
                    <a:pt x="488" y="526"/>
                  </a:lnTo>
                  <a:lnTo>
                    <a:pt x="284" y="81"/>
                  </a:lnTo>
                  <a:cubicBezTo>
                    <a:pt x="261" y="30"/>
                    <a:pt x="210" y="0"/>
                    <a:pt x="15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27"/>
            <p:cNvSpPr/>
            <p:nvPr/>
          </p:nvSpPr>
          <p:spPr>
            <a:xfrm>
              <a:off x="5585494" y="2213302"/>
              <a:ext cx="29167" cy="21875"/>
            </a:xfrm>
            <a:custGeom>
              <a:rect b="b" l="l" r="r" t="t"/>
              <a:pathLst>
                <a:path extrusionOk="0" h="681" w="908">
                  <a:moveTo>
                    <a:pt x="314" y="0"/>
                  </a:moveTo>
                  <a:cubicBezTo>
                    <a:pt x="262" y="0"/>
                    <a:pt x="212" y="30"/>
                    <a:pt x="188" y="80"/>
                  </a:cubicBezTo>
                  <a:lnTo>
                    <a:pt x="33" y="416"/>
                  </a:lnTo>
                  <a:cubicBezTo>
                    <a:pt x="0" y="485"/>
                    <a:pt x="31" y="568"/>
                    <a:pt x="100" y="601"/>
                  </a:cubicBezTo>
                  <a:cubicBezTo>
                    <a:pt x="117" y="610"/>
                    <a:pt x="138" y="614"/>
                    <a:pt x="158" y="614"/>
                  </a:cubicBezTo>
                  <a:cubicBezTo>
                    <a:pt x="210" y="614"/>
                    <a:pt x="261" y="584"/>
                    <a:pt x="284" y="535"/>
                  </a:cubicBezTo>
                  <a:lnTo>
                    <a:pt x="304" y="491"/>
                  </a:lnTo>
                  <a:lnTo>
                    <a:pt x="694" y="668"/>
                  </a:lnTo>
                  <a:cubicBezTo>
                    <a:pt x="711" y="677"/>
                    <a:pt x="731" y="681"/>
                    <a:pt x="751" y="681"/>
                  </a:cubicBezTo>
                  <a:cubicBezTo>
                    <a:pt x="804" y="681"/>
                    <a:pt x="854" y="650"/>
                    <a:pt x="877" y="600"/>
                  </a:cubicBezTo>
                  <a:cubicBezTo>
                    <a:pt x="908" y="530"/>
                    <a:pt x="877" y="449"/>
                    <a:pt x="808" y="416"/>
                  </a:cubicBezTo>
                  <a:lnTo>
                    <a:pt x="420" y="239"/>
                  </a:lnTo>
                  <a:lnTo>
                    <a:pt x="440" y="197"/>
                  </a:lnTo>
                  <a:cubicBezTo>
                    <a:pt x="472" y="129"/>
                    <a:pt x="442" y="45"/>
                    <a:pt x="374" y="14"/>
                  </a:cubicBezTo>
                  <a:cubicBezTo>
                    <a:pt x="354" y="4"/>
                    <a:pt x="334" y="0"/>
                    <a:pt x="31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27"/>
            <p:cNvSpPr/>
            <p:nvPr/>
          </p:nvSpPr>
          <p:spPr>
            <a:xfrm>
              <a:off x="5596352" y="2189113"/>
              <a:ext cx="29906" cy="22229"/>
            </a:xfrm>
            <a:custGeom>
              <a:rect b="b" l="l" r="r" t="t"/>
              <a:pathLst>
                <a:path extrusionOk="0" h="692" w="931">
                  <a:moveTo>
                    <a:pt x="314" y="0"/>
                  </a:moveTo>
                  <a:cubicBezTo>
                    <a:pt x="263" y="0"/>
                    <a:pt x="212" y="30"/>
                    <a:pt x="189" y="80"/>
                  </a:cubicBezTo>
                  <a:lnTo>
                    <a:pt x="33" y="416"/>
                  </a:lnTo>
                  <a:cubicBezTo>
                    <a:pt x="1" y="486"/>
                    <a:pt x="31" y="568"/>
                    <a:pt x="99" y="602"/>
                  </a:cubicBezTo>
                  <a:cubicBezTo>
                    <a:pt x="118" y="610"/>
                    <a:pt x="138" y="615"/>
                    <a:pt x="159" y="615"/>
                  </a:cubicBezTo>
                  <a:cubicBezTo>
                    <a:pt x="211" y="615"/>
                    <a:pt x="261" y="586"/>
                    <a:pt x="285" y="535"/>
                  </a:cubicBezTo>
                  <a:lnTo>
                    <a:pt x="305" y="491"/>
                  </a:lnTo>
                  <a:lnTo>
                    <a:pt x="717" y="680"/>
                  </a:lnTo>
                  <a:cubicBezTo>
                    <a:pt x="735" y="688"/>
                    <a:pt x="755" y="691"/>
                    <a:pt x="775" y="691"/>
                  </a:cubicBezTo>
                  <a:cubicBezTo>
                    <a:pt x="827" y="691"/>
                    <a:pt x="878" y="661"/>
                    <a:pt x="901" y="610"/>
                  </a:cubicBezTo>
                  <a:cubicBezTo>
                    <a:pt x="930" y="541"/>
                    <a:pt x="900" y="458"/>
                    <a:pt x="832" y="428"/>
                  </a:cubicBezTo>
                  <a:lnTo>
                    <a:pt x="421" y="240"/>
                  </a:lnTo>
                  <a:lnTo>
                    <a:pt x="441" y="198"/>
                  </a:lnTo>
                  <a:cubicBezTo>
                    <a:pt x="473" y="130"/>
                    <a:pt x="442" y="46"/>
                    <a:pt x="373" y="14"/>
                  </a:cubicBezTo>
                  <a:cubicBezTo>
                    <a:pt x="354" y="5"/>
                    <a:pt x="334" y="0"/>
                    <a:pt x="31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27"/>
            <p:cNvSpPr/>
            <p:nvPr/>
          </p:nvSpPr>
          <p:spPr>
            <a:xfrm>
              <a:off x="5602969" y="2191586"/>
              <a:ext cx="71312" cy="70445"/>
            </a:xfrm>
            <a:custGeom>
              <a:rect b="b" l="l" r="r" t="t"/>
              <a:pathLst>
                <a:path extrusionOk="0" h="2193" w="2220">
                  <a:moveTo>
                    <a:pt x="768" y="1"/>
                  </a:moveTo>
                  <a:cubicBezTo>
                    <a:pt x="713" y="1"/>
                    <a:pt x="662" y="33"/>
                    <a:pt x="629" y="93"/>
                  </a:cubicBezTo>
                  <a:cubicBezTo>
                    <a:pt x="627" y="99"/>
                    <a:pt x="623" y="103"/>
                    <a:pt x="621" y="108"/>
                  </a:cubicBezTo>
                  <a:lnTo>
                    <a:pt x="0" y="1538"/>
                  </a:lnTo>
                  <a:lnTo>
                    <a:pt x="652" y="2192"/>
                  </a:lnTo>
                  <a:lnTo>
                    <a:pt x="2069" y="1555"/>
                  </a:lnTo>
                  <a:cubicBezTo>
                    <a:pt x="2075" y="1554"/>
                    <a:pt x="2078" y="1549"/>
                    <a:pt x="2084" y="1548"/>
                  </a:cubicBezTo>
                  <a:cubicBezTo>
                    <a:pt x="2220" y="1474"/>
                    <a:pt x="2181" y="1269"/>
                    <a:pt x="2032" y="1235"/>
                  </a:cubicBezTo>
                  <a:lnTo>
                    <a:pt x="1240" y="1066"/>
                  </a:lnTo>
                  <a:cubicBezTo>
                    <a:pt x="1170" y="1051"/>
                    <a:pt x="1114" y="995"/>
                    <a:pt x="1099" y="923"/>
                  </a:cubicBezTo>
                  <a:lnTo>
                    <a:pt x="930" y="129"/>
                  </a:lnTo>
                  <a:cubicBezTo>
                    <a:pt x="917" y="76"/>
                    <a:pt x="882" y="34"/>
                    <a:pt x="839" y="12"/>
                  </a:cubicBezTo>
                  <a:lnTo>
                    <a:pt x="807" y="6"/>
                  </a:lnTo>
                  <a:cubicBezTo>
                    <a:pt x="794" y="3"/>
                    <a:pt x="781"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27"/>
            <p:cNvSpPr/>
            <p:nvPr/>
          </p:nvSpPr>
          <p:spPr>
            <a:xfrm>
              <a:off x="5602006" y="2191393"/>
              <a:ext cx="27882" cy="53195"/>
            </a:xfrm>
            <a:custGeom>
              <a:rect b="b" l="l" r="r" t="t"/>
              <a:pathLst>
                <a:path extrusionOk="0" h="1656" w="868">
                  <a:moveTo>
                    <a:pt x="786" y="0"/>
                  </a:moveTo>
                  <a:cubicBezTo>
                    <a:pt x="731" y="0"/>
                    <a:pt x="676" y="26"/>
                    <a:pt x="643" y="83"/>
                  </a:cubicBezTo>
                  <a:cubicBezTo>
                    <a:pt x="640" y="89"/>
                    <a:pt x="637" y="92"/>
                    <a:pt x="636" y="98"/>
                  </a:cubicBezTo>
                  <a:lnTo>
                    <a:pt x="0" y="1516"/>
                  </a:lnTo>
                  <a:lnTo>
                    <a:pt x="139" y="1655"/>
                  </a:lnTo>
                  <a:lnTo>
                    <a:pt x="867" y="19"/>
                  </a:lnTo>
                  <a:cubicBezTo>
                    <a:pt x="842" y="7"/>
                    <a:pt x="814" y="0"/>
                    <a:pt x="7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27"/>
            <p:cNvSpPr/>
            <p:nvPr/>
          </p:nvSpPr>
          <p:spPr>
            <a:xfrm>
              <a:off x="5618871" y="2224449"/>
              <a:ext cx="8962" cy="8962"/>
            </a:xfrm>
            <a:custGeom>
              <a:rect b="b" l="l" r="r" t="t"/>
              <a:pathLst>
                <a:path extrusionOk="0" h="279" w="279">
                  <a:moveTo>
                    <a:pt x="140" y="1"/>
                  </a:moveTo>
                  <a:cubicBezTo>
                    <a:pt x="63" y="1"/>
                    <a:pt x="1" y="63"/>
                    <a:pt x="1" y="140"/>
                  </a:cubicBezTo>
                  <a:cubicBezTo>
                    <a:pt x="1" y="217"/>
                    <a:pt x="63" y="279"/>
                    <a:pt x="140" y="279"/>
                  </a:cubicBezTo>
                  <a:cubicBezTo>
                    <a:pt x="216" y="279"/>
                    <a:pt x="279" y="217"/>
                    <a:pt x="279" y="140"/>
                  </a:cubicBezTo>
                  <a:cubicBezTo>
                    <a:pt x="279" y="63"/>
                    <a:pt x="216"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27"/>
            <p:cNvSpPr/>
            <p:nvPr/>
          </p:nvSpPr>
          <p:spPr>
            <a:xfrm>
              <a:off x="5630628" y="2236174"/>
              <a:ext cx="9026" cy="9026"/>
            </a:xfrm>
            <a:custGeom>
              <a:rect b="b" l="l" r="r" t="t"/>
              <a:pathLst>
                <a:path extrusionOk="0" h="281" w="281">
                  <a:moveTo>
                    <a:pt x="141" y="1"/>
                  </a:moveTo>
                  <a:cubicBezTo>
                    <a:pt x="63" y="1"/>
                    <a:pt x="1" y="63"/>
                    <a:pt x="1" y="141"/>
                  </a:cubicBezTo>
                  <a:cubicBezTo>
                    <a:pt x="1" y="218"/>
                    <a:pt x="63" y="280"/>
                    <a:pt x="141" y="280"/>
                  </a:cubicBezTo>
                  <a:cubicBezTo>
                    <a:pt x="218" y="280"/>
                    <a:pt x="280" y="218"/>
                    <a:pt x="280" y="141"/>
                  </a:cubicBezTo>
                  <a:cubicBezTo>
                    <a:pt x="280" y="63"/>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29" name="Google Shape;3629;p27"/>
          <p:cNvGrpSpPr/>
          <p:nvPr/>
        </p:nvGrpSpPr>
        <p:grpSpPr>
          <a:xfrm>
            <a:off x="4746348" y="2189016"/>
            <a:ext cx="289725" cy="297756"/>
            <a:chOff x="4746348" y="2189016"/>
            <a:chExt cx="289725" cy="297756"/>
          </a:xfrm>
        </p:grpSpPr>
        <p:sp>
          <p:nvSpPr>
            <p:cNvPr id="3630" name="Google Shape;3630;p27"/>
            <p:cNvSpPr/>
            <p:nvPr/>
          </p:nvSpPr>
          <p:spPr>
            <a:xfrm>
              <a:off x="4868612" y="2242471"/>
              <a:ext cx="36459" cy="34114"/>
            </a:xfrm>
            <a:custGeom>
              <a:rect b="b" l="l" r="r" t="t"/>
              <a:pathLst>
                <a:path extrusionOk="0" h="1062" w="1135">
                  <a:moveTo>
                    <a:pt x="567" y="180"/>
                  </a:moveTo>
                  <a:cubicBezTo>
                    <a:pt x="796" y="180"/>
                    <a:pt x="811" y="300"/>
                    <a:pt x="845" y="420"/>
                  </a:cubicBezTo>
                  <a:cubicBezTo>
                    <a:pt x="849" y="445"/>
                    <a:pt x="853" y="468"/>
                    <a:pt x="853" y="492"/>
                  </a:cubicBezTo>
                  <a:cubicBezTo>
                    <a:pt x="853" y="650"/>
                    <a:pt x="725" y="779"/>
                    <a:pt x="567" y="779"/>
                  </a:cubicBezTo>
                  <a:cubicBezTo>
                    <a:pt x="410" y="779"/>
                    <a:pt x="282" y="650"/>
                    <a:pt x="282" y="492"/>
                  </a:cubicBezTo>
                  <a:cubicBezTo>
                    <a:pt x="282" y="468"/>
                    <a:pt x="284" y="445"/>
                    <a:pt x="290" y="420"/>
                  </a:cubicBezTo>
                  <a:cubicBezTo>
                    <a:pt x="324" y="300"/>
                    <a:pt x="360" y="180"/>
                    <a:pt x="567" y="180"/>
                  </a:cubicBezTo>
                  <a:close/>
                  <a:moveTo>
                    <a:pt x="567" y="0"/>
                  </a:moveTo>
                  <a:cubicBezTo>
                    <a:pt x="447" y="0"/>
                    <a:pt x="241" y="31"/>
                    <a:pt x="241" y="31"/>
                  </a:cubicBezTo>
                  <a:cubicBezTo>
                    <a:pt x="95" y="135"/>
                    <a:pt x="1" y="304"/>
                    <a:pt x="1" y="494"/>
                  </a:cubicBezTo>
                  <a:cubicBezTo>
                    <a:pt x="1" y="808"/>
                    <a:pt x="254" y="1061"/>
                    <a:pt x="567" y="1061"/>
                  </a:cubicBezTo>
                  <a:cubicBezTo>
                    <a:pt x="881" y="1061"/>
                    <a:pt x="1134" y="807"/>
                    <a:pt x="1134" y="494"/>
                  </a:cubicBezTo>
                  <a:cubicBezTo>
                    <a:pt x="1134" y="303"/>
                    <a:pt x="1037" y="135"/>
                    <a:pt x="892" y="31"/>
                  </a:cubicBezTo>
                  <a:cubicBezTo>
                    <a:pt x="892" y="31"/>
                    <a:pt x="688"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27"/>
            <p:cNvSpPr/>
            <p:nvPr/>
          </p:nvSpPr>
          <p:spPr>
            <a:xfrm>
              <a:off x="4876290" y="2240125"/>
              <a:ext cx="9059" cy="15836"/>
            </a:xfrm>
            <a:custGeom>
              <a:rect b="b" l="l" r="r" t="t"/>
              <a:pathLst>
                <a:path extrusionOk="0" h="493" w="282">
                  <a:moveTo>
                    <a:pt x="281" y="1"/>
                  </a:moveTo>
                  <a:cubicBezTo>
                    <a:pt x="179" y="9"/>
                    <a:pt x="82" y="46"/>
                    <a:pt x="1" y="102"/>
                  </a:cubicBezTo>
                  <a:lnTo>
                    <a:pt x="1" y="386"/>
                  </a:lnTo>
                  <a:cubicBezTo>
                    <a:pt x="2" y="431"/>
                    <a:pt x="21" y="468"/>
                    <a:pt x="51" y="493"/>
                  </a:cubicBezTo>
                  <a:cubicBezTo>
                    <a:pt x="80" y="384"/>
                    <a:pt x="171" y="302"/>
                    <a:pt x="281" y="283"/>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27"/>
            <p:cNvSpPr/>
            <p:nvPr/>
          </p:nvSpPr>
          <p:spPr>
            <a:xfrm>
              <a:off x="4888337" y="2240190"/>
              <a:ext cx="8962" cy="15869"/>
            </a:xfrm>
            <a:custGeom>
              <a:rect b="b" l="l" r="r" t="t"/>
              <a:pathLst>
                <a:path extrusionOk="0" h="494" w="279">
                  <a:moveTo>
                    <a:pt x="1" y="0"/>
                  </a:moveTo>
                  <a:lnTo>
                    <a:pt x="1" y="284"/>
                  </a:lnTo>
                  <a:cubicBezTo>
                    <a:pt x="112" y="301"/>
                    <a:pt x="203" y="385"/>
                    <a:pt x="231" y="494"/>
                  </a:cubicBezTo>
                  <a:cubicBezTo>
                    <a:pt x="261" y="468"/>
                    <a:pt x="278" y="430"/>
                    <a:pt x="278" y="387"/>
                  </a:cubicBezTo>
                  <a:lnTo>
                    <a:pt x="278" y="103"/>
                  </a:lnTo>
                  <a:cubicBezTo>
                    <a:pt x="199" y="47"/>
                    <a:pt x="103" y="10"/>
                    <a:pt x="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27"/>
            <p:cNvSpPr/>
            <p:nvPr/>
          </p:nvSpPr>
          <p:spPr>
            <a:xfrm>
              <a:off x="4882329" y="2220690"/>
              <a:ext cx="9026" cy="34018"/>
            </a:xfrm>
            <a:custGeom>
              <a:rect b="b" l="l" r="r" t="t"/>
              <a:pathLst>
                <a:path extrusionOk="0" h="1059" w="281">
                  <a:moveTo>
                    <a:pt x="33" y="0"/>
                  </a:moveTo>
                  <a:cubicBezTo>
                    <a:pt x="13" y="0"/>
                    <a:pt x="1" y="10"/>
                    <a:pt x="1" y="44"/>
                  </a:cubicBezTo>
                  <a:lnTo>
                    <a:pt x="1" y="920"/>
                  </a:lnTo>
                  <a:cubicBezTo>
                    <a:pt x="1" y="995"/>
                    <a:pt x="63" y="1059"/>
                    <a:pt x="140" y="1059"/>
                  </a:cubicBezTo>
                  <a:cubicBezTo>
                    <a:pt x="218" y="1059"/>
                    <a:pt x="280" y="995"/>
                    <a:pt x="280" y="920"/>
                  </a:cubicBezTo>
                  <a:lnTo>
                    <a:pt x="280" y="44"/>
                  </a:lnTo>
                  <a:cubicBezTo>
                    <a:pt x="280" y="11"/>
                    <a:pt x="268" y="1"/>
                    <a:pt x="248" y="1"/>
                  </a:cubicBezTo>
                  <a:cubicBezTo>
                    <a:pt x="223" y="1"/>
                    <a:pt x="184" y="17"/>
                    <a:pt x="140" y="17"/>
                  </a:cubicBezTo>
                  <a:cubicBezTo>
                    <a:pt x="97" y="17"/>
                    <a:pt x="58" y="0"/>
                    <a:pt x="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27"/>
            <p:cNvSpPr/>
            <p:nvPr/>
          </p:nvSpPr>
          <p:spPr>
            <a:xfrm>
              <a:off x="4868420" y="2267559"/>
              <a:ext cx="37262" cy="17121"/>
            </a:xfrm>
            <a:custGeom>
              <a:rect b="b" l="l" r="r" t="t"/>
              <a:pathLst>
                <a:path extrusionOk="0" h="533" w="1160">
                  <a:moveTo>
                    <a:pt x="267" y="1"/>
                  </a:moveTo>
                  <a:cubicBezTo>
                    <a:pt x="110" y="11"/>
                    <a:pt x="1" y="180"/>
                    <a:pt x="1" y="340"/>
                  </a:cubicBezTo>
                  <a:lnTo>
                    <a:pt x="8" y="532"/>
                  </a:lnTo>
                  <a:lnTo>
                    <a:pt x="1133" y="532"/>
                  </a:lnTo>
                  <a:lnTo>
                    <a:pt x="1140" y="311"/>
                  </a:lnTo>
                  <a:cubicBezTo>
                    <a:pt x="1140" y="305"/>
                    <a:pt x="1159" y="288"/>
                    <a:pt x="1159" y="282"/>
                  </a:cubicBezTo>
                  <a:cubicBezTo>
                    <a:pt x="1150" y="124"/>
                    <a:pt x="1022" y="1"/>
                    <a:pt x="8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27"/>
            <p:cNvSpPr/>
            <p:nvPr/>
          </p:nvSpPr>
          <p:spPr>
            <a:xfrm>
              <a:off x="4867938" y="2267527"/>
              <a:ext cx="37744" cy="17892"/>
            </a:xfrm>
            <a:custGeom>
              <a:rect b="b" l="l" r="r" t="t"/>
              <a:pathLst>
                <a:path extrusionOk="0" h="557" w="1175">
                  <a:moveTo>
                    <a:pt x="281" y="0"/>
                  </a:moveTo>
                  <a:cubicBezTo>
                    <a:pt x="125" y="9"/>
                    <a:pt x="0" y="139"/>
                    <a:pt x="0" y="297"/>
                  </a:cubicBezTo>
                  <a:lnTo>
                    <a:pt x="0" y="556"/>
                  </a:lnTo>
                  <a:lnTo>
                    <a:pt x="1174" y="556"/>
                  </a:lnTo>
                  <a:lnTo>
                    <a:pt x="1174" y="297"/>
                  </a:lnTo>
                  <a:lnTo>
                    <a:pt x="1174" y="278"/>
                  </a:lnTo>
                  <a:lnTo>
                    <a:pt x="355" y="278"/>
                  </a:lnTo>
                  <a:cubicBezTo>
                    <a:pt x="353" y="279"/>
                    <a:pt x="351" y="279"/>
                    <a:pt x="350" y="279"/>
                  </a:cubicBezTo>
                  <a:cubicBezTo>
                    <a:pt x="310" y="279"/>
                    <a:pt x="281" y="245"/>
                    <a:pt x="281" y="205"/>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27"/>
            <p:cNvSpPr/>
            <p:nvPr/>
          </p:nvSpPr>
          <p:spPr>
            <a:xfrm>
              <a:off x="4869126" y="2205271"/>
              <a:ext cx="36555" cy="18760"/>
            </a:xfrm>
            <a:custGeom>
              <a:rect b="b" l="l" r="r" t="t"/>
              <a:pathLst>
                <a:path extrusionOk="0" h="584" w="1138">
                  <a:moveTo>
                    <a:pt x="1" y="0"/>
                  </a:moveTo>
                  <a:lnTo>
                    <a:pt x="1" y="279"/>
                  </a:lnTo>
                  <a:cubicBezTo>
                    <a:pt x="1" y="444"/>
                    <a:pt x="135" y="578"/>
                    <a:pt x="299" y="578"/>
                  </a:cubicBezTo>
                  <a:lnTo>
                    <a:pt x="794" y="583"/>
                  </a:lnTo>
                  <a:cubicBezTo>
                    <a:pt x="953" y="583"/>
                    <a:pt x="1128" y="491"/>
                    <a:pt x="1137" y="336"/>
                  </a:cubicBezTo>
                  <a:lnTo>
                    <a:pt x="1137" y="317"/>
                  </a:lnTo>
                  <a:lnTo>
                    <a:pt x="113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27"/>
            <p:cNvSpPr/>
            <p:nvPr/>
          </p:nvSpPr>
          <p:spPr>
            <a:xfrm>
              <a:off x="4790872" y="2283718"/>
              <a:ext cx="197457" cy="200669"/>
            </a:xfrm>
            <a:custGeom>
              <a:rect b="b" l="l" r="r" t="t"/>
              <a:pathLst>
                <a:path extrusionOk="0" h="6247" w="6147">
                  <a:moveTo>
                    <a:pt x="2985" y="0"/>
                  </a:moveTo>
                  <a:cubicBezTo>
                    <a:pt x="2784" y="0"/>
                    <a:pt x="2589" y="18"/>
                    <a:pt x="2399" y="54"/>
                  </a:cubicBezTo>
                  <a:cubicBezTo>
                    <a:pt x="2089" y="112"/>
                    <a:pt x="1797" y="214"/>
                    <a:pt x="1525" y="358"/>
                  </a:cubicBezTo>
                  <a:cubicBezTo>
                    <a:pt x="1525" y="358"/>
                    <a:pt x="0" y="1257"/>
                    <a:pt x="0" y="3210"/>
                  </a:cubicBezTo>
                  <a:cubicBezTo>
                    <a:pt x="0" y="4954"/>
                    <a:pt x="1241" y="6247"/>
                    <a:pt x="2985" y="6247"/>
                  </a:cubicBezTo>
                  <a:cubicBezTo>
                    <a:pt x="4086" y="6247"/>
                    <a:pt x="5006" y="5590"/>
                    <a:pt x="5006" y="5590"/>
                  </a:cubicBezTo>
                  <a:cubicBezTo>
                    <a:pt x="5703" y="5010"/>
                    <a:pt x="6147" y="4136"/>
                    <a:pt x="6147" y="3159"/>
                  </a:cubicBezTo>
                  <a:cubicBezTo>
                    <a:pt x="6147" y="1616"/>
                    <a:pt x="5040" y="329"/>
                    <a:pt x="3573" y="54"/>
                  </a:cubicBezTo>
                  <a:cubicBezTo>
                    <a:pt x="3383" y="18"/>
                    <a:pt x="3187" y="0"/>
                    <a:pt x="298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27"/>
            <p:cNvSpPr/>
            <p:nvPr/>
          </p:nvSpPr>
          <p:spPr>
            <a:xfrm>
              <a:off x="4805039" y="2399942"/>
              <a:ext cx="27111" cy="40057"/>
            </a:xfrm>
            <a:custGeom>
              <a:rect b="b" l="l" r="r" t="t"/>
              <a:pathLst>
                <a:path extrusionOk="0" h="1247" w="844">
                  <a:moveTo>
                    <a:pt x="49" y="0"/>
                  </a:moveTo>
                  <a:cubicBezTo>
                    <a:pt x="15" y="0"/>
                    <a:pt x="1" y="90"/>
                    <a:pt x="1" y="90"/>
                  </a:cubicBezTo>
                  <a:lnTo>
                    <a:pt x="389" y="952"/>
                  </a:lnTo>
                  <a:cubicBezTo>
                    <a:pt x="389" y="952"/>
                    <a:pt x="570" y="1120"/>
                    <a:pt x="654" y="1161"/>
                  </a:cubicBezTo>
                  <a:cubicBezTo>
                    <a:pt x="715" y="1191"/>
                    <a:pt x="778" y="1219"/>
                    <a:pt x="843" y="1246"/>
                  </a:cubicBezTo>
                  <a:cubicBezTo>
                    <a:pt x="704" y="909"/>
                    <a:pt x="606" y="528"/>
                    <a:pt x="558" y="120"/>
                  </a:cubicBezTo>
                  <a:cubicBezTo>
                    <a:pt x="371" y="85"/>
                    <a:pt x="203" y="46"/>
                    <a:pt x="56" y="1"/>
                  </a:cubicBezTo>
                  <a:cubicBezTo>
                    <a:pt x="53" y="1"/>
                    <a:pt x="51"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27"/>
            <p:cNvSpPr/>
            <p:nvPr/>
          </p:nvSpPr>
          <p:spPr>
            <a:xfrm>
              <a:off x="4788875" y="2386025"/>
              <a:ext cx="37174" cy="51199"/>
            </a:xfrm>
            <a:custGeom>
              <a:rect b="b" l="l" r="r" t="t"/>
              <a:pathLst>
                <a:path extrusionOk="0" h="1621" w="1267">
                  <a:moveTo>
                    <a:pt x="0" y="1"/>
                  </a:moveTo>
                  <a:cubicBezTo>
                    <a:pt x="3" y="661"/>
                    <a:pt x="499" y="1253"/>
                    <a:pt x="1267" y="1621"/>
                  </a:cubicBezTo>
                  <a:cubicBezTo>
                    <a:pt x="993" y="1284"/>
                    <a:pt x="788" y="891"/>
                    <a:pt x="669" y="461"/>
                  </a:cubicBezTo>
                  <a:cubicBezTo>
                    <a:pt x="252" y="334"/>
                    <a:pt x="1" y="17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27"/>
            <p:cNvSpPr/>
            <p:nvPr/>
          </p:nvSpPr>
          <p:spPr>
            <a:xfrm>
              <a:off x="4801666" y="2330490"/>
              <a:ext cx="30484" cy="41181"/>
            </a:xfrm>
            <a:custGeom>
              <a:rect b="b" l="l" r="r" t="t"/>
              <a:pathLst>
                <a:path extrusionOk="0" h="1282" w="949">
                  <a:moveTo>
                    <a:pt x="948" y="1"/>
                  </a:moveTo>
                  <a:cubicBezTo>
                    <a:pt x="653" y="121"/>
                    <a:pt x="392" y="271"/>
                    <a:pt x="175" y="448"/>
                  </a:cubicBezTo>
                  <a:cubicBezTo>
                    <a:pt x="116" y="494"/>
                    <a:pt x="78" y="571"/>
                    <a:pt x="78" y="571"/>
                  </a:cubicBezTo>
                  <a:lnTo>
                    <a:pt x="0" y="1222"/>
                  </a:lnTo>
                  <a:cubicBezTo>
                    <a:pt x="0" y="1222"/>
                    <a:pt x="16" y="1281"/>
                    <a:pt x="44" y="1281"/>
                  </a:cubicBezTo>
                  <a:cubicBezTo>
                    <a:pt x="46" y="1281"/>
                    <a:pt x="49" y="1281"/>
                    <a:pt x="51" y="1280"/>
                  </a:cubicBezTo>
                  <a:cubicBezTo>
                    <a:pt x="223" y="1222"/>
                    <a:pt x="429" y="1169"/>
                    <a:pt x="663" y="1124"/>
                  </a:cubicBezTo>
                  <a:cubicBezTo>
                    <a:pt x="711" y="717"/>
                    <a:pt x="811" y="336"/>
                    <a:pt x="94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27"/>
            <p:cNvSpPr/>
            <p:nvPr/>
          </p:nvSpPr>
          <p:spPr>
            <a:xfrm>
              <a:off x="4788975" y="2344750"/>
              <a:ext cx="18350" cy="40726"/>
            </a:xfrm>
            <a:custGeom>
              <a:rect b="b" l="l" r="r" t="t"/>
              <a:pathLst>
                <a:path extrusionOk="0" h="1259" w="684">
                  <a:moveTo>
                    <a:pt x="683" y="1"/>
                  </a:moveTo>
                  <a:lnTo>
                    <a:pt x="683" y="1"/>
                  </a:lnTo>
                  <a:cubicBezTo>
                    <a:pt x="259" y="343"/>
                    <a:pt x="3" y="787"/>
                    <a:pt x="0" y="1259"/>
                  </a:cubicBezTo>
                  <a:cubicBezTo>
                    <a:pt x="1" y="1101"/>
                    <a:pt x="208" y="955"/>
                    <a:pt x="559" y="835"/>
                  </a:cubicBezTo>
                  <a:cubicBezTo>
                    <a:pt x="565" y="545"/>
                    <a:pt x="607" y="267"/>
                    <a:pt x="68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27"/>
            <p:cNvSpPr/>
            <p:nvPr/>
          </p:nvSpPr>
          <p:spPr>
            <a:xfrm>
              <a:off x="4832055" y="2439969"/>
              <a:ext cx="41759" cy="30741"/>
            </a:xfrm>
            <a:custGeom>
              <a:rect b="b" l="l" r="r" t="t"/>
              <a:pathLst>
                <a:path extrusionOk="0" h="957" w="1300">
                  <a:moveTo>
                    <a:pt x="1" y="0"/>
                  </a:moveTo>
                  <a:lnTo>
                    <a:pt x="1" y="0"/>
                  </a:lnTo>
                  <a:cubicBezTo>
                    <a:pt x="33" y="80"/>
                    <a:pt x="69" y="157"/>
                    <a:pt x="105" y="232"/>
                  </a:cubicBezTo>
                  <a:lnTo>
                    <a:pt x="286" y="439"/>
                  </a:lnTo>
                  <a:lnTo>
                    <a:pt x="1110" y="951"/>
                  </a:lnTo>
                  <a:cubicBezTo>
                    <a:pt x="1110" y="951"/>
                    <a:pt x="1157" y="956"/>
                    <a:pt x="1204" y="956"/>
                  </a:cubicBezTo>
                  <a:cubicBezTo>
                    <a:pt x="1252" y="956"/>
                    <a:pt x="1300" y="951"/>
                    <a:pt x="1292" y="930"/>
                  </a:cubicBezTo>
                  <a:cubicBezTo>
                    <a:pt x="1230" y="752"/>
                    <a:pt x="1172" y="533"/>
                    <a:pt x="1124" y="284"/>
                  </a:cubicBezTo>
                  <a:cubicBezTo>
                    <a:pt x="717" y="236"/>
                    <a:pt x="337" y="13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27"/>
            <p:cNvSpPr/>
            <p:nvPr/>
          </p:nvSpPr>
          <p:spPr>
            <a:xfrm>
              <a:off x="4835428" y="2447389"/>
              <a:ext cx="51396" cy="39382"/>
            </a:xfrm>
            <a:custGeom>
              <a:rect b="b" l="l" r="r" t="t"/>
              <a:pathLst>
                <a:path extrusionOk="0" h="1226" w="1600">
                  <a:moveTo>
                    <a:pt x="0" y="1"/>
                  </a:moveTo>
                  <a:lnTo>
                    <a:pt x="0" y="1"/>
                  </a:lnTo>
                  <a:cubicBezTo>
                    <a:pt x="371" y="744"/>
                    <a:pt x="948" y="1226"/>
                    <a:pt x="1600" y="1226"/>
                  </a:cubicBezTo>
                  <a:cubicBezTo>
                    <a:pt x="1448" y="1226"/>
                    <a:pt x="1307" y="1032"/>
                    <a:pt x="1187" y="700"/>
                  </a:cubicBezTo>
                  <a:cubicBezTo>
                    <a:pt x="741" y="555"/>
                    <a:pt x="336" y="315"/>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27"/>
            <p:cNvSpPr/>
            <p:nvPr/>
          </p:nvSpPr>
          <p:spPr>
            <a:xfrm>
              <a:off x="4898102" y="2439969"/>
              <a:ext cx="43430" cy="36074"/>
            </a:xfrm>
            <a:custGeom>
              <a:rect b="b" l="l" r="r" t="t"/>
              <a:pathLst>
                <a:path extrusionOk="0" h="1123" w="1352">
                  <a:moveTo>
                    <a:pt x="1351" y="0"/>
                  </a:moveTo>
                  <a:cubicBezTo>
                    <a:pt x="1017" y="138"/>
                    <a:pt x="636" y="236"/>
                    <a:pt x="226" y="285"/>
                  </a:cubicBezTo>
                  <a:cubicBezTo>
                    <a:pt x="164" y="608"/>
                    <a:pt x="89" y="878"/>
                    <a:pt x="2" y="1076"/>
                  </a:cubicBezTo>
                  <a:cubicBezTo>
                    <a:pt x="1" y="1082"/>
                    <a:pt x="32" y="1111"/>
                    <a:pt x="32" y="1111"/>
                  </a:cubicBezTo>
                  <a:lnTo>
                    <a:pt x="503" y="1122"/>
                  </a:lnTo>
                  <a:cubicBezTo>
                    <a:pt x="503" y="1122"/>
                    <a:pt x="622" y="1066"/>
                    <a:pt x="635" y="1053"/>
                  </a:cubicBezTo>
                  <a:cubicBezTo>
                    <a:pt x="927" y="799"/>
                    <a:pt x="1173" y="436"/>
                    <a:pt x="135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27"/>
            <p:cNvSpPr/>
            <p:nvPr/>
          </p:nvSpPr>
          <p:spPr>
            <a:xfrm>
              <a:off x="4886795" y="2473827"/>
              <a:ext cx="31801" cy="12945"/>
            </a:xfrm>
            <a:custGeom>
              <a:rect b="b" l="l" r="r" t="t"/>
              <a:pathLst>
                <a:path extrusionOk="0" h="403" w="990">
                  <a:moveTo>
                    <a:pt x="990" y="0"/>
                  </a:moveTo>
                  <a:lnTo>
                    <a:pt x="990" y="0"/>
                  </a:lnTo>
                  <a:cubicBezTo>
                    <a:pt x="849" y="20"/>
                    <a:pt x="704" y="29"/>
                    <a:pt x="560" y="29"/>
                  </a:cubicBezTo>
                  <a:cubicBezTo>
                    <a:pt x="492" y="29"/>
                    <a:pt x="422" y="28"/>
                    <a:pt x="355" y="22"/>
                  </a:cubicBezTo>
                  <a:cubicBezTo>
                    <a:pt x="251" y="265"/>
                    <a:pt x="130" y="403"/>
                    <a:pt x="1" y="403"/>
                  </a:cubicBezTo>
                  <a:cubicBezTo>
                    <a:pt x="360" y="403"/>
                    <a:pt x="699" y="255"/>
                    <a:pt x="99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27"/>
            <p:cNvSpPr/>
            <p:nvPr/>
          </p:nvSpPr>
          <p:spPr>
            <a:xfrm>
              <a:off x="4941502" y="2385197"/>
              <a:ext cx="46835" cy="54801"/>
            </a:xfrm>
            <a:custGeom>
              <a:rect b="b" l="l" r="r" t="t"/>
              <a:pathLst>
                <a:path extrusionOk="0" h="1706" w="1458">
                  <a:moveTo>
                    <a:pt x="1458" y="0"/>
                  </a:moveTo>
                  <a:cubicBezTo>
                    <a:pt x="1458" y="236"/>
                    <a:pt x="1002" y="443"/>
                    <a:pt x="287" y="580"/>
                  </a:cubicBezTo>
                  <a:cubicBezTo>
                    <a:pt x="238" y="987"/>
                    <a:pt x="139" y="1368"/>
                    <a:pt x="0" y="1705"/>
                  </a:cubicBezTo>
                  <a:cubicBezTo>
                    <a:pt x="876" y="1345"/>
                    <a:pt x="1458" y="715"/>
                    <a:pt x="14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27"/>
            <p:cNvSpPr/>
            <p:nvPr/>
          </p:nvSpPr>
          <p:spPr>
            <a:xfrm>
              <a:off x="4941502" y="2330490"/>
              <a:ext cx="46835" cy="54705"/>
            </a:xfrm>
            <a:custGeom>
              <a:rect b="b" l="l" r="r" t="t"/>
              <a:pathLst>
                <a:path extrusionOk="0" h="1703" w="1458">
                  <a:moveTo>
                    <a:pt x="0" y="1"/>
                  </a:moveTo>
                  <a:cubicBezTo>
                    <a:pt x="141" y="336"/>
                    <a:pt x="238" y="717"/>
                    <a:pt x="287" y="1124"/>
                  </a:cubicBezTo>
                  <a:cubicBezTo>
                    <a:pt x="1002" y="1260"/>
                    <a:pt x="1458" y="1470"/>
                    <a:pt x="1458" y="1703"/>
                  </a:cubicBezTo>
                  <a:cubicBezTo>
                    <a:pt x="1458" y="988"/>
                    <a:pt x="877" y="3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27"/>
            <p:cNvSpPr/>
            <p:nvPr/>
          </p:nvSpPr>
          <p:spPr>
            <a:xfrm>
              <a:off x="4863505" y="2320210"/>
              <a:ext cx="46642" cy="41695"/>
            </a:xfrm>
            <a:custGeom>
              <a:rect b="b" l="l" r="r" t="t"/>
              <a:pathLst>
                <a:path extrusionOk="0" h="1298" w="1452">
                  <a:moveTo>
                    <a:pt x="726" y="1"/>
                  </a:moveTo>
                  <a:cubicBezTo>
                    <a:pt x="529" y="1"/>
                    <a:pt x="335" y="12"/>
                    <a:pt x="147" y="34"/>
                  </a:cubicBezTo>
                  <a:cubicBezTo>
                    <a:pt x="79" y="399"/>
                    <a:pt x="25" y="827"/>
                    <a:pt x="1" y="1298"/>
                  </a:cubicBezTo>
                  <a:cubicBezTo>
                    <a:pt x="234" y="1285"/>
                    <a:pt x="477" y="1277"/>
                    <a:pt x="726" y="1277"/>
                  </a:cubicBezTo>
                  <a:cubicBezTo>
                    <a:pt x="976" y="1277"/>
                    <a:pt x="1218" y="1285"/>
                    <a:pt x="1451" y="1298"/>
                  </a:cubicBezTo>
                  <a:cubicBezTo>
                    <a:pt x="1426" y="827"/>
                    <a:pt x="1376" y="399"/>
                    <a:pt x="1305" y="34"/>
                  </a:cubicBezTo>
                  <a:cubicBezTo>
                    <a:pt x="1117" y="11"/>
                    <a:pt x="923" y="1"/>
                    <a:pt x="72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27"/>
            <p:cNvSpPr/>
            <p:nvPr/>
          </p:nvSpPr>
          <p:spPr>
            <a:xfrm>
              <a:off x="4832120" y="2283718"/>
              <a:ext cx="54705" cy="46706"/>
            </a:xfrm>
            <a:custGeom>
              <a:rect b="b" l="l" r="r" t="t"/>
              <a:pathLst>
                <a:path extrusionOk="0" h="1454" w="1703">
                  <a:moveTo>
                    <a:pt x="1703" y="0"/>
                  </a:moveTo>
                  <a:cubicBezTo>
                    <a:pt x="989" y="0"/>
                    <a:pt x="359" y="581"/>
                    <a:pt x="0" y="1454"/>
                  </a:cubicBezTo>
                  <a:cubicBezTo>
                    <a:pt x="338" y="1318"/>
                    <a:pt x="717" y="1219"/>
                    <a:pt x="1124" y="1170"/>
                  </a:cubicBezTo>
                  <a:cubicBezTo>
                    <a:pt x="1260" y="455"/>
                    <a:pt x="1470" y="0"/>
                    <a:pt x="170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27"/>
            <p:cNvSpPr/>
            <p:nvPr/>
          </p:nvSpPr>
          <p:spPr>
            <a:xfrm>
              <a:off x="4886795" y="2283750"/>
              <a:ext cx="54737" cy="46770"/>
            </a:xfrm>
            <a:custGeom>
              <a:rect b="b" l="l" r="r" t="t"/>
              <a:pathLst>
                <a:path extrusionOk="0" h="1456" w="1704">
                  <a:moveTo>
                    <a:pt x="3" y="1"/>
                  </a:moveTo>
                  <a:cubicBezTo>
                    <a:pt x="3" y="1"/>
                    <a:pt x="2" y="1"/>
                    <a:pt x="1" y="1"/>
                  </a:cubicBezTo>
                  <a:cubicBezTo>
                    <a:pt x="234" y="1"/>
                    <a:pt x="444" y="457"/>
                    <a:pt x="580" y="1172"/>
                  </a:cubicBezTo>
                  <a:cubicBezTo>
                    <a:pt x="987" y="1218"/>
                    <a:pt x="1367" y="1318"/>
                    <a:pt x="1703" y="1456"/>
                  </a:cubicBezTo>
                  <a:cubicBezTo>
                    <a:pt x="1346" y="581"/>
                    <a:pt x="717" y="1"/>
                    <a:pt x="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27"/>
            <p:cNvSpPr/>
            <p:nvPr/>
          </p:nvSpPr>
          <p:spPr>
            <a:xfrm>
              <a:off x="4910149" y="2361875"/>
              <a:ext cx="41695" cy="46642"/>
            </a:xfrm>
            <a:custGeom>
              <a:rect b="b" l="l" r="r" t="t"/>
              <a:pathLst>
                <a:path extrusionOk="0" h="1452" w="1298">
                  <a:moveTo>
                    <a:pt x="0" y="1"/>
                  </a:moveTo>
                  <a:cubicBezTo>
                    <a:pt x="12" y="234"/>
                    <a:pt x="19" y="477"/>
                    <a:pt x="19" y="726"/>
                  </a:cubicBezTo>
                  <a:cubicBezTo>
                    <a:pt x="19" y="976"/>
                    <a:pt x="12" y="1218"/>
                    <a:pt x="0" y="1451"/>
                  </a:cubicBezTo>
                  <a:cubicBezTo>
                    <a:pt x="471" y="1427"/>
                    <a:pt x="899" y="1375"/>
                    <a:pt x="1263" y="1305"/>
                  </a:cubicBezTo>
                  <a:cubicBezTo>
                    <a:pt x="1286" y="1117"/>
                    <a:pt x="1298" y="923"/>
                    <a:pt x="1298" y="726"/>
                  </a:cubicBezTo>
                  <a:cubicBezTo>
                    <a:pt x="1298" y="529"/>
                    <a:pt x="1285" y="335"/>
                    <a:pt x="1263" y="147"/>
                  </a:cubicBezTo>
                  <a:cubicBezTo>
                    <a:pt x="899" y="79"/>
                    <a:pt x="471" y="2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27"/>
            <p:cNvSpPr/>
            <p:nvPr/>
          </p:nvSpPr>
          <p:spPr>
            <a:xfrm>
              <a:off x="4821840" y="2361875"/>
              <a:ext cx="41695" cy="46642"/>
            </a:xfrm>
            <a:custGeom>
              <a:rect b="b" l="l" r="r" t="t"/>
              <a:pathLst>
                <a:path extrusionOk="0" h="1452" w="1298">
                  <a:moveTo>
                    <a:pt x="1298" y="1"/>
                  </a:moveTo>
                  <a:cubicBezTo>
                    <a:pt x="827" y="25"/>
                    <a:pt x="399" y="79"/>
                    <a:pt x="35" y="147"/>
                  </a:cubicBezTo>
                  <a:cubicBezTo>
                    <a:pt x="11" y="335"/>
                    <a:pt x="0" y="529"/>
                    <a:pt x="0" y="726"/>
                  </a:cubicBezTo>
                  <a:cubicBezTo>
                    <a:pt x="0" y="923"/>
                    <a:pt x="13" y="1117"/>
                    <a:pt x="35" y="1305"/>
                  </a:cubicBezTo>
                  <a:cubicBezTo>
                    <a:pt x="399" y="1375"/>
                    <a:pt x="827" y="1427"/>
                    <a:pt x="1298" y="1451"/>
                  </a:cubicBezTo>
                  <a:cubicBezTo>
                    <a:pt x="1284" y="1218"/>
                    <a:pt x="1277" y="976"/>
                    <a:pt x="1277" y="726"/>
                  </a:cubicBezTo>
                  <a:cubicBezTo>
                    <a:pt x="1277" y="477"/>
                    <a:pt x="1284" y="234"/>
                    <a:pt x="129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27"/>
            <p:cNvSpPr/>
            <p:nvPr/>
          </p:nvSpPr>
          <p:spPr>
            <a:xfrm>
              <a:off x="4863505" y="2408583"/>
              <a:ext cx="46642" cy="41695"/>
            </a:xfrm>
            <a:custGeom>
              <a:rect b="b" l="l" r="r" t="t"/>
              <a:pathLst>
                <a:path extrusionOk="0" h="1298" w="1452">
                  <a:moveTo>
                    <a:pt x="1" y="0"/>
                  </a:moveTo>
                  <a:lnTo>
                    <a:pt x="1" y="0"/>
                  </a:lnTo>
                  <a:cubicBezTo>
                    <a:pt x="25" y="471"/>
                    <a:pt x="79" y="899"/>
                    <a:pt x="147" y="1262"/>
                  </a:cubicBezTo>
                  <a:cubicBezTo>
                    <a:pt x="335" y="1286"/>
                    <a:pt x="529" y="1297"/>
                    <a:pt x="726" y="1297"/>
                  </a:cubicBezTo>
                  <a:cubicBezTo>
                    <a:pt x="923" y="1297"/>
                    <a:pt x="1117" y="1284"/>
                    <a:pt x="1305" y="1262"/>
                  </a:cubicBezTo>
                  <a:cubicBezTo>
                    <a:pt x="1376" y="899"/>
                    <a:pt x="1426" y="471"/>
                    <a:pt x="1451" y="0"/>
                  </a:cubicBezTo>
                  <a:lnTo>
                    <a:pt x="1451" y="0"/>
                  </a:lnTo>
                  <a:cubicBezTo>
                    <a:pt x="1218" y="12"/>
                    <a:pt x="976" y="19"/>
                    <a:pt x="726" y="19"/>
                  </a:cubicBezTo>
                  <a:cubicBezTo>
                    <a:pt x="477" y="19"/>
                    <a:pt x="234" y="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27"/>
            <p:cNvSpPr/>
            <p:nvPr/>
          </p:nvSpPr>
          <p:spPr>
            <a:xfrm>
              <a:off x="4830031" y="2189016"/>
              <a:ext cx="115256" cy="16929"/>
            </a:xfrm>
            <a:custGeom>
              <a:rect b="b" l="l" r="r" t="t"/>
              <a:pathLst>
                <a:path extrusionOk="0" h="527" w="3588">
                  <a:moveTo>
                    <a:pt x="232" y="1"/>
                  </a:moveTo>
                  <a:lnTo>
                    <a:pt x="52" y="28"/>
                  </a:lnTo>
                  <a:cubicBezTo>
                    <a:pt x="0" y="28"/>
                    <a:pt x="3" y="121"/>
                    <a:pt x="3" y="121"/>
                  </a:cubicBezTo>
                  <a:cubicBezTo>
                    <a:pt x="3" y="380"/>
                    <a:pt x="181" y="512"/>
                    <a:pt x="437" y="512"/>
                  </a:cubicBezTo>
                  <a:lnTo>
                    <a:pt x="3075" y="526"/>
                  </a:lnTo>
                  <a:cubicBezTo>
                    <a:pt x="3266" y="526"/>
                    <a:pt x="3547" y="282"/>
                    <a:pt x="3548" y="282"/>
                  </a:cubicBezTo>
                  <a:cubicBezTo>
                    <a:pt x="3548" y="280"/>
                    <a:pt x="3551" y="279"/>
                    <a:pt x="3551" y="276"/>
                  </a:cubicBezTo>
                  <a:cubicBezTo>
                    <a:pt x="3574" y="221"/>
                    <a:pt x="3587" y="160"/>
                    <a:pt x="3587" y="95"/>
                  </a:cubicBezTo>
                  <a:cubicBezTo>
                    <a:pt x="3587" y="43"/>
                    <a:pt x="3543" y="1"/>
                    <a:pt x="349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27"/>
            <p:cNvSpPr/>
            <p:nvPr/>
          </p:nvSpPr>
          <p:spPr>
            <a:xfrm>
              <a:off x="4828425" y="2189113"/>
              <a:ext cx="115609" cy="18021"/>
            </a:xfrm>
            <a:custGeom>
              <a:rect b="b" l="l" r="r" t="t"/>
              <a:pathLst>
                <a:path extrusionOk="0" h="561" w="3599">
                  <a:moveTo>
                    <a:pt x="95" y="1"/>
                  </a:moveTo>
                  <a:cubicBezTo>
                    <a:pt x="44" y="1"/>
                    <a:pt x="1" y="43"/>
                    <a:pt x="1" y="95"/>
                  </a:cubicBezTo>
                  <a:cubicBezTo>
                    <a:pt x="1" y="351"/>
                    <a:pt x="209" y="561"/>
                    <a:pt x="469" y="561"/>
                  </a:cubicBezTo>
                  <a:lnTo>
                    <a:pt x="3171" y="561"/>
                  </a:lnTo>
                  <a:cubicBezTo>
                    <a:pt x="3364" y="561"/>
                    <a:pt x="3526" y="445"/>
                    <a:pt x="3598" y="282"/>
                  </a:cubicBezTo>
                  <a:lnTo>
                    <a:pt x="515" y="279"/>
                  </a:lnTo>
                  <a:cubicBezTo>
                    <a:pt x="385" y="279"/>
                    <a:pt x="282" y="174"/>
                    <a:pt x="282" y="46"/>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27"/>
            <p:cNvSpPr/>
            <p:nvPr/>
          </p:nvSpPr>
          <p:spPr>
            <a:xfrm>
              <a:off x="4990331" y="2440611"/>
              <a:ext cx="45742" cy="44972"/>
            </a:xfrm>
            <a:custGeom>
              <a:rect b="b" l="l" r="r" t="t"/>
              <a:pathLst>
                <a:path extrusionOk="0" h="1400" w="1424">
                  <a:moveTo>
                    <a:pt x="694" y="0"/>
                  </a:moveTo>
                  <a:cubicBezTo>
                    <a:pt x="672" y="0"/>
                    <a:pt x="649" y="11"/>
                    <a:pt x="636" y="34"/>
                  </a:cubicBezTo>
                  <a:lnTo>
                    <a:pt x="546" y="195"/>
                  </a:lnTo>
                  <a:cubicBezTo>
                    <a:pt x="503" y="273"/>
                    <a:pt x="446" y="347"/>
                    <a:pt x="382" y="410"/>
                  </a:cubicBezTo>
                  <a:cubicBezTo>
                    <a:pt x="319" y="474"/>
                    <a:pt x="287" y="526"/>
                    <a:pt x="207" y="569"/>
                  </a:cubicBezTo>
                  <a:lnTo>
                    <a:pt x="47" y="659"/>
                  </a:lnTo>
                  <a:cubicBezTo>
                    <a:pt x="0" y="685"/>
                    <a:pt x="0" y="750"/>
                    <a:pt x="47" y="776"/>
                  </a:cubicBezTo>
                  <a:lnTo>
                    <a:pt x="207" y="866"/>
                  </a:lnTo>
                  <a:cubicBezTo>
                    <a:pt x="365" y="955"/>
                    <a:pt x="456" y="1047"/>
                    <a:pt x="546" y="1205"/>
                  </a:cubicBezTo>
                  <a:lnTo>
                    <a:pt x="636" y="1366"/>
                  </a:lnTo>
                  <a:cubicBezTo>
                    <a:pt x="649" y="1388"/>
                    <a:pt x="672" y="1399"/>
                    <a:pt x="694" y="1399"/>
                  </a:cubicBezTo>
                  <a:cubicBezTo>
                    <a:pt x="717" y="1399"/>
                    <a:pt x="739" y="1388"/>
                    <a:pt x="752" y="1366"/>
                  </a:cubicBezTo>
                  <a:lnTo>
                    <a:pt x="843" y="1205"/>
                  </a:lnTo>
                  <a:cubicBezTo>
                    <a:pt x="889" y="1121"/>
                    <a:pt x="961" y="1060"/>
                    <a:pt x="1028" y="1004"/>
                  </a:cubicBezTo>
                  <a:cubicBezTo>
                    <a:pt x="1089" y="955"/>
                    <a:pt x="1142" y="908"/>
                    <a:pt x="1216" y="866"/>
                  </a:cubicBezTo>
                  <a:lnTo>
                    <a:pt x="1378" y="775"/>
                  </a:lnTo>
                  <a:cubicBezTo>
                    <a:pt x="1423" y="750"/>
                    <a:pt x="1423" y="685"/>
                    <a:pt x="1378" y="659"/>
                  </a:cubicBezTo>
                  <a:lnTo>
                    <a:pt x="1216" y="569"/>
                  </a:lnTo>
                  <a:cubicBezTo>
                    <a:pt x="1060" y="481"/>
                    <a:pt x="930" y="352"/>
                    <a:pt x="843" y="195"/>
                  </a:cubicBezTo>
                  <a:lnTo>
                    <a:pt x="752" y="34"/>
                  </a:lnTo>
                  <a:cubicBezTo>
                    <a:pt x="739" y="11"/>
                    <a:pt x="717" y="0"/>
                    <a:pt x="6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27"/>
            <p:cNvSpPr/>
            <p:nvPr/>
          </p:nvSpPr>
          <p:spPr>
            <a:xfrm>
              <a:off x="4989206" y="2453782"/>
              <a:ext cx="34210" cy="32958"/>
            </a:xfrm>
            <a:custGeom>
              <a:rect b="b" l="l" r="r" t="t"/>
              <a:pathLst>
                <a:path extrusionOk="0" h="1026" w="1065">
                  <a:moveTo>
                    <a:pt x="417" y="0"/>
                  </a:moveTo>
                  <a:cubicBezTo>
                    <a:pt x="355" y="62"/>
                    <a:pt x="284" y="116"/>
                    <a:pt x="206" y="159"/>
                  </a:cubicBezTo>
                  <a:lnTo>
                    <a:pt x="45" y="251"/>
                  </a:lnTo>
                  <a:cubicBezTo>
                    <a:pt x="0" y="275"/>
                    <a:pt x="0" y="340"/>
                    <a:pt x="45" y="366"/>
                  </a:cubicBezTo>
                  <a:lnTo>
                    <a:pt x="206" y="456"/>
                  </a:lnTo>
                  <a:cubicBezTo>
                    <a:pt x="364" y="543"/>
                    <a:pt x="493" y="673"/>
                    <a:pt x="581" y="831"/>
                  </a:cubicBezTo>
                  <a:lnTo>
                    <a:pt x="671" y="992"/>
                  </a:lnTo>
                  <a:cubicBezTo>
                    <a:pt x="684" y="1014"/>
                    <a:pt x="707" y="1026"/>
                    <a:pt x="729" y="1026"/>
                  </a:cubicBezTo>
                  <a:cubicBezTo>
                    <a:pt x="752" y="1026"/>
                    <a:pt x="774" y="1014"/>
                    <a:pt x="787" y="992"/>
                  </a:cubicBezTo>
                  <a:lnTo>
                    <a:pt x="878" y="831"/>
                  </a:lnTo>
                  <a:cubicBezTo>
                    <a:pt x="927" y="740"/>
                    <a:pt x="989" y="660"/>
                    <a:pt x="1065" y="592"/>
                  </a:cubicBezTo>
                  <a:cubicBezTo>
                    <a:pt x="763" y="513"/>
                    <a:pt x="523" y="288"/>
                    <a:pt x="41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27"/>
            <p:cNvSpPr/>
            <p:nvPr/>
          </p:nvSpPr>
          <p:spPr>
            <a:xfrm>
              <a:off x="4975778" y="2222779"/>
              <a:ext cx="32155" cy="31673"/>
            </a:xfrm>
            <a:custGeom>
              <a:rect b="b" l="l" r="r" t="t"/>
              <a:pathLst>
                <a:path extrusionOk="0" h="986" w="1001">
                  <a:moveTo>
                    <a:pt x="481" y="0"/>
                  </a:moveTo>
                  <a:cubicBezTo>
                    <a:pt x="465" y="0"/>
                    <a:pt x="449" y="9"/>
                    <a:pt x="440" y="25"/>
                  </a:cubicBezTo>
                  <a:lnTo>
                    <a:pt x="377" y="140"/>
                  </a:lnTo>
                  <a:cubicBezTo>
                    <a:pt x="343" y="196"/>
                    <a:pt x="306" y="248"/>
                    <a:pt x="261" y="293"/>
                  </a:cubicBezTo>
                  <a:cubicBezTo>
                    <a:pt x="216" y="338"/>
                    <a:pt x="203" y="377"/>
                    <a:pt x="146" y="408"/>
                  </a:cubicBezTo>
                  <a:lnTo>
                    <a:pt x="32" y="470"/>
                  </a:lnTo>
                  <a:cubicBezTo>
                    <a:pt x="0" y="489"/>
                    <a:pt x="0" y="536"/>
                    <a:pt x="32" y="554"/>
                  </a:cubicBezTo>
                  <a:lnTo>
                    <a:pt x="146" y="618"/>
                  </a:lnTo>
                  <a:cubicBezTo>
                    <a:pt x="259" y="681"/>
                    <a:pt x="314" y="735"/>
                    <a:pt x="377" y="848"/>
                  </a:cubicBezTo>
                  <a:lnTo>
                    <a:pt x="440" y="961"/>
                  </a:lnTo>
                  <a:cubicBezTo>
                    <a:pt x="449" y="977"/>
                    <a:pt x="465" y="986"/>
                    <a:pt x="481" y="986"/>
                  </a:cubicBezTo>
                  <a:cubicBezTo>
                    <a:pt x="498" y="986"/>
                    <a:pt x="514" y="977"/>
                    <a:pt x="523" y="961"/>
                  </a:cubicBezTo>
                  <a:lnTo>
                    <a:pt x="586" y="848"/>
                  </a:lnTo>
                  <a:cubicBezTo>
                    <a:pt x="623" y="784"/>
                    <a:pt x="667" y="764"/>
                    <a:pt x="720" y="715"/>
                  </a:cubicBezTo>
                  <a:cubicBezTo>
                    <a:pt x="760" y="677"/>
                    <a:pt x="805" y="645"/>
                    <a:pt x="854" y="618"/>
                  </a:cubicBezTo>
                  <a:lnTo>
                    <a:pt x="967" y="554"/>
                  </a:lnTo>
                  <a:cubicBezTo>
                    <a:pt x="1000" y="536"/>
                    <a:pt x="1000" y="489"/>
                    <a:pt x="967" y="470"/>
                  </a:cubicBezTo>
                  <a:lnTo>
                    <a:pt x="854" y="408"/>
                  </a:lnTo>
                  <a:cubicBezTo>
                    <a:pt x="741" y="344"/>
                    <a:pt x="650" y="251"/>
                    <a:pt x="586" y="140"/>
                  </a:cubicBezTo>
                  <a:lnTo>
                    <a:pt x="523" y="25"/>
                  </a:lnTo>
                  <a:cubicBezTo>
                    <a:pt x="514" y="9"/>
                    <a:pt x="498" y="0"/>
                    <a:pt x="481"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27"/>
            <p:cNvSpPr/>
            <p:nvPr/>
          </p:nvSpPr>
          <p:spPr>
            <a:xfrm>
              <a:off x="4974558" y="2232127"/>
              <a:ext cx="24477" cy="23610"/>
            </a:xfrm>
            <a:custGeom>
              <a:rect b="b" l="l" r="r" t="t"/>
              <a:pathLst>
                <a:path extrusionOk="0" h="735" w="762">
                  <a:moveTo>
                    <a:pt x="299" y="1"/>
                  </a:moveTo>
                  <a:cubicBezTo>
                    <a:pt x="254" y="46"/>
                    <a:pt x="203" y="83"/>
                    <a:pt x="147" y="114"/>
                  </a:cubicBezTo>
                  <a:lnTo>
                    <a:pt x="32" y="179"/>
                  </a:lnTo>
                  <a:cubicBezTo>
                    <a:pt x="0" y="198"/>
                    <a:pt x="0" y="244"/>
                    <a:pt x="32" y="263"/>
                  </a:cubicBezTo>
                  <a:lnTo>
                    <a:pt x="147" y="328"/>
                  </a:lnTo>
                  <a:cubicBezTo>
                    <a:pt x="258" y="392"/>
                    <a:pt x="351" y="484"/>
                    <a:pt x="415" y="596"/>
                  </a:cubicBezTo>
                  <a:lnTo>
                    <a:pt x="480" y="710"/>
                  </a:lnTo>
                  <a:cubicBezTo>
                    <a:pt x="488" y="726"/>
                    <a:pt x="505" y="734"/>
                    <a:pt x="521" y="734"/>
                  </a:cubicBezTo>
                  <a:cubicBezTo>
                    <a:pt x="537" y="734"/>
                    <a:pt x="553" y="726"/>
                    <a:pt x="562" y="710"/>
                  </a:cubicBezTo>
                  <a:lnTo>
                    <a:pt x="627" y="596"/>
                  </a:lnTo>
                  <a:cubicBezTo>
                    <a:pt x="663" y="532"/>
                    <a:pt x="710" y="474"/>
                    <a:pt x="762" y="426"/>
                  </a:cubicBezTo>
                  <a:cubicBezTo>
                    <a:pt x="548" y="368"/>
                    <a:pt x="374" y="209"/>
                    <a:pt x="29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27"/>
            <p:cNvSpPr/>
            <p:nvPr/>
          </p:nvSpPr>
          <p:spPr>
            <a:xfrm>
              <a:off x="4747601" y="2429368"/>
              <a:ext cx="32187" cy="31673"/>
            </a:xfrm>
            <a:custGeom>
              <a:rect b="b" l="l" r="r" t="t"/>
              <a:pathLst>
                <a:path extrusionOk="0" h="986" w="1002">
                  <a:moveTo>
                    <a:pt x="482" y="1"/>
                  </a:moveTo>
                  <a:cubicBezTo>
                    <a:pt x="465" y="1"/>
                    <a:pt x="449" y="9"/>
                    <a:pt x="440" y="25"/>
                  </a:cubicBezTo>
                  <a:lnTo>
                    <a:pt x="376" y="139"/>
                  </a:lnTo>
                  <a:cubicBezTo>
                    <a:pt x="344" y="196"/>
                    <a:pt x="306" y="248"/>
                    <a:pt x="262" y="293"/>
                  </a:cubicBezTo>
                  <a:cubicBezTo>
                    <a:pt x="215" y="339"/>
                    <a:pt x="204" y="377"/>
                    <a:pt x="147" y="407"/>
                  </a:cubicBezTo>
                  <a:lnTo>
                    <a:pt x="33" y="471"/>
                  </a:lnTo>
                  <a:cubicBezTo>
                    <a:pt x="1" y="490"/>
                    <a:pt x="1" y="536"/>
                    <a:pt x="33" y="553"/>
                  </a:cubicBezTo>
                  <a:lnTo>
                    <a:pt x="147" y="617"/>
                  </a:lnTo>
                  <a:cubicBezTo>
                    <a:pt x="259" y="681"/>
                    <a:pt x="315" y="734"/>
                    <a:pt x="377" y="847"/>
                  </a:cubicBezTo>
                  <a:lnTo>
                    <a:pt x="440" y="961"/>
                  </a:lnTo>
                  <a:cubicBezTo>
                    <a:pt x="449" y="977"/>
                    <a:pt x="465" y="985"/>
                    <a:pt x="482" y="985"/>
                  </a:cubicBezTo>
                  <a:cubicBezTo>
                    <a:pt x="498" y="985"/>
                    <a:pt x="514" y="977"/>
                    <a:pt x="524" y="961"/>
                  </a:cubicBezTo>
                  <a:lnTo>
                    <a:pt x="587" y="847"/>
                  </a:lnTo>
                  <a:cubicBezTo>
                    <a:pt x="623" y="783"/>
                    <a:pt x="668" y="763"/>
                    <a:pt x="720" y="715"/>
                  </a:cubicBezTo>
                  <a:cubicBezTo>
                    <a:pt x="761" y="676"/>
                    <a:pt x="806" y="644"/>
                    <a:pt x="855" y="617"/>
                  </a:cubicBezTo>
                  <a:lnTo>
                    <a:pt x="968" y="553"/>
                  </a:lnTo>
                  <a:cubicBezTo>
                    <a:pt x="1001" y="536"/>
                    <a:pt x="1001" y="488"/>
                    <a:pt x="968" y="471"/>
                  </a:cubicBezTo>
                  <a:lnTo>
                    <a:pt x="855" y="407"/>
                  </a:lnTo>
                  <a:cubicBezTo>
                    <a:pt x="742" y="343"/>
                    <a:pt x="650" y="252"/>
                    <a:pt x="587" y="139"/>
                  </a:cubicBezTo>
                  <a:lnTo>
                    <a:pt x="524" y="25"/>
                  </a:lnTo>
                  <a:cubicBezTo>
                    <a:pt x="514" y="9"/>
                    <a:pt x="498" y="1"/>
                    <a:pt x="48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27"/>
            <p:cNvSpPr/>
            <p:nvPr/>
          </p:nvSpPr>
          <p:spPr>
            <a:xfrm>
              <a:off x="4746348" y="2438716"/>
              <a:ext cx="24542" cy="23610"/>
            </a:xfrm>
            <a:custGeom>
              <a:rect b="b" l="l" r="r" t="t"/>
              <a:pathLst>
                <a:path extrusionOk="0" h="735" w="764">
                  <a:moveTo>
                    <a:pt x="299" y="0"/>
                  </a:moveTo>
                  <a:cubicBezTo>
                    <a:pt x="254" y="45"/>
                    <a:pt x="204" y="84"/>
                    <a:pt x="147" y="115"/>
                  </a:cubicBezTo>
                  <a:lnTo>
                    <a:pt x="34" y="180"/>
                  </a:lnTo>
                  <a:cubicBezTo>
                    <a:pt x="1" y="197"/>
                    <a:pt x="1" y="245"/>
                    <a:pt x="34" y="262"/>
                  </a:cubicBezTo>
                  <a:lnTo>
                    <a:pt x="147" y="327"/>
                  </a:lnTo>
                  <a:cubicBezTo>
                    <a:pt x="260" y="391"/>
                    <a:pt x="353" y="484"/>
                    <a:pt x="415" y="595"/>
                  </a:cubicBezTo>
                  <a:lnTo>
                    <a:pt x="482" y="710"/>
                  </a:lnTo>
                  <a:cubicBezTo>
                    <a:pt x="490" y="726"/>
                    <a:pt x="506" y="735"/>
                    <a:pt x="523" y="735"/>
                  </a:cubicBezTo>
                  <a:cubicBezTo>
                    <a:pt x="539" y="735"/>
                    <a:pt x="555" y="726"/>
                    <a:pt x="564" y="710"/>
                  </a:cubicBezTo>
                  <a:lnTo>
                    <a:pt x="629" y="595"/>
                  </a:lnTo>
                  <a:cubicBezTo>
                    <a:pt x="665" y="533"/>
                    <a:pt x="710" y="475"/>
                    <a:pt x="764" y="426"/>
                  </a:cubicBezTo>
                  <a:cubicBezTo>
                    <a:pt x="550" y="368"/>
                    <a:pt x="376" y="209"/>
                    <a:pt x="29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27"/>
            <p:cNvSpPr/>
            <p:nvPr/>
          </p:nvSpPr>
          <p:spPr>
            <a:xfrm>
              <a:off x="4770538" y="2227244"/>
              <a:ext cx="50529" cy="49661"/>
            </a:xfrm>
            <a:custGeom>
              <a:rect b="b" l="l" r="r" t="t"/>
              <a:pathLst>
                <a:path extrusionOk="0" h="1546" w="1573">
                  <a:moveTo>
                    <a:pt x="770" y="0"/>
                  </a:moveTo>
                  <a:cubicBezTo>
                    <a:pt x="745" y="0"/>
                    <a:pt x="720" y="13"/>
                    <a:pt x="706" y="38"/>
                  </a:cubicBezTo>
                  <a:lnTo>
                    <a:pt x="606" y="216"/>
                  </a:lnTo>
                  <a:cubicBezTo>
                    <a:pt x="557" y="303"/>
                    <a:pt x="497" y="383"/>
                    <a:pt x="426" y="452"/>
                  </a:cubicBezTo>
                  <a:cubicBezTo>
                    <a:pt x="358" y="522"/>
                    <a:pt x="316" y="581"/>
                    <a:pt x="231" y="629"/>
                  </a:cubicBezTo>
                  <a:lnTo>
                    <a:pt x="54" y="728"/>
                  </a:lnTo>
                  <a:cubicBezTo>
                    <a:pt x="1" y="754"/>
                    <a:pt x="1" y="826"/>
                    <a:pt x="51" y="855"/>
                  </a:cubicBezTo>
                  <a:lnTo>
                    <a:pt x="229" y="955"/>
                  </a:lnTo>
                  <a:cubicBezTo>
                    <a:pt x="403" y="1052"/>
                    <a:pt x="507" y="1157"/>
                    <a:pt x="606" y="1331"/>
                  </a:cubicBezTo>
                  <a:lnTo>
                    <a:pt x="706" y="1508"/>
                  </a:lnTo>
                  <a:cubicBezTo>
                    <a:pt x="719" y="1533"/>
                    <a:pt x="743" y="1546"/>
                    <a:pt x="768" y="1546"/>
                  </a:cubicBezTo>
                  <a:cubicBezTo>
                    <a:pt x="793" y="1546"/>
                    <a:pt x="819" y="1533"/>
                    <a:pt x="833" y="1508"/>
                  </a:cubicBezTo>
                  <a:lnTo>
                    <a:pt x="933" y="1331"/>
                  </a:lnTo>
                  <a:cubicBezTo>
                    <a:pt x="988" y="1233"/>
                    <a:pt x="1057" y="1182"/>
                    <a:pt x="1140" y="1107"/>
                  </a:cubicBezTo>
                  <a:cubicBezTo>
                    <a:pt x="1202" y="1049"/>
                    <a:pt x="1272" y="998"/>
                    <a:pt x="1346" y="956"/>
                  </a:cubicBezTo>
                  <a:lnTo>
                    <a:pt x="1522" y="856"/>
                  </a:lnTo>
                  <a:cubicBezTo>
                    <a:pt x="1573" y="829"/>
                    <a:pt x="1573" y="756"/>
                    <a:pt x="1522" y="728"/>
                  </a:cubicBezTo>
                  <a:lnTo>
                    <a:pt x="1346" y="629"/>
                  </a:lnTo>
                  <a:cubicBezTo>
                    <a:pt x="1172" y="531"/>
                    <a:pt x="1028" y="387"/>
                    <a:pt x="933" y="216"/>
                  </a:cubicBezTo>
                  <a:lnTo>
                    <a:pt x="833" y="38"/>
                  </a:lnTo>
                  <a:cubicBezTo>
                    <a:pt x="820" y="13"/>
                    <a:pt x="795" y="0"/>
                    <a:pt x="77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27"/>
            <p:cNvSpPr/>
            <p:nvPr/>
          </p:nvSpPr>
          <p:spPr>
            <a:xfrm>
              <a:off x="4769285" y="2241732"/>
              <a:ext cx="37744" cy="36331"/>
            </a:xfrm>
            <a:custGeom>
              <a:rect b="b" l="l" r="r" t="t"/>
              <a:pathLst>
                <a:path extrusionOk="0" h="1131" w="1175">
                  <a:moveTo>
                    <a:pt x="461" y="0"/>
                  </a:moveTo>
                  <a:cubicBezTo>
                    <a:pt x="393" y="69"/>
                    <a:pt x="313" y="129"/>
                    <a:pt x="228" y="175"/>
                  </a:cubicBezTo>
                  <a:lnTo>
                    <a:pt x="51" y="275"/>
                  </a:lnTo>
                  <a:cubicBezTo>
                    <a:pt x="1" y="304"/>
                    <a:pt x="1" y="376"/>
                    <a:pt x="51" y="404"/>
                  </a:cubicBezTo>
                  <a:lnTo>
                    <a:pt x="228" y="504"/>
                  </a:lnTo>
                  <a:cubicBezTo>
                    <a:pt x="402" y="599"/>
                    <a:pt x="543" y="743"/>
                    <a:pt x="640" y="916"/>
                  </a:cubicBezTo>
                  <a:lnTo>
                    <a:pt x="740" y="1093"/>
                  </a:lnTo>
                  <a:cubicBezTo>
                    <a:pt x="755" y="1118"/>
                    <a:pt x="780" y="1131"/>
                    <a:pt x="805" y="1131"/>
                  </a:cubicBezTo>
                  <a:cubicBezTo>
                    <a:pt x="830" y="1131"/>
                    <a:pt x="855" y="1118"/>
                    <a:pt x="869" y="1093"/>
                  </a:cubicBezTo>
                  <a:lnTo>
                    <a:pt x="969" y="916"/>
                  </a:lnTo>
                  <a:cubicBezTo>
                    <a:pt x="1023" y="818"/>
                    <a:pt x="1094" y="730"/>
                    <a:pt x="1175" y="653"/>
                  </a:cubicBezTo>
                  <a:cubicBezTo>
                    <a:pt x="843" y="563"/>
                    <a:pt x="580" y="317"/>
                    <a:pt x="46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64" name="Google Shape;3664;p27"/>
          <p:cNvGrpSpPr/>
          <p:nvPr/>
        </p:nvGrpSpPr>
        <p:grpSpPr>
          <a:xfrm>
            <a:off x="4107336" y="2242310"/>
            <a:ext cx="297850" cy="191232"/>
            <a:chOff x="4107336" y="2242310"/>
            <a:chExt cx="297850" cy="191232"/>
          </a:xfrm>
        </p:grpSpPr>
        <p:sp>
          <p:nvSpPr>
            <p:cNvPr id="3665" name="Google Shape;3665;p27"/>
            <p:cNvSpPr/>
            <p:nvPr/>
          </p:nvSpPr>
          <p:spPr>
            <a:xfrm>
              <a:off x="4109199" y="2334634"/>
              <a:ext cx="137838" cy="69674"/>
            </a:xfrm>
            <a:custGeom>
              <a:rect b="b" l="l" r="r" t="t"/>
              <a:pathLst>
                <a:path extrusionOk="0" h="2169" w="4291">
                  <a:moveTo>
                    <a:pt x="2981" y="0"/>
                  </a:moveTo>
                  <a:lnTo>
                    <a:pt x="2719" y="31"/>
                  </a:lnTo>
                  <a:lnTo>
                    <a:pt x="1131" y="189"/>
                  </a:lnTo>
                  <a:lnTo>
                    <a:pt x="1047" y="205"/>
                  </a:lnTo>
                  <a:cubicBezTo>
                    <a:pt x="418" y="267"/>
                    <a:pt x="1" y="921"/>
                    <a:pt x="1" y="1554"/>
                  </a:cubicBezTo>
                  <a:lnTo>
                    <a:pt x="2120" y="2057"/>
                  </a:lnTo>
                  <a:cubicBezTo>
                    <a:pt x="2433" y="2124"/>
                    <a:pt x="2751" y="2160"/>
                    <a:pt x="3071" y="2162"/>
                  </a:cubicBezTo>
                  <a:lnTo>
                    <a:pt x="4290" y="2169"/>
                  </a:lnTo>
                  <a:lnTo>
                    <a:pt x="2981"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27"/>
            <p:cNvSpPr/>
            <p:nvPr/>
          </p:nvSpPr>
          <p:spPr>
            <a:xfrm>
              <a:off x="4114499" y="2340673"/>
              <a:ext cx="31062" cy="24252"/>
            </a:xfrm>
            <a:custGeom>
              <a:rect b="b" l="l" r="r" t="t"/>
              <a:pathLst>
                <a:path extrusionOk="0" h="755" w="967">
                  <a:moveTo>
                    <a:pt x="966" y="1"/>
                  </a:moveTo>
                  <a:lnTo>
                    <a:pt x="890" y="6"/>
                  </a:lnTo>
                  <a:cubicBezTo>
                    <a:pt x="520" y="43"/>
                    <a:pt x="202" y="242"/>
                    <a:pt x="1" y="526"/>
                  </a:cubicBezTo>
                  <a:lnTo>
                    <a:pt x="2" y="706"/>
                  </a:lnTo>
                  <a:lnTo>
                    <a:pt x="218" y="755"/>
                  </a:lnTo>
                  <a:lnTo>
                    <a:pt x="250" y="583"/>
                  </a:lnTo>
                  <a:cubicBezTo>
                    <a:pt x="402" y="307"/>
                    <a:pt x="658" y="93"/>
                    <a:pt x="966" y="1"/>
                  </a:cubicBez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27"/>
            <p:cNvSpPr/>
            <p:nvPr/>
          </p:nvSpPr>
          <p:spPr>
            <a:xfrm>
              <a:off x="4108332" y="2386161"/>
              <a:ext cx="296748" cy="46449"/>
            </a:xfrm>
            <a:custGeom>
              <a:rect b="b" l="l" r="r" t="t"/>
              <a:pathLst>
                <a:path extrusionOk="0" h="1446" w="9238">
                  <a:moveTo>
                    <a:pt x="0" y="0"/>
                  </a:moveTo>
                  <a:lnTo>
                    <a:pt x="0" y="503"/>
                  </a:lnTo>
                  <a:cubicBezTo>
                    <a:pt x="0" y="687"/>
                    <a:pt x="123" y="875"/>
                    <a:pt x="303" y="915"/>
                  </a:cubicBezTo>
                  <a:lnTo>
                    <a:pt x="2114" y="1280"/>
                  </a:lnTo>
                  <a:cubicBezTo>
                    <a:pt x="2445" y="1352"/>
                    <a:pt x="2783" y="1390"/>
                    <a:pt x="3120" y="1390"/>
                  </a:cubicBezTo>
                  <a:lnTo>
                    <a:pt x="8730" y="1445"/>
                  </a:lnTo>
                  <a:cubicBezTo>
                    <a:pt x="8992" y="1441"/>
                    <a:pt x="9232" y="1351"/>
                    <a:pt x="9238" y="1195"/>
                  </a:cubicBezTo>
                  <a:lnTo>
                    <a:pt x="9238" y="1179"/>
                  </a:lnTo>
                  <a:lnTo>
                    <a:pt x="9238" y="619"/>
                  </a:lnTo>
                  <a:lnTo>
                    <a:pt x="9149" y="562"/>
                  </a:lnTo>
                  <a:lnTo>
                    <a:pt x="4686" y="563"/>
                  </a:lnTo>
                  <a:lnTo>
                    <a:pt x="3090" y="563"/>
                  </a:lnTo>
                  <a:cubicBezTo>
                    <a:pt x="2770" y="563"/>
                    <a:pt x="2451" y="532"/>
                    <a:pt x="2138" y="464"/>
                  </a:cubicBez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27"/>
            <p:cNvSpPr/>
            <p:nvPr/>
          </p:nvSpPr>
          <p:spPr>
            <a:xfrm>
              <a:off x="4107336" y="2385326"/>
              <a:ext cx="297647" cy="48216"/>
            </a:xfrm>
            <a:custGeom>
              <a:rect b="b" l="l" r="r" t="t"/>
              <a:pathLst>
                <a:path extrusionOk="0" h="1501" w="9266">
                  <a:moveTo>
                    <a:pt x="282" y="0"/>
                  </a:moveTo>
                  <a:lnTo>
                    <a:pt x="1" y="84"/>
                  </a:lnTo>
                  <a:lnTo>
                    <a:pt x="1" y="595"/>
                  </a:lnTo>
                  <a:cubicBezTo>
                    <a:pt x="1" y="779"/>
                    <a:pt x="130" y="938"/>
                    <a:pt x="309" y="979"/>
                  </a:cubicBezTo>
                  <a:lnTo>
                    <a:pt x="2140" y="1389"/>
                  </a:lnTo>
                  <a:cubicBezTo>
                    <a:pt x="2469" y="1464"/>
                    <a:pt x="2808" y="1500"/>
                    <a:pt x="3147" y="1500"/>
                  </a:cubicBezTo>
                  <a:lnTo>
                    <a:pt x="4570" y="1500"/>
                  </a:lnTo>
                  <a:lnTo>
                    <a:pt x="4616" y="1461"/>
                  </a:lnTo>
                  <a:lnTo>
                    <a:pt x="6792" y="1461"/>
                  </a:lnTo>
                  <a:lnTo>
                    <a:pt x="6840" y="1500"/>
                  </a:lnTo>
                  <a:lnTo>
                    <a:pt x="8970" y="1500"/>
                  </a:lnTo>
                  <a:cubicBezTo>
                    <a:pt x="9128" y="1500"/>
                    <a:pt x="9257" y="1377"/>
                    <a:pt x="9266" y="1219"/>
                  </a:cubicBezTo>
                  <a:lnTo>
                    <a:pt x="9266" y="1219"/>
                  </a:lnTo>
                  <a:lnTo>
                    <a:pt x="3642" y="1221"/>
                  </a:lnTo>
                  <a:cubicBezTo>
                    <a:pt x="2976" y="1221"/>
                    <a:pt x="2311" y="1158"/>
                    <a:pt x="1664" y="996"/>
                  </a:cubicBezTo>
                  <a:lnTo>
                    <a:pt x="354" y="669"/>
                  </a:lnTo>
                  <a:cubicBezTo>
                    <a:pt x="312" y="658"/>
                    <a:pt x="282" y="620"/>
                    <a:pt x="282" y="576"/>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27"/>
            <p:cNvSpPr/>
            <p:nvPr/>
          </p:nvSpPr>
          <p:spPr>
            <a:xfrm>
              <a:off x="4224910" y="2295186"/>
              <a:ext cx="162829" cy="105458"/>
            </a:xfrm>
            <a:custGeom>
              <a:rect b="b" l="l" r="r" t="t"/>
              <a:pathLst>
                <a:path extrusionOk="0" h="3283" w="5069">
                  <a:moveTo>
                    <a:pt x="3139" y="1"/>
                  </a:moveTo>
                  <a:lnTo>
                    <a:pt x="0" y="1793"/>
                  </a:lnTo>
                  <a:lnTo>
                    <a:pt x="724" y="3283"/>
                  </a:lnTo>
                  <a:lnTo>
                    <a:pt x="5069" y="3283"/>
                  </a:lnTo>
                  <a:lnTo>
                    <a:pt x="5069" y="788"/>
                  </a:lnTo>
                  <a:lnTo>
                    <a:pt x="3139"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27"/>
            <p:cNvSpPr/>
            <p:nvPr/>
          </p:nvSpPr>
          <p:spPr>
            <a:xfrm>
              <a:off x="4229150" y="2358502"/>
              <a:ext cx="90553" cy="47573"/>
            </a:xfrm>
            <a:custGeom>
              <a:rect b="b" l="l" r="r" t="t"/>
              <a:pathLst>
                <a:path extrusionOk="0" h="1481" w="2819">
                  <a:moveTo>
                    <a:pt x="107" y="0"/>
                  </a:moveTo>
                  <a:lnTo>
                    <a:pt x="0" y="78"/>
                  </a:lnTo>
                  <a:lnTo>
                    <a:pt x="650" y="1451"/>
                  </a:lnTo>
                  <a:lnTo>
                    <a:pt x="727" y="1481"/>
                  </a:lnTo>
                  <a:lnTo>
                    <a:pt x="2645" y="1481"/>
                  </a:lnTo>
                  <a:lnTo>
                    <a:pt x="2716" y="1445"/>
                  </a:lnTo>
                  <a:lnTo>
                    <a:pt x="2819" y="1238"/>
                  </a:lnTo>
                  <a:lnTo>
                    <a:pt x="2765" y="1202"/>
                  </a:lnTo>
                  <a:lnTo>
                    <a:pt x="930" y="1202"/>
                  </a:lnTo>
                  <a:cubicBezTo>
                    <a:pt x="892" y="1200"/>
                    <a:pt x="860" y="1180"/>
                    <a:pt x="843" y="1149"/>
                  </a:cubicBezTo>
                  <a:lnTo>
                    <a:pt x="291" y="22"/>
                  </a:lnTo>
                  <a:lnTo>
                    <a:pt x="107"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27"/>
            <p:cNvSpPr/>
            <p:nvPr/>
          </p:nvSpPr>
          <p:spPr>
            <a:xfrm>
              <a:off x="4340300" y="2244912"/>
              <a:ext cx="64855" cy="74878"/>
            </a:xfrm>
            <a:custGeom>
              <a:rect b="b" l="l" r="r" t="t"/>
              <a:pathLst>
                <a:path extrusionOk="0" h="2331" w="2019">
                  <a:moveTo>
                    <a:pt x="683" y="1"/>
                  </a:moveTo>
                  <a:lnTo>
                    <a:pt x="310" y="76"/>
                  </a:lnTo>
                  <a:lnTo>
                    <a:pt x="0" y="1467"/>
                  </a:lnTo>
                  <a:lnTo>
                    <a:pt x="1797" y="2330"/>
                  </a:lnTo>
                  <a:lnTo>
                    <a:pt x="2018" y="1980"/>
                  </a:lnTo>
                  <a:lnTo>
                    <a:pt x="2018" y="589"/>
                  </a:lnTo>
                  <a:cubicBezTo>
                    <a:pt x="2018" y="337"/>
                    <a:pt x="1830" y="127"/>
                    <a:pt x="1579" y="101"/>
                  </a:cubicBezTo>
                  <a:lnTo>
                    <a:pt x="683"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27"/>
            <p:cNvSpPr/>
            <p:nvPr/>
          </p:nvSpPr>
          <p:spPr>
            <a:xfrm>
              <a:off x="4340300" y="2243948"/>
              <a:ext cx="64759" cy="75520"/>
            </a:xfrm>
            <a:custGeom>
              <a:rect b="b" l="l" r="r" t="t"/>
              <a:pathLst>
                <a:path extrusionOk="0" h="2351" w="2016">
                  <a:moveTo>
                    <a:pt x="423" y="0"/>
                  </a:moveTo>
                  <a:lnTo>
                    <a:pt x="314" y="47"/>
                  </a:lnTo>
                  <a:lnTo>
                    <a:pt x="0" y="1496"/>
                  </a:lnTo>
                  <a:lnTo>
                    <a:pt x="1921" y="2350"/>
                  </a:lnTo>
                  <a:lnTo>
                    <a:pt x="2015" y="2302"/>
                  </a:lnTo>
                  <a:lnTo>
                    <a:pt x="2015" y="2010"/>
                  </a:lnTo>
                  <a:lnTo>
                    <a:pt x="492" y="1279"/>
                  </a:lnTo>
                  <a:cubicBezTo>
                    <a:pt x="455" y="1261"/>
                    <a:pt x="433" y="1218"/>
                    <a:pt x="442" y="1176"/>
                  </a:cubicBezTo>
                  <a:lnTo>
                    <a:pt x="683" y="29"/>
                  </a:lnTo>
                  <a:lnTo>
                    <a:pt x="42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27"/>
            <p:cNvSpPr/>
            <p:nvPr/>
          </p:nvSpPr>
          <p:spPr>
            <a:xfrm>
              <a:off x="4215273" y="2246390"/>
              <a:ext cx="113457" cy="107482"/>
            </a:xfrm>
            <a:custGeom>
              <a:rect b="b" l="l" r="r" t="t"/>
              <a:pathLst>
                <a:path extrusionOk="0" h="3346" w="3532">
                  <a:moveTo>
                    <a:pt x="2789" y="0"/>
                  </a:moveTo>
                  <a:cubicBezTo>
                    <a:pt x="2524" y="0"/>
                    <a:pt x="2277" y="189"/>
                    <a:pt x="2229" y="475"/>
                  </a:cubicBezTo>
                  <a:lnTo>
                    <a:pt x="2113" y="1158"/>
                  </a:lnTo>
                  <a:cubicBezTo>
                    <a:pt x="2075" y="1384"/>
                    <a:pt x="1931" y="1576"/>
                    <a:pt x="1722" y="1676"/>
                  </a:cubicBezTo>
                  <a:lnTo>
                    <a:pt x="186" y="2410"/>
                  </a:lnTo>
                  <a:lnTo>
                    <a:pt x="1" y="2672"/>
                  </a:lnTo>
                  <a:lnTo>
                    <a:pt x="348" y="3345"/>
                  </a:lnTo>
                  <a:lnTo>
                    <a:pt x="2042" y="2891"/>
                  </a:lnTo>
                  <a:cubicBezTo>
                    <a:pt x="2624" y="2736"/>
                    <a:pt x="3055" y="2286"/>
                    <a:pt x="3189" y="1699"/>
                  </a:cubicBezTo>
                  <a:lnTo>
                    <a:pt x="3532" y="305"/>
                  </a:lnTo>
                  <a:lnTo>
                    <a:pt x="3048" y="63"/>
                  </a:lnTo>
                  <a:cubicBezTo>
                    <a:pt x="2964" y="20"/>
                    <a:pt x="2876" y="0"/>
                    <a:pt x="278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27"/>
            <p:cNvSpPr/>
            <p:nvPr/>
          </p:nvSpPr>
          <p:spPr>
            <a:xfrm>
              <a:off x="4212638" y="2323744"/>
              <a:ext cx="21875" cy="31801"/>
            </a:xfrm>
            <a:custGeom>
              <a:rect b="b" l="l" r="r" t="t"/>
              <a:pathLst>
                <a:path extrusionOk="0" h="990" w="681">
                  <a:moveTo>
                    <a:pt x="270" y="1"/>
                  </a:moveTo>
                  <a:lnTo>
                    <a:pt x="39" y="112"/>
                  </a:lnTo>
                  <a:lnTo>
                    <a:pt x="0" y="218"/>
                  </a:lnTo>
                  <a:lnTo>
                    <a:pt x="406" y="989"/>
                  </a:lnTo>
                  <a:lnTo>
                    <a:pt x="662" y="888"/>
                  </a:lnTo>
                  <a:lnTo>
                    <a:pt x="681" y="848"/>
                  </a:lnTo>
                  <a:lnTo>
                    <a:pt x="27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27"/>
            <p:cNvSpPr/>
            <p:nvPr/>
          </p:nvSpPr>
          <p:spPr>
            <a:xfrm>
              <a:off x="4240522" y="2300872"/>
              <a:ext cx="19980" cy="26854"/>
            </a:xfrm>
            <a:custGeom>
              <a:rect b="b" l="l" r="r" t="t"/>
              <a:pathLst>
                <a:path extrusionOk="0" h="836" w="622">
                  <a:moveTo>
                    <a:pt x="160" y="1"/>
                  </a:moveTo>
                  <a:cubicBezTo>
                    <a:pt x="137" y="1"/>
                    <a:pt x="115" y="6"/>
                    <a:pt x="94" y="18"/>
                  </a:cubicBezTo>
                  <a:cubicBezTo>
                    <a:pt x="24" y="55"/>
                    <a:pt x="1" y="138"/>
                    <a:pt x="37" y="207"/>
                  </a:cubicBezTo>
                  <a:lnTo>
                    <a:pt x="340" y="763"/>
                  </a:lnTo>
                  <a:cubicBezTo>
                    <a:pt x="364" y="808"/>
                    <a:pt x="413" y="836"/>
                    <a:pt x="463" y="836"/>
                  </a:cubicBezTo>
                  <a:cubicBezTo>
                    <a:pt x="486" y="836"/>
                    <a:pt x="508" y="830"/>
                    <a:pt x="529" y="820"/>
                  </a:cubicBezTo>
                  <a:cubicBezTo>
                    <a:pt x="597" y="781"/>
                    <a:pt x="622" y="698"/>
                    <a:pt x="586" y="629"/>
                  </a:cubicBezTo>
                  <a:lnTo>
                    <a:pt x="283" y="74"/>
                  </a:lnTo>
                  <a:cubicBezTo>
                    <a:pt x="257" y="27"/>
                    <a:pt x="209" y="1"/>
                    <a:pt x="16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27"/>
            <p:cNvSpPr/>
            <p:nvPr/>
          </p:nvSpPr>
          <p:spPr>
            <a:xfrm>
              <a:off x="4223850" y="2309770"/>
              <a:ext cx="17507" cy="23353"/>
            </a:xfrm>
            <a:custGeom>
              <a:rect b="b" l="l" r="r" t="t"/>
              <a:pathLst>
                <a:path extrusionOk="0" h="727" w="545">
                  <a:moveTo>
                    <a:pt x="159" y="1"/>
                  </a:moveTo>
                  <a:cubicBezTo>
                    <a:pt x="138" y="1"/>
                    <a:pt x="116" y="6"/>
                    <a:pt x="96" y="16"/>
                  </a:cubicBezTo>
                  <a:cubicBezTo>
                    <a:pt x="28" y="51"/>
                    <a:pt x="0" y="135"/>
                    <a:pt x="35" y="204"/>
                  </a:cubicBezTo>
                  <a:lnTo>
                    <a:pt x="261" y="651"/>
                  </a:lnTo>
                  <a:cubicBezTo>
                    <a:pt x="287" y="699"/>
                    <a:pt x="335" y="727"/>
                    <a:pt x="385" y="727"/>
                  </a:cubicBezTo>
                  <a:cubicBezTo>
                    <a:pt x="406" y="727"/>
                    <a:pt x="427" y="724"/>
                    <a:pt x="449" y="712"/>
                  </a:cubicBezTo>
                  <a:cubicBezTo>
                    <a:pt x="517" y="677"/>
                    <a:pt x="545" y="593"/>
                    <a:pt x="511" y="524"/>
                  </a:cubicBezTo>
                  <a:lnTo>
                    <a:pt x="284" y="77"/>
                  </a:lnTo>
                  <a:cubicBezTo>
                    <a:pt x="260" y="29"/>
                    <a:pt x="211" y="1"/>
                    <a:pt x="15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27"/>
            <p:cNvSpPr/>
            <p:nvPr/>
          </p:nvSpPr>
          <p:spPr>
            <a:xfrm>
              <a:off x="4257291" y="2292070"/>
              <a:ext cx="21169" cy="29649"/>
            </a:xfrm>
            <a:custGeom>
              <a:rect b="b" l="l" r="r" t="t"/>
              <a:pathLst>
                <a:path extrusionOk="0" h="923" w="659">
                  <a:moveTo>
                    <a:pt x="158" y="1"/>
                  </a:moveTo>
                  <a:cubicBezTo>
                    <a:pt x="137" y="1"/>
                    <a:pt x="115" y="6"/>
                    <a:pt x="94" y="17"/>
                  </a:cubicBezTo>
                  <a:cubicBezTo>
                    <a:pt x="28" y="53"/>
                    <a:pt x="0" y="135"/>
                    <a:pt x="36" y="205"/>
                  </a:cubicBezTo>
                  <a:lnTo>
                    <a:pt x="376" y="849"/>
                  </a:lnTo>
                  <a:cubicBezTo>
                    <a:pt x="400" y="895"/>
                    <a:pt x="449" y="923"/>
                    <a:pt x="499" y="923"/>
                  </a:cubicBezTo>
                  <a:cubicBezTo>
                    <a:pt x="521" y="923"/>
                    <a:pt x="544" y="919"/>
                    <a:pt x="565" y="907"/>
                  </a:cubicBezTo>
                  <a:cubicBezTo>
                    <a:pt x="631" y="871"/>
                    <a:pt x="659" y="787"/>
                    <a:pt x="623" y="719"/>
                  </a:cubicBezTo>
                  <a:lnTo>
                    <a:pt x="282" y="75"/>
                  </a:lnTo>
                  <a:cubicBezTo>
                    <a:pt x="257" y="28"/>
                    <a:pt x="208" y="1"/>
                    <a:pt x="15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27"/>
            <p:cNvSpPr/>
            <p:nvPr/>
          </p:nvSpPr>
          <p:spPr>
            <a:xfrm>
              <a:off x="4300144" y="2264732"/>
              <a:ext cx="9026" cy="8962"/>
            </a:xfrm>
            <a:custGeom>
              <a:rect b="b" l="l" r="r" t="t"/>
              <a:pathLst>
                <a:path extrusionOk="0" h="279" w="281">
                  <a:moveTo>
                    <a:pt x="141" y="1"/>
                  </a:moveTo>
                  <a:cubicBezTo>
                    <a:pt x="63" y="1"/>
                    <a:pt x="1" y="63"/>
                    <a:pt x="1" y="140"/>
                  </a:cubicBezTo>
                  <a:cubicBezTo>
                    <a:pt x="1" y="216"/>
                    <a:pt x="63" y="279"/>
                    <a:pt x="141" y="279"/>
                  </a:cubicBezTo>
                  <a:cubicBezTo>
                    <a:pt x="218" y="279"/>
                    <a:pt x="280" y="216"/>
                    <a:pt x="280" y="140"/>
                  </a:cubicBezTo>
                  <a:cubicBezTo>
                    <a:pt x="280" y="63"/>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27"/>
            <p:cNvSpPr/>
            <p:nvPr/>
          </p:nvSpPr>
          <p:spPr>
            <a:xfrm>
              <a:off x="4295551" y="2286223"/>
              <a:ext cx="8994" cy="8994"/>
            </a:xfrm>
            <a:custGeom>
              <a:rect b="b" l="l" r="r" t="t"/>
              <a:pathLst>
                <a:path extrusionOk="0" h="280" w="280">
                  <a:moveTo>
                    <a:pt x="141" y="0"/>
                  </a:moveTo>
                  <a:cubicBezTo>
                    <a:pt x="64" y="0"/>
                    <a:pt x="0" y="64"/>
                    <a:pt x="0" y="141"/>
                  </a:cubicBezTo>
                  <a:cubicBezTo>
                    <a:pt x="0" y="218"/>
                    <a:pt x="64" y="280"/>
                    <a:pt x="141" y="280"/>
                  </a:cubicBezTo>
                  <a:cubicBezTo>
                    <a:pt x="218" y="280"/>
                    <a:pt x="280" y="218"/>
                    <a:pt x="280" y="141"/>
                  </a:cubicBezTo>
                  <a:cubicBezTo>
                    <a:pt x="280" y="64"/>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27"/>
            <p:cNvSpPr/>
            <p:nvPr/>
          </p:nvSpPr>
          <p:spPr>
            <a:xfrm>
              <a:off x="4303646" y="2324162"/>
              <a:ext cx="44297" cy="49918"/>
            </a:xfrm>
            <a:custGeom>
              <a:rect b="b" l="l" r="r" t="t"/>
              <a:pathLst>
                <a:path extrusionOk="0" h="1554" w="1379">
                  <a:moveTo>
                    <a:pt x="203" y="1"/>
                  </a:moveTo>
                  <a:cubicBezTo>
                    <a:pt x="171" y="1"/>
                    <a:pt x="158" y="124"/>
                    <a:pt x="107" y="164"/>
                  </a:cubicBezTo>
                  <a:cubicBezTo>
                    <a:pt x="48" y="213"/>
                    <a:pt x="0" y="183"/>
                    <a:pt x="50" y="242"/>
                  </a:cubicBezTo>
                  <a:lnTo>
                    <a:pt x="1105" y="1538"/>
                  </a:lnTo>
                  <a:cubicBezTo>
                    <a:pt x="1114" y="1550"/>
                    <a:pt x="1120" y="1553"/>
                    <a:pt x="1126" y="1553"/>
                  </a:cubicBezTo>
                  <a:cubicBezTo>
                    <a:pt x="1137" y="1553"/>
                    <a:pt x="1145" y="1538"/>
                    <a:pt x="1171" y="1538"/>
                  </a:cubicBezTo>
                  <a:cubicBezTo>
                    <a:pt x="1202" y="1538"/>
                    <a:pt x="1234" y="1529"/>
                    <a:pt x="1260" y="1508"/>
                  </a:cubicBezTo>
                  <a:cubicBezTo>
                    <a:pt x="1321" y="1458"/>
                    <a:pt x="1379" y="1429"/>
                    <a:pt x="1329" y="1370"/>
                  </a:cubicBezTo>
                  <a:lnTo>
                    <a:pt x="223" y="14"/>
                  </a:lnTo>
                  <a:cubicBezTo>
                    <a:pt x="216" y="5"/>
                    <a:pt x="209" y="1"/>
                    <a:pt x="20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27"/>
            <p:cNvSpPr/>
            <p:nvPr/>
          </p:nvSpPr>
          <p:spPr>
            <a:xfrm>
              <a:off x="4227608" y="2299137"/>
              <a:ext cx="95275" cy="61322"/>
            </a:xfrm>
            <a:custGeom>
              <a:rect b="b" l="l" r="r" t="t"/>
              <a:pathLst>
                <a:path extrusionOk="0" h="1909" w="2966">
                  <a:moveTo>
                    <a:pt x="2835" y="1"/>
                  </a:moveTo>
                  <a:lnTo>
                    <a:pt x="2770" y="60"/>
                  </a:lnTo>
                  <a:lnTo>
                    <a:pt x="2768" y="72"/>
                  </a:lnTo>
                  <a:cubicBezTo>
                    <a:pt x="2648" y="609"/>
                    <a:pt x="2214" y="1063"/>
                    <a:pt x="1680" y="1205"/>
                  </a:cubicBezTo>
                  <a:lnTo>
                    <a:pt x="213" y="1614"/>
                  </a:lnTo>
                  <a:lnTo>
                    <a:pt x="0" y="1696"/>
                  </a:lnTo>
                  <a:lnTo>
                    <a:pt x="97" y="1909"/>
                  </a:lnTo>
                  <a:lnTo>
                    <a:pt x="338" y="1868"/>
                  </a:lnTo>
                  <a:lnTo>
                    <a:pt x="1759" y="1485"/>
                  </a:lnTo>
                  <a:cubicBezTo>
                    <a:pt x="2321" y="1334"/>
                    <a:pt x="2764" y="923"/>
                    <a:pt x="2958" y="386"/>
                  </a:cubicBezTo>
                  <a:cubicBezTo>
                    <a:pt x="2958" y="386"/>
                    <a:pt x="2949" y="208"/>
                    <a:pt x="2965" y="133"/>
                  </a:cubicBezTo>
                  <a:lnTo>
                    <a:pt x="283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27"/>
            <p:cNvSpPr/>
            <p:nvPr/>
          </p:nvSpPr>
          <p:spPr>
            <a:xfrm>
              <a:off x="4316624" y="2278738"/>
              <a:ext cx="9701" cy="32893"/>
            </a:xfrm>
            <a:custGeom>
              <a:rect b="b" l="l" r="r" t="t"/>
              <a:pathLst>
                <a:path extrusionOk="0" h="1024" w="302">
                  <a:moveTo>
                    <a:pt x="158" y="0"/>
                  </a:moveTo>
                  <a:lnTo>
                    <a:pt x="0" y="698"/>
                  </a:lnTo>
                  <a:cubicBezTo>
                    <a:pt x="41" y="817"/>
                    <a:pt x="106" y="927"/>
                    <a:pt x="188" y="1024"/>
                  </a:cubicBezTo>
                  <a:cubicBezTo>
                    <a:pt x="214" y="953"/>
                    <a:pt x="236" y="882"/>
                    <a:pt x="252" y="808"/>
                  </a:cubicBezTo>
                  <a:lnTo>
                    <a:pt x="301" y="584"/>
                  </a:lnTo>
                  <a:lnTo>
                    <a:pt x="15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27"/>
            <p:cNvSpPr/>
            <p:nvPr/>
          </p:nvSpPr>
          <p:spPr>
            <a:xfrm>
              <a:off x="4225649" y="2350953"/>
              <a:ext cx="12881" cy="10343"/>
            </a:xfrm>
            <a:custGeom>
              <a:rect b="b" l="l" r="r" t="t"/>
              <a:pathLst>
                <a:path extrusionOk="0" h="322" w="401">
                  <a:moveTo>
                    <a:pt x="276" y="1"/>
                  </a:moveTo>
                  <a:lnTo>
                    <a:pt x="30" y="69"/>
                  </a:lnTo>
                  <a:lnTo>
                    <a:pt x="1" y="103"/>
                  </a:lnTo>
                  <a:lnTo>
                    <a:pt x="109" y="312"/>
                  </a:lnTo>
                  <a:lnTo>
                    <a:pt x="154" y="322"/>
                  </a:lnTo>
                  <a:lnTo>
                    <a:pt x="400" y="255"/>
                  </a:lnTo>
                  <a:lnTo>
                    <a:pt x="276"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27"/>
            <p:cNvSpPr/>
            <p:nvPr/>
          </p:nvSpPr>
          <p:spPr>
            <a:xfrm>
              <a:off x="4316399" y="2242310"/>
              <a:ext cx="88787" cy="162508"/>
            </a:xfrm>
            <a:custGeom>
              <a:rect b="b" l="l" r="r" t="t"/>
              <a:pathLst>
                <a:path extrusionOk="0" h="5059" w="2764">
                  <a:moveTo>
                    <a:pt x="650" y="1"/>
                  </a:moveTo>
                  <a:cubicBezTo>
                    <a:pt x="514" y="1"/>
                    <a:pt x="393" y="95"/>
                    <a:pt x="363" y="231"/>
                  </a:cubicBezTo>
                  <a:lnTo>
                    <a:pt x="165" y="1134"/>
                  </a:lnTo>
                  <a:cubicBezTo>
                    <a:pt x="71" y="1561"/>
                    <a:pt x="281" y="2000"/>
                    <a:pt x="673" y="2195"/>
                  </a:cubicBezTo>
                  <a:lnTo>
                    <a:pt x="1909" y="2812"/>
                  </a:lnTo>
                  <a:cubicBezTo>
                    <a:pt x="2070" y="2892"/>
                    <a:pt x="2171" y="3057"/>
                    <a:pt x="2171" y="3235"/>
                  </a:cubicBezTo>
                  <a:cubicBezTo>
                    <a:pt x="2171" y="3498"/>
                    <a:pt x="1960" y="3710"/>
                    <a:pt x="1698" y="3710"/>
                  </a:cubicBezTo>
                  <a:cubicBezTo>
                    <a:pt x="983" y="3710"/>
                    <a:pt x="339" y="4137"/>
                    <a:pt x="58" y="4794"/>
                  </a:cubicBezTo>
                  <a:lnTo>
                    <a:pt x="49" y="4817"/>
                  </a:lnTo>
                  <a:lnTo>
                    <a:pt x="0" y="5059"/>
                  </a:lnTo>
                  <a:lnTo>
                    <a:pt x="2713" y="5040"/>
                  </a:lnTo>
                  <a:lnTo>
                    <a:pt x="2764" y="4817"/>
                  </a:lnTo>
                  <a:lnTo>
                    <a:pt x="2764" y="2353"/>
                  </a:lnTo>
                  <a:lnTo>
                    <a:pt x="1109" y="1560"/>
                  </a:lnTo>
                  <a:cubicBezTo>
                    <a:pt x="970" y="1495"/>
                    <a:pt x="895" y="1343"/>
                    <a:pt x="926" y="1195"/>
                  </a:cubicBezTo>
                  <a:lnTo>
                    <a:pt x="1167" y="53"/>
                  </a:lnTo>
                  <a:lnTo>
                    <a:pt x="682" y="2"/>
                  </a:lnTo>
                  <a:cubicBezTo>
                    <a:pt x="671" y="1"/>
                    <a:pt x="661" y="1"/>
                    <a:pt x="65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27"/>
            <p:cNvSpPr/>
            <p:nvPr/>
          </p:nvSpPr>
          <p:spPr>
            <a:xfrm>
              <a:off x="4314054" y="2397083"/>
              <a:ext cx="91099" cy="8994"/>
            </a:xfrm>
            <a:custGeom>
              <a:rect b="b" l="l" r="r" t="t"/>
              <a:pathLst>
                <a:path extrusionOk="0" h="280" w="2836">
                  <a:moveTo>
                    <a:pt x="121" y="1"/>
                  </a:moveTo>
                  <a:lnTo>
                    <a:pt x="1" y="280"/>
                  </a:lnTo>
                  <a:lnTo>
                    <a:pt x="2835" y="280"/>
                  </a:lnTo>
                  <a:lnTo>
                    <a:pt x="283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27"/>
            <p:cNvSpPr/>
            <p:nvPr/>
          </p:nvSpPr>
          <p:spPr>
            <a:xfrm>
              <a:off x="4109199" y="2327342"/>
              <a:ext cx="138833" cy="76837"/>
            </a:xfrm>
            <a:custGeom>
              <a:rect b="b" l="l" r="r" t="t"/>
              <a:pathLst>
                <a:path extrusionOk="0" h="2392" w="4322">
                  <a:moveTo>
                    <a:pt x="3259" y="0"/>
                  </a:moveTo>
                  <a:lnTo>
                    <a:pt x="2968" y="141"/>
                  </a:lnTo>
                  <a:lnTo>
                    <a:pt x="2785" y="285"/>
                  </a:lnTo>
                  <a:lnTo>
                    <a:pt x="2929" y="1432"/>
                  </a:lnTo>
                  <a:cubicBezTo>
                    <a:pt x="2954" y="1604"/>
                    <a:pt x="2782" y="1679"/>
                    <a:pt x="2634" y="1687"/>
                  </a:cubicBezTo>
                  <a:cubicBezTo>
                    <a:pt x="2628" y="1687"/>
                    <a:pt x="2622" y="1687"/>
                    <a:pt x="2617" y="1687"/>
                  </a:cubicBezTo>
                  <a:cubicBezTo>
                    <a:pt x="2560" y="1687"/>
                    <a:pt x="2502" y="1668"/>
                    <a:pt x="2452" y="1626"/>
                  </a:cubicBezTo>
                  <a:cubicBezTo>
                    <a:pt x="2253" y="1467"/>
                    <a:pt x="2020" y="1354"/>
                    <a:pt x="1773" y="1299"/>
                  </a:cubicBezTo>
                  <a:lnTo>
                    <a:pt x="415" y="996"/>
                  </a:lnTo>
                  <a:lnTo>
                    <a:pt x="183" y="1016"/>
                  </a:lnTo>
                  <a:cubicBezTo>
                    <a:pt x="130" y="1086"/>
                    <a:pt x="111" y="1126"/>
                    <a:pt x="60" y="1278"/>
                  </a:cubicBezTo>
                  <a:cubicBezTo>
                    <a:pt x="33" y="1361"/>
                    <a:pt x="1" y="1491"/>
                    <a:pt x="1" y="1653"/>
                  </a:cubicBezTo>
                  <a:cubicBezTo>
                    <a:pt x="1" y="1730"/>
                    <a:pt x="12" y="1726"/>
                    <a:pt x="12" y="1802"/>
                  </a:cubicBezTo>
                  <a:lnTo>
                    <a:pt x="2109" y="2284"/>
                  </a:lnTo>
                  <a:cubicBezTo>
                    <a:pt x="2233" y="2315"/>
                    <a:pt x="2371" y="2342"/>
                    <a:pt x="2521" y="2363"/>
                  </a:cubicBezTo>
                  <a:cubicBezTo>
                    <a:pt x="2715" y="2389"/>
                    <a:pt x="2895" y="2389"/>
                    <a:pt x="3052" y="2392"/>
                  </a:cubicBezTo>
                  <a:cubicBezTo>
                    <a:pt x="3190" y="2392"/>
                    <a:pt x="4289" y="2389"/>
                    <a:pt x="4289" y="2389"/>
                  </a:cubicBezTo>
                  <a:lnTo>
                    <a:pt x="4322" y="2167"/>
                  </a:lnTo>
                  <a:lnTo>
                    <a:pt x="3259"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27"/>
            <p:cNvSpPr/>
            <p:nvPr/>
          </p:nvSpPr>
          <p:spPr>
            <a:xfrm>
              <a:off x="4193814" y="2331871"/>
              <a:ext cx="16350" cy="49918"/>
            </a:xfrm>
            <a:custGeom>
              <a:rect b="b" l="l" r="r" t="t"/>
              <a:pathLst>
                <a:path extrusionOk="0" h="1554" w="509">
                  <a:moveTo>
                    <a:pt x="333" y="1"/>
                  </a:moveTo>
                  <a:lnTo>
                    <a:pt x="83" y="118"/>
                  </a:lnTo>
                  <a:lnTo>
                    <a:pt x="253" y="1239"/>
                  </a:lnTo>
                  <a:cubicBezTo>
                    <a:pt x="262" y="1269"/>
                    <a:pt x="269" y="1514"/>
                    <a:pt x="0" y="1548"/>
                  </a:cubicBezTo>
                  <a:cubicBezTo>
                    <a:pt x="28" y="1552"/>
                    <a:pt x="54" y="1553"/>
                    <a:pt x="79" y="1553"/>
                  </a:cubicBezTo>
                  <a:cubicBezTo>
                    <a:pt x="488" y="1553"/>
                    <a:pt x="508" y="1155"/>
                    <a:pt x="484" y="984"/>
                  </a:cubicBezTo>
                  <a:lnTo>
                    <a:pt x="33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27"/>
            <p:cNvSpPr/>
            <p:nvPr/>
          </p:nvSpPr>
          <p:spPr>
            <a:xfrm>
              <a:off x="4107400" y="2357603"/>
              <a:ext cx="145065" cy="48473"/>
            </a:xfrm>
            <a:custGeom>
              <a:rect b="b" l="l" r="r" t="t"/>
              <a:pathLst>
                <a:path extrusionOk="0" h="1509" w="4516">
                  <a:moveTo>
                    <a:pt x="223" y="1"/>
                  </a:moveTo>
                  <a:cubicBezTo>
                    <a:pt x="170" y="71"/>
                    <a:pt x="112" y="186"/>
                    <a:pt x="61" y="339"/>
                  </a:cubicBezTo>
                  <a:cubicBezTo>
                    <a:pt x="34" y="423"/>
                    <a:pt x="0" y="554"/>
                    <a:pt x="0" y="714"/>
                  </a:cubicBezTo>
                  <a:lnTo>
                    <a:pt x="0" y="949"/>
                  </a:lnTo>
                  <a:lnTo>
                    <a:pt x="2165" y="1405"/>
                  </a:lnTo>
                  <a:cubicBezTo>
                    <a:pt x="2290" y="1437"/>
                    <a:pt x="2428" y="1460"/>
                    <a:pt x="2577" y="1480"/>
                  </a:cubicBezTo>
                  <a:cubicBezTo>
                    <a:pt x="2771" y="1506"/>
                    <a:pt x="2951" y="1506"/>
                    <a:pt x="3110" y="1509"/>
                  </a:cubicBezTo>
                  <a:lnTo>
                    <a:pt x="4515" y="1509"/>
                  </a:lnTo>
                  <a:lnTo>
                    <a:pt x="4378" y="1230"/>
                  </a:lnTo>
                  <a:cubicBezTo>
                    <a:pt x="3996" y="1231"/>
                    <a:pt x="3253" y="1237"/>
                    <a:pt x="3168" y="1237"/>
                  </a:cubicBezTo>
                  <a:cubicBezTo>
                    <a:pt x="3009" y="1235"/>
                    <a:pt x="2830" y="1225"/>
                    <a:pt x="2635" y="1198"/>
                  </a:cubicBezTo>
                  <a:cubicBezTo>
                    <a:pt x="2486" y="1177"/>
                    <a:pt x="2348" y="1148"/>
                    <a:pt x="2222" y="1120"/>
                  </a:cubicBezTo>
                  <a:lnTo>
                    <a:pt x="367" y="729"/>
                  </a:lnTo>
                  <a:cubicBezTo>
                    <a:pt x="317" y="717"/>
                    <a:pt x="283" y="672"/>
                    <a:pt x="287" y="622"/>
                  </a:cubicBezTo>
                  <a:cubicBezTo>
                    <a:pt x="293" y="556"/>
                    <a:pt x="303" y="483"/>
                    <a:pt x="312" y="432"/>
                  </a:cubicBezTo>
                  <a:cubicBezTo>
                    <a:pt x="336" y="299"/>
                    <a:pt x="419" y="157"/>
                    <a:pt x="471" y="57"/>
                  </a:cubicBezTo>
                  <a:lnTo>
                    <a:pt x="22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89" name="Google Shape;3689;p27"/>
          <p:cNvGrpSpPr/>
          <p:nvPr/>
        </p:nvGrpSpPr>
        <p:grpSpPr>
          <a:xfrm>
            <a:off x="3471600" y="2189273"/>
            <a:ext cx="300190" cy="297270"/>
            <a:chOff x="3471600" y="2189273"/>
            <a:chExt cx="300190" cy="297270"/>
          </a:xfrm>
        </p:grpSpPr>
        <p:sp>
          <p:nvSpPr>
            <p:cNvPr id="3690" name="Google Shape;3690;p27"/>
            <p:cNvSpPr/>
            <p:nvPr/>
          </p:nvSpPr>
          <p:spPr>
            <a:xfrm>
              <a:off x="3472692" y="2357699"/>
              <a:ext cx="129325" cy="128843"/>
            </a:xfrm>
            <a:custGeom>
              <a:rect b="b" l="l" r="r" t="t"/>
              <a:pathLst>
                <a:path extrusionOk="0" h="4011" w="4026">
                  <a:moveTo>
                    <a:pt x="3681" y="0"/>
                  </a:moveTo>
                  <a:lnTo>
                    <a:pt x="156" y="3488"/>
                  </a:lnTo>
                  <a:cubicBezTo>
                    <a:pt x="39" y="3606"/>
                    <a:pt x="1" y="3789"/>
                    <a:pt x="118" y="3906"/>
                  </a:cubicBezTo>
                  <a:cubicBezTo>
                    <a:pt x="118" y="3906"/>
                    <a:pt x="196" y="4002"/>
                    <a:pt x="261" y="4009"/>
                  </a:cubicBezTo>
                  <a:cubicBezTo>
                    <a:pt x="273" y="4010"/>
                    <a:pt x="284" y="4011"/>
                    <a:pt x="296" y="4011"/>
                  </a:cubicBezTo>
                  <a:cubicBezTo>
                    <a:pt x="374" y="4011"/>
                    <a:pt x="453" y="3981"/>
                    <a:pt x="512" y="3922"/>
                  </a:cubicBezTo>
                  <a:lnTo>
                    <a:pt x="4025" y="409"/>
                  </a:lnTo>
                  <a:lnTo>
                    <a:pt x="4021" y="296"/>
                  </a:lnTo>
                  <a:lnTo>
                    <a:pt x="3681"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27"/>
            <p:cNvSpPr/>
            <p:nvPr/>
          </p:nvSpPr>
          <p:spPr>
            <a:xfrm>
              <a:off x="3471600" y="2357089"/>
              <a:ext cx="123543" cy="129454"/>
            </a:xfrm>
            <a:custGeom>
              <a:rect b="b" l="l" r="r" t="t"/>
              <a:pathLst>
                <a:path extrusionOk="0" h="4030" w="3846">
                  <a:moveTo>
                    <a:pt x="3680" y="1"/>
                  </a:moveTo>
                  <a:lnTo>
                    <a:pt x="3629" y="3"/>
                  </a:lnTo>
                  <a:lnTo>
                    <a:pt x="117" y="3515"/>
                  </a:lnTo>
                  <a:cubicBezTo>
                    <a:pt x="0" y="3633"/>
                    <a:pt x="0" y="3825"/>
                    <a:pt x="117" y="3943"/>
                  </a:cubicBezTo>
                  <a:cubicBezTo>
                    <a:pt x="167" y="3992"/>
                    <a:pt x="229" y="4021"/>
                    <a:pt x="293" y="4029"/>
                  </a:cubicBezTo>
                  <a:cubicBezTo>
                    <a:pt x="249" y="3919"/>
                    <a:pt x="274" y="3789"/>
                    <a:pt x="362" y="3699"/>
                  </a:cubicBezTo>
                  <a:lnTo>
                    <a:pt x="3845" y="216"/>
                  </a:lnTo>
                  <a:lnTo>
                    <a:pt x="3831" y="153"/>
                  </a:lnTo>
                  <a:lnTo>
                    <a:pt x="368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27"/>
            <p:cNvSpPr/>
            <p:nvPr/>
          </p:nvSpPr>
          <p:spPr>
            <a:xfrm>
              <a:off x="3590491" y="2334088"/>
              <a:ext cx="35784" cy="36845"/>
            </a:xfrm>
            <a:custGeom>
              <a:rect b="b" l="l" r="r" t="t"/>
              <a:pathLst>
                <a:path extrusionOk="0" h="1147" w="1114">
                  <a:moveTo>
                    <a:pt x="727" y="0"/>
                  </a:moveTo>
                  <a:lnTo>
                    <a:pt x="1" y="717"/>
                  </a:lnTo>
                  <a:lnTo>
                    <a:pt x="144" y="932"/>
                  </a:lnTo>
                  <a:lnTo>
                    <a:pt x="358" y="1147"/>
                  </a:lnTo>
                  <a:lnTo>
                    <a:pt x="1114" y="388"/>
                  </a:lnTo>
                  <a:lnTo>
                    <a:pt x="727"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27"/>
            <p:cNvSpPr/>
            <p:nvPr/>
          </p:nvSpPr>
          <p:spPr>
            <a:xfrm>
              <a:off x="3588178" y="2332642"/>
              <a:ext cx="31416" cy="31416"/>
            </a:xfrm>
            <a:custGeom>
              <a:rect b="b" l="l" r="r" t="t"/>
              <a:pathLst>
                <a:path extrusionOk="0" h="978" w="978">
                  <a:moveTo>
                    <a:pt x="763" y="0"/>
                  </a:moveTo>
                  <a:lnTo>
                    <a:pt x="0" y="762"/>
                  </a:lnTo>
                  <a:lnTo>
                    <a:pt x="216" y="977"/>
                  </a:lnTo>
                  <a:lnTo>
                    <a:pt x="978" y="216"/>
                  </a:lnTo>
                  <a:lnTo>
                    <a:pt x="76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27"/>
            <p:cNvSpPr/>
            <p:nvPr/>
          </p:nvSpPr>
          <p:spPr>
            <a:xfrm>
              <a:off x="3585929" y="2189273"/>
              <a:ext cx="185861" cy="178473"/>
            </a:xfrm>
            <a:custGeom>
              <a:rect b="b" l="l" r="r" t="t"/>
              <a:pathLst>
                <a:path extrusionOk="0" h="5556" w="5786">
                  <a:moveTo>
                    <a:pt x="3167" y="1"/>
                  </a:moveTo>
                  <a:cubicBezTo>
                    <a:pt x="2995" y="1"/>
                    <a:pt x="2824" y="48"/>
                    <a:pt x="2673" y="140"/>
                  </a:cubicBezTo>
                  <a:cubicBezTo>
                    <a:pt x="2426" y="291"/>
                    <a:pt x="2165" y="418"/>
                    <a:pt x="1897" y="530"/>
                  </a:cubicBezTo>
                  <a:lnTo>
                    <a:pt x="1825" y="559"/>
                  </a:lnTo>
                  <a:cubicBezTo>
                    <a:pt x="1415" y="728"/>
                    <a:pt x="982" y="834"/>
                    <a:pt x="541" y="866"/>
                  </a:cubicBezTo>
                  <a:cubicBezTo>
                    <a:pt x="503" y="870"/>
                    <a:pt x="467" y="879"/>
                    <a:pt x="437" y="893"/>
                  </a:cubicBezTo>
                  <a:cubicBezTo>
                    <a:pt x="353" y="928"/>
                    <a:pt x="353" y="1000"/>
                    <a:pt x="343" y="1016"/>
                  </a:cubicBezTo>
                  <a:cubicBezTo>
                    <a:pt x="309" y="1067"/>
                    <a:pt x="276" y="1099"/>
                    <a:pt x="272" y="1134"/>
                  </a:cubicBezTo>
                  <a:cubicBezTo>
                    <a:pt x="270" y="1149"/>
                    <a:pt x="272" y="1164"/>
                    <a:pt x="272" y="1171"/>
                  </a:cubicBezTo>
                  <a:lnTo>
                    <a:pt x="309" y="1988"/>
                  </a:lnTo>
                  <a:cubicBezTo>
                    <a:pt x="322" y="2219"/>
                    <a:pt x="288" y="2451"/>
                    <a:pt x="212" y="2668"/>
                  </a:cubicBezTo>
                  <a:cubicBezTo>
                    <a:pt x="208" y="2677"/>
                    <a:pt x="206" y="2684"/>
                    <a:pt x="204" y="2694"/>
                  </a:cubicBezTo>
                  <a:cubicBezTo>
                    <a:pt x="204" y="2694"/>
                    <a:pt x="1" y="3553"/>
                    <a:pt x="425" y="3977"/>
                  </a:cubicBezTo>
                  <a:lnTo>
                    <a:pt x="1470" y="5078"/>
                  </a:lnTo>
                  <a:cubicBezTo>
                    <a:pt x="1702" y="5310"/>
                    <a:pt x="1923" y="5475"/>
                    <a:pt x="2233" y="5534"/>
                  </a:cubicBezTo>
                  <a:cubicBezTo>
                    <a:pt x="2314" y="5550"/>
                    <a:pt x="2425" y="5556"/>
                    <a:pt x="2538" y="5556"/>
                  </a:cubicBezTo>
                  <a:cubicBezTo>
                    <a:pt x="2762" y="5556"/>
                    <a:pt x="2990" y="5534"/>
                    <a:pt x="2990" y="5534"/>
                  </a:cubicBezTo>
                  <a:cubicBezTo>
                    <a:pt x="3012" y="5527"/>
                    <a:pt x="3035" y="5520"/>
                    <a:pt x="3057" y="5513"/>
                  </a:cubicBezTo>
                  <a:cubicBezTo>
                    <a:pt x="3244" y="5446"/>
                    <a:pt x="3439" y="5413"/>
                    <a:pt x="3637" y="5413"/>
                  </a:cubicBezTo>
                  <a:cubicBezTo>
                    <a:pt x="3670" y="5413"/>
                    <a:pt x="3704" y="5414"/>
                    <a:pt x="3737" y="5416"/>
                  </a:cubicBezTo>
                  <a:lnTo>
                    <a:pt x="4551" y="5456"/>
                  </a:lnTo>
                  <a:cubicBezTo>
                    <a:pt x="4557" y="5457"/>
                    <a:pt x="4562" y="5457"/>
                    <a:pt x="4568" y="5457"/>
                  </a:cubicBezTo>
                  <a:cubicBezTo>
                    <a:pt x="4581" y="5457"/>
                    <a:pt x="4593" y="5456"/>
                    <a:pt x="4606" y="5455"/>
                  </a:cubicBezTo>
                  <a:cubicBezTo>
                    <a:pt x="4638" y="5452"/>
                    <a:pt x="4613" y="5419"/>
                    <a:pt x="4638" y="5401"/>
                  </a:cubicBezTo>
                  <a:cubicBezTo>
                    <a:pt x="4680" y="5372"/>
                    <a:pt x="4768" y="5346"/>
                    <a:pt x="4795" y="5303"/>
                  </a:cubicBezTo>
                  <a:cubicBezTo>
                    <a:pt x="4803" y="5293"/>
                    <a:pt x="4829" y="5300"/>
                    <a:pt x="4833" y="5288"/>
                  </a:cubicBezTo>
                  <a:cubicBezTo>
                    <a:pt x="4848" y="5258"/>
                    <a:pt x="4858" y="5225"/>
                    <a:pt x="4859" y="5188"/>
                  </a:cubicBezTo>
                  <a:cubicBezTo>
                    <a:pt x="4894" y="4744"/>
                    <a:pt x="4998" y="4308"/>
                    <a:pt x="5172" y="3896"/>
                  </a:cubicBezTo>
                  <a:lnTo>
                    <a:pt x="5191" y="3854"/>
                  </a:lnTo>
                  <a:cubicBezTo>
                    <a:pt x="5311" y="3567"/>
                    <a:pt x="5459" y="3292"/>
                    <a:pt x="5615" y="3024"/>
                  </a:cubicBezTo>
                  <a:cubicBezTo>
                    <a:pt x="5786" y="2735"/>
                    <a:pt x="5774" y="2366"/>
                    <a:pt x="5599" y="2073"/>
                  </a:cubicBezTo>
                  <a:cubicBezTo>
                    <a:pt x="5557" y="2006"/>
                    <a:pt x="5477" y="1960"/>
                    <a:pt x="5419" y="1902"/>
                  </a:cubicBezTo>
                  <a:cubicBezTo>
                    <a:pt x="5234" y="1716"/>
                    <a:pt x="5013" y="1664"/>
                    <a:pt x="4813" y="1664"/>
                  </a:cubicBezTo>
                  <a:cubicBezTo>
                    <a:pt x="4671" y="1664"/>
                    <a:pt x="4541" y="1690"/>
                    <a:pt x="4442" y="1714"/>
                  </a:cubicBezTo>
                  <a:cubicBezTo>
                    <a:pt x="4427" y="1718"/>
                    <a:pt x="4411" y="1719"/>
                    <a:pt x="4396" y="1719"/>
                  </a:cubicBezTo>
                  <a:cubicBezTo>
                    <a:pt x="4302" y="1719"/>
                    <a:pt x="4209" y="1656"/>
                    <a:pt x="4141" y="1588"/>
                  </a:cubicBezTo>
                  <a:cubicBezTo>
                    <a:pt x="4062" y="1509"/>
                    <a:pt x="4028" y="1393"/>
                    <a:pt x="4056" y="1283"/>
                  </a:cubicBezTo>
                  <a:cubicBezTo>
                    <a:pt x="4114" y="1045"/>
                    <a:pt x="4160" y="605"/>
                    <a:pt x="3831" y="277"/>
                  </a:cubicBezTo>
                  <a:cubicBezTo>
                    <a:pt x="3647" y="92"/>
                    <a:pt x="3407" y="1"/>
                    <a:pt x="316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27"/>
            <p:cNvSpPr/>
            <p:nvPr/>
          </p:nvSpPr>
          <p:spPr>
            <a:xfrm>
              <a:off x="3718859" y="2240318"/>
              <a:ext cx="46931" cy="15612"/>
            </a:xfrm>
            <a:custGeom>
              <a:rect b="b" l="l" r="r" t="t"/>
              <a:pathLst>
                <a:path extrusionOk="0" h="486" w="1461">
                  <a:moveTo>
                    <a:pt x="0" y="1"/>
                  </a:moveTo>
                  <a:lnTo>
                    <a:pt x="203" y="200"/>
                  </a:lnTo>
                  <a:cubicBezTo>
                    <a:pt x="309" y="305"/>
                    <a:pt x="451" y="364"/>
                    <a:pt x="598" y="364"/>
                  </a:cubicBezTo>
                  <a:cubicBezTo>
                    <a:pt x="639" y="364"/>
                    <a:pt x="681" y="359"/>
                    <a:pt x="723" y="349"/>
                  </a:cubicBezTo>
                  <a:cubicBezTo>
                    <a:pt x="806" y="331"/>
                    <a:pt x="898" y="314"/>
                    <a:pt x="995" y="314"/>
                  </a:cubicBezTo>
                  <a:cubicBezTo>
                    <a:pt x="1143" y="314"/>
                    <a:pt x="1302" y="353"/>
                    <a:pt x="1461" y="486"/>
                  </a:cubicBezTo>
                  <a:cubicBezTo>
                    <a:pt x="1422" y="417"/>
                    <a:pt x="1371" y="354"/>
                    <a:pt x="1313" y="296"/>
                  </a:cubicBezTo>
                  <a:cubicBezTo>
                    <a:pt x="1116" y="99"/>
                    <a:pt x="868" y="43"/>
                    <a:pt x="650" y="43"/>
                  </a:cubicBezTo>
                  <a:cubicBezTo>
                    <a:pt x="517" y="43"/>
                    <a:pt x="396" y="64"/>
                    <a:pt x="304" y="86"/>
                  </a:cubicBezTo>
                  <a:cubicBezTo>
                    <a:pt x="285" y="91"/>
                    <a:pt x="259" y="94"/>
                    <a:pt x="230" y="94"/>
                  </a:cubicBezTo>
                  <a:cubicBezTo>
                    <a:pt x="164" y="94"/>
                    <a:pt x="80" y="75"/>
                    <a:pt x="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27"/>
            <p:cNvSpPr/>
            <p:nvPr/>
          </p:nvSpPr>
          <p:spPr>
            <a:xfrm>
              <a:off x="3586283" y="2275751"/>
              <a:ext cx="95629" cy="93444"/>
            </a:xfrm>
            <a:custGeom>
              <a:rect b="b" l="l" r="r" t="t"/>
              <a:pathLst>
                <a:path extrusionOk="0" h="2909" w="2977">
                  <a:moveTo>
                    <a:pt x="190" y="1"/>
                  </a:moveTo>
                  <a:lnTo>
                    <a:pt x="190" y="1"/>
                  </a:lnTo>
                  <a:cubicBezTo>
                    <a:pt x="0" y="570"/>
                    <a:pt x="159" y="1195"/>
                    <a:pt x="583" y="1621"/>
                  </a:cubicBezTo>
                  <a:lnTo>
                    <a:pt x="1398" y="2437"/>
                  </a:lnTo>
                  <a:cubicBezTo>
                    <a:pt x="1630" y="2669"/>
                    <a:pt x="1924" y="2822"/>
                    <a:pt x="2235" y="2880"/>
                  </a:cubicBezTo>
                  <a:cubicBezTo>
                    <a:pt x="2332" y="2899"/>
                    <a:pt x="2430" y="2909"/>
                    <a:pt x="2529" y="2909"/>
                  </a:cubicBezTo>
                  <a:cubicBezTo>
                    <a:pt x="2679" y="2909"/>
                    <a:pt x="2830" y="2887"/>
                    <a:pt x="2976" y="2842"/>
                  </a:cubicBezTo>
                  <a:cubicBezTo>
                    <a:pt x="2918" y="2838"/>
                    <a:pt x="2863" y="2829"/>
                    <a:pt x="2806" y="2819"/>
                  </a:cubicBezTo>
                  <a:cubicBezTo>
                    <a:pt x="2422" y="2745"/>
                    <a:pt x="2061" y="2557"/>
                    <a:pt x="1773" y="2271"/>
                  </a:cubicBezTo>
                  <a:lnTo>
                    <a:pt x="767" y="1264"/>
                  </a:lnTo>
                  <a:cubicBezTo>
                    <a:pt x="423" y="920"/>
                    <a:pt x="222" y="468"/>
                    <a:pt x="19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27"/>
            <p:cNvSpPr/>
            <p:nvPr/>
          </p:nvSpPr>
          <p:spPr>
            <a:xfrm>
              <a:off x="3594635" y="2217960"/>
              <a:ext cx="146511" cy="146607"/>
            </a:xfrm>
            <a:custGeom>
              <a:rect b="b" l="l" r="r" t="t"/>
              <a:pathLst>
                <a:path extrusionOk="0" h="4564" w="4561">
                  <a:moveTo>
                    <a:pt x="166" y="0"/>
                  </a:moveTo>
                  <a:cubicBezTo>
                    <a:pt x="63" y="42"/>
                    <a:pt x="9" y="133"/>
                    <a:pt x="1" y="241"/>
                  </a:cubicBezTo>
                  <a:cubicBezTo>
                    <a:pt x="274" y="378"/>
                    <a:pt x="632" y="492"/>
                    <a:pt x="940" y="532"/>
                  </a:cubicBezTo>
                  <a:cubicBezTo>
                    <a:pt x="1163" y="561"/>
                    <a:pt x="1363" y="659"/>
                    <a:pt x="1522" y="818"/>
                  </a:cubicBezTo>
                  <a:cubicBezTo>
                    <a:pt x="1707" y="1002"/>
                    <a:pt x="1787" y="1225"/>
                    <a:pt x="1758" y="1480"/>
                  </a:cubicBezTo>
                  <a:cubicBezTo>
                    <a:pt x="1716" y="1849"/>
                    <a:pt x="1838" y="2206"/>
                    <a:pt x="2091" y="2460"/>
                  </a:cubicBezTo>
                  <a:lnTo>
                    <a:pt x="2104" y="2471"/>
                  </a:lnTo>
                  <a:cubicBezTo>
                    <a:pt x="2324" y="2692"/>
                    <a:pt x="2623" y="2812"/>
                    <a:pt x="2940" y="2812"/>
                  </a:cubicBezTo>
                  <a:cubicBezTo>
                    <a:pt x="2987" y="2812"/>
                    <a:pt x="3035" y="2810"/>
                    <a:pt x="3083" y="2804"/>
                  </a:cubicBezTo>
                  <a:cubicBezTo>
                    <a:pt x="3117" y="2800"/>
                    <a:pt x="3150" y="2799"/>
                    <a:pt x="3183" y="2799"/>
                  </a:cubicBezTo>
                  <a:cubicBezTo>
                    <a:pt x="3396" y="2799"/>
                    <a:pt x="3585" y="2880"/>
                    <a:pt x="3744" y="3040"/>
                  </a:cubicBezTo>
                  <a:cubicBezTo>
                    <a:pt x="3903" y="3200"/>
                    <a:pt x="4002" y="3401"/>
                    <a:pt x="4031" y="3622"/>
                  </a:cubicBezTo>
                  <a:cubicBezTo>
                    <a:pt x="4073" y="3945"/>
                    <a:pt x="4186" y="4285"/>
                    <a:pt x="4335" y="4563"/>
                  </a:cubicBezTo>
                  <a:cubicBezTo>
                    <a:pt x="4435" y="4552"/>
                    <a:pt x="4519" y="4486"/>
                    <a:pt x="4561" y="4397"/>
                  </a:cubicBezTo>
                  <a:cubicBezTo>
                    <a:pt x="4429" y="4149"/>
                    <a:pt x="4344" y="3876"/>
                    <a:pt x="4307" y="3586"/>
                  </a:cubicBezTo>
                  <a:cubicBezTo>
                    <a:pt x="4271" y="3302"/>
                    <a:pt x="4145" y="3043"/>
                    <a:pt x="3943" y="2841"/>
                  </a:cubicBezTo>
                  <a:cubicBezTo>
                    <a:pt x="3731" y="2630"/>
                    <a:pt x="3470" y="2518"/>
                    <a:pt x="3184" y="2518"/>
                  </a:cubicBezTo>
                  <a:cubicBezTo>
                    <a:pt x="3140" y="2518"/>
                    <a:pt x="3095" y="2521"/>
                    <a:pt x="3049" y="2526"/>
                  </a:cubicBezTo>
                  <a:cubicBezTo>
                    <a:pt x="3012" y="2531"/>
                    <a:pt x="2975" y="2533"/>
                    <a:pt x="2939" y="2533"/>
                  </a:cubicBezTo>
                  <a:cubicBezTo>
                    <a:pt x="2696" y="2533"/>
                    <a:pt x="2470" y="2442"/>
                    <a:pt x="2301" y="2273"/>
                  </a:cubicBezTo>
                  <a:lnTo>
                    <a:pt x="2288" y="2260"/>
                  </a:lnTo>
                  <a:cubicBezTo>
                    <a:pt x="2094" y="2066"/>
                    <a:pt x="2003" y="1794"/>
                    <a:pt x="2035" y="1512"/>
                  </a:cubicBezTo>
                  <a:cubicBezTo>
                    <a:pt x="2072" y="1173"/>
                    <a:pt x="1964" y="863"/>
                    <a:pt x="1720" y="618"/>
                  </a:cubicBezTo>
                  <a:cubicBezTo>
                    <a:pt x="1518" y="416"/>
                    <a:pt x="1259" y="290"/>
                    <a:pt x="975" y="254"/>
                  </a:cubicBezTo>
                  <a:cubicBezTo>
                    <a:pt x="687" y="217"/>
                    <a:pt x="413" y="131"/>
                    <a:pt x="16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98" name="Google Shape;3698;p27"/>
          <p:cNvGrpSpPr/>
          <p:nvPr/>
        </p:nvGrpSpPr>
        <p:grpSpPr>
          <a:xfrm>
            <a:off x="2836153" y="2189113"/>
            <a:ext cx="304754" cy="297656"/>
            <a:chOff x="2836153" y="2189113"/>
            <a:chExt cx="304754" cy="297656"/>
          </a:xfrm>
        </p:grpSpPr>
        <p:sp>
          <p:nvSpPr>
            <p:cNvPr id="3699" name="Google Shape;3699;p27"/>
            <p:cNvSpPr/>
            <p:nvPr/>
          </p:nvSpPr>
          <p:spPr>
            <a:xfrm>
              <a:off x="2912094" y="2263255"/>
              <a:ext cx="220585" cy="220778"/>
            </a:xfrm>
            <a:custGeom>
              <a:rect b="b" l="l" r="r" t="t"/>
              <a:pathLst>
                <a:path extrusionOk="0" h="6873" w="6867">
                  <a:moveTo>
                    <a:pt x="5513" y="0"/>
                  </a:moveTo>
                  <a:lnTo>
                    <a:pt x="1" y="5513"/>
                  </a:lnTo>
                  <a:lnTo>
                    <a:pt x="1075" y="6872"/>
                  </a:lnTo>
                  <a:lnTo>
                    <a:pt x="2566" y="6102"/>
                  </a:lnTo>
                  <a:cubicBezTo>
                    <a:pt x="3314" y="5710"/>
                    <a:pt x="4000" y="5209"/>
                    <a:pt x="4598" y="4611"/>
                  </a:cubicBezTo>
                  <a:cubicBezTo>
                    <a:pt x="5205" y="4004"/>
                    <a:pt x="5714" y="3305"/>
                    <a:pt x="6105" y="2542"/>
                  </a:cubicBezTo>
                  <a:lnTo>
                    <a:pt x="6867" y="1076"/>
                  </a:lnTo>
                  <a:lnTo>
                    <a:pt x="551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27"/>
            <p:cNvSpPr/>
            <p:nvPr/>
          </p:nvSpPr>
          <p:spPr>
            <a:xfrm>
              <a:off x="2997898" y="2189113"/>
              <a:ext cx="143009" cy="137356"/>
            </a:xfrm>
            <a:custGeom>
              <a:rect b="b" l="l" r="r" t="t"/>
              <a:pathLst>
                <a:path extrusionOk="0" h="4276" w="4452">
                  <a:moveTo>
                    <a:pt x="1218" y="0"/>
                  </a:moveTo>
                  <a:cubicBezTo>
                    <a:pt x="920" y="0"/>
                    <a:pt x="630" y="191"/>
                    <a:pt x="546" y="518"/>
                  </a:cubicBezTo>
                  <a:lnTo>
                    <a:pt x="0" y="2624"/>
                  </a:lnTo>
                  <a:lnTo>
                    <a:pt x="6" y="3055"/>
                  </a:lnTo>
                  <a:lnTo>
                    <a:pt x="1206" y="4268"/>
                  </a:lnTo>
                  <a:lnTo>
                    <a:pt x="1652" y="4276"/>
                  </a:lnTo>
                  <a:lnTo>
                    <a:pt x="3759" y="3730"/>
                  </a:lnTo>
                  <a:cubicBezTo>
                    <a:pt x="4275" y="3597"/>
                    <a:pt x="4452" y="2950"/>
                    <a:pt x="4073" y="2572"/>
                  </a:cubicBezTo>
                  <a:lnTo>
                    <a:pt x="1704" y="203"/>
                  </a:lnTo>
                  <a:cubicBezTo>
                    <a:pt x="1566" y="65"/>
                    <a:pt x="1390" y="0"/>
                    <a:pt x="121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27"/>
            <p:cNvSpPr/>
            <p:nvPr/>
          </p:nvSpPr>
          <p:spPr>
            <a:xfrm>
              <a:off x="2993850" y="2273374"/>
              <a:ext cx="57146" cy="57146"/>
            </a:xfrm>
            <a:custGeom>
              <a:rect b="b" l="l" r="r" t="t"/>
              <a:pathLst>
                <a:path extrusionOk="0" h="1779" w="1779">
                  <a:moveTo>
                    <a:pt x="128" y="1"/>
                  </a:moveTo>
                  <a:lnTo>
                    <a:pt x="1" y="490"/>
                  </a:lnTo>
                  <a:lnTo>
                    <a:pt x="1289" y="1779"/>
                  </a:lnTo>
                  <a:lnTo>
                    <a:pt x="1778" y="1651"/>
                  </a:lnTo>
                  <a:cubicBezTo>
                    <a:pt x="1762" y="1618"/>
                    <a:pt x="1738" y="1585"/>
                    <a:pt x="1709" y="1554"/>
                  </a:cubicBezTo>
                  <a:lnTo>
                    <a:pt x="225" y="70"/>
                  </a:lnTo>
                  <a:cubicBezTo>
                    <a:pt x="196" y="41"/>
                    <a:pt x="164" y="18"/>
                    <a:pt x="12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27"/>
            <p:cNvSpPr/>
            <p:nvPr/>
          </p:nvSpPr>
          <p:spPr>
            <a:xfrm>
              <a:off x="2836153" y="2349379"/>
              <a:ext cx="138833" cy="136585"/>
            </a:xfrm>
            <a:custGeom>
              <a:rect b="b" l="l" r="r" t="t"/>
              <a:pathLst>
                <a:path extrusionOk="0" h="4252" w="4322">
                  <a:moveTo>
                    <a:pt x="2670" y="0"/>
                  </a:moveTo>
                  <a:lnTo>
                    <a:pt x="564" y="547"/>
                  </a:lnTo>
                  <a:cubicBezTo>
                    <a:pt x="325" y="608"/>
                    <a:pt x="158" y="781"/>
                    <a:pt x="86" y="983"/>
                  </a:cubicBezTo>
                  <a:cubicBezTo>
                    <a:pt x="1" y="1221"/>
                    <a:pt x="218" y="1477"/>
                    <a:pt x="420" y="1681"/>
                  </a:cubicBezTo>
                  <a:lnTo>
                    <a:pt x="2557" y="3870"/>
                  </a:lnTo>
                  <a:cubicBezTo>
                    <a:pt x="2732" y="4044"/>
                    <a:pt x="3007" y="4252"/>
                    <a:pt x="3231" y="4252"/>
                  </a:cubicBezTo>
                  <a:cubicBezTo>
                    <a:pt x="3268" y="4252"/>
                    <a:pt x="3303" y="4247"/>
                    <a:pt x="3336" y="4235"/>
                  </a:cubicBezTo>
                  <a:cubicBezTo>
                    <a:pt x="3544" y="4162"/>
                    <a:pt x="3714" y="3996"/>
                    <a:pt x="3776" y="3757"/>
                  </a:cubicBezTo>
                  <a:lnTo>
                    <a:pt x="4322" y="1651"/>
                  </a:lnTo>
                  <a:lnTo>
                    <a:pt x="4300" y="1209"/>
                  </a:lnTo>
                  <a:lnTo>
                    <a:pt x="3090" y="5"/>
                  </a:lnTo>
                  <a:lnTo>
                    <a:pt x="2670"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27"/>
            <p:cNvSpPr/>
            <p:nvPr/>
          </p:nvSpPr>
          <p:spPr>
            <a:xfrm>
              <a:off x="2921957" y="2345139"/>
              <a:ext cx="57242" cy="57274"/>
            </a:xfrm>
            <a:custGeom>
              <a:rect b="b" l="l" r="r" t="t"/>
              <a:pathLst>
                <a:path extrusionOk="0" h="1783" w="1782">
                  <a:moveTo>
                    <a:pt x="503" y="1"/>
                  </a:moveTo>
                  <a:lnTo>
                    <a:pt x="0" y="132"/>
                  </a:lnTo>
                  <a:cubicBezTo>
                    <a:pt x="16" y="167"/>
                    <a:pt x="41" y="202"/>
                    <a:pt x="70" y="229"/>
                  </a:cubicBezTo>
                  <a:lnTo>
                    <a:pt x="1554" y="1713"/>
                  </a:lnTo>
                  <a:cubicBezTo>
                    <a:pt x="1583" y="1744"/>
                    <a:pt x="1615" y="1767"/>
                    <a:pt x="1651" y="1783"/>
                  </a:cubicBezTo>
                  <a:lnTo>
                    <a:pt x="1781" y="1276"/>
                  </a:lnTo>
                  <a:lnTo>
                    <a:pt x="503"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27"/>
            <p:cNvSpPr/>
            <p:nvPr/>
          </p:nvSpPr>
          <p:spPr>
            <a:xfrm>
              <a:off x="2836217" y="2380957"/>
              <a:ext cx="107257" cy="105812"/>
            </a:xfrm>
            <a:custGeom>
              <a:rect b="b" l="l" r="r" t="t"/>
              <a:pathLst>
                <a:path extrusionOk="0" h="3294" w="3339">
                  <a:moveTo>
                    <a:pt x="85" y="0"/>
                  </a:moveTo>
                  <a:lnTo>
                    <a:pt x="85" y="0"/>
                  </a:lnTo>
                  <a:cubicBezTo>
                    <a:pt x="0" y="238"/>
                    <a:pt x="43" y="517"/>
                    <a:pt x="249" y="721"/>
                  </a:cubicBezTo>
                  <a:lnTo>
                    <a:pt x="2617" y="3091"/>
                  </a:lnTo>
                  <a:cubicBezTo>
                    <a:pt x="2756" y="3229"/>
                    <a:pt x="2931" y="3294"/>
                    <a:pt x="3104" y="3294"/>
                  </a:cubicBezTo>
                  <a:cubicBezTo>
                    <a:pt x="3184" y="3294"/>
                    <a:pt x="3263" y="3280"/>
                    <a:pt x="3338" y="3253"/>
                  </a:cubicBezTo>
                  <a:lnTo>
                    <a:pt x="8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27"/>
            <p:cNvSpPr/>
            <p:nvPr/>
          </p:nvSpPr>
          <p:spPr>
            <a:xfrm>
              <a:off x="3011229" y="2190365"/>
              <a:ext cx="124957" cy="123704"/>
            </a:xfrm>
            <a:custGeom>
              <a:rect b="b" l="l" r="r" t="t"/>
              <a:pathLst>
                <a:path extrusionOk="0" h="3851" w="3890">
                  <a:moveTo>
                    <a:pt x="1622" y="0"/>
                  </a:moveTo>
                  <a:cubicBezTo>
                    <a:pt x="1501" y="0"/>
                    <a:pt x="1383" y="69"/>
                    <a:pt x="1330" y="193"/>
                  </a:cubicBezTo>
                  <a:lnTo>
                    <a:pt x="104" y="3076"/>
                  </a:lnTo>
                  <a:lnTo>
                    <a:pt x="1" y="3488"/>
                  </a:lnTo>
                  <a:lnTo>
                    <a:pt x="312" y="3850"/>
                  </a:lnTo>
                  <a:lnTo>
                    <a:pt x="748" y="3720"/>
                  </a:lnTo>
                  <a:lnTo>
                    <a:pt x="3632" y="2495"/>
                  </a:lnTo>
                  <a:cubicBezTo>
                    <a:pt x="3837" y="2407"/>
                    <a:pt x="3889" y="2139"/>
                    <a:pt x="3730" y="1980"/>
                  </a:cubicBezTo>
                  <a:lnTo>
                    <a:pt x="1845" y="93"/>
                  </a:lnTo>
                  <a:cubicBezTo>
                    <a:pt x="1782" y="30"/>
                    <a:pt x="1701" y="0"/>
                    <a:pt x="162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27"/>
            <p:cNvSpPr/>
            <p:nvPr/>
          </p:nvSpPr>
          <p:spPr>
            <a:xfrm>
              <a:off x="3009109" y="2289115"/>
              <a:ext cx="26148" cy="26148"/>
            </a:xfrm>
            <a:custGeom>
              <a:rect b="b" l="l" r="r" t="t"/>
              <a:pathLst>
                <a:path extrusionOk="0" h="814" w="814">
                  <a:moveTo>
                    <a:pt x="170" y="0"/>
                  </a:moveTo>
                  <a:lnTo>
                    <a:pt x="0" y="401"/>
                  </a:lnTo>
                  <a:lnTo>
                    <a:pt x="413" y="814"/>
                  </a:lnTo>
                  <a:lnTo>
                    <a:pt x="814" y="644"/>
                  </a:lnTo>
                  <a:lnTo>
                    <a:pt x="170"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27"/>
            <p:cNvSpPr/>
            <p:nvPr/>
          </p:nvSpPr>
          <p:spPr>
            <a:xfrm>
              <a:off x="2838209" y="2362100"/>
              <a:ext cx="123575" cy="121552"/>
            </a:xfrm>
            <a:custGeom>
              <a:rect b="b" l="l" r="r" t="t"/>
              <a:pathLst>
                <a:path extrusionOk="0" h="3784" w="3847">
                  <a:moveTo>
                    <a:pt x="3504" y="1"/>
                  </a:moveTo>
                  <a:lnTo>
                    <a:pt x="3095" y="121"/>
                  </a:lnTo>
                  <a:lnTo>
                    <a:pt x="213" y="1347"/>
                  </a:lnTo>
                  <a:cubicBezTo>
                    <a:pt x="200" y="1352"/>
                    <a:pt x="188" y="1359"/>
                    <a:pt x="175" y="1365"/>
                  </a:cubicBezTo>
                  <a:cubicBezTo>
                    <a:pt x="0" y="1467"/>
                    <a:pt x="76" y="1734"/>
                    <a:pt x="226" y="1883"/>
                  </a:cubicBezTo>
                  <a:lnTo>
                    <a:pt x="1995" y="3629"/>
                  </a:lnTo>
                  <a:cubicBezTo>
                    <a:pt x="2085" y="3718"/>
                    <a:pt x="2211" y="3784"/>
                    <a:pt x="2320" y="3784"/>
                  </a:cubicBezTo>
                  <a:cubicBezTo>
                    <a:pt x="2392" y="3784"/>
                    <a:pt x="2456" y="3755"/>
                    <a:pt x="2497" y="3685"/>
                  </a:cubicBezTo>
                  <a:cubicBezTo>
                    <a:pt x="2505" y="3674"/>
                    <a:pt x="2510" y="3661"/>
                    <a:pt x="2515" y="3649"/>
                  </a:cubicBezTo>
                  <a:lnTo>
                    <a:pt x="3741" y="765"/>
                  </a:lnTo>
                  <a:lnTo>
                    <a:pt x="3847" y="347"/>
                  </a:lnTo>
                  <a:lnTo>
                    <a:pt x="3504"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27"/>
            <p:cNvSpPr/>
            <p:nvPr/>
          </p:nvSpPr>
          <p:spPr>
            <a:xfrm>
              <a:off x="2937665" y="2360526"/>
              <a:ext cx="26180" cy="26212"/>
            </a:xfrm>
            <a:custGeom>
              <a:rect b="b" l="l" r="r" t="t"/>
              <a:pathLst>
                <a:path extrusionOk="0" h="816" w="815">
                  <a:moveTo>
                    <a:pt x="402" y="1"/>
                  </a:moveTo>
                  <a:lnTo>
                    <a:pt x="1" y="172"/>
                  </a:lnTo>
                  <a:lnTo>
                    <a:pt x="645" y="816"/>
                  </a:lnTo>
                  <a:lnTo>
                    <a:pt x="814" y="413"/>
                  </a:lnTo>
                  <a:lnTo>
                    <a:pt x="402"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27"/>
            <p:cNvSpPr/>
            <p:nvPr/>
          </p:nvSpPr>
          <p:spPr>
            <a:xfrm>
              <a:off x="2837085" y="2405917"/>
              <a:ext cx="81366" cy="79567"/>
            </a:xfrm>
            <a:custGeom>
              <a:rect b="b" l="l" r="r" t="t"/>
              <a:pathLst>
                <a:path extrusionOk="0" h="2477" w="2533">
                  <a:moveTo>
                    <a:pt x="212" y="1"/>
                  </a:moveTo>
                  <a:cubicBezTo>
                    <a:pt x="37" y="105"/>
                    <a:pt x="1" y="348"/>
                    <a:pt x="150" y="499"/>
                  </a:cubicBezTo>
                  <a:lnTo>
                    <a:pt x="2034" y="2385"/>
                  </a:lnTo>
                  <a:cubicBezTo>
                    <a:pt x="2098" y="2447"/>
                    <a:pt x="2178" y="2477"/>
                    <a:pt x="2258" y="2477"/>
                  </a:cubicBezTo>
                  <a:cubicBezTo>
                    <a:pt x="2366" y="2477"/>
                    <a:pt x="2473" y="2422"/>
                    <a:pt x="2532" y="2321"/>
                  </a:cubicBezTo>
                  <a:lnTo>
                    <a:pt x="21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27"/>
            <p:cNvSpPr/>
            <p:nvPr/>
          </p:nvSpPr>
          <p:spPr>
            <a:xfrm>
              <a:off x="3065423" y="2205656"/>
              <a:ext cx="54705" cy="53291"/>
            </a:xfrm>
            <a:custGeom>
              <a:rect b="b" l="l" r="r" t="t"/>
              <a:pathLst>
                <a:path extrusionOk="0" h="1659" w="1703">
                  <a:moveTo>
                    <a:pt x="908" y="1"/>
                  </a:moveTo>
                  <a:cubicBezTo>
                    <a:pt x="813" y="1"/>
                    <a:pt x="719" y="45"/>
                    <a:pt x="661" y="131"/>
                  </a:cubicBezTo>
                  <a:lnTo>
                    <a:pt x="0" y="1100"/>
                  </a:lnTo>
                  <a:lnTo>
                    <a:pt x="559" y="1659"/>
                  </a:lnTo>
                  <a:lnTo>
                    <a:pt x="1528" y="999"/>
                  </a:lnTo>
                  <a:cubicBezTo>
                    <a:pt x="1681" y="893"/>
                    <a:pt x="1703" y="673"/>
                    <a:pt x="1571" y="541"/>
                  </a:cubicBezTo>
                  <a:lnTo>
                    <a:pt x="1119" y="88"/>
                  </a:lnTo>
                  <a:cubicBezTo>
                    <a:pt x="1060" y="29"/>
                    <a:pt x="984" y="1"/>
                    <a:pt x="90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27"/>
            <p:cNvSpPr/>
            <p:nvPr/>
          </p:nvSpPr>
          <p:spPr>
            <a:xfrm>
              <a:off x="3060347" y="2201191"/>
              <a:ext cx="63217" cy="62221"/>
            </a:xfrm>
            <a:custGeom>
              <a:rect b="b" l="l" r="r" t="t"/>
              <a:pathLst>
                <a:path extrusionOk="0" h="1937" w="1968">
                  <a:moveTo>
                    <a:pt x="1068" y="0"/>
                  </a:moveTo>
                  <a:cubicBezTo>
                    <a:pt x="1054" y="0"/>
                    <a:pt x="1040" y="1"/>
                    <a:pt x="1026" y="3"/>
                  </a:cubicBezTo>
                  <a:cubicBezTo>
                    <a:pt x="895" y="16"/>
                    <a:pt x="779" y="84"/>
                    <a:pt x="706" y="192"/>
                  </a:cubicBezTo>
                  <a:lnTo>
                    <a:pt x="44" y="1161"/>
                  </a:lnTo>
                  <a:cubicBezTo>
                    <a:pt x="1" y="1224"/>
                    <a:pt x="18" y="1311"/>
                    <a:pt x="80" y="1355"/>
                  </a:cubicBezTo>
                  <a:cubicBezTo>
                    <a:pt x="104" y="1371"/>
                    <a:pt x="132" y="1379"/>
                    <a:pt x="159" y="1379"/>
                  </a:cubicBezTo>
                  <a:cubicBezTo>
                    <a:pt x="204" y="1379"/>
                    <a:pt x="247" y="1358"/>
                    <a:pt x="274" y="1318"/>
                  </a:cubicBezTo>
                  <a:lnTo>
                    <a:pt x="934" y="350"/>
                  </a:lnTo>
                  <a:cubicBezTo>
                    <a:pt x="962" y="311"/>
                    <a:pt x="1004" y="285"/>
                    <a:pt x="1050" y="282"/>
                  </a:cubicBezTo>
                  <a:cubicBezTo>
                    <a:pt x="1057" y="281"/>
                    <a:pt x="1063" y="281"/>
                    <a:pt x="1069" y="281"/>
                  </a:cubicBezTo>
                  <a:cubicBezTo>
                    <a:pt x="1110" y="281"/>
                    <a:pt x="1148" y="297"/>
                    <a:pt x="1178" y="327"/>
                  </a:cubicBezTo>
                  <a:lnTo>
                    <a:pt x="1629" y="778"/>
                  </a:lnTo>
                  <a:cubicBezTo>
                    <a:pt x="1663" y="812"/>
                    <a:pt x="1678" y="858"/>
                    <a:pt x="1676" y="906"/>
                  </a:cubicBezTo>
                  <a:cubicBezTo>
                    <a:pt x="1670" y="952"/>
                    <a:pt x="1647" y="994"/>
                    <a:pt x="1606" y="1022"/>
                  </a:cubicBezTo>
                  <a:lnTo>
                    <a:pt x="638" y="1682"/>
                  </a:lnTo>
                  <a:cubicBezTo>
                    <a:pt x="575" y="1725"/>
                    <a:pt x="558" y="1812"/>
                    <a:pt x="601" y="1876"/>
                  </a:cubicBezTo>
                  <a:cubicBezTo>
                    <a:pt x="629" y="1915"/>
                    <a:pt x="672" y="1937"/>
                    <a:pt x="717" y="1937"/>
                  </a:cubicBezTo>
                  <a:cubicBezTo>
                    <a:pt x="745" y="1937"/>
                    <a:pt x="772" y="1929"/>
                    <a:pt x="797" y="1913"/>
                  </a:cubicBezTo>
                  <a:lnTo>
                    <a:pt x="1765" y="1253"/>
                  </a:lnTo>
                  <a:cubicBezTo>
                    <a:pt x="1874" y="1181"/>
                    <a:pt x="1943" y="1064"/>
                    <a:pt x="1955" y="933"/>
                  </a:cubicBezTo>
                  <a:cubicBezTo>
                    <a:pt x="1968" y="803"/>
                    <a:pt x="1922" y="674"/>
                    <a:pt x="1829" y="582"/>
                  </a:cubicBezTo>
                  <a:lnTo>
                    <a:pt x="1376" y="130"/>
                  </a:lnTo>
                  <a:cubicBezTo>
                    <a:pt x="1295" y="47"/>
                    <a:pt x="1183" y="0"/>
                    <a:pt x="106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27"/>
            <p:cNvSpPr/>
            <p:nvPr/>
          </p:nvSpPr>
          <p:spPr>
            <a:xfrm>
              <a:off x="2852793" y="2416839"/>
              <a:ext cx="54737" cy="53323"/>
            </a:xfrm>
            <a:custGeom>
              <a:rect b="b" l="l" r="r" t="t"/>
              <a:pathLst>
                <a:path extrusionOk="0" h="1660" w="1704">
                  <a:moveTo>
                    <a:pt x="1144" y="1"/>
                  </a:moveTo>
                  <a:lnTo>
                    <a:pt x="176" y="662"/>
                  </a:lnTo>
                  <a:cubicBezTo>
                    <a:pt x="23" y="767"/>
                    <a:pt x="1" y="988"/>
                    <a:pt x="133" y="1120"/>
                  </a:cubicBezTo>
                  <a:lnTo>
                    <a:pt x="584" y="1571"/>
                  </a:lnTo>
                  <a:cubicBezTo>
                    <a:pt x="644" y="1631"/>
                    <a:pt x="720" y="1660"/>
                    <a:pt x="796" y="1660"/>
                  </a:cubicBezTo>
                  <a:cubicBezTo>
                    <a:pt x="891" y="1660"/>
                    <a:pt x="984" y="1615"/>
                    <a:pt x="1043" y="1528"/>
                  </a:cubicBezTo>
                  <a:lnTo>
                    <a:pt x="1703" y="561"/>
                  </a:lnTo>
                  <a:lnTo>
                    <a:pt x="1144"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27"/>
            <p:cNvSpPr/>
            <p:nvPr/>
          </p:nvSpPr>
          <p:spPr>
            <a:xfrm>
              <a:off x="2849420" y="2412438"/>
              <a:ext cx="63121" cy="62253"/>
            </a:xfrm>
            <a:custGeom>
              <a:rect b="b" l="l" r="r" t="t"/>
              <a:pathLst>
                <a:path extrusionOk="0" h="1938" w="1965">
                  <a:moveTo>
                    <a:pt x="1250" y="0"/>
                  </a:moveTo>
                  <a:cubicBezTo>
                    <a:pt x="1223" y="0"/>
                    <a:pt x="1195" y="8"/>
                    <a:pt x="1171" y="25"/>
                  </a:cubicBezTo>
                  <a:lnTo>
                    <a:pt x="203" y="685"/>
                  </a:lnTo>
                  <a:cubicBezTo>
                    <a:pt x="94" y="757"/>
                    <a:pt x="26" y="875"/>
                    <a:pt x="13" y="1005"/>
                  </a:cubicBezTo>
                  <a:cubicBezTo>
                    <a:pt x="0" y="1135"/>
                    <a:pt x="46" y="1264"/>
                    <a:pt x="139" y="1355"/>
                  </a:cubicBezTo>
                  <a:lnTo>
                    <a:pt x="592" y="1808"/>
                  </a:lnTo>
                  <a:cubicBezTo>
                    <a:pt x="675" y="1892"/>
                    <a:pt x="786" y="1937"/>
                    <a:pt x="902" y="1937"/>
                  </a:cubicBezTo>
                  <a:cubicBezTo>
                    <a:pt x="914" y="1937"/>
                    <a:pt x="928" y="1936"/>
                    <a:pt x="941" y="1933"/>
                  </a:cubicBezTo>
                  <a:cubicBezTo>
                    <a:pt x="1071" y="1920"/>
                    <a:pt x="1187" y="1852"/>
                    <a:pt x="1261" y="1743"/>
                  </a:cubicBezTo>
                  <a:lnTo>
                    <a:pt x="1921" y="775"/>
                  </a:lnTo>
                  <a:cubicBezTo>
                    <a:pt x="1965" y="711"/>
                    <a:pt x="1949" y="624"/>
                    <a:pt x="1885" y="581"/>
                  </a:cubicBezTo>
                  <a:cubicBezTo>
                    <a:pt x="1862" y="564"/>
                    <a:pt x="1835" y="557"/>
                    <a:pt x="1808" y="557"/>
                  </a:cubicBezTo>
                  <a:cubicBezTo>
                    <a:pt x="1764" y="557"/>
                    <a:pt x="1720" y="578"/>
                    <a:pt x="1692" y="617"/>
                  </a:cubicBezTo>
                  <a:lnTo>
                    <a:pt x="1031" y="1585"/>
                  </a:lnTo>
                  <a:cubicBezTo>
                    <a:pt x="1005" y="1626"/>
                    <a:pt x="963" y="1651"/>
                    <a:pt x="915" y="1655"/>
                  </a:cubicBezTo>
                  <a:cubicBezTo>
                    <a:pt x="910" y="1655"/>
                    <a:pt x="905" y="1656"/>
                    <a:pt x="900" y="1656"/>
                  </a:cubicBezTo>
                  <a:cubicBezTo>
                    <a:pt x="859" y="1656"/>
                    <a:pt x="819" y="1640"/>
                    <a:pt x="789" y="1609"/>
                  </a:cubicBezTo>
                  <a:lnTo>
                    <a:pt x="336" y="1157"/>
                  </a:lnTo>
                  <a:cubicBezTo>
                    <a:pt x="304" y="1124"/>
                    <a:pt x="288" y="1077"/>
                    <a:pt x="291" y="1030"/>
                  </a:cubicBezTo>
                  <a:cubicBezTo>
                    <a:pt x="297" y="983"/>
                    <a:pt x="320" y="941"/>
                    <a:pt x="361" y="915"/>
                  </a:cubicBezTo>
                  <a:lnTo>
                    <a:pt x="1329" y="254"/>
                  </a:lnTo>
                  <a:cubicBezTo>
                    <a:pt x="1391" y="210"/>
                    <a:pt x="1407" y="123"/>
                    <a:pt x="1365" y="61"/>
                  </a:cubicBezTo>
                  <a:cubicBezTo>
                    <a:pt x="1338" y="22"/>
                    <a:pt x="1295" y="0"/>
                    <a:pt x="125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27"/>
            <p:cNvSpPr/>
            <p:nvPr/>
          </p:nvSpPr>
          <p:spPr>
            <a:xfrm>
              <a:off x="2929955" y="2281469"/>
              <a:ext cx="113971" cy="111754"/>
            </a:xfrm>
            <a:custGeom>
              <a:rect b="b" l="l" r="r" t="t"/>
              <a:pathLst>
                <a:path extrusionOk="0" h="3479" w="3548">
                  <a:moveTo>
                    <a:pt x="1675" y="0"/>
                  </a:moveTo>
                  <a:cubicBezTo>
                    <a:pt x="1584" y="0"/>
                    <a:pt x="1494" y="35"/>
                    <a:pt x="1425" y="104"/>
                  </a:cubicBezTo>
                  <a:lnTo>
                    <a:pt x="139" y="1390"/>
                  </a:lnTo>
                  <a:lnTo>
                    <a:pt x="139" y="1405"/>
                  </a:lnTo>
                  <a:cubicBezTo>
                    <a:pt x="0" y="1544"/>
                    <a:pt x="0" y="1768"/>
                    <a:pt x="139" y="1906"/>
                  </a:cubicBezTo>
                  <a:lnTo>
                    <a:pt x="1596" y="3375"/>
                  </a:lnTo>
                  <a:cubicBezTo>
                    <a:pt x="1665" y="3444"/>
                    <a:pt x="1756" y="3478"/>
                    <a:pt x="1847" y="3478"/>
                  </a:cubicBezTo>
                  <a:cubicBezTo>
                    <a:pt x="1937" y="3478"/>
                    <a:pt x="2028" y="3444"/>
                    <a:pt x="2097" y="3375"/>
                  </a:cubicBezTo>
                  <a:lnTo>
                    <a:pt x="2124" y="3378"/>
                  </a:lnTo>
                  <a:lnTo>
                    <a:pt x="3411" y="2091"/>
                  </a:lnTo>
                  <a:cubicBezTo>
                    <a:pt x="3547" y="1954"/>
                    <a:pt x="3547" y="1729"/>
                    <a:pt x="3411" y="1587"/>
                  </a:cubicBezTo>
                  <a:lnTo>
                    <a:pt x="1927" y="104"/>
                  </a:lnTo>
                  <a:cubicBezTo>
                    <a:pt x="1857" y="35"/>
                    <a:pt x="1766" y="0"/>
                    <a:pt x="1675"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27"/>
            <p:cNvSpPr/>
            <p:nvPr/>
          </p:nvSpPr>
          <p:spPr>
            <a:xfrm>
              <a:off x="2929024" y="2326250"/>
              <a:ext cx="69192" cy="68035"/>
            </a:xfrm>
            <a:custGeom>
              <a:rect b="b" l="l" r="r" t="t"/>
              <a:pathLst>
                <a:path extrusionOk="0" h="2118" w="2154">
                  <a:moveTo>
                    <a:pt x="168" y="1"/>
                  </a:moveTo>
                  <a:lnTo>
                    <a:pt x="138" y="30"/>
                  </a:lnTo>
                  <a:cubicBezTo>
                    <a:pt x="1" y="167"/>
                    <a:pt x="1" y="392"/>
                    <a:pt x="138" y="531"/>
                  </a:cubicBezTo>
                  <a:lnTo>
                    <a:pt x="1622" y="2014"/>
                  </a:lnTo>
                  <a:cubicBezTo>
                    <a:pt x="1691" y="2083"/>
                    <a:pt x="1782" y="2118"/>
                    <a:pt x="1872" y="2118"/>
                  </a:cubicBezTo>
                  <a:cubicBezTo>
                    <a:pt x="1963" y="2118"/>
                    <a:pt x="2054" y="2083"/>
                    <a:pt x="2124" y="2014"/>
                  </a:cubicBezTo>
                  <a:lnTo>
                    <a:pt x="2153" y="1986"/>
                  </a:lnTo>
                  <a:lnTo>
                    <a:pt x="16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27"/>
            <p:cNvSpPr/>
            <p:nvPr/>
          </p:nvSpPr>
          <p:spPr>
            <a:xfrm>
              <a:off x="2973291" y="2298623"/>
              <a:ext cx="57242" cy="52263"/>
            </a:xfrm>
            <a:custGeom>
              <a:rect b="b" l="l" r="r" t="t"/>
              <a:pathLst>
                <a:path extrusionOk="0" h="1627" w="1782">
                  <a:moveTo>
                    <a:pt x="1166" y="0"/>
                  </a:moveTo>
                  <a:cubicBezTo>
                    <a:pt x="849" y="0"/>
                    <a:pt x="419" y="201"/>
                    <a:pt x="22" y="551"/>
                  </a:cubicBezTo>
                  <a:cubicBezTo>
                    <a:pt x="1" y="568"/>
                    <a:pt x="1" y="602"/>
                    <a:pt x="21" y="622"/>
                  </a:cubicBezTo>
                  <a:lnTo>
                    <a:pt x="1013" y="1614"/>
                  </a:lnTo>
                  <a:cubicBezTo>
                    <a:pt x="1021" y="1622"/>
                    <a:pt x="1034" y="1627"/>
                    <a:pt x="1046" y="1627"/>
                  </a:cubicBezTo>
                  <a:cubicBezTo>
                    <a:pt x="1059" y="1627"/>
                    <a:pt x="1073" y="1621"/>
                    <a:pt x="1082" y="1611"/>
                  </a:cubicBezTo>
                  <a:cubicBezTo>
                    <a:pt x="1589" y="1037"/>
                    <a:pt x="1781" y="395"/>
                    <a:pt x="1509" y="124"/>
                  </a:cubicBezTo>
                  <a:cubicBezTo>
                    <a:pt x="1426" y="40"/>
                    <a:pt x="1307" y="0"/>
                    <a:pt x="116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27"/>
            <p:cNvSpPr/>
            <p:nvPr/>
          </p:nvSpPr>
          <p:spPr>
            <a:xfrm>
              <a:off x="2947816" y="2324676"/>
              <a:ext cx="52295" cy="50079"/>
            </a:xfrm>
            <a:custGeom>
              <a:rect b="b" l="l" r="r" t="t"/>
              <a:pathLst>
                <a:path extrusionOk="0" h="1559" w="1628">
                  <a:moveTo>
                    <a:pt x="598" y="1"/>
                  </a:moveTo>
                  <a:cubicBezTo>
                    <a:pt x="578" y="1"/>
                    <a:pt x="550" y="20"/>
                    <a:pt x="536" y="37"/>
                  </a:cubicBezTo>
                  <a:cubicBezTo>
                    <a:pt x="19" y="614"/>
                    <a:pt x="0" y="1328"/>
                    <a:pt x="129" y="1479"/>
                  </a:cubicBezTo>
                  <a:cubicBezTo>
                    <a:pt x="172" y="1529"/>
                    <a:pt x="278" y="1558"/>
                    <a:pt x="420" y="1558"/>
                  </a:cubicBezTo>
                  <a:cubicBezTo>
                    <a:pt x="721" y="1558"/>
                    <a:pt x="1188" y="1425"/>
                    <a:pt x="1581" y="1073"/>
                  </a:cubicBezTo>
                  <a:cubicBezTo>
                    <a:pt x="1600" y="1056"/>
                    <a:pt x="1628" y="1027"/>
                    <a:pt x="1607" y="1007"/>
                  </a:cubicBezTo>
                  <a:lnTo>
                    <a:pt x="1606" y="995"/>
                  </a:lnTo>
                  <a:lnTo>
                    <a:pt x="616" y="8"/>
                  </a:lnTo>
                  <a:cubicBezTo>
                    <a:pt x="611" y="3"/>
                    <a:pt x="605" y="1"/>
                    <a:pt x="59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27"/>
            <p:cNvSpPr/>
            <p:nvPr/>
          </p:nvSpPr>
          <p:spPr>
            <a:xfrm>
              <a:off x="2942227" y="2324387"/>
              <a:ext cx="57885" cy="52842"/>
            </a:xfrm>
            <a:custGeom>
              <a:rect b="b" l="l" r="r" t="t"/>
              <a:pathLst>
                <a:path extrusionOk="0" h="1645" w="1802">
                  <a:moveTo>
                    <a:pt x="754" y="1"/>
                  </a:moveTo>
                  <a:cubicBezTo>
                    <a:pt x="740" y="1"/>
                    <a:pt x="727" y="6"/>
                    <a:pt x="717" y="17"/>
                  </a:cubicBezTo>
                  <a:cubicBezTo>
                    <a:pt x="200" y="594"/>
                    <a:pt x="1" y="1246"/>
                    <a:pt x="276" y="1521"/>
                  </a:cubicBezTo>
                  <a:cubicBezTo>
                    <a:pt x="359" y="1605"/>
                    <a:pt x="478" y="1644"/>
                    <a:pt x="619" y="1644"/>
                  </a:cubicBezTo>
                  <a:cubicBezTo>
                    <a:pt x="940" y="1644"/>
                    <a:pt x="1377" y="1438"/>
                    <a:pt x="1780" y="1079"/>
                  </a:cubicBezTo>
                  <a:cubicBezTo>
                    <a:pt x="1800" y="1061"/>
                    <a:pt x="1802" y="1029"/>
                    <a:pt x="1781" y="1008"/>
                  </a:cubicBezTo>
                  <a:lnTo>
                    <a:pt x="1778" y="1004"/>
                  </a:lnTo>
                  <a:cubicBezTo>
                    <a:pt x="1462" y="1223"/>
                    <a:pt x="1147" y="1345"/>
                    <a:pt x="900" y="1345"/>
                  </a:cubicBezTo>
                  <a:cubicBezTo>
                    <a:pt x="759" y="1345"/>
                    <a:pt x="640" y="1305"/>
                    <a:pt x="557" y="1221"/>
                  </a:cubicBezTo>
                  <a:cubicBezTo>
                    <a:pt x="328" y="994"/>
                    <a:pt x="451" y="505"/>
                    <a:pt x="788" y="15"/>
                  </a:cubicBezTo>
                  <a:cubicBezTo>
                    <a:pt x="778" y="6"/>
                    <a:pt x="766" y="1"/>
                    <a:pt x="75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19" name="Google Shape;3719;p27"/>
          <p:cNvGrpSpPr/>
          <p:nvPr/>
        </p:nvGrpSpPr>
        <p:grpSpPr>
          <a:xfrm>
            <a:off x="2205011" y="2189177"/>
            <a:ext cx="293182" cy="297461"/>
            <a:chOff x="2205011" y="2189177"/>
            <a:chExt cx="293182" cy="297461"/>
          </a:xfrm>
        </p:grpSpPr>
        <p:sp>
          <p:nvSpPr>
            <p:cNvPr id="3720" name="Google Shape;3720;p27"/>
            <p:cNvSpPr/>
            <p:nvPr/>
          </p:nvSpPr>
          <p:spPr>
            <a:xfrm>
              <a:off x="2347160" y="2189177"/>
              <a:ext cx="15997" cy="135621"/>
            </a:xfrm>
            <a:custGeom>
              <a:rect b="b" l="l" r="r" t="t"/>
              <a:pathLst>
                <a:path extrusionOk="0" h="4222" w="498">
                  <a:moveTo>
                    <a:pt x="360" y="0"/>
                  </a:moveTo>
                  <a:cubicBezTo>
                    <a:pt x="283" y="0"/>
                    <a:pt x="222" y="62"/>
                    <a:pt x="222" y="138"/>
                  </a:cubicBezTo>
                  <a:cubicBezTo>
                    <a:pt x="222" y="443"/>
                    <a:pt x="171" y="594"/>
                    <a:pt x="118" y="752"/>
                  </a:cubicBezTo>
                  <a:cubicBezTo>
                    <a:pt x="60" y="922"/>
                    <a:pt x="1" y="1102"/>
                    <a:pt x="1" y="1454"/>
                  </a:cubicBezTo>
                  <a:cubicBezTo>
                    <a:pt x="1" y="1804"/>
                    <a:pt x="60" y="1983"/>
                    <a:pt x="118" y="2156"/>
                  </a:cubicBezTo>
                  <a:cubicBezTo>
                    <a:pt x="171" y="2312"/>
                    <a:pt x="222" y="2463"/>
                    <a:pt x="222" y="2768"/>
                  </a:cubicBezTo>
                  <a:cubicBezTo>
                    <a:pt x="222" y="3075"/>
                    <a:pt x="171" y="3224"/>
                    <a:pt x="118" y="3382"/>
                  </a:cubicBezTo>
                  <a:cubicBezTo>
                    <a:pt x="60" y="3554"/>
                    <a:pt x="1" y="3770"/>
                    <a:pt x="1" y="4120"/>
                  </a:cubicBezTo>
                  <a:cubicBezTo>
                    <a:pt x="1" y="4197"/>
                    <a:pt x="63" y="4221"/>
                    <a:pt x="138" y="4221"/>
                  </a:cubicBezTo>
                  <a:cubicBezTo>
                    <a:pt x="215" y="4221"/>
                    <a:pt x="276" y="4197"/>
                    <a:pt x="276" y="4122"/>
                  </a:cubicBezTo>
                  <a:cubicBezTo>
                    <a:pt x="276" y="3815"/>
                    <a:pt x="326" y="3628"/>
                    <a:pt x="378" y="3470"/>
                  </a:cubicBezTo>
                  <a:cubicBezTo>
                    <a:pt x="436" y="3299"/>
                    <a:pt x="497" y="3120"/>
                    <a:pt x="497" y="2768"/>
                  </a:cubicBezTo>
                  <a:cubicBezTo>
                    <a:pt x="497" y="2418"/>
                    <a:pt x="436" y="2238"/>
                    <a:pt x="378" y="2066"/>
                  </a:cubicBezTo>
                  <a:cubicBezTo>
                    <a:pt x="326" y="1910"/>
                    <a:pt x="276" y="1759"/>
                    <a:pt x="276" y="1454"/>
                  </a:cubicBezTo>
                  <a:cubicBezTo>
                    <a:pt x="276" y="1148"/>
                    <a:pt x="326" y="998"/>
                    <a:pt x="378" y="840"/>
                  </a:cubicBezTo>
                  <a:cubicBezTo>
                    <a:pt x="436" y="668"/>
                    <a:pt x="497" y="488"/>
                    <a:pt x="497" y="138"/>
                  </a:cubicBezTo>
                  <a:cubicBezTo>
                    <a:pt x="497" y="61"/>
                    <a:pt x="435" y="0"/>
                    <a:pt x="3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27"/>
            <p:cNvSpPr/>
            <p:nvPr/>
          </p:nvSpPr>
          <p:spPr>
            <a:xfrm>
              <a:off x="2339258" y="2321528"/>
              <a:ext cx="25987" cy="23000"/>
            </a:xfrm>
            <a:custGeom>
              <a:rect b="b" l="l" r="r" t="t"/>
              <a:pathLst>
                <a:path extrusionOk="0" h="716" w="809">
                  <a:moveTo>
                    <a:pt x="238" y="0"/>
                  </a:moveTo>
                  <a:lnTo>
                    <a:pt x="183" y="36"/>
                  </a:lnTo>
                  <a:cubicBezTo>
                    <a:pt x="82" y="36"/>
                    <a:pt x="1" y="119"/>
                    <a:pt x="1" y="220"/>
                  </a:cubicBezTo>
                  <a:lnTo>
                    <a:pt x="1" y="715"/>
                  </a:lnTo>
                  <a:lnTo>
                    <a:pt x="772" y="715"/>
                  </a:lnTo>
                  <a:lnTo>
                    <a:pt x="808" y="440"/>
                  </a:lnTo>
                  <a:lnTo>
                    <a:pt x="808" y="184"/>
                  </a:lnTo>
                  <a:cubicBezTo>
                    <a:pt x="805" y="83"/>
                    <a:pt x="72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27"/>
            <p:cNvSpPr/>
            <p:nvPr/>
          </p:nvSpPr>
          <p:spPr>
            <a:xfrm>
              <a:off x="2338005" y="2321528"/>
              <a:ext cx="27144" cy="25955"/>
            </a:xfrm>
            <a:custGeom>
              <a:rect b="b" l="l" r="r" t="t"/>
              <a:pathLst>
                <a:path extrusionOk="0" h="808" w="845">
                  <a:moveTo>
                    <a:pt x="183" y="0"/>
                  </a:moveTo>
                  <a:cubicBezTo>
                    <a:pt x="81" y="0"/>
                    <a:pt x="0" y="83"/>
                    <a:pt x="0" y="184"/>
                  </a:cubicBezTo>
                  <a:lnTo>
                    <a:pt x="0" y="808"/>
                  </a:lnTo>
                  <a:lnTo>
                    <a:pt x="844" y="808"/>
                  </a:lnTo>
                  <a:lnTo>
                    <a:pt x="844" y="440"/>
                  </a:lnTo>
                  <a:lnTo>
                    <a:pt x="367" y="440"/>
                  </a:lnTo>
                  <a:cubicBezTo>
                    <a:pt x="366" y="440"/>
                    <a:pt x="365" y="440"/>
                    <a:pt x="364" y="440"/>
                  </a:cubicBezTo>
                  <a:cubicBezTo>
                    <a:pt x="315" y="440"/>
                    <a:pt x="275" y="399"/>
                    <a:pt x="275" y="350"/>
                  </a:cubicBezTo>
                  <a:lnTo>
                    <a:pt x="27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27"/>
            <p:cNvSpPr/>
            <p:nvPr/>
          </p:nvSpPr>
          <p:spPr>
            <a:xfrm>
              <a:off x="2207613" y="2344528"/>
              <a:ext cx="290580" cy="140022"/>
            </a:xfrm>
            <a:custGeom>
              <a:rect b="b" l="l" r="r" t="t"/>
              <a:pathLst>
                <a:path extrusionOk="0" h="4359" w="9046">
                  <a:moveTo>
                    <a:pt x="196" y="1"/>
                  </a:moveTo>
                  <a:lnTo>
                    <a:pt x="93" y="89"/>
                  </a:lnTo>
                  <a:cubicBezTo>
                    <a:pt x="42" y="89"/>
                    <a:pt x="0" y="131"/>
                    <a:pt x="0" y="182"/>
                  </a:cubicBezTo>
                  <a:lnTo>
                    <a:pt x="31" y="4200"/>
                  </a:lnTo>
                  <a:cubicBezTo>
                    <a:pt x="31" y="4251"/>
                    <a:pt x="73" y="4293"/>
                    <a:pt x="123" y="4293"/>
                  </a:cubicBezTo>
                  <a:lnTo>
                    <a:pt x="8837" y="4358"/>
                  </a:lnTo>
                  <a:cubicBezTo>
                    <a:pt x="8887" y="4358"/>
                    <a:pt x="8926" y="4316"/>
                    <a:pt x="8928" y="4265"/>
                  </a:cubicBezTo>
                  <a:lnTo>
                    <a:pt x="9045" y="4150"/>
                  </a:lnTo>
                  <a:lnTo>
                    <a:pt x="9045" y="276"/>
                  </a:lnTo>
                  <a:cubicBezTo>
                    <a:pt x="9045" y="124"/>
                    <a:pt x="8922" y="1"/>
                    <a:pt x="877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27"/>
            <p:cNvSpPr/>
            <p:nvPr/>
          </p:nvSpPr>
          <p:spPr>
            <a:xfrm>
              <a:off x="2205011" y="2344496"/>
              <a:ext cx="293118" cy="142142"/>
            </a:xfrm>
            <a:custGeom>
              <a:rect b="b" l="l" r="r" t="t"/>
              <a:pathLst>
                <a:path extrusionOk="0" h="4425" w="9125">
                  <a:moveTo>
                    <a:pt x="275" y="0"/>
                  </a:moveTo>
                  <a:cubicBezTo>
                    <a:pt x="123" y="0"/>
                    <a:pt x="0" y="123"/>
                    <a:pt x="0" y="275"/>
                  </a:cubicBezTo>
                  <a:lnTo>
                    <a:pt x="0" y="4149"/>
                  </a:lnTo>
                  <a:cubicBezTo>
                    <a:pt x="0" y="4301"/>
                    <a:pt x="123" y="4424"/>
                    <a:pt x="275" y="4424"/>
                  </a:cubicBezTo>
                  <a:lnTo>
                    <a:pt x="8850" y="4424"/>
                  </a:lnTo>
                  <a:cubicBezTo>
                    <a:pt x="9002" y="4424"/>
                    <a:pt x="9125" y="4301"/>
                    <a:pt x="9125" y="4149"/>
                  </a:cubicBezTo>
                  <a:lnTo>
                    <a:pt x="366" y="4149"/>
                  </a:lnTo>
                  <a:lnTo>
                    <a:pt x="366" y="4152"/>
                  </a:lnTo>
                  <a:cubicBezTo>
                    <a:pt x="316" y="4152"/>
                    <a:pt x="275" y="4110"/>
                    <a:pt x="275" y="4059"/>
                  </a:cubicBezTo>
                  <a:lnTo>
                    <a:pt x="27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27"/>
            <p:cNvSpPr/>
            <p:nvPr/>
          </p:nvSpPr>
          <p:spPr>
            <a:xfrm>
              <a:off x="2223836" y="2363385"/>
              <a:ext cx="256627" cy="104494"/>
            </a:xfrm>
            <a:custGeom>
              <a:rect b="b" l="l" r="r" t="t"/>
              <a:pathLst>
                <a:path extrusionOk="0" h="3253" w="7989">
                  <a:moveTo>
                    <a:pt x="92" y="0"/>
                  </a:moveTo>
                  <a:cubicBezTo>
                    <a:pt x="41" y="0"/>
                    <a:pt x="0" y="42"/>
                    <a:pt x="0" y="93"/>
                  </a:cubicBezTo>
                  <a:lnTo>
                    <a:pt x="0" y="3160"/>
                  </a:lnTo>
                  <a:cubicBezTo>
                    <a:pt x="0" y="3211"/>
                    <a:pt x="41" y="3253"/>
                    <a:pt x="92" y="3253"/>
                  </a:cubicBezTo>
                  <a:lnTo>
                    <a:pt x="7861" y="3253"/>
                  </a:lnTo>
                  <a:cubicBezTo>
                    <a:pt x="7912" y="3253"/>
                    <a:pt x="7952" y="3211"/>
                    <a:pt x="7952" y="3159"/>
                  </a:cubicBezTo>
                  <a:lnTo>
                    <a:pt x="7989" y="3011"/>
                  </a:lnTo>
                  <a:lnTo>
                    <a:pt x="7989" y="514"/>
                  </a:lnTo>
                  <a:lnTo>
                    <a:pt x="7952" y="93"/>
                  </a:lnTo>
                  <a:cubicBezTo>
                    <a:pt x="7952" y="42"/>
                    <a:pt x="7912" y="0"/>
                    <a:pt x="786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27"/>
            <p:cNvSpPr/>
            <p:nvPr/>
          </p:nvSpPr>
          <p:spPr>
            <a:xfrm>
              <a:off x="2222679" y="2379126"/>
              <a:ext cx="257783" cy="89975"/>
            </a:xfrm>
            <a:custGeom>
              <a:rect b="b" l="l" r="r" t="t"/>
              <a:pathLst>
                <a:path extrusionOk="0" h="2801" w="8025">
                  <a:moveTo>
                    <a:pt x="22" y="1"/>
                  </a:moveTo>
                  <a:lnTo>
                    <a:pt x="0" y="27"/>
                  </a:lnTo>
                  <a:lnTo>
                    <a:pt x="0" y="2708"/>
                  </a:lnTo>
                  <a:cubicBezTo>
                    <a:pt x="0" y="2759"/>
                    <a:pt x="41" y="2801"/>
                    <a:pt x="91" y="2801"/>
                  </a:cubicBezTo>
                  <a:lnTo>
                    <a:pt x="7933" y="2801"/>
                  </a:lnTo>
                  <a:cubicBezTo>
                    <a:pt x="7984" y="2801"/>
                    <a:pt x="8025" y="2759"/>
                    <a:pt x="8025" y="2708"/>
                  </a:cubicBezTo>
                  <a:lnTo>
                    <a:pt x="8025" y="2525"/>
                  </a:lnTo>
                  <a:lnTo>
                    <a:pt x="367" y="2525"/>
                  </a:lnTo>
                  <a:lnTo>
                    <a:pt x="367" y="2524"/>
                  </a:lnTo>
                  <a:cubicBezTo>
                    <a:pt x="316" y="2524"/>
                    <a:pt x="275" y="2482"/>
                    <a:pt x="275" y="2431"/>
                  </a:cubicBezTo>
                  <a:lnTo>
                    <a:pt x="275" y="27"/>
                  </a:lnTo>
                  <a:lnTo>
                    <a:pt x="25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27"/>
            <p:cNvSpPr/>
            <p:nvPr/>
          </p:nvSpPr>
          <p:spPr>
            <a:xfrm>
              <a:off x="2410862" y="2415651"/>
              <a:ext cx="16543" cy="16575"/>
            </a:xfrm>
            <a:custGeom>
              <a:rect b="b" l="l" r="r" t="t"/>
              <a:pathLst>
                <a:path extrusionOk="0" h="516" w="515">
                  <a:moveTo>
                    <a:pt x="240" y="0"/>
                  </a:moveTo>
                  <a:cubicBezTo>
                    <a:pt x="212" y="0"/>
                    <a:pt x="186" y="3"/>
                    <a:pt x="160" y="13"/>
                  </a:cubicBezTo>
                  <a:cubicBezTo>
                    <a:pt x="46" y="46"/>
                    <a:pt x="1" y="238"/>
                    <a:pt x="1" y="277"/>
                  </a:cubicBezTo>
                  <a:cubicBezTo>
                    <a:pt x="1" y="429"/>
                    <a:pt x="88" y="516"/>
                    <a:pt x="240" y="516"/>
                  </a:cubicBezTo>
                  <a:cubicBezTo>
                    <a:pt x="282" y="516"/>
                    <a:pt x="470" y="471"/>
                    <a:pt x="505" y="356"/>
                  </a:cubicBezTo>
                  <a:cubicBezTo>
                    <a:pt x="509" y="329"/>
                    <a:pt x="515" y="303"/>
                    <a:pt x="515" y="275"/>
                  </a:cubicBezTo>
                  <a:cubicBezTo>
                    <a:pt x="515" y="123"/>
                    <a:pt x="392" y="0"/>
                    <a:pt x="24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27"/>
            <p:cNvSpPr/>
            <p:nvPr/>
          </p:nvSpPr>
          <p:spPr>
            <a:xfrm>
              <a:off x="2409706" y="2416068"/>
              <a:ext cx="17378" cy="17314"/>
            </a:xfrm>
            <a:custGeom>
              <a:rect b="b" l="l" r="r" t="t"/>
              <a:pathLst>
                <a:path extrusionOk="0" h="539" w="541">
                  <a:moveTo>
                    <a:pt x="196" y="0"/>
                  </a:moveTo>
                  <a:cubicBezTo>
                    <a:pt x="82" y="35"/>
                    <a:pt x="1" y="139"/>
                    <a:pt x="1" y="264"/>
                  </a:cubicBezTo>
                  <a:cubicBezTo>
                    <a:pt x="1" y="416"/>
                    <a:pt x="124" y="539"/>
                    <a:pt x="276" y="539"/>
                  </a:cubicBezTo>
                  <a:cubicBezTo>
                    <a:pt x="400" y="539"/>
                    <a:pt x="506" y="456"/>
                    <a:pt x="541" y="343"/>
                  </a:cubicBezTo>
                  <a:lnTo>
                    <a:pt x="541" y="343"/>
                  </a:lnTo>
                  <a:cubicBezTo>
                    <a:pt x="513" y="349"/>
                    <a:pt x="486" y="355"/>
                    <a:pt x="458" y="355"/>
                  </a:cubicBezTo>
                  <a:cubicBezTo>
                    <a:pt x="306" y="355"/>
                    <a:pt x="183" y="232"/>
                    <a:pt x="183" y="80"/>
                  </a:cubicBezTo>
                  <a:cubicBezTo>
                    <a:pt x="183" y="52"/>
                    <a:pt x="187" y="25"/>
                    <a:pt x="1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27"/>
            <p:cNvSpPr/>
            <p:nvPr/>
          </p:nvSpPr>
          <p:spPr>
            <a:xfrm>
              <a:off x="2445877" y="2415651"/>
              <a:ext cx="16929" cy="17025"/>
            </a:xfrm>
            <a:custGeom>
              <a:rect b="b" l="l" r="r" t="t"/>
              <a:pathLst>
                <a:path extrusionOk="0" h="530" w="527">
                  <a:moveTo>
                    <a:pt x="251" y="0"/>
                  </a:moveTo>
                  <a:cubicBezTo>
                    <a:pt x="225" y="0"/>
                    <a:pt x="198" y="3"/>
                    <a:pt x="172" y="13"/>
                  </a:cubicBezTo>
                  <a:cubicBezTo>
                    <a:pt x="59" y="46"/>
                    <a:pt x="1" y="246"/>
                    <a:pt x="1" y="282"/>
                  </a:cubicBezTo>
                  <a:cubicBezTo>
                    <a:pt x="1" y="434"/>
                    <a:pt x="105" y="530"/>
                    <a:pt x="259" y="530"/>
                  </a:cubicBezTo>
                  <a:cubicBezTo>
                    <a:pt x="269" y="530"/>
                    <a:pt x="483" y="469"/>
                    <a:pt x="518" y="356"/>
                  </a:cubicBezTo>
                  <a:cubicBezTo>
                    <a:pt x="521" y="329"/>
                    <a:pt x="526" y="303"/>
                    <a:pt x="526" y="275"/>
                  </a:cubicBezTo>
                  <a:cubicBezTo>
                    <a:pt x="526" y="123"/>
                    <a:pt x="403"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27"/>
            <p:cNvSpPr/>
            <p:nvPr/>
          </p:nvSpPr>
          <p:spPr>
            <a:xfrm>
              <a:off x="2445106" y="2416068"/>
              <a:ext cx="17378" cy="17314"/>
            </a:xfrm>
            <a:custGeom>
              <a:rect b="b" l="l" r="r" t="t"/>
              <a:pathLst>
                <a:path extrusionOk="0" h="539" w="541">
                  <a:moveTo>
                    <a:pt x="196" y="0"/>
                  </a:moveTo>
                  <a:lnTo>
                    <a:pt x="196" y="0"/>
                  </a:lnTo>
                  <a:cubicBezTo>
                    <a:pt x="83" y="35"/>
                    <a:pt x="0" y="139"/>
                    <a:pt x="0" y="264"/>
                  </a:cubicBezTo>
                  <a:cubicBezTo>
                    <a:pt x="0" y="416"/>
                    <a:pt x="123" y="539"/>
                    <a:pt x="275" y="539"/>
                  </a:cubicBezTo>
                  <a:cubicBezTo>
                    <a:pt x="400" y="539"/>
                    <a:pt x="506" y="456"/>
                    <a:pt x="540" y="343"/>
                  </a:cubicBezTo>
                  <a:lnTo>
                    <a:pt x="540" y="343"/>
                  </a:lnTo>
                  <a:cubicBezTo>
                    <a:pt x="513" y="349"/>
                    <a:pt x="485" y="355"/>
                    <a:pt x="459" y="355"/>
                  </a:cubicBezTo>
                  <a:cubicBezTo>
                    <a:pt x="307" y="355"/>
                    <a:pt x="184" y="232"/>
                    <a:pt x="184" y="80"/>
                  </a:cubicBezTo>
                  <a:cubicBezTo>
                    <a:pt x="184" y="52"/>
                    <a:pt x="187" y="25"/>
                    <a:pt x="1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27"/>
            <p:cNvSpPr/>
            <p:nvPr/>
          </p:nvSpPr>
          <p:spPr>
            <a:xfrm>
              <a:off x="2408228" y="2446618"/>
              <a:ext cx="20623" cy="8866"/>
            </a:xfrm>
            <a:custGeom>
              <a:rect b="b" l="l" r="r" t="t"/>
              <a:pathLst>
                <a:path extrusionOk="0" h="276" w="642">
                  <a:moveTo>
                    <a:pt x="136" y="0"/>
                  </a:moveTo>
                  <a:cubicBezTo>
                    <a:pt x="61" y="0"/>
                    <a:pt x="0" y="63"/>
                    <a:pt x="0" y="138"/>
                  </a:cubicBezTo>
                  <a:cubicBezTo>
                    <a:pt x="0" y="215"/>
                    <a:pt x="61" y="275"/>
                    <a:pt x="136" y="275"/>
                  </a:cubicBezTo>
                  <a:lnTo>
                    <a:pt x="504" y="275"/>
                  </a:lnTo>
                  <a:cubicBezTo>
                    <a:pt x="581" y="275"/>
                    <a:pt x="642" y="215"/>
                    <a:pt x="642" y="138"/>
                  </a:cubicBezTo>
                  <a:cubicBezTo>
                    <a:pt x="642" y="63"/>
                    <a:pt x="581" y="0"/>
                    <a:pt x="50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27"/>
            <p:cNvSpPr/>
            <p:nvPr/>
          </p:nvSpPr>
          <p:spPr>
            <a:xfrm>
              <a:off x="2443629" y="2446618"/>
              <a:ext cx="20655" cy="8866"/>
            </a:xfrm>
            <a:custGeom>
              <a:rect b="b" l="l" r="r" t="t"/>
              <a:pathLst>
                <a:path extrusionOk="0" h="276" w="643">
                  <a:moveTo>
                    <a:pt x="138" y="0"/>
                  </a:moveTo>
                  <a:cubicBezTo>
                    <a:pt x="61" y="0"/>
                    <a:pt x="0" y="63"/>
                    <a:pt x="0" y="138"/>
                  </a:cubicBezTo>
                  <a:cubicBezTo>
                    <a:pt x="0" y="215"/>
                    <a:pt x="61" y="275"/>
                    <a:pt x="138" y="275"/>
                  </a:cubicBezTo>
                  <a:lnTo>
                    <a:pt x="505" y="275"/>
                  </a:lnTo>
                  <a:cubicBezTo>
                    <a:pt x="581" y="275"/>
                    <a:pt x="643" y="215"/>
                    <a:pt x="643" y="138"/>
                  </a:cubicBezTo>
                  <a:cubicBezTo>
                    <a:pt x="643" y="63"/>
                    <a:pt x="581" y="0"/>
                    <a:pt x="50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27"/>
            <p:cNvSpPr/>
            <p:nvPr/>
          </p:nvSpPr>
          <p:spPr>
            <a:xfrm>
              <a:off x="2414075" y="2393517"/>
              <a:ext cx="44265" cy="8866"/>
            </a:xfrm>
            <a:custGeom>
              <a:rect b="b" l="l" r="r" t="t"/>
              <a:pathLst>
                <a:path extrusionOk="0" h="276" w="1378">
                  <a:moveTo>
                    <a:pt x="138" y="0"/>
                  </a:moveTo>
                  <a:cubicBezTo>
                    <a:pt x="62" y="0"/>
                    <a:pt x="1" y="61"/>
                    <a:pt x="1" y="138"/>
                  </a:cubicBezTo>
                  <a:cubicBezTo>
                    <a:pt x="1" y="213"/>
                    <a:pt x="62" y="275"/>
                    <a:pt x="138" y="275"/>
                  </a:cubicBezTo>
                  <a:lnTo>
                    <a:pt x="1240" y="275"/>
                  </a:lnTo>
                  <a:cubicBezTo>
                    <a:pt x="1317" y="275"/>
                    <a:pt x="1377" y="213"/>
                    <a:pt x="1377" y="138"/>
                  </a:cubicBezTo>
                  <a:cubicBezTo>
                    <a:pt x="1377" y="61"/>
                    <a:pt x="1315" y="0"/>
                    <a:pt x="12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27"/>
            <p:cNvSpPr/>
            <p:nvPr/>
          </p:nvSpPr>
          <p:spPr>
            <a:xfrm>
              <a:off x="2223836" y="2362196"/>
              <a:ext cx="256627" cy="17699"/>
            </a:xfrm>
            <a:custGeom>
              <a:rect b="b" l="l" r="r" t="t"/>
              <a:pathLst>
                <a:path extrusionOk="0" h="551" w="7989">
                  <a:moveTo>
                    <a:pt x="239" y="1"/>
                  </a:moveTo>
                  <a:lnTo>
                    <a:pt x="92" y="37"/>
                  </a:lnTo>
                  <a:cubicBezTo>
                    <a:pt x="41" y="37"/>
                    <a:pt x="0" y="79"/>
                    <a:pt x="0" y="130"/>
                  </a:cubicBezTo>
                  <a:lnTo>
                    <a:pt x="0" y="515"/>
                  </a:lnTo>
                  <a:lnTo>
                    <a:pt x="239" y="551"/>
                  </a:lnTo>
                  <a:lnTo>
                    <a:pt x="7989" y="551"/>
                  </a:lnTo>
                  <a:lnTo>
                    <a:pt x="7989" y="92"/>
                  </a:lnTo>
                  <a:cubicBezTo>
                    <a:pt x="7989" y="43"/>
                    <a:pt x="7948" y="1"/>
                    <a:pt x="789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27"/>
            <p:cNvSpPr/>
            <p:nvPr/>
          </p:nvSpPr>
          <p:spPr>
            <a:xfrm>
              <a:off x="2222679" y="2362196"/>
              <a:ext cx="8866" cy="17764"/>
            </a:xfrm>
            <a:custGeom>
              <a:rect b="b" l="l" r="r" t="t"/>
              <a:pathLst>
                <a:path extrusionOk="0" h="553" w="276">
                  <a:moveTo>
                    <a:pt x="91" y="1"/>
                  </a:moveTo>
                  <a:cubicBezTo>
                    <a:pt x="80" y="1"/>
                    <a:pt x="67" y="4"/>
                    <a:pt x="55" y="8"/>
                  </a:cubicBezTo>
                  <a:cubicBezTo>
                    <a:pt x="34" y="18"/>
                    <a:pt x="16" y="36"/>
                    <a:pt x="8" y="57"/>
                  </a:cubicBezTo>
                  <a:cubicBezTo>
                    <a:pt x="2" y="69"/>
                    <a:pt x="0" y="80"/>
                    <a:pt x="0" y="93"/>
                  </a:cubicBezTo>
                  <a:lnTo>
                    <a:pt x="0" y="552"/>
                  </a:lnTo>
                  <a:lnTo>
                    <a:pt x="275" y="552"/>
                  </a:lnTo>
                  <a:lnTo>
                    <a:pt x="275" y="1"/>
                  </a:ln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27"/>
            <p:cNvSpPr/>
            <p:nvPr/>
          </p:nvSpPr>
          <p:spPr>
            <a:xfrm>
              <a:off x="2314426" y="2415747"/>
              <a:ext cx="75552" cy="34114"/>
            </a:xfrm>
            <a:custGeom>
              <a:rect b="b" l="l" r="r" t="t"/>
              <a:pathLst>
                <a:path extrusionOk="0" h="1062" w="2352">
                  <a:moveTo>
                    <a:pt x="239" y="0"/>
                  </a:moveTo>
                  <a:cubicBezTo>
                    <a:pt x="87" y="0"/>
                    <a:pt x="0" y="162"/>
                    <a:pt x="0" y="314"/>
                  </a:cubicBezTo>
                  <a:lnTo>
                    <a:pt x="0" y="786"/>
                  </a:lnTo>
                  <a:cubicBezTo>
                    <a:pt x="0" y="938"/>
                    <a:pt x="124" y="1061"/>
                    <a:pt x="276" y="1061"/>
                  </a:cubicBezTo>
                  <a:lnTo>
                    <a:pt x="2039" y="1061"/>
                  </a:lnTo>
                  <a:cubicBezTo>
                    <a:pt x="2191" y="1061"/>
                    <a:pt x="2350" y="974"/>
                    <a:pt x="2351" y="822"/>
                  </a:cubicBezTo>
                  <a:lnTo>
                    <a:pt x="2351" y="275"/>
                  </a:lnTo>
                  <a:cubicBezTo>
                    <a:pt x="2351" y="125"/>
                    <a:pt x="2228" y="0"/>
                    <a:pt x="20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27"/>
            <p:cNvSpPr/>
            <p:nvPr/>
          </p:nvSpPr>
          <p:spPr>
            <a:xfrm>
              <a:off x="2313205" y="2415747"/>
              <a:ext cx="76709" cy="35271"/>
            </a:xfrm>
            <a:custGeom>
              <a:rect b="b" l="l" r="r" t="t"/>
              <a:pathLst>
                <a:path extrusionOk="0" h="1098" w="2388">
                  <a:moveTo>
                    <a:pt x="276" y="0"/>
                  </a:moveTo>
                  <a:cubicBezTo>
                    <a:pt x="124" y="0"/>
                    <a:pt x="1" y="125"/>
                    <a:pt x="1" y="275"/>
                  </a:cubicBezTo>
                  <a:lnTo>
                    <a:pt x="1" y="822"/>
                  </a:lnTo>
                  <a:cubicBezTo>
                    <a:pt x="1" y="974"/>
                    <a:pt x="124" y="1097"/>
                    <a:pt x="276" y="1097"/>
                  </a:cubicBezTo>
                  <a:lnTo>
                    <a:pt x="2113" y="1097"/>
                  </a:lnTo>
                  <a:cubicBezTo>
                    <a:pt x="2265" y="1097"/>
                    <a:pt x="2388" y="974"/>
                    <a:pt x="2388" y="822"/>
                  </a:cubicBezTo>
                  <a:lnTo>
                    <a:pt x="331" y="822"/>
                  </a:lnTo>
                  <a:cubicBezTo>
                    <a:pt x="299" y="822"/>
                    <a:pt x="276" y="796"/>
                    <a:pt x="276" y="767"/>
                  </a:cubicBezTo>
                  <a:lnTo>
                    <a:pt x="27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27"/>
            <p:cNvSpPr/>
            <p:nvPr/>
          </p:nvSpPr>
          <p:spPr>
            <a:xfrm>
              <a:off x="2355801" y="2429593"/>
              <a:ext cx="20687" cy="8866"/>
            </a:xfrm>
            <a:custGeom>
              <a:rect b="b" l="l" r="r" t="t"/>
              <a:pathLst>
                <a:path extrusionOk="0" h="276" w="644">
                  <a:moveTo>
                    <a:pt x="138" y="0"/>
                  </a:moveTo>
                  <a:cubicBezTo>
                    <a:pt x="63" y="0"/>
                    <a:pt x="1" y="61"/>
                    <a:pt x="1" y="138"/>
                  </a:cubicBezTo>
                  <a:cubicBezTo>
                    <a:pt x="1" y="215"/>
                    <a:pt x="63" y="276"/>
                    <a:pt x="138" y="276"/>
                  </a:cubicBezTo>
                  <a:lnTo>
                    <a:pt x="506" y="276"/>
                  </a:lnTo>
                  <a:cubicBezTo>
                    <a:pt x="583" y="276"/>
                    <a:pt x="644" y="215"/>
                    <a:pt x="644" y="138"/>
                  </a:cubicBezTo>
                  <a:cubicBezTo>
                    <a:pt x="644" y="61"/>
                    <a:pt x="583" y="0"/>
                    <a:pt x="50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27"/>
            <p:cNvSpPr/>
            <p:nvPr/>
          </p:nvSpPr>
          <p:spPr>
            <a:xfrm>
              <a:off x="2326665" y="2429593"/>
              <a:ext cx="20655" cy="8866"/>
            </a:xfrm>
            <a:custGeom>
              <a:rect b="b" l="l" r="r" t="t"/>
              <a:pathLst>
                <a:path extrusionOk="0" h="276" w="643">
                  <a:moveTo>
                    <a:pt x="138" y="0"/>
                  </a:moveTo>
                  <a:cubicBezTo>
                    <a:pt x="61" y="0"/>
                    <a:pt x="0" y="61"/>
                    <a:pt x="0" y="138"/>
                  </a:cubicBezTo>
                  <a:cubicBezTo>
                    <a:pt x="0" y="215"/>
                    <a:pt x="61" y="276"/>
                    <a:pt x="138" y="276"/>
                  </a:cubicBezTo>
                  <a:lnTo>
                    <a:pt x="505" y="276"/>
                  </a:lnTo>
                  <a:cubicBezTo>
                    <a:pt x="581" y="276"/>
                    <a:pt x="643" y="215"/>
                    <a:pt x="643" y="138"/>
                  </a:cubicBezTo>
                  <a:cubicBezTo>
                    <a:pt x="643" y="61"/>
                    <a:pt x="581" y="0"/>
                    <a:pt x="50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27"/>
            <p:cNvSpPr/>
            <p:nvPr/>
          </p:nvSpPr>
          <p:spPr>
            <a:xfrm>
              <a:off x="2338294" y="2393228"/>
              <a:ext cx="8866" cy="8866"/>
            </a:xfrm>
            <a:custGeom>
              <a:rect b="b" l="l" r="r" t="t"/>
              <a:pathLst>
                <a:path extrusionOk="0" h="276" w="276">
                  <a:moveTo>
                    <a:pt x="138" y="0"/>
                  </a:moveTo>
                  <a:cubicBezTo>
                    <a:pt x="61" y="0"/>
                    <a:pt x="0" y="61"/>
                    <a:pt x="0" y="138"/>
                  </a:cubicBezTo>
                  <a:cubicBezTo>
                    <a:pt x="0" y="213"/>
                    <a:pt x="61" y="275"/>
                    <a:pt x="138" y="275"/>
                  </a:cubicBezTo>
                  <a:cubicBezTo>
                    <a:pt x="213" y="275"/>
                    <a:pt x="275" y="213"/>
                    <a:pt x="275" y="138"/>
                  </a:cubicBezTo>
                  <a:cubicBezTo>
                    <a:pt x="275" y="61"/>
                    <a:pt x="213" y="0"/>
                    <a:pt x="13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27"/>
            <p:cNvSpPr/>
            <p:nvPr/>
          </p:nvSpPr>
          <p:spPr>
            <a:xfrm>
              <a:off x="2355994" y="2393228"/>
              <a:ext cx="8866" cy="8866"/>
            </a:xfrm>
            <a:custGeom>
              <a:rect b="b" l="l" r="r" t="t"/>
              <a:pathLst>
                <a:path extrusionOk="0" h="276" w="276">
                  <a:moveTo>
                    <a:pt x="138" y="0"/>
                  </a:moveTo>
                  <a:cubicBezTo>
                    <a:pt x="63" y="0"/>
                    <a:pt x="1" y="61"/>
                    <a:pt x="1" y="138"/>
                  </a:cubicBezTo>
                  <a:cubicBezTo>
                    <a:pt x="1" y="213"/>
                    <a:pt x="63" y="275"/>
                    <a:pt x="138" y="275"/>
                  </a:cubicBezTo>
                  <a:cubicBezTo>
                    <a:pt x="213" y="275"/>
                    <a:pt x="276" y="213"/>
                    <a:pt x="276" y="138"/>
                  </a:cubicBezTo>
                  <a:cubicBezTo>
                    <a:pt x="276" y="61"/>
                    <a:pt x="213" y="0"/>
                    <a:pt x="13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27"/>
            <p:cNvSpPr/>
            <p:nvPr/>
          </p:nvSpPr>
          <p:spPr>
            <a:xfrm>
              <a:off x="2240347" y="2397918"/>
              <a:ext cx="53131" cy="53131"/>
            </a:xfrm>
            <a:custGeom>
              <a:rect b="b" l="l" r="r" t="t"/>
              <a:pathLst>
                <a:path extrusionOk="0" h="1654" w="1654">
                  <a:moveTo>
                    <a:pt x="746" y="1"/>
                  </a:moveTo>
                  <a:lnTo>
                    <a:pt x="700" y="31"/>
                  </a:lnTo>
                  <a:cubicBezTo>
                    <a:pt x="617" y="31"/>
                    <a:pt x="550" y="98"/>
                    <a:pt x="550" y="182"/>
                  </a:cubicBezTo>
                  <a:lnTo>
                    <a:pt x="550" y="474"/>
                  </a:lnTo>
                  <a:cubicBezTo>
                    <a:pt x="550" y="500"/>
                    <a:pt x="503" y="519"/>
                    <a:pt x="478" y="519"/>
                  </a:cubicBezTo>
                  <a:lnTo>
                    <a:pt x="92" y="519"/>
                  </a:lnTo>
                  <a:cubicBezTo>
                    <a:pt x="41" y="519"/>
                    <a:pt x="0" y="561"/>
                    <a:pt x="0" y="612"/>
                  </a:cubicBezTo>
                  <a:lnTo>
                    <a:pt x="0" y="908"/>
                  </a:lnTo>
                  <a:lnTo>
                    <a:pt x="31" y="953"/>
                  </a:lnTo>
                  <a:cubicBezTo>
                    <a:pt x="31" y="1037"/>
                    <a:pt x="97" y="1104"/>
                    <a:pt x="181" y="1104"/>
                  </a:cubicBezTo>
                  <a:lnTo>
                    <a:pt x="504" y="1104"/>
                  </a:lnTo>
                  <a:cubicBezTo>
                    <a:pt x="530" y="1104"/>
                    <a:pt x="550" y="1124"/>
                    <a:pt x="550" y="1149"/>
                  </a:cubicBezTo>
                  <a:lnTo>
                    <a:pt x="550" y="1473"/>
                  </a:lnTo>
                  <a:cubicBezTo>
                    <a:pt x="550" y="1557"/>
                    <a:pt x="617" y="1623"/>
                    <a:pt x="700" y="1623"/>
                  </a:cubicBezTo>
                  <a:lnTo>
                    <a:pt x="746" y="1654"/>
                  </a:lnTo>
                  <a:lnTo>
                    <a:pt x="1043" y="1654"/>
                  </a:lnTo>
                  <a:cubicBezTo>
                    <a:pt x="1093" y="1654"/>
                    <a:pt x="1134" y="1612"/>
                    <a:pt x="1134" y="1561"/>
                  </a:cubicBezTo>
                  <a:lnTo>
                    <a:pt x="1134" y="1180"/>
                  </a:lnTo>
                  <a:cubicBezTo>
                    <a:pt x="1134" y="1154"/>
                    <a:pt x="1154" y="1134"/>
                    <a:pt x="1180" y="1134"/>
                  </a:cubicBezTo>
                  <a:lnTo>
                    <a:pt x="1561" y="1134"/>
                  </a:lnTo>
                  <a:cubicBezTo>
                    <a:pt x="1612" y="1134"/>
                    <a:pt x="1654" y="1094"/>
                    <a:pt x="1654" y="1043"/>
                  </a:cubicBezTo>
                  <a:lnTo>
                    <a:pt x="1654" y="612"/>
                  </a:lnTo>
                  <a:cubicBezTo>
                    <a:pt x="1654" y="561"/>
                    <a:pt x="1612" y="519"/>
                    <a:pt x="1561" y="519"/>
                  </a:cubicBezTo>
                  <a:lnTo>
                    <a:pt x="1180" y="519"/>
                  </a:lnTo>
                  <a:cubicBezTo>
                    <a:pt x="1154" y="519"/>
                    <a:pt x="1134" y="500"/>
                    <a:pt x="1134" y="474"/>
                  </a:cubicBezTo>
                  <a:lnTo>
                    <a:pt x="1134" y="92"/>
                  </a:lnTo>
                  <a:cubicBezTo>
                    <a:pt x="1134" y="41"/>
                    <a:pt x="1093" y="1"/>
                    <a:pt x="1043"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27"/>
            <p:cNvSpPr/>
            <p:nvPr/>
          </p:nvSpPr>
          <p:spPr>
            <a:xfrm>
              <a:off x="2240347" y="2427087"/>
              <a:ext cx="23963" cy="23963"/>
            </a:xfrm>
            <a:custGeom>
              <a:rect b="b" l="l" r="r" t="t"/>
              <a:pathLst>
                <a:path extrusionOk="0" h="746" w="746">
                  <a:moveTo>
                    <a:pt x="0" y="0"/>
                  </a:moveTo>
                  <a:lnTo>
                    <a:pt x="0" y="135"/>
                  </a:lnTo>
                  <a:cubicBezTo>
                    <a:pt x="0" y="186"/>
                    <a:pt x="41" y="226"/>
                    <a:pt x="92" y="226"/>
                  </a:cubicBezTo>
                  <a:lnTo>
                    <a:pt x="474" y="226"/>
                  </a:lnTo>
                  <a:cubicBezTo>
                    <a:pt x="500" y="226"/>
                    <a:pt x="519" y="246"/>
                    <a:pt x="519" y="272"/>
                  </a:cubicBezTo>
                  <a:lnTo>
                    <a:pt x="519" y="653"/>
                  </a:lnTo>
                  <a:cubicBezTo>
                    <a:pt x="519" y="704"/>
                    <a:pt x="561" y="746"/>
                    <a:pt x="611" y="746"/>
                  </a:cubicBezTo>
                  <a:lnTo>
                    <a:pt x="746" y="746"/>
                  </a:lnTo>
                  <a:lnTo>
                    <a:pt x="746" y="45"/>
                  </a:lnTo>
                  <a:cubicBezTo>
                    <a:pt x="746" y="21"/>
                    <a:pt x="726" y="0"/>
                    <a:pt x="70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27"/>
            <p:cNvSpPr/>
            <p:nvPr/>
          </p:nvSpPr>
          <p:spPr>
            <a:xfrm>
              <a:off x="2255703" y="2397918"/>
              <a:ext cx="8673" cy="16672"/>
            </a:xfrm>
            <a:custGeom>
              <a:rect b="b" l="l" r="r" t="t"/>
              <a:pathLst>
                <a:path extrusionOk="0" h="519" w="270">
                  <a:moveTo>
                    <a:pt x="133" y="1"/>
                  </a:moveTo>
                  <a:cubicBezTo>
                    <a:pt x="83" y="1"/>
                    <a:pt x="41" y="41"/>
                    <a:pt x="41" y="92"/>
                  </a:cubicBezTo>
                  <a:lnTo>
                    <a:pt x="41" y="474"/>
                  </a:lnTo>
                  <a:cubicBezTo>
                    <a:pt x="41" y="499"/>
                    <a:pt x="22" y="517"/>
                    <a:pt x="0" y="519"/>
                  </a:cubicBezTo>
                  <a:lnTo>
                    <a:pt x="224" y="519"/>
                  </a:lnTo>
                  <a:cubicBezTo>
                    <a:pt x="249" y="519"/>
                    <a:pt x="269" y="500"/>
                    <a:pt x="269" y="474"/>
                  </a:cubicBezTo>
                  <a:lnTo>
                    <a:pt x="26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45" name="Google Shape;3745;p27"/>
          <p:cNvGrpSpPr/>
          <p:nvPr/>
        </p:nvGrpSpPr>
        <p:grpSpPr>
          <a:xfrm>
            <a:off x="1567797" y="2208130"/>
            <a:ext cx="297776" cy="259624"/>
            <a:chOff x="1567797" y="2208130"/>
            <a:chExt cx="297776" cy="259624"/>
          </a:xfrm>
        </p:grpSpPr>
        <p:sp>
          <p:nvSpPr>
            <p:cNvPr id="3746" name="Google Shape;3746;p27"/>
            <p:cNvSpPr/>
            <p:nvPr/>
          </p:nvSpPr>
          <p:spPr>
            <a:xfrm>
              <a:off x="1616851" y="2211118"/>
              <a:ext cx="202083" cy="78540"/>
            </a:xfrm>
            <a:custGeom>
              <a:rect b="b" l="l" r="r" t="t"/>
              <a:pathLst>
                <a:path extrusionOk="0" h="2445" w="6291">
                  <a:moveTo>
                    <a:pt x="3149" y="0"/>
                  </a:moveTo>
                  <a:cubicBezTo>
                    <a:pt x="2964" y="0"/>
                    <a:pt x="2843" y="112"/>
                    <a:pt x="2757" y="264"/>
                  </a:cubicBezTo>
                  <a:cubicBezTo>
                    <a:pt x="2751" y="276"/>
                    <a:pt x="2738" y="283"/>
                    <a:pt x="2725" y="283"/>
                  </a:cubicBezTo>
                  <a:cubicBezTo>
                    <a:pt x="2716" y="283"/>
                    <a:pt x="2708" y="280"/>
                    <a:pt x="2701" y="276"/>
                  </a:cubicBezTo>
                  <a:cubicBezTo>
                    <a:pt x="2585" y="186"/>
                    <a:pt x="2418" y="89"/>
                    <a:pt x="2262" y="89"/>
                  </a:cubicBezTo>
                  <a:cubicBezTo>
                    <a:pt x="1907" y="89"/>
                    <a:pt x="1641" y="361"/>
                    <a:pt x="1608" y="708"/>
                  </a:cubicBezTo>
                  <a:cubicBezTo>
                    <a:pt x="1607" y="729"/>
                    <a:pt x="1589" y="743"/>
                    <a:pt x="1571" y="743"/>
                  </a:cubicBezTo>
                  <a:cubicBezTo>
                    <a:pt x="1567" y="743"/>
                    <a:pt x="1564" y="743"/>
                    <a:pt x="1560" y="742"/>
                  </a:cubicBezTo>
                  <a:cubicBezTo>
                    <a:pt x="1503" y="723"/>
                    <a:pt x="1393" y="698"/>
                    <a:pt x="1330" y="698"/>
                  </a:cubicBezTo>
                  <a:cubicBezTo>
                    <a:pt x="1079" y="698"/>
                    <a:pt x="913" y="875"/>
                    <a:pt x="832" y="1096"/>
                  </a:cubicBezTo>
                  <a:cubicBezTo>
                    <a:pt x="827" y="1110"/>
                    <a:pt x="813" y="1120"/>
                    <a:pt x="800" y="1120"/>
                  </a:cubicBezTo>
                  <a:cubicBezTo>
                    <a:pt x="797" y="1120"/>
                    <a:pt x="795" y="1120"/>
                    <a:pt x="793" y="1119"/>
                  </a:cubicBezTo>
                  <a:cubicBezTo>
                    <a:pt x="783" y="1118"/>
                    <a:pt x="773" y="1118"/>
                    <a:pt x="762" y="1118"/>
                  </a:cubicBezTo>
                  <a:cubicBezTo>
                    <a:pt x="692" y="1118"/>
                    <a:pt x="594" y="1143"/>
                    <a:pt x="529" y="1153"/>
                  </a:cubicBezTo>
                  <a:cubicBezTo>
                    <a:pt x="196" y="1198"/>
                    <a:pt x="34" y="1379"/>
                    <a:pt x="20" y="1714"/>
                  </a:cubicBezTo>
                  <a:cubicBezTo>
                    <a:pt x="1" y="2118"/>
                    <a:pt x="468" y="2444"/>
                    <a:pt x="867" y="2444"/>
                  </a:cubicBezTo>
                  <a:cubicBezTo>
                    <a:pt x="1234" y="2444"/>
                    <a:pt x="5039" y="2357"/>
                    <a:pt x="5208" y="2357"/>
                  </a:cubicBezTo>
                  <a:cubicBezTo>
                    <a:pt x="5302" y="2357"/>
                    <a:pt x="5424" y="2362"/>
                    <a:pt x="5552" y="2362"/>
                  </a:cubicBezTo>
                  <a:cubicBezTo>
                    <a:pt x="5884" y="2362"/>
                    <a:pt x="6257" y="2329"/>
                    <a:pt x="6287" y="2091"/>
                  </a:cubicBezTo>
                  <a:cubicBezTo>
                    <a:pt x="6289" y="2066"/>
                    <a:pt x="6291" y="2039"/>
                    <a:pt x="6291" y="2011"/>
                  </a:cubicBezTo>
                  <a:cubicBezTo>
                    <a:pt x="6291" y="1646"/>
                    <a:pt x="5994" y="1351"/>
                    <a:pt x="5631" y="1351"/>
                  </a:cubicBezTo>
                  <a:cubicBezTo>
                    <a:pt x="5615" y="1351"/>
                    <a:pt x="5599" y="1351"/>
                    <a:pt x="5582" y="1353"/>
                  </a:cubicBezTo>
                  <a:cubicBezTo>
                    <a:pt x="5580" y="1353"/>
                    <a:pt x="5579" y="1353"/>
                    <a:pt x="5577" y="1353"/>
                  </a:cubicBezTo>
                  <a:cubicBezTo>
                    <a:pt x="5556" y="1353"/>
                    <a:pt x="5538" y="1332"/>
                    <a:pt x="5542" y="1309"/>
                  </a:cubicBezTo>
                  <a:cubicBezTo>
                    <a:pt x="5551" y="1251"/>
                    <a:pt x="5551" y="1192"/>
                    <a:pt x="5541" y="1131"/>
                  </a:cubicBezTo>
                  <a:cubicBezTo>
                    <a:pt x="5495" y="868"/>
                    <a:pt x="5273" y="668"/>
                    <a:pt x="5007" y="650"/>
                  </a:cubicBezTo>
                  <a:cubicBezTo>
                    <a:pt x="4995" y="650"/>
                    <a:pt x="4984" y="650"/>
                    <a:pt x="4973" y="650"/>
                  </a:cubicBezTo>
                  <a:cubicBezTo>
                    <a:pt x="4901" y="650"/>
                    <a:pt x="4832" y="661"/>
                    <a:pt x="4769" y="685"/>
                  </a:cubicBezTo>
                  <a:lnTo>
                    <a:pt x="4455" y="568"/>
                  </a:lnTo>
                  <a:cubicBezTo>
                    <a:pt x="4364" y="383"/>
                    <a:pt x="4174" y="257"/>
                    <a:pt x="3956" y="257"/>
                  </a:cubicBezTo>
                  <a:cubicBezTo>
                    <a:pt x="3859" y="257"/>
                    <a:pt x="3769" y="281"/>
                    <a:pt x="3689" y="323"/>
                  </a:cubicBezTo>
                  <a:cubicBezTo>
                    <a:pt x="3684" y="327"/>
                    <a:pt x="3677" y="328"/>
                    <a:pt x="3671" y="328"/>
                  </a:cubicBezTo>
                  <a:cubicBezTo>
                    <a:pt x="3654" y="328"/>
                    <a:pt x="3639" y="317"/>
                    <a:pt x="3634" y="300"/>
                  </a:cubicBezTo>
                  <a:cubicBezTo>
                    <a:pt x="3588" y="73"/>
                    <a:pt x="3149" y="0"/>
                    <a:pt x="314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27"/>
            <p:cNvSpPr/>
            <p:nvPr/>
          </p:nvSpPr>
          <p:spPr>
            <a:xfrm>
              <a:off x="1613799" y="2208130"/>
              <a:ext cx="205102" cy="89108"/>
            </a:xfrm>
            <a:custGeom>
              <a:rect b="b" l="l" r="r" t="t"/>
              <a:pathLst>
                <a:path extrusionOk="0" h="2774" w="6385">
                  <a:moveTo>
                    <a:pt x="3247" y="1"/>
                  </a:moveTo>
                  <a:cubicBezTo>
                    <a:pt x="3061" y="1"/>
                    <a:pt x="2897" y="104"/>
                    <a:pt x="2813" y="257"/>
                  </a:cubicBezTo>
                  <a:cubicBezTo>
                    <a:pt x="2806" y="270"/>
                    <a:pt x="2792" y="277"/>
                    <a:pt x="2778" y="277"/>
                  </a:cubicBezTo>
                  <a:cubicBezTo>
                    <a:pt x="2770" y="277"/>
                    <a:pt x="2763" y="275"/>
                    <a:pt x="2757" y="270"/>
                  </a:cubicBezTo>
                  <a:cubicBezTo>
                    <a:pt x="2641" y="179"/>
                    <a:pt x="2496" y="125"/>
                    <a:pt x="2338" y="125"/>
                  </a:cubicBezTo>
                  <a:cubicBezTo>
                    <a:pt x="1984" y="125"/>
                    <a:pt x="1693" y="396"/>
                    <a:pt x="1659" y="742"/>
                  </a:cubicBezTo>
                  <a:cubicBezTo>
                    <a:pt x="1658" y="762"/>
                    <a:pt x="1640" y="777"/>
                    <a:pt x="1622" y="777"/>
                  </a:cubicBezTo>
                  <a:cubicBezTo>
                    <a:pt x="1618" y="777"/>
                    <a:pt x="1615" y="776"/>
                    <a:pt x="1612" y="775"/>
                  </a:cubicBezTo>
                  <a:cubicBezTo>
                    <a:pt x="1555" y="756"/>
                    <a:pt x="1493" y="746"/>
                    <a:pt x="1431" y="746"/>
                  </a:cubicBezTo>
                  <a:cubicBezTo>
                    <a:pt x="1180" y="746"/>
                    <a:pt x="969" y="903"/>
                    <a:pt x="888" y="1126"/>
                  </a:cubicBezTo>
                  <a:cubicBezTo>
                    <a:pt x="883" y="1139"/>
                    <a:pt x="868" y="1150"/>
                    <a:pt x="854" y="1150"/>
                  </a:cubicBezTo>
                  <a:cubicBezTo>
                    <a:pt x="852" y="1150"/>
                    <a:pt x="849" y="1149"/>
                    <a:pt x="847" y="1149"/>
                  </a:cubicBezTo>
                  <a:cubicBezTo>
                    <a:pt x="806" y="1143"/>
                    <a:pt x="764" y="1139"/>
                    <a:pt x="722" y="1139"/>
                  </a:cubicBezTo>
                  <a:cubicBezTo>
                    <a:pt x="684" y="1139"/>
                    <a:pt x="645" y="1142"/>
                    <a:pt x="605" y="1149"/>
                  </a:cubicBezTo>
                  <a:cubicBezTo>
                    <a:pt x="306" y="1202"/>
                    <a:pt x="74" y="1444"/>
                    <a:pt x="34" y="1742"/>
                  </a:cubicBezTo>
                  <a:cubicBezTo>
                    <a:pt x="0" y="1965"/>
                    <a:pt x="81" y="2198"/>
                    <a:pt x="246" y="2353"/>
                  </a:cubicBezTo>
                  <a:cubicBezTo>
                    <a:pt x="371" y="2470"/>
                    <a:pt x="542" y="2544"/>
                    <a:pt x="728" y="2544"/>
                  </a:cubicBezTo>
                  <a:cubicBezTo>
                    <a:pt x="1095" y="2544"/>
                    <a:pt x="5559" y="2773"/>
                    <a:pt x="5727" y="2773"/>
                  </a:cubicBezTo>
                  <a:cubicBezTo>
                    <a:pt x="6066" y="2773"/>
                    <a:pt x="6345" y="2517"/>
                    <a:pt x="6384" y="2190"/>
                  </a:cubicBezTo>
                  <a:lnTo>
                    <a:pt x="6384" y="2190"/>
                  </a:lnTo>
                  <a:cubicBezTo>
                    <a:pt x="4691" y="2197"/>
                    <a:pt x="927" y="2224"/>
                    <a:pt x="642" y="2224"/>
                  </a:cubicBezTo>
                  <a:cubicBezTo>
                    <a:pt x="219" y="2224"/>
                    <a:pt x="154" y="1355"/>
                    <a:pt x="883" y="1355"/>
                  </a:cubicBezTo>
                  <a:cubicBezTo>
                    <a:pt x="904" y="1355"/>
                    <a:pt x="925" y="1356"/>
                    <a:pt x="947" y="1357"/>
                  </a:cubicBezTo>
                  <a:cubicBezTo>
                    <a:pt x="950" y="1358"/>
                    <a:pt x="953" y="1358"/>
                    <a:pt x="957" y="1358"/>
                  </a:cubicBezTo>
                  <a:cubicBezTo>
                    <a:pt x="999" y="1358"/>
                    <a:pt x="1037" y="1331"/>
                    <a:pt x="1056" y="1292"/>
                  </a:cubicBezTo>
                  <a:cubicBezTo>
                    <a:pt x="1148" y="1095"/>
                    <a:pt x="1347" y="958"/>
                    <a:pt x="1580" y="958"/>
                  </a:cubicBezTo>
                  <a:cubicBezTo>
                    <a:pt x="1616" y="958"/>
                    <a:pt x="1652" y="961"/>
                    <a:pt x="1687" y="966"/>
                  </a:cubicBezTo>
                  <a:cubicBezTo>
                    <a:pt x="1694" y="968"/>
                    <a:pt x="1701" y="968"/>
                    <a:pt x="1709" y="968"/>
                  </a:cubicBezTo>
                  <a:cubicBezTo>
                    <a:pt x="1762" y="968"/>
                    <a:pt x="1810" y="932"/>
                    <a:pt x="1819" y="878"/>
                  </a:cubicBezTo>
                  <a:cubicBezTo>
                    <a:pt x="1874" y="573"/>
                    <a:pt x="2096" y="355"/>
                    <a:pt x="2424" y="355"/>
                  </a:cubicBezTo>
                  <a:cubicBezTo>
                    <a:pt x="2554" y="355"/>
                    <a:pt x="2661" y="389"/>
                    <a:pt x="2757" y="452"/>
                  </a:cubicBezTo>
                  <a:cubicBezTo>
                    <a:pt x="2776" y="466"/>
                    <a:pt x="2798" y="472"/>
                    <a:pt x="2820" y="472"/>
                  </a:cubicBezTo>
                  <a:cubicBezTo>
                    <a:pt x="2853" y="472"/>
                    <a:pt x="2885" y="458"/>
                    <a:pt x="2907" y="431"/>
                  </a:cubicBezTo>
                  <a:cubicBezTo>
                    <a:pt x="3008" y="302"/>
                    <a:pt x="3185" y="214"/>
                    <a:pt x="3352" y="214"/>
                  </a:cubicBezTo>
                  <a:cubicBezTo>
                    <a:pt x="3469" y="214"/>
                    <a:pt x="3643" y="279"/>
                    <a:pt x="3732" y="395"/>
                  </a:cubicBezTo>
                  <a:cubicBezTo>
                    <a:pt x="3685" y="153"/>
                    <a:pt x="3472" y="1"/>
                    <a:pt x="324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27"/>
            <p:cNvSpPr/>
            <p:nvPr/>
          </p:nvSpPr>
          <p:spPr>
            <a:xfrm>
              <a:off x="1743227" y="2250052"/>
              <a:ext cx="44747" cy="24252"/>
            </a:xfrm>
            <a:custGeom>
              <a:rect b="b" l="l" r="r" t="t"/>
              <a:pathLst>
                <a:path extrusionOk="0" h="755" w="1393">
                  <a:moveTo>
                    <a:pt x="482" y="0"/>
                  </a:moveTo>
                  <a:cubicBezTo>
                    <a:pt x="308" y="0"/>
                    <a:pt x="145" y="86"/>
                    <a:pt x="45" y="227"/>
                  </a:cubicBezTo>
                  <a:cubicBezTo>
                    <a:pt x="0" y="291"/>
                    <a:pt x="10" y="382"/>
                    <a:pt x="74" y="427"/>
                  </a:cubicBezTo>
                  <a:cubicBezTo>
                    <a:pt x="99" y="445"/>
                    <a:pt x="128" y="454"/>
                    <a:pt x="156" y="454"/>
                  </a:cubicBezTo>
                  <a:cubicBezTo>
                    <a:pt x="201" y="454"/>
                    <a:pt x="245" y="431"/>
                    <a:pt x="272" y="390"/>
                  </a:cubicBezTo>
                  <a:cubicBezTo>
                    <a:pt x="293" y="356"/>
                    <a:pt x="320" y="329"/>
                    <a:pt x="355" y="311"/>
                  </a:cubicBezTo>
                  <a:cubicBezTo>
                    <a:pt x="397" y="290"/>
                    <a:pt x="441" y="280"/>
                    <a:pt x="483" y="280"/>
                  </a:cubicBezTo>
                  <a:cubicBezTo>
                    <a:pt x="581" y="280"/>
                    <a:pt x="670" y="335"/>
                    <a:pt x="712" y="423"/>
                  </a:cubicBezTo>
                  <a:cubicBezTo>
                    <a:pt x="736" y="472"/>
                    <a:pt x="785" y="502"/>
                    <a:pt x="837" y="502"/>
                  </a:cubicBezTo>
                  <a:cubicBezTo>
                    <a:pt x="852" y="502"/>
                    <a:pt x="868" y="499"/>
                    <a:pt x="883" y="494"/>
                  </a:cubicBezTo>
                  <a:cubicBezTo>
                    <a:pt x="901" y="488"/>
                    <a:pt x="919" y="485"/>
                    <a:pt x="937" y="485"/>
                  </a:cubicBezTo>
                  <a:cubicBezTo>
                    <a:pt x="1022" y="485"/>
                    <a:pt x="1093" y="547"/>
                    <a:pt x="1103" y="631"/>
                  </a:cubicBezTo>
                  <a:cubicBezTo>
                    <a:pt x="1112" y="702"/>
                    <a:pt x="1174" y="754"/>
                    <a:pt x="1242" y="754"/>
                  </a:cubicBezTo>
                  <a:cubicBezTo>
                    <a:pt x="1255" y="754"/>
                    <a:pt x="1268" y="753"/>
                    <a:pt x="1284" y="747"/>
                  </a:cubicBezTo>
                  <a:cubicBezTo>
                    <a:pt x="1354" y="730"/>
                    <a:pt x="1393" y="657"/>
                    <a:pt x="1383" y="586"/>
                  </a:cubicBezTo>
                  <a:cubicBezTo>
                    <a:pt x="1349" y="368"/>
                    <a:pt x="1161" y="204"/>
                    <a:pt x="938" y="204"/>
                  </a:cubicBezTo>
                  <a:lnTo>
                    <a:pt x="934" y="204"/>
                  </a:lnTo>
                  <a:cubicBezTo>
                    <a:pt x="916" y="204"/>
                    <a:pt x="901" y="198"/>
                    <a:pt x="890" y="187"/>
                  </a:cubicBezTo>
                  <a:cubicBezTo>
                    <a:pt x="789" y="68"/>
                    <a:pt x="641" y="0"/>
                    <a:pt x="48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27"/>
            <p:cNvSpPr/>
            <p:nvPr/>
          </p:nvSpPr>
          <p:spPr>
            <a:xfrm>
              <a:off x="1671333" y="2240447"/>
              <a:ext cx="50143" cy="28782"/>
            </a:xfrm>
            <a:custGeom>
              <a:rect b="b" l="l" r="r" t="t"/>
              <a:pathLst>
                <a:path extrusionOk="0" h="896" w="1561">
                  <a:moveTo>
                    <a:pt x="582" y="1"/>
                  </a:moveTo>
                  <a:cubicBezTo>
                    <a:pt x="327" y="1"/>
                    <a:pt x="104" y="163"/>
                    <a:pt x="25" y="403"/>
                  </a:cubicBezTo>
                  <a:cubicBezTo>
                    <a:pt x="0" y="479"/>
                    <a:pt x="41" y="555"/>
                    <a:pt x="113" y="581"/>
                  </a:cubicBezTo>
                  <a:cubicBezTo>
                    <a:pt x="127" y="586"/>
                    <a:pt x="142" y="588"/>
                    <a:pt x="156" y="588"/>
                  </a:cubicBezTo>
                  <a:cubicBezTo>
                    <a:pt x="215" y="588"/>
                    <a:pt x="270" y="551"/>
                    <a:pt x="291" y="493"/>
                  </a:cubicBezTo>
                  <a:cubicBezTo>
                    <a:pt x="332" y="366"/>
                    <a:pt x="450" y="280"/>
                    <a:pt x="583" y="280"/>
                  </a:cubicBezTo>
                  <a:cubicBezTo>
                    <a:pt x="685" y="280"/>
                    <a:pt x="777" y="330"/>
                    <a:pt x="834" y="409"/>
                  </a:cubicBezTo>
                  <a:cubicBezTo>
                    <a:pt x="777" y="454"/>
                    <a:pt x="733" y="515"/>
                    <a:pt x="704" y="583"/>
                  </a:cubicBezTo>
                  <a:cubicBezTo>
                    <a:pt x="672" y="654"/>
                    <a:pt x="706" y="736"/>
                    <a:pt x="777" y="765"/>
                  </a:cubicBezTo>
                  <a:cubicBezTo>
                    <a:pt x="795" y="773"/>
                    <a:pt x="814" y="777"/>
                    <a:pt x="833" y="777"/>
                  </a:cubicBezTo>
                  <a:cubicBezTo>
                    <a:pt x="887" y="777"/>
                    <a:pt x="938" y="744"/>
                    <a:pt x="960" y="691"/>
                  </a:cubicBezTo>
                  <a:cubicBezTo>
                    <a:pt x="987" y="631"/>
                    <a:pt x="1047" y="589"/>
                    <a:pt x="1113" y="589"/>
                  </a:cubicBezTo>
                  <a:cubicBezTo>
                    <a:pt x="1206" y="589"/>
                    <a:pt x="1283" y="664"/>
                    <a:pt x="1283" y="757"/>
                  </a:cubicBezTo>
                  <a:cubicBezTo>
                    <a:pt x="1283" y="835"/>
                    <a:pt x="1345" y="896"/>
                    <a:pt x="1422" y="896"/>
                  </a:cubicBezTo>
                  <a:cubicBezTo>
                    <a:pt x="1500" y="896"/>
                    <a:pt x="1561" y="833"/>
                    <a:pt x="1561" y="757"/>
                  </a:cubicBezTo>
                  <a:cubicBezTo>
                    <a:pt x="1559" y="509"/>
                    <a:pt x="1358" y="308"/>
                    <a:pt x="1112" y="308"/>
                  </a:cubicBezTo>
                  <a:lnTo>
                    <a:pt x="1097" y="308"/>
                  </a:lnTo>
                  <a:cubicBezTo>
                    <a:pt x="996" y="120"/>
                    <a:pt x="801" y="1"/>
                    <a:pt x="58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27"/>
            <p:cNvSpPr/>
            <p:nvPr/>
          </p:nvSpPr>
          <p:spPr>
            <a:xfrm>
              <a:off x="1636864" y="2256059"/>
              <a:ext cx="25730" cy="20334"/>
            </a:xfrm>
            <a:custGeom>
              <a:rect b="b" l="l" r="r" t="t"/>
              <a:pathLst>
                <a:path extrusionOk="0" h="633" w="801">
                  <a:moveTo>
                    <a:pt x="441" y="0"/>
                  </a:moveTo>
                  <a:cubicBezTo>
                    <a:pt x="346" y="0"/>
                    <a:pt x="250" y="33"/>
                    <a:pt x="173" y="101"/>
                  </a:cubicBezTo>
                  <a:cubicBezTo>
                    <a:pt x="48" y="210"/>
                    <a:pt x="0" y="379"/>
                    <a:pt x="51" y="537"/>
                  </a:cubicBezTo>
                  <a:cubicBezTo>
                    <a:pt x="70" y="595"/>
                    <a:pt x="123" y="632"/>
                    <a:pt x="184" y="632"/>
                  </a:cubicBezTo>
                  <a:cubicBezTo>
                    <a:pt x="199" y="632"/>
                    <a:pt x="213" y="631"/>
                    <a:pt x="229" y="625"/>
                  </a:cubicBezTo>
                  <a:cubicBezTo>
                    <a:pt x="301" y="602"/>
                    <a:pt x="341" y="524"/>
                    <a:pt x="317" y="450"/>
                  </a:cubicBezTo>
                  <a:cubicBezTo>
                    <a:pt x="301" y="399"/>
                    <a:pt x="316" y="344"/>
                    <a:pt x="355" y="310"/>
                  </a:cubicBezTo>
                  <a:cubicBezTo>
                    <a:pt x="380" y="289"/>
                    <a:pt x="410" y="278"/>
                    <a:pt x="440" y="278"/>
                  </a:cubicBezTo>
                  <a:cubicBezTo>
                    <a:pt x="476" y="278"/>
                    <a:pt x="512" y="293"/>
                    <a:pt x="537" y="323"/>
                  </a:cubicBezTo>
                  <a:cubicBezTo>
                    <a:pt x="565" y="355"/>
                    <a:pt x="604" y="372"/>
                    <a:pt x="644" y="372"/>
                  </a:cubicBezTo>
                  <a:cubicBezTo>
                    <a:pt x="677" y="372"/>
                    <a:pt x="709" y="360"/>
                    <a:pt x="736" y="337"/>
                  </a:cubicBezTo>
                  <a:cubicBezTo>
                    <a:pt x="795" y="287"/>
                    <a:pt x="801" y="198"/>
                    <a:pt x="750" y="140"/>
                  </a:cubicBezTo>
                  <a:cubicBezTo>
                    <a:pt x="669" y="48"/>
                    <a:pt x="555" y="0"/>
                    <a:pt x="4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27"/>
            <p:cNvSpPr/>
            <p:nvPr/>
          </p:nvSpPr>
          <p:spPr>
            <a:xfrm>
              <a:off x="1621477" y="2302414"/>
              <a:ext cx="194084" cy="82715"/>
            </a:xfrm>
            <a:custGeom>
              <a:rect b="b" l="l" r="r" t="t"/>
              <a:pathLst>
                <a:path extrusionOk="0" h="2575" w="6042">
                  <a:moveTo>
                    <a:pt x="6009" y="0"/>
                  </a:moveTo>
                  <a:lnTo>
                    <a:pt x="15" y="2"/>
                  </a:lnTo>
                  <a:lnTo>
                    <a:pt x="0" y="77"/>
                  </a:lnTo>
                  <a:lnTo>
                    <a:pt x="392" y="2574"/>
                  </a:lnTo>
                  <a:lnTo>
                    <a:pt x="5385" y="2574"/>
                  </a:lnTo>
                  <a:lnTo>
                    <a:pt x="5698" y="2164"/>
                  </a:lnTo>
                  <a:lnTo>
                    <a:pt x="6041" y="75"/>
                  </a:lnTo>
                  <a:lnTo>
                    <a:pt x="600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27"/>
            <p:cNvSpPr/>
            <p:nvPr/>
          </p:nvSpPr>
          <p:spPr>
            <a:xfrm>
              <a:off x="1617879" y="2301739"/>
              <a:ext cx="186664" cy="113264"/>
            </a:xfrm>
            <a:custGeom>
              <a:rect b="b" l="l" r="r" t="t"/>
              <a:pathLst>
                <a:path extrusionOk="0" h="3526" w="5811">
                  <a:moveTo>
                    <a:pt x="141" y="1"/>
                  </a:moveTo>
                  <a:lnTo>
                    <a:pt x="1" y="95"/>
                  </a:lnTo>
                  <a:lnTo>
                    <a:pt x="561" y="3526"/>
                  </a:lnTo>
                  <a:lnTo>
                    <a:pt x="5591" y="3526"/>
                  </a:lnTo>
                  <a:lnTo>
                    <a:pt x="5810" y="2184"/>
                  </a:lnTo>
                  <a:lnTo>
                    <a:pt x="700" y="2184"/>
                  </a:lnTo>
                  <a:cubicBezTo>
                    <a:pt x="655" y="2184"/>
                    <a:pt x="616" y="2151"/>
                    <a:pt x="609" y="2106"/>
                  </a:cubicBezTo>
                  <a:lnTo>
                    <a:pt x="279" y="95"/>
                  </a:lnTo>
                  <a:lnTo>
                    <a:pt x="14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27"/>
            <p:cNvSpPr/>
            <p:nvPr/>
          </p:nvSpPr>
          <p:spPr>
            <a:xfrm>
              <a:off x="1657424" y="2302350"/>
              <a:ext cx="118500" cy="112654"/>
            </a:xfrm>
            <a:custGeom>
              <a:rect b="b" l="l" r="r" t="t"/>
              <a:pathLst>
                <a:path extrusionOk="0" h="3507" w="3689">
                  <a:moveTo>
                    <a:pt x="3606" y="1"/>
                  </a:moveTo>
                  <a:lnTo>
                    <a:pt x="60" y="2"/>
                  </a:lnTo>
                  <a:lnTo>
                    <a:pt x="0" y="76"/>
                  </a:lnTo>
                  <a:lnTo>
                    <a:pt x="204" y="2165"/>
                  </a:lnTo>
                  <a:lnTo>
                    <a:pt x="485" y="3507"/>
                  </a:lnTo>
                  <a:lnTo>
                    <a:pt x="3204" y="3507"/>
                  </a:lnTo>
                  <a:lnTo>
                    <a:pt x="3485" y="2165"/>
                  </a:lnTo>
                  <a:lnTo>
                    <a:pt x="3689" y="76"/>
                  </a:lnTo>
                  <a:lnTo>
                    <a:pt x="3606"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27"/>
            <p:cNvSpPr/>
            <p:nvPr/>
          </p:nvSpPr>
          <p:spPr>
            <a:xfrm>
              <a:off x="1664009" y="2371866"/>
              <a:ext cx="105426" cy="43141"/>
            </a:xfrm>
            <a:custGeom>
              <a:rect b="b" l="l" r="r" t="t"/>
              <a:pathLst>
                <a:path extrusionOk="0" h="1343" w="3282">
                  <a:moveTo>
                    <a:pt x="1" y="1"/>
                  </a:moveTo>
                  <a:lnTo>
                    <a:pt x="132" y="1343"/>
                  </a:lnTo>
                  <a:lnTo>
                    <a:pt x="3149" y="1343"/>
                  </a:lnTo>
                  <a:lnTo>
                    <a:pt x="3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27"/>
            <p:cNvSpPr/>
            <p:nvPr/>
          </p:nvSpPr>
          <p:spPr>
            <a:xfrm>
              <a:off x="1696936" y="2302221"/>
              <a:ext cx="39575" cy="82908"/>
            </a:xfrm>
            <a:custGeom>
              <a:rect b="b" l="l" r="r" t="t"/>
              <a:pathLst>
                <a:path extrusionOk="0" h="2581" w="1232">
                  <a:moveTo>
                    <a:pt x="1134" y="0"/>
                  </a:moveTo>
                  <a:lnTo>
                    <a:pt x="37" y="6"/>
                  </a:lnTo>
                  <a:lnTo>
                    <a:pt x="1" y="80"/>
                  </a:lnTo>
                  <a:lnTo>
                    <a:pt x="69" y="2169"/>
                  </a:lnTo>
                  <a:lnTo>
                    <a:pt x="186" y="2580"/>
                  </a:lnTo>
                  <a:lnTo>
                    <a:pt x="1043" y="2580"/>
                  </a:lnTo>
                  <a:lnTo>
                    <a:pt x="1162" y="2170"/>
                  </a:lnTo>
                  <a:lnTo>
                    <a:pt x="1231" y="83"/>
                  </a:lnTo>
                  <a:lnTo>
                    <a:pt x="113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27"/>
            <p:cNvSpPr/>
            <p:nvPr/>
          </p:nvSpPr>
          <p:spPr>
            <a:xfrm>
              <a:off x="1699121" y="2371866"/>
              <a:ext cx="35142" cy="43141"/>
            </a:xfrm>
            <a:custGeom>
              <a:rect b="b" l="l" r="r" t="t"/>
              <a:pathLst>
                <a:path extrusionOk="0" h="1343" w="1094">
                  <a:moveTo>
                    <a:pt x="1" y="1"/>
                  </a:moveTo>
                  <a:lnTo>
                    <a:pt x="44" y="1343"/>
                  </a:lnTo>
                  <a:lnTo>
                    <a:pt x="1050" y="1343"/>
                  </a:lnTo>
                  <a:lnTo>
                    <a:pt x="109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27"/>
            <p:cNvSpPr/>
            <p:nvPr/>
          </p:nvSpPr>
          <p:spPr>
            <a:xfrm>
              <a:off x="1610490" y="2286834"/>
              <a:ext cx="213743" cy="15547"/>
            </a:xfrm>
            <a:custGeom>
              <a:rect b="b" l="l" r="r" t="t"/>
              <a:pathLst>
                <a:path extrusionOk="0" h="484" w="6654">
                  <a:moveTo>
                    <a:pt x="241" y="0"/>
                  </a:moveTo>
                  <a:cubicBezTo>
                    <a:pt x="173" y="0"/>
                    <a:pt x="111" y="26"/>
                    <a:pt x="61" y="65"/>
                  </a:cubicBezTo>
                  <a:cubicBezTo>
                    <a:pt x="1" y="116"/>
                    <a:pt x="66" y="230"/>
                    <a:pt x="66" y="317"/>
                  </a:cubicBezTo>
                  <a:cubicBezTo>
                    <a:pt x="66" y="317"/>
                    <a:pt x="278" y="484"/>
                    <a:pt x="433" y="484"/>
                  </a:cubicBezTo>
                  <a:lnTo>
                    <a:pt x="6241" y="478"/>
                  </a:lnTo>
                  <a:cubicBezTo>
                    <a:pt x="6395" y="478"/>
                    <a:pt x="6654" y="436"/>
                    <a:pt x="6654" y="281"/>
                  </a:cubicBezTo>
                  <a:cubicBezTo>
                    <a:pt x="6654" y="125"/>
                    <a:pt x="6528" y="0"/>
                    <a:pt x="637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27"/>
            <p:cNvSpPr/>
            <p:nvPr/>
          </p:nvSpPr>
          <p:spPr>
            <a:xfrm>
              <a:off x="1609141" y="2288922"/>
              <a:ext cx="215060" cy="15933"/>
            </a:xfrm>
            <a:custGeom>
              <a:rect b="b" l="l" r="r" t="t"/>
              <a:pathLst>
                <a:path extrusionOk="0" h="496" w="6695">
                  <a:moveTo>
                    <a:pt x="102" y="0"/>
                  </a:moveTo>
                  <a:cubicBezTo>
                    <a:pt x="41" y="51"/>
                    <a:pt x="1" y="129"/>
                    <a:pt x="1" y="216"/>
                  </a:cubicBezTo>
                  <a:cubicBezTo>
                    <a:pt x="1" y="370"/>
                    <a:pt x="125" y="495"/>
                    <a:pt x="281" y="495"/>
                  </a:cubicBezTo>
                  <a:lnTo>
                    <a:pt x="6414" y="495"/>
                  </a:lnTo>
                  <a:cubicBezTo>
                    <a:pt x="6567" y="495"/>
                    <a:pt x="6694" y="371"/>
                    <a:pt x="6694" y="216"/>
                  </a:cubicBezTo>
                  <a:lnTo>
                    <a:pt x="375" y="216"/>
                  </a:lnTo>
                  <a:cubicBezTo>
                    <a:pt x="241" y="216"/>
                    <a:pt x="131" y="123"/>
                    <a:pt x="10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27"/>
            <p:cNvSpPr/>
            <p:nvPr/>
          </p:nvSpPr>
          <p:spPr>
            <a:xfrm>
              <a:off x="1569114" y="2380796"/>
              <a:ext cx="296459" cy="85735"/>
            </a:xfrm>
            <a:custGeom>
              <a:rect b="b" l="l" r="r" t="t"/>
              <a:pathLst>
                <a:path extrusionOk="0" h="2669" w="9229">
                  <a:moveTo>
                    <a:pt x="429" y="1"/>
                  </a:moveTo>
                  <a:cubicBezTo>
                    <a:pt x="363" y="1"/>
                    <a:pt x="304" y="14"/>
                    <a:pt x="248" y="37"/>
                  </a:cubicBezTo>
                  <a:cubicBezTo>
                    <a:pt x="246" y="37"/>
                    <a:pt x="243" y="40"/>
                    <a:pt x="242" y="40"/>
                  </a:cubicBezTo>
                  <a:cubicBezTo>
                    <a:pt x="78" y="114"/>
                    <a:pt x="17" y="315"/>
                    <a:pt x="17" y="506"/>
                  </a:cubicBezTo>
                  <a:lnTo>
                    <a:pt x="0" y="2201"/>
                  </a:lnTo>
                  <a:cubicBezTo>
                    <a:pt x="0" y="2459"/>
                    <a:pt x="209" y="2669"/>
                    <a:pt x="466" y="2669"/>
                  </a:cubicBezTo>
                  <a:lnTo>
                    <a:pt x="3692" y="2669"/>
                  </a:lnTo>
                  <a:cubicBezTo>
                    <a:pt x="3881" y="2669"/>
                    <a:pt x="4084" y="2592"/>
                    <a:pt x="4156" y="2426"/>
                  </a:cubicBezTo>
                  <a:cubicBezTo>
                    <a:pt x="4177" y="2381"/>
                    <a:pt x="4190" y="2330"/>
                    <a:pt x="4194" y="2278"/>
                  </a:cubicBezTo>
                  <a:lnTo>
                    <a:pt x="4226" y="1894"/>
                  </a:lnTo>
                  <a:cubicBezTo>
                    <a:pt x="4242" y="1700"/>
                    <a:pt x="4402" y="1550"/>
                    <a:pt x="4598" y="1550"/>
                  </a:cubicBezTo>
                  <a:cubicBezTo>
                    <a:pt x="4793" y="1550"/>
                    <a:pt x="4997" y="1622"/>
                    <a:pt x="5012" y="1816"/>
                  </a:cubicBezTo>
                  <a:lnTo>
                    <a:pt x="5038" y="2240"/>
                  </a:lnTo>
                  <a:cubicBezTo>
                    <a:pt x="5058" y="2482"/>
                    <a:pt x="5258" y="2669"/>
                    <a:pt x="5503" y="2669"/>
                  </a:cubicBezTo>
                  <a:lnTo>
                    <a:pt x="8708" y="2656"/>
                  </a:lnTo>
                  <a:cubicBezTo>
                    <a:pt x="8899" y="2656"/>
                    <a:pt x="9117" y="2591"/>
                    <a:pt x="9190" y="2426"/>
                  </a:cubicBezTo>
                  <a:cubicBezTo>
                    <a:pt x="9216" y="2368"/>
                    <a:pt x="9229" y="2307"/>
                    <a:pt x="9229" y="2240"/>
                  </a:cubicBezTo>
                  <a:lnTo>
                    <a:pt x="9229" y="468"/>
                  </a:lnTo>
                  <a:cubicBezTo>
                    <a:pt x="9229" y="211"/>
                    <a:pt x="9020" y="1"/>
                    <a:pt x="876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27"/>
            <p:cNvSpPr/>
            <p:nvPr/>
          </p:nvSpPr>
          <p:spPr>
            <a:xfrm>
              <a:off x="1567797" y="2382113"/>
              <a:ext cx="134754" cy="85639"/>
            </a:xfrm>
            <a:custGeom>
              <a:rect b="b" l="l" r="r" t="t"/>
              <a:pathLst>
                <a:path extrusionOk="0" h="2666" w="4195">
                  <a:moveTo>
                    <a:pt x="281" y="0"/>
                  </a:moveTo>
                  <a:cubicBezTo>
                    <a:pt x="116" y="73"/>
                    <a:pt x="1" y="235"/>
                    <a:pt x="1" y="427"/>
                  </a:cubicBezTo>
                  <a:lnTo>
                    <a:pt x="1" y="2199"/>
                  </a:lnTo>
                  <a:cubicBezTo>
                    <a:pt x="1" y="2456"/>
                    <a:pt x="209" y="2666"/>
                    <a:pt x="468" y="2666"/>
                  </a:cubicBezTo>
                  <a:lnTo>
                    <a:pt x="3767" y="2666"/>
                  </a:lnTo>
                  <a:cubicBezTo>
                    <a:pt x="3957" y="2666"/>
                    <a:pt x="4122" y="2551"/>
                    <a:pt x="4194" y="2385"/>
                  </a:cubicBezTo>
                  <a:lnTo>
                    <a:pt x="468" y="2385"/>
                  </a:lnTo>
                  <a:cubicBezTo>
                    <a:pt x="365" y="2385"/>
                    <a:pt x="281" y="2302"/>
                    <a:pt x="281" y="2199"/>
                  </a:cubicBezTo>
                  <a:lnTo>
                    <a:pt x="281" y="0"/>
                  </a:ln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27"/>
            <p:cNvSpPr/>
            <p:nvPr/>
          </p:nvSpPr>
          <p:spPr>
            <a:xfrm>
              <a:off x="1716693" y="2430556"/>
              <a:ext cx="147603" cy="37198"/>
            </a:xfrm>
            <a:custGeom>
              <a:rect b="b" l="l" r="r" t="t"/>
              <a:pathLst>
                <a:path extrusionOk="0" h="1158" w="4595">
                  <a:moveTo>
                    <a:pt x="1" y="1"/>
                  </a:moveTo>
                  <a:cubicBezTo>
                    <a:pt x="196" y="1"/>
                    <a:pt x="357" y="151"/>
                    <a:pt x="373" y="345"/>
                  </a:cubicBezTo>
                  <a:lnTo>
                    <a:pt x="403" y="729"/>
                  </a:lnTo>
                  <a:cubicBezTo>
                    <a:pt x="424" y="971"/>
                    <a:pt x="625" y="1158"/>
                    <a:pt x="868" y="1158"/>
                  </a:cubicBezTo>
                  <a:lnTo>
                    <a:pt x="4167" y="1158"/>
                  </a:lnTo>
                  <a:cubicBezTo>
                    <a:pt x="4360" y="1158"/>
                    <a:pt x="4522" y="1042"/>
                    <a:pt x="4594" y="877"/>
                  </a:cubicBezTo>
                  <a:lnTo>
                    <a:pt x="890" y="877"/>
                  </a:lnTo>
                  <a:cubicBezTo>
                    <a:pt x="793" y="877"/>
                    <a:pt x="712" y="803"/>
                    <a:pt x="704" y="706"/>
                  </a:cubicBezTo>
                  <a:lnTo>
                    <a:pt x="676" y="345"/>
                  </a:lnTo>
                  <a:cubicBezTo>
                    <a:pt x="661" y="151"/>
                    <a:pt x="497" y="1"/>
                    <a:pt x="305" y="1"/>
                  </a:cubicBez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27"/>
            <p:cNvSpPr/>
            <p:nvPr/>
          </p:nvSpPr>
          <p:spPr>
            <a:xfrm>
              <a:off x="1598926" y="2398818"/>
              <a:ext cx="85735" cy="49790"/>
            </a:xfrm>
            <a:custGeom>
              <a:rect b="b" l="l" r="r" t="t"/>
              <a:pathLst>
                <a:path extrusionOk="0" h="1550" w="2669">
                  <a:moveTo>
                    <a:pt x="243" y="0"/>
                  </a:moveTo>
                  <a:lnTo>
                    <a:pt x="94" y="38"/>
                  </a:lnTo>
                  <a:cubicBezTo>
                    <a:pt x="42" y="38"/>
                    <a:pt x="0" y="81"/>
                    <a:pt x="0" y="132"/>
                  </a:cubicBezTo>
                  <a:lnTo>
                    <a:pt x="0" y="1455"/>
                  </a:lnTo>
                  <a:cubicBezTo>
                    <a:pt x="0" y="1507"/>
                    <a:pt x="43" y="1549"/>
                    <a:pt x="94" y="1549"/>
                  </a:cubicBezTo>
                  <a:lnTo>
                    <a:pt x="2538" y="1549"/>
                  </a:lnTo>
                  <a:cubicBezTo>
                    <a:pt x="2590" y="1549"/>
                    <a:pt x="2632" y="1507"/>
                    <a:pt x="2629" y="1454"/>
                  </a:cubicBezTo>
                  <a:lnTo>
                    <a:pt x="2668" y="1306"/>
                  </a:lnTo>
                  <a:lnTo>
                    <a:pt x="2668" y="93"/>
                  </a:lnTo>
                  <a:cubicBezTo>
                    <a:pt x="2668" y="41"/>
                    <a:pt x="2625" y="0"/>
                    <a:pt x="257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27"/>
            <p:cNvSpPr/>
            <p:nvPr/>
          </p:nvSpPr>
          <p:spPr>
            <a:xfrm>
              <a:off x="1597737" y="2398818"/>
              <a:ext cx="86956" cy="50978"/>
            </a:xfrm>
            <a:custGeom>
              <a:rect b="b" l="l" r="r" t="t"/>
              <a:pathLst>
                <a:path extrusionOk="0" h="1587" w="2707">
                  <a:moveTo>
                    <a:pt x="95" y="0"/>
                  </a:moveTo>
                  <a:cubicBezTo>
                    <a:pt x="44" y="0"/>
                    <a:pt x="1" y="41"/>
                    <a:pt x="1" y="93"/>
                  </a:cubicBezTo>
                  <a:lnTo>
                    <a:pt x="1" y="1493"/>
                  </a:lnTo>
                  <a:cubicBezTo>
                    <a:pt x="1" y="1543"/>
                    <a:pt x="43" y="1587"/>
                    <a:pt x="95" y="1587"/>
                  </a:cubicBezTo>
                  <a:lnTo>
                    <a:pt x="2612" y="1587"/>
                  </a:lnTo>
                  <a:cubicBezTo>
                    <a:pt x="2663" y="1587"/>
                    <a:pt x="2707" y="1545"/>
                    <a:pt x="2707" y="1493"/>
                  </a:cubicBezTo>
                  <a:lnTo>
                    <a:pt x="2707" y="1306"/>
                  </a:lnTo>
                  <a:lnTo>
                    <a:pt x="376" y="1306"/>
                  </a:lnTo>
                  <a:cubicBezTo>
                    <a:pt x="325" y="1306"/>
                    <a:pt x="282" y="1264"/>
                    <a:pt x="282" y="1212"/>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27"/>
            <p:cNvSpPr/>
            <p:nvPr/>
          </p:nvSpPr>
          <p:spPr>
            <a:xfrm>
              <a:off x="1749812" y="2398818"/>
              <a:ext cx="85735" cy="49790"/>
            </a:xfrm>
            <a:custGeom>
              <a:rect b="b" l="l" r="r" t="t"/>
              <a:pathLst>
                <a:path extrusionOk="0" h="1550" w="2669">
                  <a:moveTo>
                    <a:pt x="244" y="0"/>
                  </a:moveTo>
                  <a:lnTo>
                    <a:pt x="95" y="38"/>
                  </a:lnTo>
                  <a:cubicBezTo>
                    <a:pt x="43" y="38"/>
                    <a:pt x="1" y="81"/>
                    <a:pt x="1" y="132"/>
                  </a:cubicBezTo>
                  <a:lnTo>
                    <a:pt x="1" y="1455"/>
                  </a:lnTo>
                  <a:cubicBezTo>
                    <a:pt x="1" y="1507"/>
                    <a:pt x="44" y="1549"/>
                    <a:pt x="95" y="1549"/>
                  </a:cubicBezTo>
                  <a:lnTo>
                    <a:pt x="2538" y="1549"/>
                  </a:lnTo>
                  <a:cubicBezTo>
                    <a:pt x="2590" y="1549"/>
                    <a:pt x="2632" y="1507"/>
                    <a:pt x="2630" y="1454"/>
                  </a:cubicBezTo>
                  <a:lnTo>
                    <a:pt x="2669" y="1306"/>
                  </a:lnTo>
                  <a:lnTo>
                    <a:pt x="2669" y="93"/>
                  </a:lnTo>
                  <a:cubicBezTo>
                    <a:pt x="2669" y="41"/>
                    <a:pt x="2625" y="0"/>
                    <a:pt x="257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27"/>
            <p:cNvSpPr/>
            <p:nvPr/>
          </p:nvSpPr>
          <p:spPr>
            <a:xfrm>
              <a:off x="1748656" y="2398818"/>
              <a:ext cx="86956" cy="50978"/>
            </a:xfrm>
            <a:custGeom>
              <a:rect b="b" l="l" r="r" t="t"/>
              <a:pathLst>
                <a:path extrusionOk="0" h="1587" w="2707">
                  <a:moveTo>
                    <a:pt x="95" y="0"/>
                  </a:moveTo>
                  <a:cubicBezTo>
                    <a:pt x="44" y="0"/>
                    <a:pt x="0" y="41"/>
                    <a:pt x="0" y="93"/>
                  </a:cubicBezTo>
                  <a:lnTo>
                    <a:pt x="0" y="1493"/>
                  </a:lnTo>
                  <a:cubicBezTo>
                    <a:pt x="0" y="1543"/>
                    <a:pt x="42" y="1587"/>
                    <a:pt x="95" y="1587"/>
                  </a:cubicBezTo>
                  <a:lnTo>
                    <a:pt x="2612" y="1587"/>
                  </a:lnTo>
                  <a:cubicBezTo>
                    <a:pt x="2663" y="1587"/>
                    <a:pt x="2706" y="1545"/>
                    <a:pt x="2706" y="1493"/>
                  </a:cubicBezTo>
                  <a:lnTo>
                    <a:pt x="2706" y="1306"/>
                  </a:lnTo>
                  <a:lnTo>
                    <a:pt x="375" y="1306"/>
                  </a:lnTo>
                  <a:cubicBezTo>
                    <a:pt x="325" y="1306"/>
                    <a:pt x="281" y="1264"/>
                    <a:pt x="281" y="1212"/>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66" name="Google Shape;3766;p27"/>
          <p:cNvGrpSpPr/>
          <p:nvPr/>
        </p:nvGrpSpPr>
        <p:grpSpPr>
          <a:xfrm>
            <a:off x="7352672" y="1543132"/>
            <a:ext cx="155960" cy="297685"/>
            <a:chOff x="7352672" y="1543132"/>
            <a:chExt cx="155960" cy="297685"/>
          </a:xfrm>
        </p:grpSpPr>
        <p:sp>
          <p:nvSpPr>
            <p:cNvPr id="3767" name="Google Shape;3767;p27"/>
            <p:cNvSpPr/>
            <p:nvPr/>
          </p:nvSpPr>
          <p:spPr>
            <a:xfrm>
              <a:off x="7354953" y="1684895"/>
              <a:ext cx="69577" cy="154638"/>
            </a:xfrm>
            <a:custGeom>
              <a:rect b="b" l="l" r="r" t="t"/>
              <a:pathLst>
                <a:path extrusionOk="0" h="4814" w="2166">
                  <a:moveTo>
                    <a:pt x="946" y="0"/>
                  </a:moveTo>
                  <a:lnTo>
                    <a:pt x="515" y="715"/>
                  </a:lnTo>
                  <a:cubicBezTo>
                    <a:pt x="121" y="1448"/>
                    <a:pt x="1" y="2148"/>
                    <a:pt x="150" y="2966"/>
                  </a:cubicBezTo>
                  <a:lnTo>
                    <a:pt x="434" y="4738"/>
                  </a:lnTo>
                  <a:cubicBezTo>
                    <a:pt x="442" y="4782"/>
                    <a:pt x="480" y="4813"/>
                    <a:pt x="526" y="4813"/>
                  </a:cubicBezTo>
                  <a:lnTo>
                    <a:pt x="1695" y="4796"/>
                  </a:lnTo>
                  <a:cubicBezTo>
                    <a:pt x="1740" y="4796"/>
                    <a:pt x="1779" y="4766"/>
                    <a:pt x="1787" y="4718"/>
                  </a:cubicBezTo>
                  <a:lnTo>
                    <a:pt x="1871" y="4515"/>
                  </a:lnTo>
                  <a:lnTo>
                    <a:pt x="2033" y="3631"/>
                  </a:lnTo>
                  <a:cubicBezTo>
                    <a:pt x="2120" y="3153"/>
                    <a:pt x="2145" y="2665"/>
                    <a:pt x="2096" y="2183"/>
                  </a:cubicBezTo>
                  <a:cubicBezTo>
                    <a:pt x="2086" y="2085"/>
                    <a:pt x="2165" y="2061"/>
                    <a:pt x="2151" y="1962"/>
                  </a:cubicBezTo>
                  <a:cubicBezTo>
                    <a:pt x="2072" y="1465"/>
                    <a:pt x="1847" y="882"/>
                    <a:pt x="1521" y="514"/>
                  </a:cubicBezTo>
                  <a:lnTo>
                    <a:pt x="946"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27"/>
            <p:cNvSpPr/>
            <p:nvPr/>
          </p:nvSpPr>
          <p:spPr>
            <a:xfrm>
              <a:off x="7352672" y="1683128"/>
              <a:ext cx="62350" cy="157657"/>
            </a:xfrm>
            <a:custGeom>
              <a:rect b="b" l="l" r="r" t="t"/>
              <a:pathLst>
                <a:path extrusionOk="0" h="4908" w="1941">
                  <a:moveTo>
                    <a:pt x="901" y="0"/>
                  </a:moveTo>
                  <a:lnTo>
                    <a:pt x="529" y="669"/>
                  </a:lnTo>
                  <a:cubicBezTo>
                    <a:pt x="136" y="1401"/>
                    <a:pt x="1" y="2245"/>
                    <a:pt x="149" y="3065"/>
                  </a:cubicBezTo>
                  <a:lnTo>
                    <a:pt x="467" y="4831"/>
                  </a:lnTo>
                  <a:cubicBezTo>
                    <a:pt x="474" y="4876"/>
                    <a:pt x="513" y="4907"/>
                    <a:pt x="558" y="4907"/>
                  </a:cubicBezTo>
                  <a:lnTo>
                    <a:pt x="1802" y="4907"/>
                  </a:lnTo>
                  <a:cubicBezTo>
                    <a:pt x="1847" y="4907"/>
                    <a:pt x="1886" y="4874"/>
                    <a:pt x="1894" y="4831"/>
                  </a:cubicBezTo>
                  <a:lnTo>
                    <a:pt x="1941" y="4572"/>
                  </a:lnTo>
                  <a:lnTo>
                    <a:pt x="845" y="4572"/>
                  </a:lnTo>
                  <a:cubicBezTo>
                    <a:pt x="800" y="4572"/>
                    <a:pt x="761" y="4540"/>
                    <a:pt x="752" y="4496"/>
                  </a:cubicBezTo>
                  <a:lnTo>
                    <a:pt x="484" y="3065"/>
                  </a:lnTo>
                  <a:cubicBezTo>
                    <a:pt x="337" y="2247"/>
                    <a:pt x="461" y="1471"/>
                    <a:pt x="855" y="738"/>
                  </a:cubicBezTo>
                  <a:lnTo>
                    <a:pt x="1195" y="178"/>
                  </a:lnTo>
                  <a:lnTo>
                    <a:pt x="90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27"/>
            <p:cNvSpPr/>
            <p:nvPr/>
          </p:nvSpPr>
          <p:spPr>
            <a:xfrm>
              <a:off x="7439986" y="1684959"/>
              <a:ext cx="68646" cy="154509"/>
            </a:xfrm>
            <a:custGeom>
              <a:rect b="b" l="l" r="r" t="t"/>
              <a:pathLst>
                <a:path extrusionOk="0" h="4810" w="2137">
                  <a:moveTo>
                    <a:pt x="1239" y="1"/>
                  </a:moveTo>
                  <a:lnTo>
                    <a:pt x="712" y="628"/>
                  </a:lnTo>
                  <a:cubicBezTo>
                    <a:pt x="309" y="1084"/>
                    <a:pt x="47" y="2182"/>
                    <a:pt x="47" y="2182"/>
                  </a:cubicBezTo>
                  <a:cubicBezTo>
                    <a:pt x="0" y="2650"/>
                    <a:pt x="23" y="3142"/>
                    <a:pt x="103" y="3606"/>
                  </a:cubicBezTo>
                  <a:lnTo>
                    <a:pt x="306" y="4774"/>
                  </a:lnTo>
                  <a:cubicBezTo>
                    <a:pt x="310" y="4797"/>
                    <a:pt x="678" y="4809"/>
                    <a:pt x="1021" y="4809"/>
                  </a:cubicBezTo>
                  <a:cubicBezTo>
                    <a:pt x="1321" y="4809"/>
                    <a:pt x="1601" y="4800"/>
                    <a:pt x="1603" y="4780"/>
                  </a:cubicBezTo>
                  <a:lnTo>
                    <a:pt x="1719" y="4518"/>
                  </a:lnTo>
                  <a:lnTo>
                    <a:pt x="1991" y="3009"/>
                  </a:lnTo>
                  <a:cubicBezTo>
                    <a:pt x="2137" y="2190"/>
                    <a:pt x="2002" y="1347"/>
                    <a:pt x="1609" y="613"/>
                  </a:cubicBezTo>
                  <a:lnTo>
                    <a:pt x="1399" y="233"/>
                  </a:lnTo>
                  <a:lnTo>
                    <a:pt x="123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27"/>
            <p:cNvSpPr/>
            <p:nvPr/>
          </p:nvSpPr>
          <p:spPr>
            <a:xfrm>
              <a:off x="7437416" y="1683160"/>
              <a:ext cx="57917" cy="157657"/>
            </a:xfrm>
            <a:custGeom>
              <a:rect b="b" l="l" r="r" t="t"/>
              <a:pathLst>
                <a:path extrusionOk="0" h="4908" w="1803">
                  <a:moveTo>
                    <a:pt x="1322" y="0"/>
                  </a:moveTo>
                  <a:lnTo>
                    <a:pt x="627" y="594"/>
                  </a:lnTo>
                  <a:cubicBezTo>
                    <a:pt x="293" y="970"/>
                    <a:pt x="82" y="1471"/>
                    <a:pt x="15" y="1963"/>
                  </a:cubicBezTo>
                  <a:cubicBezTo>
                    <a:pt x="1" y="2066"/>
                    <a:pt x="83" y="2134"/>
                    <a:pt x="73" y="2238"/>
                  </a:cubicBezTo>
                  <a:cubicBezTo>
                    <a:pt x="24" y="2706"/>
                    <a:pt x="47" y="3198"/>
                    <a:pt x="127" y="3660"/>
                  </a:cubicBezTo>
                  <a:lnTo>
                    <a:pt x="293" y="4627"/>
                  </a:lnTo>
                  <a:lnTo>
                    <a:pt x="328" y="4830"/>
                  </a:lnTo>
                  <a:cubicBezTo>
                    <a:pt x="335" y="4875"/>
                    <a:pt x="374" y="4908"/>
                    <a:pt x="420" y="4908"/>
                  </a:cubicBezTo>
                  <a:lnTo>
                    <a:pt x="1662" y="4908"/>
                  </a:lnTo>
                  <a:cubicBezTo>
                    <a:pt x="1709" y="4908"/>
                    <a:pt x="1746" y="4875"/>
                    <a:pt x="1755" y="4831"/>
                  </a:cubicBezTo>
                  <a:lnTo>
                    <a:pt x="1803" y="4574"/>
                  </a:lnTo>
                  <a:lnTo>
                    <a:pt x="707" y="4574"/>
                  </a:lnTo>
                  <a:lnTo>
                    <a:pt x="707" y="4571"/>
                  </a:lnTo>
                  <a:cubicBezTo>
                    <a:pt x="662" y="4571"/>
                    <a:pt x="625" y="4539"/>
                    <a:pt x="616" y="4495"/>
                  </a:cubicBezTo>
                  <a:lnTo>
                    <a:pt x="461" y="3662"/>
                  </a:lnTo>
                  <a:cubicBezTo>
                    <a:pt x="381" y="3198"/>
                    <a:pt x="358" y="2706"/>
                    <a:pt x="407" y="2238"/>
                  </a:cubicBezTo>
                  <a:cubicBezTo>
                    <a:pt x="468" y="1632"/>
                    <a:pt x="749" y="1115"/>
                    <a:pt x="1153" y="659"/>
                  </a:cubicBezTo>
                  <a:lnTo>
                    <a:pt x="1482" y="289"/>
                  </a:lnTo>
                  <a:lnTo>
                    <a:pt x="1322"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27"/>
            <p:cNvSpPr/>
            <p:nvPr/>
          </p:nvSpPr>
          <p:spPr>
            <a:xfrm>
              <a:off x="7373489" y="1543132"/>
              <a:ext cx="117022" cy="209567"/>
            </a:xfrm>
            <a:custGeom>
              <a:rect b="b" l="l" r="r" t="t"/>
              <a:pathLst>
                <a:path extrusionOk="0" h="6524" w="3643">
                  <a:moveTo>
                    <a:pt x="2933" y="1"/>
                  </a:moveTo>
                  <a:cubicBezTo>
                    <a:pt x="2890" y="1"/>
                    <a:pt x="2852" y="31"/>
                    <a:pt x="2842" y="73"/>
                  </a:cubicBezTo>
                  <a:lnTo>
                    <a:pt x="2746" y="493"/>
                  </a:lnTo>
                  <a:cubicBezTo>
                    <a:pt x="2645" y="942"/>
                    <a:pt x="2245" y="1262"/>
                    <a:pt x="1784" y="1262"/>
                  </a:cubicBezTo>
                  <a:cubicBezTo>
                    <a:pt x="1319" y="1262"/>
                    <a:pt x="915" y="936"/>
                    <a:pt x="819" y="481"/>
                  </a:cubicBezTo>
                  <a:lnTo>
                    <a:pt x="731" y="74"/>
                  </a:lnTo>
                  <a:cubicBezTo>
                    <a:pt x="721" y="31"/>
                    <a:pt x="683" y="2"/>
                    <a:pt x="640" y="2"/>
                  </a:cubicBezTo>
                  <a:lnTo>
                    <a:pt x="492" y="2"/>
                  </a:lnTo>
                  <a:lnTo>
                    <a:pt x="342" y="40"/>
                  </a:lnTo>
                  <a:cubicBezTo>
                    <a:pt x="291" y="40"/>
                    <a:pt x="249" y="82"/>
                    <a:pt x="248" y="132"/>
                  </a:cubicBezTo>
                  <a:lnTo>
                    <a:pt x="279" y="806"/>
                  </a:lnTo>
                  <a:cubicBezTo>
                    <a:pt x="278" y="1105"/>
                    <a:pt x="204" y="1402"/>
                    <a:pt x="62" y="1668"/>
                  </a:cubicBezTo>
                  <a:lnTo>
                    <a:pt x="55" y="1683"/>
                  </a:lnTo>
                  <a:cubicBezTo>
                    <a:pt x="9" y="1771"/>
                    <a:pt x="0" y="1877"/>
                    <a:pt x="30" y="1972"/>
                  </a:cubicBezTo>
                  <a:lnTo>
                    <a:pt x="278" y="2732"/>
                  </a:lnTo>
                  <a:cubicBezTo>
                    <a:pt x="450" y="3259"/>
                    <a:pt x="466" y="3766"/>
                    <a:pt x="327" y="4302"/>
                  </a:cubicBezTo>
                  <a:lnTo>
                    <a:pt x="767" y="4824"/>
                  </a:lnTo>
                  <a:cubicBezTo>
                    <a:pt x="1158" y="5266"/>
                    <a:pt x="1524" y="5930"/>
                    <a:pt x="1595" y="6516"/>
                  </a:cubicBezTo>
                  <a:lnTo>
                    <a:pt x="2024" y="6524"/>
                  </a:lnTo>
                  <a:cubicBezTo>
                    <a:pt x="2024" y="6524"/>
                    <a:pt x="2086" y="6409"/>
                    <a:pt x="2106" y="6317"/>
                  </a:cubicBezTo>
                  <a:cubicBezTo>
                    <a:pt x="2205" y="5816"/>
                    <a:pt x="2436" y="5347"/>
                    <a:pt x="2780" y="4962"/>
                  </a:cubicBezTo>
                  <a:lnTo>
                    <a:pt x="3315" y="4357"/>
                  </a:lnTo>
                  <a:cubicBezTo>
                    <a:pt x="3280" y="4229"/>
                    <a:pt x="3257" y="4096"/>
                    <a:pt x="3240" y="3964"/>
                  </a:cubicBezTo>
                  <a:lnTo>
                    <a:pt x="3165" y="3620"/>
                  </a:lnTo>
                  <a:lnTo>
                    <a:pt x="3243" y="3274"/>
                  </a:lnTo>
                  <a:cubicBezTo>
                    <a:pt x="3265" y="3088"/>
                    <a:pt x="3305" y="2906"/>
                    <a:pt x="3363" y="2727"/>
                  </a:cubicBezTo>
                  <a:lnTo>
                    <a:pt x="3612" y="1969"/>
                  </a:lnTo>
                  <a:cubicBezTo>
                    <a:pt x="3642" y="1871"/>
                    <a:pt x="3634" y="1767"/>
                    <a:pt x="3586" y="1676"/>
                  </a:cubicBezTo>
                  <a:cubicBezTo>
                    <a:pt x="3434" y="1406"/>
                    <a:pt x="3359" y="1098"/>
                    <a:pt x="3360" y="785"/>
                  </a:cubicBezTo>
                  <a:lnTo>
                    <a:pt x="3363" y="95"/>
                  </a:lnTo>
                  <a:cubicBezTo>
                    <a:pt x="3363" y="41"/>
                    <a:pt x="3322" y="1"/>
                    <a:pt x="326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27"/>
            <p:cNvSpPr/>
            <p:nvPr/>
          </p:nvSpPr>
          <p:spPr>
            <a:xfrm>
              <a:off x="7371047" y="1543132"/>
              <a:ext cx="70027" cy="211912"/>
            </a:xfrm>
            <a:custGeom>
              <a:rect b="b" l="l" r="r" t="t"/>
              <a:pathLst>
                <a:path extrusionOk="0" h="6597" w="2180">
                  <a:moveTo>
                    <a:pt x="380" y="1"/>
                  </a:moveTo>
                  <a:cubicBezTo>
                    <a:pt x="329" y="1"/>
                    <a:pt x="287" y="41"/>
                    <a:pt x="286" y="92"/>
                  </a:cubicBezTo>
                  <a:lnTo>
                    <a:pt x="282" y="801"/>
                  </a:lnTo>
                  <a:cubicBezTo>
                    <a:pt x="280" y="1102"/>
                    <a:pt x="205" y="1399"/>
                    <a:pt x="64" y="1665"/>
                  </a:cubicBezTo>
                  <a:lnTo>
                    <a:pt x="57" y="1680"/>
                  </a:lnTo>
                  <a:cubicBezTo>
                    <a:pt x="11" y="1768"/>
                    <a:pt x="1" y="1872"/>
                    <a:pt x="33" y="1969"/>
                  </a:cubicBezTo>
                  <a:lnTo>
                    <a:pt x="280" y="2729"/>
                  </a:lnTo>
                  <a:cubicBezTo>
                    <a:pt x="338" y="2907"/>
                    <a:pt x="380" y="3091"/>
                    <a:pt x="402" y="3274"/>
                  </a:cubicBezTo>
                  <a:lnTo>
                    <a:pt x="479" y="3607"/>
                  </a:lnTo>
                  <a:lnTo>
                    <a:pt x="403" y="3964"/>
                  </a:lnTo>
                  <a:cubicBezTo>
                    <a:pt x="387" y="4097"/>
                    <a:pt x="363" y="4228"/>
                    <a:pt x="329" y="4358"/>
                  </a:cubicBezTo>
                  <a:lnTo>
                    <a:pt x="884" y="4985"/>
                  </a:lnTo>
                  <a:cubicBezTo>
                    <a:pt x="1275" y="5426"/>
                    <a:pt x="1524" y="6011"/>
                    <a:pt x="1593" y="6596"/>
                  </a:cubicBezTo>
                  <a:lnTo>
                    <a:pt x="2139" y="6596"/>
                  </a:lnTo>
                  <a:cubicBezTo>
                    <a:pt x="2148" y="6502"/>
                    <a:pt x="2162" y="6408"/>
                    <a:pt x="2179" y="6315"/>
                  </a:cubicBezTo>
                  <a:lnTo>
                    <a:pt x="1919" y="6315"/>
                  </a:lnTo>
                  <a:cubicBezTo>
                    <a:pt x="1918" y="6315"/>
                    <a:pt x="1917" y="6315"/>
                    <a:pt x="1916" y="6315"/>
                  </a:cubicBezTo>
                  <a:cubicBezTo>
                    <a:pt x="1872" y="6315"/>
                    <a:pt x="1835" y="6282"/>
                    <a:pt x="1829" y="6236"/>
                  </a:cubicBezTo>
                  <a:cubicBezTo>
                    <a:pt x="1715" y="5338"/>
                    <a:pt x="968" y="4555"/>
                    <a:pt x="723" y="4317"/>
                  </a:cubicBezTo>
                  <a:cubicBezTo>
                    <a:pt x="675" y="4273"/>
                    <a:pt x="657" y="4206"/>
                    <a:pt x="671" y="4142"/>
                  </a:cubicBezTo>
                  <a:cubicBezTo>
                    <a:pt x="783" y="3650"/>
                    <a:pt x="758" y="3223"/>
                    <a:pt x="597" y="2731"/>
                  </a:cubicBezTo>
                  <a:lnTo>
                    <a:pt x="363" y="2030"/>
                  </a:lnTo>
                  <a:cubicBezTo>
                    <a:pt x="324" y="1909"/>
                    <a:pt x="337" y="1777"/>
                    <a:pt x="402" y="1667"/>
                  </a:cubicBezTo>
                  <a:cubicBezTo>
                    <a:pt x="542" y="1400"/>
                    <a:pt x="578" y="1104"/>
                    <a:pt x="580" y="804"/>
                  </a:cubicBezTo>
                  <a:lnTo>
                    <a:pt x="56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27"/>
            <p:cNvSpPr/>
            <p:nvPr/>
          </p:nvSpPr>
          <p:spPr>
            <a:xfrm>
              <a:off x="7385086" y="1648370"/>
              <a:ext cx="92481" cy="20687"/>
            </a:xfrm>
            <a:custGeom>
              <a:rect b="b" l="l" r="r" t="t"/>
              <a:pathLst>
                <a:path extrusionOk="0" h="644" w="2879">
                  <a:moveTo>
                    <a:pt x="286" y="1"/>
                  </a:moveTo>
                  <a:lnTo>
                    <a:pt x="2" y="43"/>
                  </a:lnTo>
                  <a:lnTo>
                    <a:pt x="1" y="643"/>
                  </a:lnTo>
                  <a:lnTo>
                    <a:pt x="2834" y="640"/>
                  </a:lnTo>
                  <a:cubicBezTo>
                    <a:pt x="2824" y="555"/>
                    <a:pt x="2857" y="410"/>
                    <a:pt x="2857" y="410"/>
                  </a:cubicBezTo>
                  <a:lnTo>
                    <a:pt x="2857" y="367"/>
                  </a:lnTo>
                  <a:cubicBezTo>
                    <a:pt x="2857" y="232"/>
                    <a:pt x="2867" y="109"/>
                    <a:pt x="287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27"/>
            <p:cNvSpPr/>
            <p:nvPr/>
          </p:nvSpPr>
          <p:spPr>
            <a:xfrm>
              <a:off x="7383993" y="1648370"/>
              <a:ext cx="93573" cy="22261"/>
            </a:xfrm>
            <a:custGeom>
              <a:rect b="b" l="l" r="r" t="t"/>
              <a:pathLst>
                <a:path extrusionOk="0" h="693" w="2913">
                  <a:moveTo>
                    <a:pt x="0" y="1"/>
                  </a:moveTo>
                  <a:cubicBezTo>
                    <a:pt x="13" y="101"/>
                    <a:pt x="21" y="212"/>
                    <a:pt x="22" y="334"/>
                  </a:cubicBezTo>
                  <a:cubicBezTo>
                    <a:pt x="22" y="467"/>
                    <a:pt x="15" y="585"/>
                    <a:pt x="2" y="693"/>
                  </a:cubicBezTo>
                  <a:lnTo>
                    <a:pt x="2913" y="693"/>
                  </a:lnTo>
                  <a:cubicBezTo>
                    <a:pt x="2909" y="645"/>
                    <a:pt x="2903" y="597"/>
                    <a:pt x="2898" y="543"/>
                  </a:cubicBezTo>
                  <a:cubicBezTo>
                    <a:pt x="2896" y="499"/>
                    <a:pt x="2894" y="454"/>
                    <a:pt x="2894" y="412"/>
                  </a:cubicBezTo>
                  <a:lnTo>
                    <a:pt x="430" y="412"/>
                  </a:lnTo>
                  <a:cubicBezTo>
                    <a:pt x="378" y="412"/>
                    <a:pt x="336" y="368"/>
                    <a:pt x="336" y="316"/>
                  </a:cubicBezTo>
                  <a:cubicBezTo>
                    <a:pt x="339" y="211"/>
                    <a:pt x="333" y="106"/>
                    <a:pt x="31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75" name="Google Shape;3775;p27"/>
          <p:cNvGrpSpPr/>
          <p:nvPr/>
        </p:nvGrpSpPr>
        <p:grpSpPr>
          <a:xfrm>
            <a:off x="6732324" y="1543132"/>
            <a:ext cx="127077" cy="297780"/>
            <a:chOff x="6732324" y="1543132"/>
            <a:chExt cx="127077" cy="297780"/>
          </a:xfrm>
        </p:grpSpPr>
        <p:sp>
          <p:nvSpPr>
            <p:cNvPr id="3776" name="Google Shape;3776;p27"/>
            <p:cNvSpPr/>
            <p:nvPr/>
          </p:nvSpPr>
          <p:spPr>
            <a:xfrm>
              <a:off x="6733577" y="1639022"/>
              <a:ext cx="125824" cy="200605"/>
            </a:xfrm>
            <a:custGeom>
              <a:rect b="b" l="l" r="r" t="t"/>
              <a:pathLst>
                <a:path extrusionOk="0" h="6245" w="3917">
                  <a:moveTo>
                    <a:pt x="326" y="1"/>
                  </a:moveTo>
                  <a:lnTo>
                    <a:pt x="106" y="345"/>
                  </a:lnTo>
                  <a:cubicBezTo>
                    <a:pt x="48" y="435"/>
                    <a:pt x="18" y="539"/>
                    <a:pt x="18" y="646"/>
                  </a:cubicBezTo>
                  <a:lnTo>
                    <a:pt x="1" y="6058"/>
                  </a:lnTo>
                  <a:cubicBezTo>
                    <a:pt x="1" y="6160"/>
                    <a:pt x="83" y="6244"/>
                    <a:pt x="186" y="6244"/>
                  </a:cubicBezTo>
                  <a:lnTo>
                    <a:pt x="3692" y="6244"/>
                  </a:lnTo>
                  <a:cubicBezTo>
                    <a:pt x="3795" y="6244"/>
                    <a:pt x="3877" y="6160"/>
                    <a:pt x="3877" y="6058"/>
                  </a:cubicBezTo>
                  <a:lnTo>
                    <a:pt x="3916" y="6001"/>
                  </a:lnTo>
                  <a:lnTo>
                    <a:pt x="3916" y="5534"/>
                  </a:lnTo>
                  <a:lnTo>
                    <a:pt x="3841" y="5402"/>
                  </a:lnTo>
                  <a:lnTo>
                    <a:pt x="3840" y="884"/>
                  </a:lnTo>
                  <a:lnTo>
                    <a:pt x="3916" y="791"/>
                  </a:lnTo>
                  <a:lnTo>
                    <a:pt x="3916" y="646"/>
                  </a:lnTo>
                  <a:cubicBezTo>
                    <a:pt x="3916" y="541"/>
                    <a:pt x="3885" y="435"/>
                    <a:pt x="3827" y="345"/>
                  </a:cubicBezTo>
                  <a:lnTo>
                    <a:pt x="3621" y="21"/>
                  </a:lnTo>
                  <a:lnTo>
                    <a:pt x="326"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27"/>
            <p:cNvSpPr/>
            <p:nvPr/>
          </p:nvSpPr>
          <p:spPr>
            <a:xfrm>
              <a:off x="6732324" y="1639408"/>
              <a:ext cx="126980" cy="201504"/>
            </a:xfrm>
            <a:custGeom>
              <a:rect b="b" l="l" r="r" t="t"/>
              <a:pathLst>
                <a:path extrusionOk="0" h="6273" w="3953">
                  <a:moveTo>
                    <a:pt x="303" y="0"/>
                  </a:moveTo>
                  <a:lnTo>
                    <a:pt x="90" y="335"/>
                  </a:lnTo>
                  <a:cubicBezTo>
                    <a:pt x="32" y="424"/>
                    <a:pt x="0" y="530"/>
                    <a:pt x="0" y="637"/>
                  </a:cubicBezTo>
                  <a:lnTo>
                    <a:pt x="0" y="782"/>
                  </a:lnTo>
                  <a:lnTo>
                    <a:pt x="40" y="805"/>
                  </a:lnTo>
                  <a:lnTo>
                    <a:pt x="57" y="5458"/>
                  </a:lnTo>
                  <a:lnTo>
                    <a:pt x="0" y="5526"/>
                  </a:lnTo>
                  <a:lnTo>
                    <a:pt x="0" y="5993"/>
                  </a:lnTo>
                  <a:lnTo>
                    <a:pt x="0" y="6088"/>
                  </a:lnTo>
                  <a:cubicBezTo>
                    <a:pt x="0" y="6190"/>
                    <a:pt x="84" y="6273"/>
                    <a:pt x="187" y="6273"/>
                  </a:cubicBezTo>
                  <a:lnTo>
                    <a:pt x="3767" y="6273"/>
                  </a:lnTo>
                  <a:cubicBezTo>
                    <a:pt x="3870" y="6273"/>
                    <a:pt x="3953" y="6190"/>
                    <a:pt x="3953" y="6088"/>
                  </a:cubicBezTo>
                  <a:lnTo>
                    <a:pt x="3953" y="5995"/>
                  </a:lnTo>
                  <a:lnTo>
                    <a:pt x="336" y="5995"/>
                  </a:lnTo>
                  <a:cubicBezTo>
                    <a:pt x="307" y="5989"/>
                    <a:pt x="281" y="5964"/>
                    <a:pt x="281" y="5933"/>
                  </a:cubicBezTo>
                  <a:lnTo>
                    <a:pt x="281" y="637"/>
                  </a:lnTo>
                  <a:cubicBezTo>
                    <a:pt x="281" y="566"/>
                    <a:pt x="302" y="495"/>
                    <a:pt x="339" y="436"/>
                  </a:cubicBezTo>
                  <a:lnTo>
                    <a:pt x="5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27"/>
            <p:cNvSpPr/>
            <p:nvPr/>
          </p:nvSpPr>
          <p:spPr>
            <a:xfrm>
              <a:off x="6779065" y="1543132"/>
              <a:ext cx="34821" cy="35849"/>
            </a:xfrm>
            <a:custGeom>
              <a:rect b="b" l="l" r="r" t="t"/>
              <a:pathLst>
                <a:path extrusionOk="0" h="1116" w="1084">
                  <a:moveTo>
                    <a:pt x="244" y="1"/>
                  </a:moveTo>
                  <a:lnTo>
                    <a:pt x="187" y="38"/>
                  </a:lnTo>
                  <a:cubicBezTo>
                    <a:pt x="84" y="38"/>
                    <a:pt x="0" y="121"/>
                    <a:pt x="0" y="225"/>
                  </a:cubicBezTo>
                  <a:lnTo>
                    <a:pt x="0" y="1110"/>
                  </a:lnTo>
                  <a:lnTo>
                    <a:pt x="1044" y="1115"/>
                  </a:lnTo>
                  <a:lnTo>
                    <a:pt x="1083" y="834"/>
                  </a:lnTo>
                  <a:lnTo>
                    <a:pt x="1083" y="186"/>
                  </a:lnTo>
                  <a:cubicBezTo>
                    <a:pt x="1083" y="83"/>
                    <a:pt x="999" y="1"/>
                    <a:pt x="89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27"/>
            <p:cNvSpPr/>
            <p:nvPr/>
          </p:nvSpPr>
          <p:spPr>
            <a:xfrm>
              <a:off x="6777908" y="1543196"/>
              <a:ext cx="35977" cy="38836"/>
            </a:xfrm>
            <a:custGeom>
              <a:rect b="b" l="l" r="r" t="t"/>
              <a:pathLst>
                <a:path extrusionOk="0" h="1209" w="1120">
                  <a:moveTo>
                    <a:pt x="187" y="0"/>
                  </a:moveTo>
                  <a:cubicBezTo>
                    <a:pt x="84" y="0"/>
                    <a:pt x="0" y="83"/>
                    <a:pt x="0" y="187"/>
                  </a:cubicBezTo>
                  <a:lnTo>
                    <a:pt x="0" y="1203"/>
                  </a:lnTo>
                  <a:lnTo>
                    <a:pt x="1119" y="1209"/>
                  </a:lnTo>
                  <a:lnTo>
                    <a:pt x="1119" y="834"/>
                  </a:lnTo>
                  <a:lnTo>
                    <a:pt x="374" y="831"/>
                  </a:lnTo>
                  <a:cubicBezTo>
                    <a:pt x="322" y="828"/>
                    <a:pt x="280" y="788"/>
                    <a:pt x="280" y="737"/>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27"/>
            <p:cNvSpPr/>
            <p:nvPr/>
          </p:nvSpPr>
          <p:spPr>
            <a:xfrm>
              <a:off x="6791368" y="1556142"/>
              <a:ext cx="9026" cy="8962"/>
            </a:xfrm>
            <a:custGeom>
              <a:rect b="b" l="l" r="r" t="t"/>
              <a:pathLst>
                <a:path extrusionOk="0" h="279" w="281">
                  <a:moveTo>
                    <a:pt x="140" y="1"/>
                  </a:moveTo>
                  <a:cubicBezTo>
                    <a:pt x="63" y="1"/>
                    <a:pt x="1" y="63"/>
                    <a:pt x="1" y="140"/>
                  </a:cubicBezTo>
                  <a:cubicBezTo>
                    <a:pt x="1" y="217"/>
                    <a:pt x="63" y="279"/>
                    <a:pt x="140" y="279"/>
                  </a:cubicBezTo>
                  <a:cubicBezTo>
                    <a:pt x="218" y="279"/>
                    <a:pt x="280" y="217"/>
                    <a:pt x="280" y="140"/>
                  </a:cubicBezTo>
                  <a:cubicBezTo>
                    <a:pt x="280" y="63"/>
                    <a:pt x="218"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27"/>
            <p:cNvSpPr/>
            <p:nvPr/>
          </p:nvSpPr>
          <p:spPr>
            <a:xfrm>
              <a:off x="6766279" y="1578629"/>
              <a:ext cx="60422" cy="14808"/>
            </a:xfrm>
            <a:custGeom>
              <a:rect b="b" l="l" r="r" t="t"/>
              <a:pathLst>
                <a:path extrusionOk="0" h="461" w="1881">
                  <a:moveTo>
                    <a:pt x="232" y="0"/>
                  </a:moveTo>
                  <a:cubicBezTo>
                    <a:pt x="167" y="0"/>
                    <a:pt x="107" y="25"/>
                    <a:pt x="61" y="62"/>
                  </a:cubicBezTo>
                  <a:cubicBezTo>
                    <a:pt x="0" y="110"/>
                    <a:pt x="7" y="187"/>
                    <a:pt x="7" y="271"/>
                  </a:cubicBezTo>
                  <a:cubicBezTo>
                    <a:pt x="7" y="271"/>
                    <a:pt x="84" y="461"/>
                    <a:pt x="232" y="461"/>
                  </a:cubicBezTo>
                  <a:lnTo>
                    <a:pt x="1426" y="461"/>
                  </a:lnTo>
                  <a:cubicBezTo>
                    <a:pt x="1574" y="461"/>
                    <a:pt x="1875" y="426"/>
                    <a:pt x="1881" y="280"/>
                  </a:cubicBezTo>
                  <a:lnTo>
                    <a:pt x="1881" y="271"/>
                  </a:lnTo>
                  <a:cubicBezTo>
                    <a:pt x="1881" y="122"/>
                    <a:pt x="1759" y="0"/>
                    <a:pt x="1611" y="0"/>
                  </a:cubicBezTo>
                  <a:close/>
                </a:path>
              </a:pathLst>
            </a:custGeom>
            <a:solidFill>
              <a:srgbClr val="DDD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27"/>
            <p:cNvSpPr/>
            <p:nvPr/>
          </p:nvSpPr>
          <p:spPr>
            <a:xfrm>
              <a:off x="6765026" y="1580621"/>
              <a:ext cx="61675" cy="17250"/>
            </a:xfrm>
            <a:custGeom>
              <a:rect b="b" l="l" r="r" t="t"/>
              <a:pathLst>
                <a:path extrusionOk="0" h="537" w="1920">
                  <a:moveTo>
                    <a:pt x="97" y="0"/>
                  </a:moveTo>
                  <a:cubicBezTo>
                    <a:pt x="38" y="50"/>
                    <a:pt x="0" y="125"/>
                    <a:pt x="0" y="209"/>
                  </a:cubicBezTo>
                  <a:cubicBezTo>
                    <a:pt x="0" y="357"/>
                    <a:pt x="122" y="478"/>
                    <a:pt x="269" y="478"/>
                  </a:cubicBezTo>
                  <a:lnTo>
                    <a:pt x="320" y="535"/>
                  </a:lnTo>
                  <a:lnTo>
                    <a:pt x="1587" y="536"/>
                  </a:lnTo>
                  <a:lnTo>
                    <a:pt x="1650" y="478"/>
                  </a:lnTo>
                  <a:cubicBezTo>
                    <a:pt x="1797" y="478"/>
                    <a:pt x="1914" y="362"/>
                    <a:pt x="1920" y="218"/>
                  </a:cubicBezTo>
                  <a:lnTo>
                    <a:pt x="363" y="218"/>
                  </a:lnTo>
                  <a:lnTo>
                    <a:pt x="363" y="219"/>
                  </a:lnTo>
                  <a:cubicBezTo>
                    <a:pt x="232" y="219"/>
                    <a:pt x="123" y="125"/>
                    <a:pt x="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27"/>
            <p:cNvSpPr/>
            <p:nvPr/>
          </p:nvSpPr>
          <p:spPr>
            <a:xfrm>
              <a:off x="6750506" y="1596008"/>
              <a:ext cx="93252" cy="26116"/>
            </a:xfrm>
            <a:custGeom>
              <a:rect b="b" l="l" r="r" t="t"/>
              <a:pathLst>
                <a:path extrusionOk="0" h="813" w="2903">
                  <a:moveTo>
                    <a:pt x="742" y="1"/>
                  </a:moveTo>
                  <a:cubicBezTo>
                    <a:pt x="582" y="1"/>
                    <a:pt x="432" y="45"/>
                    <a:pt x="303" y="124"/>
                  </a:cubicBezTo>
                  <a:cubicBezTo>
                    <a:pt x="63" y="270"/>
                    <a:pt x="0" y="759"/>
                    <a:pt x="0" y="784"/>
                  </a:cubicBezTo>
                  <a:lnTo>
                    <a:pt x="2852" y="813"/>
                  </a:lnTo>
                  <a:cubicBezTo>
                    <a:pt x="2852" y="813"/>
                    <a:pt x="2903" y="649"/>
                    <a:pt x="2874" y="562"/>
                  </a:cubicBezTo>
                  <a:cubicBezTo>
                    <a:pt x="2761" y="237"/>
                    <a:pt x="2450" y="1"/>
                    <a:pt x="208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27"/>
            <p:cNvSpPr/>
            <p:nvPr/>
          </p:nvSpPr>
          <p:spPr>
            <a:xfrm>
              <a:off x="6747358" y="1600024"/>
              <a:ext cx="96978" cy="25505"/>
            </a:xfrm>
            <a:custGeom>
              <a:rect b="b" l="l" r="r" t="t"/>
              <a:pathLst>
                <a:path extrusionOk="0" h="794" w="3019">
                  <a:moveTo>
                    <a:pt x="401" y="0"/>
                  </a:moveTo>
                  <a:lnTo>
                    <a:pt x="401" y="0"/>
                  </a:lnTo>
                  <a:cubicBezTo>
                    <a:pt x="161" y="148"/>
                    <a:pt x="0" y="413"/>
                    <a:pt x="0" y="715"/>
                  </a:cubicBezTo>
                  <a:lnTo>
                    <a:pt x="0" y="717"/>
                  </a:lnTo>
                  <a:lnTo>
                    <a:pt x="38" y="773"/>
                  </a:lnTo>
                  <a:lnTo>
                    <a:pt x="2946" y="793"/>
                  </a:lnTo>
                  <a:lnTo>
                    <a:pt x="3018" y="717"/>
                  </a:lnTo>
                  <a:lnTo>
                    <a:pt x="3018" y="715"/>
                  </a:lnTo>
                  <a:cubicBezTo>
                    <a:pt x="3018" y="618"/>
                    <a:pt x="3002" y="524"/>
                    <a:pt x="2971" y="437"/>
                  </a:cubicBezTo>
                  <a:lnTo>
                    <a:pt x="646" y="434"/>
                  </a:lnTo>
                  <a:cubicBezTo>
                    <a:pt x="427" y="434"/>
                    <a:pt x="288" y="191"/>
                    <a:pt x="40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27"/>
            <p:cNvSpPr/>
            <p:nvPr/>
          </p:nvSpPr>
          <p:spPr>
            <a:xfrm>
              <a:off x="6733577" y="1664432"/>
              <a:ext cx="125824" cy="151136"/>
            </a:xfrm>
            <a:custGeom>
              <a:rect b="b" l="l" r="r" t="t"/>
              <a:pathLst>
                <a:path extrusionOk="0" h="4705" w="3917">
                  <a:moveTo>
                    <a:pt x="242" y="0"/>
                  </a:moveTo>
                  <a:lnTo>
                    <a:pt x="1" y="39"/>
                  </a:lnTo>
                  <a:lnTo>
                    <a:pt x="1" y="4687"/>
                  </a:lnTo>
                  <a:lnTo>
                    <a:pt x="3877" y="4705"/>
                  </a:lnTo>
                  <a:lnTo>
                    <a:pt x="3916" y="4463"/>
                  </a:lnTo>
                  <a:lnTo>
                    <a:pt x="39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27"/>
            <p:cNvSpPr/>
            <p:nvPr/>
          </p:nvSpPr>
          <p:spPr>
            <a:xfrm>
              <a:off x="6732324" y="1664368"/>
              <a:ext cx="126980" cy="152453"/>
            </a:xfrm>
            <a:custGeom>
              <a:rect b="b" l="l" r="r" t="t"/>
              <a:pathLst>
                <a:path extrusionOk="0" h="4746" w="3953">
                  <a:moveTo>
                    <a:pt x="0" y="1"/>
                  </a:moveTo>
                  <a:lnTo>
                    <a:pt x="0" y="4746"/>
                  </a:lnTo>
                  <a:lnTo>
                    <a:pt x="3953" y="4746"/>
                  </a:lnTo>
                  <a:lnTo>
                    <a:pt x="3953" y="4465"/>
                  </a:lnTo>
                  <a:lnTo>
                    <a:pt x="336" y="4465"/>
                  </a:lnTo>
                  <a:cubicBezTo>
                    <a:pt x="307" y="4465"/>
                    <a:pt x="281" y="4439"/>
                    <a:pt x="281" y="4409"/>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27"/>
            <p:cNvSpPr/>
            <p:nvPr/>
          </p:nvSpPr>
          <p:spPr>
            <a:xfrm>
              <a:off x="6753911" y="1682100"/>
              <a:ext cx="31223" cy="115705"/>
            </a:xfrm>
            <a:custGeom>
              <a:rect b="b" l="l" r="r" t="t"/>
              <a:pathLst>
                <a:path extrusionOk="0" h="3602" w="972">
                  <a:moveTo>
                    <a:pt x="225" y="0"/>
                  </a:moveTo>
                  <a:lnTo>
                    <a:pt x="94" y="39"/>
                  </a:lnTo>
                  <a:cubicBezTo>
                    <a:pt x="42" y="39"/>
                    <a:pt x="0" y="83"/>
                    <a:pt x="0" y="133"/>
                  </a:cubicBezTo>
                  <a:lnTo>
                    <a:pt x="0" y="3508"/>
                  </a:lnTo>
                  <a:cubicBezTo>
                    <a:pt x="0" y="3560"/>
                    <a:pt x="44" y="3602"/>
                    <a:pt x="94" y="3602"/>
                  </a:cubicBezTo>
                  <a:lnTo>
                    <a:pt x="822" y="3583"/>
                  </a:lnTo>
                  <a:cubicBezTo>
                    <a:pt x="873" y="3583"/>
                    <a:pt x="914" y="3543"/>
                    <a:pt x="917" y="3488"/>
                  </a:cubicBezTo>
                  <a:lnTo>
                    <a:pt x="972" y="3376"/>
                  </a:lnTo>
                  <a:lnTo>
                    <a:pt x="972" y="94"/>
                  </a:lnTo>
                  <a:cubicBezTo>
                    <a:pt x="972" y="42"/>
                    <a:pt x="928" y="0"/>
                    <a:pt x="8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27"/>
            <p:cNvSpPr/>
            <p:nvPr/>
          </p:nvSpPr>
          <p:spPr>
            <a:xfrm>
              <a:off x="6752691" y="1682197"/>
              <a:ext cx="32412" cy="116830"/>
            </a:xfrm>
            <a:custGeom>
              <a:rect b="b" l="l" r="r" t="t"/>
              <a:pathLst>
                <a:path extrusionOk="0" h="3637" w="1009">
                  <a:moveTo>
                    <a:pt x="95" y="0"/>
                  </a:moveTo>
                  <a:cubicBezTo>
                    <a:pt x="44" y="0"/>
                    <a:pt x="1" y="41"/>
                    <a:pt x="1" y="94"/>
                  </a:cubicBezTo>
                  <a:lnTo>
                    <a:pt x="1" y="3542"/>
                  </a:lnTo>
                  <a:cubicBezTo>
                    <a:pt x="1" y="3593"/>
                    <a:pt x="42" y="3637"/>
                    <a:pt x="95" y="3637"/>
                  </a:cubicBezTo>
                  <a:lnTo>
                    <a:pt x="914" y="3637"/>
                  </a:lnTo>
                  <a:cubicBezTo>
                    <a:pt x="965" y="3637"/>
                    <a:pt x="1008" y="3595"/>
                    <a:pt x="1008" y="3542"/>
                  </a:cubicBezTo>
                  <a:lnTo>
                    <a:pt x="1008" y="3374"/>
                  </a:lnTo>
                  <a:lnTo>
                    <a:pt x="319" y="3374"/>
                  </a:lnTo>
                  <a:cubicBezTo>
                    <a:pt x="289" y="3374"/>
                    <a:pt x="263" y="3348"/>
                    <a:pt x="263" y="3318"/>
                  </a:cubicBezTo>
                  <a:lnTo>
                    <a:pt x="26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27"/>
            <p:cNvSpPr/>
            <p:nvPr/>
          </p:nvSpPr>
          <p:spPr>
            <a:xfrm>
              <a:off x="6804186" y="1682100"/>
              <a:ext cx="34789" cy="16896"/>
            </a:xfrm>
            <a:custGeom>
              <a:rect b="b" l="l" r="r" t="t"/>
              <a:pathLst>
                <a:path extrusionOk="0" h="526" w="1083">
                  <a:moveTo>
                    <a:pt x="243" y="0"/>
                  </a:moveTo>
                  <a:lnTo>
                    <a:pt x="94" y="39"/>
                  </a:lnTo>
                  <a:cubicBezTo>
                    <a:pt x="42" y="39"/>
                    <a:pt x="0" y="83"/>
                    <a:pt x="0" y="133"/>
                  </a:cubicBezTo>
                  <a:lnTo>
                    <a:pt x="0" y="432"/>
                  </a:lnTo>
                  <a:cubicBezTo>
                    <a:pt x="0" y="484"/>
                    <a:pt x="43" y="526"/>
                    <a:pt x="94" y="526"/>
                  </a:cubicBezTo>
                  <a:lnTo>
                    <a:pt x="953" y="526"/>
                  </a:lnTo>
                  <a:cubicBezTo>
                    <a:pt x="1005" y="526"/>
                    <a:pt x="1047" y="484"/>
                    <a:pt x="1045" y="430"/>
                  </a:cubicBezTo>
                  <a:lnTo>
                    <a:pt x="1083" y="281"/>
                  </a:lnTo>
                  <a:lnTo>
                    <a:pt x="1083" y="94"/>
                  </a:lnTo>
                  <a:cubicBezTo>
                    <a:pt x="1083" y="42"/>
                    <a:pt x="1039" y="0"/>
                    <a:pt x="98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27"/>
            <p:cNvSpPr/>
            <p:nvPr/>
          </p:nvSpPr>
          <p:spPr>
            <a:xfrm>
              <a:off x="6802965" y="1682197"/>
              <a:ext cx="36009" cy="18021"/>
            </a:xfrm>
            <a:custGeom>
              <a:rect b="b" l="l" r="r" t="t"/>
              <a:pathLst>
                <a:path extrusionOk="0" h="561" w="1121">
                  <a:moveTo>
                    <a:pt x="95" y="0"/>
                  </a:moveTo>
                  <a:cubicBezTo>
                    <a:pt x="44" y="0"/>
                    <a:pt x="0" y="41"/>
                    <a:pt x="0" y="94"/>
                  </a:cubicBezTo>
                  <a:lnTo>
                    <a:pt x="0" y="466"/>
                  </a:lnTo>
                  <a:cubicBezTo>
                    <a:pt x="0" y="517"/>
                    <a:pt x="42" y="560"/>
                    <a:pt x="95" y="560"/>
                  </a:cubicBezTo>
                  <a:lnTo>
                    <a:pt x="1027" y="560"/>
                  </a:lnTo>
                  <a:cubicBezTo>
                    <a:pt x="1077" y="560"/>
                    <a:pt x="1121" y="518"/>
                    <a:pt x="1121" y="466"/>
                  </a:cubicBezTo>
                  <a:lnTo>
                    <a:pt x="1121" y="279"/>
                  </a:lnTo>
                  <a:lnTo>
                    <a:pt x="375" y="279"/>
                  </a:lnTo>
                  <a:cubicBezTo>
                    <a:pt x="325" y="279"/>
                    <a:pt x="281" y="239"/>
                    <a:pt x="281" y="185"/>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27"/>
            <p:cNvSpPr/>
            <p:nvPr/>
          </p:nvSpPr>
          <p:spPr>
            <a:xfrm>
              <a:off x="6798532" y="1720135"/>
              <a:ext cx="9059" cy="78893"/>
            </a:xfrm>
            <a:custGeom>
              <a:rect b="b" l="l" r="r" t="t"/>
              <a:pathLst>
                <a:path extrusionOk="0" h="2456" w="282">
                  <a:moveTo>
                    <a:pt x="140" y="0"/>
                  </a:moveTo>
                  <a:cubicBezTo>
                    <a:pt x="65" y="0"/>
                    <a:pt x="1" y="61"/>
                    <a:pt x="1" y="139"/>
                  </a:cubicBezTo>
                  <a:lnTo>
                    <a:pt x="1" y="2317"/>
                  </a:lnTo>
                  <a:cubicBezTo>
                    <a:pt x="1" y="2392"/>
                    <a:pt x="63" y="2456"/>
                    <a:pt x="140" y="2456"/>
                  </a:cubicBezTo>
                  <a:cubicBezTo>
                    <a:pt x="218" y="2456"/>
                    <a:pt x="282" y="2392"/>
                    <a:pt x="280" y="2317"/>
                  </a:cubicBezTo>
                  <a:lnTo>
                    <a:pt x="280" y="139"/>
                  </a:lnTo>
                  <a:cubicBezTo>
                    <a:pt x="280" y="64"/>
                    <a:pt x="218" y="0"/>
                    <a:pt x="1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27"/>
            <p:cNvSpPr/>
            <p:nvPr/>
          </p:nvSpPr>
          <p:spPr>
            <a:xfrm>
              <a:off x="6834479" y="1765205"/>
              <a:ext cx="9026" cy="33825"/>
            </a:xfrm>
            <a:custGeom>
              <a:rect b="b" l="l" r="r" t="t"/>
              <a:pathLst>
                <a:path extrusionOk="0" h="1053" w="281">
                  <a:moveTo>
                    <a:pt x="140" y="0"/>
                  </a:moveTo>
                  <a:cubicBezTo>
                    <a:pt x="63" y="0"/>
                    <a:pt x="1" y="61"/>
                    <a:pt x="1" y="139"/>
                  </a:cubicBezTo>
                  <a:lnTo>
                    <a:pt x="1" y="914"/>
                  </a:lnTo>
                  <a:cubicBezTo>
                    <a:pt x="1" y="989"/>
                    <a:pt x="62" y="1053"/>
                    <a:pt x="140" y="1053"/>
                  </a:cubicBezTo>
                  <a:cubicBezTo>
                    <a:pt x="218" y="1053"/>
                    <a:pt x="280" y="989"/>
                    <a:pt x="279" y="914"/>
                  </a:cubicBezTo>
                  <a:lnTo>
                    <a:pt x="279" y="139"/>
                  </a:lnTo>
                  <a:cubicBezTo>
                    <a:pt x="279" y="62"/>
                    <a:pt x="218" y="0"/>
                    <a:pt x="1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27"/>
            <p:cNvSpPr/>
            <p:nvPr/>
          </p:nvSpPr>
          <p:spPr>
            <a:xfrm>
              <a:off x="6816489" y="1765044"/>
              <a:ext cx="9059" cy="33986"/>
            </a:xfrm>
            <a:custGeom>
              <a:rect b="b" l="l" r="r" t="t"/>
              <a:pathLst>
                <a:path extrusionOk="0" h="1058" w="282">
                  <a:moveTo>
                    <a:pt x="141" y="1"/>
                  </a:moveTo>
                  <a:cubicBezTo>
                    <a:pt x="64" y="1"/>
                    <a:pt x="1" y="63"/>
                    <a:pt x="1" y="140"/>
                  </a:cubicBezTo>
                  <a:lnTo>
                    <a:pt x="1" y="919"/>
                  </a:lnTo>
                  <a:cubicBezTo>
                    <a:pt x="1" y="994"/>
                    <a:pt x="63" y="1058"/>
                    <a:pt x="141" y="1058"/>
                  </a:cubicBezTo>
                  <a:cubicBezTo>
                    <a:pt x="218" y="1058"/>
                    <a:pt x="282" y="994"/>
                    <a:pt x="280" y="919"/>
                  </a:cubicBezTo>
                  <a:lnTo>
                    <a:pt x="280" y="140"/>
                  </a:lnTo>
                  <a:cubicBezTo>
                    <a:pt x="280" y="64"/>
                    <a:pt x="21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27"/>
            <p:cNvSpPr/>
            <p:nvPr/>
          </p:nvSpPr>
          <p:spPr>
            <a:xfrm>
              <a:off x="6733256" y="1623024"/>
              <a:ext cx="126049" cy="16639"/>
            </a:xfrm>
            <a:custGeom>
              <a:rect b="b" l="l" r="r" t="t"/>
              <a:pathLst>
                <a:path extrusionOk="0" h="518" w="3924">
                  <a:moveTo>
                    <a:pt x="244" y="1"/>
                  </a:moveTo>
                  <a:cubicBezTo>
                    <a:pt x="165" y="1"/>
                    <a:pt x="94" y="34"/>
                    <a:pt x="47" y="86"/>
                  </a:cubicBezTo>
                  <a:cubicBezTo>
                    <a:pt x="0" y="132"/>
                    <a:pt x="3" y="212"/>
                    <a:pt x="3" y="283"/>
                  </a:cubicBezTo>
                  <a:lnTo>
                    <a:pt x="3" y="300"/>
                  </a:lnTo>
                  <a:cubicBezTo>
                    <a:pt x="3" y="449"/>
                    <a:pt x="113" y="502"/>
                    <a:pt x="261" y="502"/>
                  </a:cubicBezTo>
                  <a:lnTo>
                    <a:pt x="3566" y="517"/>
                  </a:lnTo>
                  <a:cubicBezTo>
                    <a:pt x="3714" y="517"/>
                    <a:pt x="3916" y="420"/>
                    <a:pt x="3915" y="273"/>
                  </a:cubicBezTo>
                  <a:cubicBezTo>
                    <a:pt x="3915" y="273"/>
                    <a:pt x="3924" y="267"/>
                    <a:pt x="3924" y="264"/>
                  </a:cubicBezTo>
                  <a:cubicBezTo>
                    <a:pt x="3921" y="116"/>
                    <a:pt x="3800" y="1"/>
                    <a:pt x="36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27"/>
            <p:cNvSpPr/>
            <p:nvPr/>
          </p:nvSpPr>
          <p:spPr>
            <a:xfrm>
              <a:off x="6732420" y="1625787"/>
              <a:ext cx="126884" cy="14616"/>
            </a:xfrm>
            <a:custGeom>
              <a:rect b="b" l="l" r="r" t="t"/>
              <a:pathLst>
                <a:path extrusionOk="0" h="455" w="3950">
                  <a:moveTo>
                    <a:pt x="73" y="0"/>
                  </a:moveTo>
                  <a:cubicBezTo>
                    <a:pt x="26" y="49"/>
                    <a:pt x="0" y="114"/>
                    <a:pt x="0" y="185"/>
                  </a:cubicBezTo>
                  <a:cubicBezTo>
                    <a:pt x="0" y="333"/>
                    <a:pt x="120" y="455"/>
                    <a:pt x="270" y="455"/>
                  </a:cubicBezTo>
                  <a:lnTo>
                    <a:pt x="3680" y="455"/>
                  </a:lnTo>
                  <a:cubicBezTo>
                    <a:pt x="3829" y="455"/>
                    <a:pt x="3950" y="333"/>
                    <a:pt x="3950" y="185"/>
                  </a:cubicBezTo>
                  <a:lnTo>
                    <a:pt x="3950" y="175"/>
                  </a:lnTo>
                  <a:lnTo>
                    <a:pt x="326" y="175"/>
                  </a:lnTo>
                  <a:cubicBezTo>
                    <a:pt x="210" y="175"/>
                    <a:pt x="110" y="101"/>
                    <a:pt x="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96" name="Google Shape;3796;p27"/>
          <p:cNvGrpSpPr/>
          <p:nvPr/>
        </p:nvGrpSpPr>
        <p:grpSpPr>
          <a:xfrm>
            <a:off x="6038444" y="1543132"/>
            <a:ext cx="245004" cy="297692"/>
            <a:chOff x="6038444" y="1543132"/>
            <a:chExt cx="245004" cy="297692"/>
          </a:xfrm>
        </p:grpSpPr>
        <p:sp>
          <p:nvSpPr>
            <p:cNvPr id="3797" name="Google Shape;3797;p27"/>
            <p:cNvSpPr/>
            <p:nvPr/>
          </p:nvSpPr>
          <p:spPr>
            <a:xfrm>
              <a:off x="6056433" y="1741979"/>
              <a:ext cx="209021" cy="24542"/>
            </a:xfrm>
            <a:custGeom>
              <a:rect b="b" l="l" r="r" t="t"/>
              <a:pathLst>
                <a:path extrusionOk="0" h="764" w="6507">
                  <a:moveTo>
                    <a:pt x="0" y="1"/>
                  </a:moveTo>
                  <a:lnTo>
                    <a:pt x="0" y="764"/>
                  </a:lnTo>
                  <a:lnTo>
                    <a:pt x="6506" y="764"/>
                  </a:lnTo>
                  <a:lnTo>
                    <a:pt x="6506"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27"/>
            <p:cNvSpPr/>
            <p:nvPr/>
          </p:nvSpPr>
          <p:spPr>
            <a:xfrm>
              <a:off x="6038701" y="1706129"/>
              <a:ext cx="244741" cy="38900"/>
            </a:xfrm>
            <a:custGeom>
              <a:rect b="b" l="l" r="r" t="t"/>
              <a:pathLst>
                <a:path extrusionOk="0" h="1211" w="7619">
                  <a:moveTo>
                    <a:pt x="3944" y="1"/>
                  </a:moveTo>
                  <a:lnTo>
                    <a:pt x="14" y="92"/>
                  </a:lnTo>
                  <a:lnTo>
                    <a:pt x="1" y="920"/>
                  </a:lnTo>
                  <a:cubicBezTo>
                    <a:pt x="1" y="1073"/>
                    <a:pt x="120" y="1204"/>
                    <a:pt x="273" y="1204"/>
                  </a:cubicBezTo>
                  <a:lnTo>
                    <a:pt x="290" y="1211"/>
                  </a:lnTo>
                  <a:lnTo>
                    <a:pt x="7338" y="1211"/>
                  </a:lnTo>
                  <a:cubicBezTo>
                    <a:pt x="7492" y="1211"/>
                    <a:pt x="7618" y="1083"/>
                    <a:pt x="7618" y="930"/>
                  </a:cubicBezTo>
                  <a:lnTo>
                    <a:pt x="7618" y="90"/>
                  </a:lnTo>
                  <a:lnTo>
                    <a:pt x="3944"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27"/>
            <p:cNvSpPr/>
            <p:nvPr/>
          </p:nvSpPr>
          <p:spPr>
            <a:xfrm>
              <a:off x="6038476" y="1706001"/>
              <a:ext cx="9669" cy="38997"/>
            </a:xfrm>
            <a:custGeom>
              <a:rect b="b" l="l" r="r" t="t"/>
              <a:pathLst>
                <a:path extrusionOk="0" h="1214" w="301">
                  <a:moveTo>
                    <a:pt x="150" y="0"/>
                  </a:moveTo>
                  <a:lnTo>
                    <a:pt x="1" y="93"/>
                  </a:lnTo>
                  <a:lnTo>
                    <a:pt x="1" y="933"/>
                  </a:lnTo>
                  <a:cubicBezTo>
                    <a:pt x="1" y="1087"/>
                    <a:pt x="128" y="1213"/>
                    <a:pt x="281" y="1213"/>
                  </a:cubicBezTo>
                  <a:lnTo>
                    <a:pt x="300" y="1213"/>
                  </a:lnTo>
                  <a:lnTo>
                    <a:pt x="300" y="94"/>
                  </a:lnTo>
                  <a:lnTo>
                    <a:pt x="15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27"/>
            <p:cNvSpPr/>
            <p:nvPr/>
          </p:nvSpPr>
          <p:spPr>
            <a:xfrm>
              <a:off x="6038993" y="1547332"/>
              <a:ext cx="244324" cy="164692"/>
            </a:xfrm>
            <a:custGeom>
              <a:rect b="b" l="l" r="r" t="t"/>
              <a:pathLst>
                <a:path extrusionOk="0" h="5127" w="7606">
                  <a:moveTo>
                    <a:pt x="277" y="1"/>
                  </a:moveTo>
                  <a:lnTo>
                    <a:pt x="259" y="11"/>
                  </a:lnTo>
                  <a:cubicBezTo>
                    <a:pt x="102" y="11"/>
                    <a:pt x="1" y="140"/>
                    <a:pt x="1" y="293"/>
                  </a:cubicBezTo>
                  <a:lnTo>
                    <a:pt x="46" y="5114"/>
                  </a:lnTo>
                  <a:lnTo>
                    <a:pt x="7565" y="5127"/>
                  </a:lnTo>
                  <a:lnTo>
                    <a:pt x="7605" y="4866"/>
                  </a:lnTo>
                  <a:lnTo>
                    <a:pt x="7605" y="280"/>
                  </a:lnTo>
                  <a:cubicBezTo>
                    <a:pt x="7605" y="127"/>
                    <a:pt x="7479" y="1"/>
                    <a:pt x="732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27"/>
            <p:cNvSpPr/>
            <p:nvPr/>
          </p:nvSpPr>
          <p:spPr>
            <a:xfrm>
              <a:off x="6038476" y="1543132"/>
              <a:ext cx="244966" cy="165913"/>
            </a:xfrm>
            <a:custGeom>
              <a:rect b="b" l="l" r="r" t="t"/>
              <a:pathLst>
                <a:path extrusionOk="0" h="5165" w="7626">
                  <a:moveTo>
                    <a:pt x="281" y="1"/>
                  </a:moveTo>
                  <a:cubicBezTo>
                    <a:pt x="127" y="1"/>
                    <a:pt x="1" y="127"/>
                    <a:pt x="1" y="280"/>
                  </a:cubicBezTo>
                  <a:lnTo>
                    <a:pt x="1" y="5164"/>
                  </a:lnTo>
                  <a:lnTo>
                    <a:pt x="7625" y="5164"/>
                  </a:lnTo>
                  <a:lnTo>
                    <a:pt x="7625" y="4866"/>
                  </a:lnTo>
                  <a:lnTo>
                    <a:pt x="355" y="4866"/>
                  </a:lnTo>
                  <a:cubicBezTo>
                    <a:pt x="325" y="4866"/>
                    <a:pt x="300" y="4840"/>
                    <a:pt x="300" y="4810"/>
                  </a:cubicBezTo>
                  <a:lnTo>
                    <a:pt x="30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27"/>
            <p:cNvSpPr/>
            <p:nvPr/>
          </p:nvSpPr>
          <p:spPr>
            <a:xfrm>
              <a:off x="6056369" y="1561089"/>
              <a:ext cx="209085" cy="130000"/>
            </a:xfrm>
            <a:custGeom>
              <a:rect b="b" l="l" r="r" t="t"/>
              <a:pathLst>
                <a:path extrusionOk="0" h="4047" w="6509">
                  <a:moveTo>
                    <a:pt x="57" y="0"/>
                  </a:moveTo>
                  <a:cubicBezTo>
                    <a:pt x="27" y="0"/>
                    <a:pt x="1" y="25"/>
                    <a:pt x="1" y="57"/>
                  </a:cubicBezTo>
                  <a:lnTo>
                    <a:pt x="1" y="3990"/>
                  </a:lnTo>
                  <a:cubicBezTo>
                    <a:pt x="1" y="4020"/>
                    <a:pt x="27" y="4047"/>
                    <a:pt x="57" y="4047"/>
                  </a:cubicBezTo>
                  <a:lnTo>
                    <a:pt x="6453" y="4047"/>
                  </a:lnTo>
                  <a:cubicBezTo>
                    <a:pt x="6485" y="4047"/>
                    <a:pt x="6508" y="4020"/>
                    <a:pt x="6508" y="3990"/>
                  </a:cubicBezTo>
                  <a:lnTo>
                    <a:pt x="6508" y="57"/>
                  </a:lnTo>
                  <a:cubicBezTo>
                    <a:pt x="6508" y="25"/>
                    <a:pt x="6484" y="0"/>
                    <a:pt x="645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27"/>
            <p:cNvSpPr/>
            <p:nvPr/>
          </p:nvSpPr>
          <p:spPr>
            <a:xfrm>
              <a:off x="6072977" y="1577216"/>
              <a:ext cx="176385" cy="97363"/>
            </a:xfrm>
            <a:custGeom>
              <a:rect b="b" l="l" r="r" t="t"/>
              <a:pathLst>
                <a:path extrusionOk="0" h="3031" w="5491">
                  <a:moveTo>
                    <a:pt x="251" y="1"/>
                  </a:moveTo>
                  <a:lnTo>
                    <a:pt x="62" y="8"/>
                  </a:lnTo>
                  <a:cubicBezTo>
                    <a:pt x="31" y="8"/>
                    <a:pt x="5" y="34"/>
                    <a:pt x="5" y="64"/>
                  </a:cubicBezTo>
                  <a:lnTo>
                    <a:pt x="1" y="2974"/>
                  </a:lnTo>
                  <a:cubicBezTo>
                    <a:pt x="1" y="3005"/>
                    <a:pt x="25" y="3031"/>
                    <a:pt x="56" y="3031"/>
                  </a:cubicBezTo>
                  <a:lnTo>
                    <a:pt x="5419" y="3029"/>
                  </a:lnTo>
                  <a:cubicBezTo>
                    <a:pt x="5451" y="3029"/>
                    <a:pt x="5476" y="3005"/>
                    <a:pt x="5477" y="2973"/>
                  </a:cubicBezTo>
                  <a:lnTo>
                    <a:pt x="5490" y="2779"/>
                  </a:lnTo>
                  <a:lnTo>
                    <a:pt x="5490" y="57"/>
                  </a:lnTo>
                  <a:cubicBezTo>
                    <a:pt x="5490" y="27"/>
                    <a:pt x="5466" y="1"/>
                    <a:pt x="5434" y="1"/>
                  </a:cubicBezTo>
                  <a:close/>
                </a:path>
              </a:pathLst>
            </a:custGeom>
            <a:solidFill>
              <a:srgbClr val="9CE6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27"/>
            <p:cNvSpPr/>
            <p:nvPr/>
          </p:nvSpPr>
          <p:spPr>
            <a:xfrm>
              <a:off x="6072624" y="1577216"/>
              <a:ext cx="176674" cy="97652"/>
            </a:xfrm>
            <a:custGeom>
              <a:rect b="b" l="l" r="r" t="t"/>
              <a:pathLst>
                <a:path extrusionOk="0" h="3040" w="5500">
                  <a:moveTo>
                    <a:pt x="57" y="1"/>
                  </a:moveTo>
                  <a:cubicBezTo>
                    <a:pt x="25" y="1"/>
                    <a:pt x="0" y="27"/>
                    <a:pt x="0" y="57"/>
                  </a:cubicBezTo>
                  <a:lnTo>
                    <a:pt x="0" y="2983"/>
                  </a:lnTo>
                  <a:cubicBezTo>
                    <a:pt x="0" y="3015"/>
                    <a:pt x="25" y="3039"/>
                    <a:pt x="57" y="3039"/>
                  </a:cubicBezTo>
                  <a:lnTo>
                    <a:pt x="5443" y="3039"/>
                  </a:lnTo>
                  <a:cubicBezTo>
                    <a:pt x="5474" y="3039"/>
                    <a:pt x="5500" y="3015"/>
                    <a:pt x="5500" y="2983"/>
                  </a:cubicBezTo>
                  <a:lnTo>
                    <a:pt x="5500" y="2779"/>
                  </a:lnTo>
                  <a:lnTo>
                    <a:pt x="298" y="2779"/>
                  </a:lnTo>
                  <a:cubicBezTo>
                    <a:pt x="277" y="2779"/>
                    <a:pt x="261" y="2761"/>
                    <a:pt x="261" y="2741"/>
                  </a:cubicBezTo>
                  <a:lnTo>
                    <a:pt x="26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27"/>
            <p:cNvSpPr/>
            <p:nvPr/>
          </p:nvSpPr>
          <p:spPr>
            <a:xfrm>
              <a:off x="6038861" y="1763470"/>
              <a:ext cx="244581" cy="76773"/>
            </a:xfrm>
            <a:custGeom>
              <a:rect b="b" l="l" r="r" t="t"/>
              <a:pathLst>
                <a:path extrusionOk="0" h="2390" w="7614">
                  <a:moveTo>
                    <a:pt x="269" y="1"/>
                  </a:moveTo>
                  <a:lnTo>
                    <a:pt x="187" y="14"/>
                  </a:lnTo>
                  <a:cubicBezTo>
                    <a:pt x="83" y="14"/>
                    <a:pt x="0" y="98"/>
                    <a:pt x="0" y="200"/>
                  </a:cubicBezTo>
                  <a:lnTo>
                    <a:pt x="32" y="2172"/>
                  </a:lnTo>
                  <a:cubicBezTo>
                    <a:pt x="32" y="2276"/>
                    <a:pt x="116" y="2359"/>
                    <a:pt x="219" y="2359"/>
                  </a:cubicBezTo>
                  <a:lnTo>
                    <a:pt x="7408" y="2389"/>
                  </a:lnTo>
                  <a:cubicBezTo>
                    <a:pt x="7512" y="2389"/>
                    <a:pt x="7595" y="2307"/>
                    <a:pt x="7593" y="2204"/>
                  </a:cubicBezTo>
                  <a:lnTo>
                    <a:pt x="7613" y="2126"/>
                  </a:lnTo>
                  <a:lnTo>
                    <a:pt x="7613" y="1845"/>
                  </a:lnTo>
                  <a:lnTo>
                    <a:pt x="7542" y="280"/>
                  </a:lnTo>
                  <a:cubicBezTo>
                    <a:pt x="7542" y="177"/>
                    <a:pt x="7458" y="93"/>
                    <a:pt x="7356" y="93"/>
                  </a:cubicBezTo>
                  <a:lnTo>
                    <a:pt x="2823"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27"/>
            <p:cNvSpPr/>
            <p:nvPr/>
          </p:nvSpPr>
          <p:spPr>
            <a:xfrm>
              <a:off x="6165430" y="1763470"/>
              <a:ext cx="118018" cy="35945"/>
            </a:xfrm>
            <a:custGeom>
              <a:rect b="b" l="l" r="r" t="t"/>
              <a:pathLst>
                <a:path extrusionOk="0" h="1119" w="3674">
                  <a:moveTo>
                    <a:pt x="1" y="1"/>
                  </a:moveTo>
                  <a:lnTo>
                    <a:pt x="1" y="1118"/>
                  </a:lnTo>
                  <a:lnTo>
                    <a:pt x="3673" y="1118"/>
                  </a:lnTo>
                  <a:lnTo>
                    <a:pt x="3673" y="187"/>
                  </a:lnTo>
                  <a:cubicBezTo>
                    <a:pt x="3673" y="86"/>
                    <a:pt x="3589" y="1"/>
                    <a:pt x="348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27"/>
            <p:cNvSpPr/>
            <p:nvPr/>
          </p:nvSpPr>
          <p:spPr>
            <a:xfrm>
              <a:off x="6162603" y="1763470"/>
              <a:ext cx="120845" cy="39703"/>
            </a:xfrm>
            <a:custGeom>
              <a:rect b="b" l="l" r="r" t="t"/>
              <a:pathLst>
                <a:path extrusionOk="0" h="1236" w="3762">
                  <a:moveTo>
                    <a:pt x="89" y="1"/>
                  </a:moveTo>
                  <a:lnTo>
                    <a:pt x="0" y="483"/>
                  </a:lnTo>
                  <a:lnTo>
                    <a:pt x="89" y="1120"/>
                  </a:lnTo>
                  <a:lnTo>
                    <a:pt x="1985" y="1235"/>
                  </a:lnTo>
                  <a:lnTo>
                    <a:pt x="3761" y="1120"/>
                  </a:lnTo>
                  <a:lnTo>
                    <a:pt x="3761" y="859"/>
                  </a:lnTo>
                  <a:lnTo>
                    <a:pt x="3761" y="858"/>
                  </a:lnTo>
                  <a:lnTo>
                    <a:pt x="406" y="858"/>
                  </a:lnTo>
                  <a:cubicBezTo>
                    <a:pt x="375" y="858"/>
                    <a:pt x="349" y="831"/>
                    <a:pt x="349" y="801"/>
                  </a:cubicBezTo>
                  <a:lnTo>
                    <a:pt x="34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27"/>
            <p:cNvSpPr/>
            <p:nvPr/>
          </p:nvSpPr>
          <p:spPr>
            <a:xfrm>
              <a:off x="6038444" y="1763502"/>
              <a:ext cx="244998" cy="77319"/>
            </a:xfrm>
            <a:custGeom>
              <a:rect b="b" l="l" r="r" t="t"/>
              <a:pathLst>
                <a:path extrusionOk="0" h="2407" w="7627">
                  <a:moveTo>
                    <a:pt x="187" y="1"/>
                  </a:moveTo>
                  <a:cubicBezTo>
                    <a:pt x="84" y="1"/>
                    <a:pt x="0" y="85"/>
                    <a:pt x="0" y="188"/>
                  </a:cubicBezTo>
                  <a:lnTo>
                    <a:pt x="0" y="2220"/>
                  </a:lnTo>
                  <a:cubicBezTo>
                    <a:pt x="0" y="2323"/>
                    <a:pt x="84" y="2407"/>
                    <a:pt x="187" y="2407"/>
                  </a:cubicBezTo>
                  <a:lnTo>
                    <a:pt x="456" y="2407"/>
                  </a:lnTo>
                  <a:lnTo>
                    <a:pt x="591" y="2356"/>
                  </a:lnTo>
                  <a:lnTo>
                    <a:pt x="736" y="2407"/>
                  </a:lnTo>
                  <a:lnTo>
                    <a:pt x="1015" y="2407"/>
                  </a:lnTo>
                  <a:lnTo>
                    <a:pt x="1142" y="2356"/>
                  </a:lnTo>
                  <a:lnTo>
                    <a:pt x="1296" y="2407"/>
                  </a:lnTo>
                  <a:lnTo>
                    <a:pt x="1577" y="2407"/>
                  </a:lnTo>
                  <a:lnTo>
                    <a:pt x="1736" y="2356"/>
                  </a:lnTo>
                  <a:lnTo>
                    <a:pt x="1858" y="2407"/>
                  </a:lnTo>
                  <a:lnTo>
                    <a:pt x="2137" y="2407"/>
                  </a:lnTo>
                  <a:lnTo>
                    <a:pt x="2289" y="2356"/>
                  </a:lnTo>
                  <a:lnTo>
                    <a:pt x="2416" y="2407"/>
                  </a:lnTo>
                  <a:lnTo>
                    <a:pt x="2697" y="2407"/>
                  </a:lnTo>
                  <a:lnTo>
                    <a:pt x="2842" y="2356"/>
                  </a:lnTo>
                  <a:lnTo>
                    <a:pt x="2975" y="2407"/>
                  </a:lnTo>
                  <a:lnTo>
                    <a:pt x="7440" y="2407"/>
                  </a:lnTo>
                  <a:cubicBezTo>
                    <a:pt x="7542" y="2407"/>
                    <a:pt x="7626" y="2323"/>
                    <a:pt x="7626" y="2220"/>
                  </a:cubicBezTo>
                  <a:lnTo>
                    <a:pt x="7626" y="2126"/>
                  </a:lnTo>
                  <a:lnTo>
                    <a:pt x="355" y="2126"/>
                  </a:lnTo>
                  <a:cubicBezTo>
                    <a:pt x="313" y="2126"/>
                    <a:pt x="281" y="2094"/>
                    <a:pt x="281" y="2052"/>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27"/>
            <p:cNvSpPr/>
            <p:nvPr/>
          </p:nvSpPr>
          <p:spPr>
            <a:xfrm>
              <a:off x="6165430" y="1799417"/>
              <a:ext cx="118018" cy="23385"/>
            </a:xfrm>
            <a:custGeom>
              <a:rect b="b" l="l" r="r" t="t"/>
              <a:pathLst>
                <a:path extrusionOk="0" h="728" w="3674">
                  <a:moveTo>
                    <a:pt x="1" y="1"/>
                  </a:moveTo>
                  <a:lnTo>
                    <a:pt x="1" y="727"/>
                  </a:lnTo>
                  <a:lnTo>
                    <a:pt x="3673" y="727"/>
                  </a:lnTo>
                  <a:lnTo>
                    <a:pt x="3673"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27"/>
            <p:cNvSpPr/>
            <p:nvPr/>
          </p:nvSpPr>
          <p:spPr>
            <a:xfrm>
              <a:off x="6172048" y="1805938"/>
              <a:ext cx="104880" cy="10311"/>
            </a:xfrm>
            <a:custGeom>
              <a:rect b="b" l="l" r="r" t="t"/>
              <a:pathLst>
                <a:path extrusionOk="0" h="321" w="3265">
                  <a:moveTo>
                    <a:pt x="38" y="0"/>
                  </a:moveTo>
                  <a:cubicBezTo>
                    <a:pt x="16" y="0"/>
                    <a:pt x="0" y="18"/>
                    <a:pt x="0" y="38"/>
                  </a:cubicBezTo>
                  <a:lnTo>
                    <a:pt x="0" y="282"/>
                  </a:lnTo>
                  <a:cubicBezTo>
                    <a:pt x="0" y="304"/>
                    <a:pt x="16" y="320"/>
                    <a:pt x="38" y="320"/>
                  </a:cubicBezTo>
                  <a:lnTo>
                    <a:pt x="3226" y="320"/>
                  </a:lnTo>
                  <a:cubicBezTo>
                    <a:pt x="3247" y="320"/>
                    <a:pt x="3265" y="303"/>
                    <a:pt x="3265" y="282"/>
                  </a:cubicBezTo>
                  <a:lnTo>
                    <a:pt x="3265" y="38"/>
                  </a:lnTo>
                  <a:cubicBezTo>
                    <a:pt x="3265" y="16"/>
                    <a:pt x="3246" y="0"/>
                    <a:pt x="322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27"/>
            <p:cNvSpPr/>
            <p:nvPr/>
          </p:nvSpPr>
          <p:spPr>
            <a:xfrm>
              <a:off x="6099576" y="1722512"/>
              <a:ext cx="20687" cy="8994"/>
            </a:xfrm>
            <a:custGeom>
              <a:rect b="b" l="l" r="r" t="t"/>
              <a:pathLst>
                <a:path extrusionOk="0" h="280" w="644">
                  <a:moveTo>
                    <a:pt x="140" y="0"/>
                  </a:moveTo>
                  <a:cubicBezTo>
                    <a:pt x="65" y="0"/>
                    <a:pt x="1" y="62"/>
                    <a:pt x="1" y="139"/>
                  </a:cubicBezTo>
                  <a:cubicBezTo>
                    <a:pt x="1" y="216"/>
                    <a:pt x="63" y="280"/>
                    <a:pt x="140" y="280"/>
                  </a:cubicBezTo>
                  <a:lnTo>
                    <a:pt x="503" y="280"/>
                  </a:lnTo>
                  <a:cubicBezTo>
                    <a:pt x="581" y="280"/>
                    <a:pt x="644" y="217"/>
                    <a:pt x="644" y="139"/>
                  </a:cubicBezTo>
                  <a:cubicBezTo>
                    <a:pt x="644" y="64"/>
                    <a:pt x="581" y="0"/>
                    <a:pt x="50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27"/>
            <p:cNvSpPr/>
            <p:nvPr/>
          </p:nvSpPr>
          <p:spPr>
            <a:xfrm>
              <a:off x="6051968" y="1722512"/>
              <a:ext cx="38611" cy="8994"/>
            </a:xfrm>
            <a:custGeom>
              <a:rect b="b" l="l" r="r" t="t"/>
              <a:pathLst>
                <a:path extrusionOk="0" h="280" w="1202">
                  <a:moveTo>
                    <a:pt x="139" y="0"/>
                  </a:moveTo>
                  <a:cubicBezTo>
                    <a:pt x="64" y="0"/>
                    <a:pt x="0" y="62"/>
                    <a:pt x="0" y="139"/>
                  </a:cubicBezTo>
                  <a:cubicBezTo>
                    <a:pt x="0" y="216"/>
                    <a:pt x="63" y="280"/>
                    <a:pt x="139" y="280"/>
                  </a:cubicBezTo>
                  <a:lnTo>
                    <a:pt x="1063" y="280"/>
                  </a:lnTo>
                  <a:cubicBezTo>
                    <a:pt x="1141" y="280"/>
                    <a:pt x="1202" y="217"/>
                    <a:pt x="1202" y="139"/>
                  </a:cubicBezTo>
                  <a:cubicBezTo>
                    <a:pt x="1202" y="64"/>
                    <a:pt x="1141" y="0"/>
                    <a:pt x="106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27"/>
            <p:cNvSpPr/>
            <p:nvPr/>
          </p:nvSpPr>
          <p:spPr>
            <a:xfrm>
              <a:off x="6207063" y="1722512"/>
              <a:ext cx="8994" cy="8962"/>
            </a:xfrm>
            <a:custGeom>
              <a:rect b="b" l="l" r="r" t="t"/>
              <a:pathLst>
                <a:path extrusionOk="0" h="279" w="280">
                  <a:moveTo>
                    <a:pt x="139" y="0"/>
                  </a:moveTo>
                  <a:cubicBezTo>
                    <a:pt x="63" y="0"/>
                    <a:pt x="0" y="62"/>
                    <a:pt x="0" y="139"/>
                  </a:cubicBezTo>
                  <a:cubicBezTo>
                    <a:pt x="0" y="216"/>
                    <a:pt x="63" y="278"/>
                    <a:pt x="139" y="278"/>
                  </a:cubicBezTo>
                  <a:cubicBezTo>
                    <a:pt x="217" y="278"/>
                    <a:pt x="280" y="216"/>
                    <a:pt x="280" y="139"/>
                  </a:cubicBezTo>
                  <a:cubicBezTo>
                    <a:pt x="280" y="62"/>
                    <a:pt x="217" y="0"/>
                    <a:pt x="13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27"/>
            <p:cNvSpPr/>
            <p:nvPr/>
          </p:nvSpPr>
          <p:spPr>
            <a:xfrm>
              <a:off x="6225052" y="1722512"/>
              <a:ext cx="8962" cy="8962"/>
            </a:xfrm>
            <a:custGeom>
              <a:rect b="b" l="l" r="r" t="t"/>
              <a:pathLst>
                <a:path extrusionOk="0" h="279" w="279">
                  <a:moveTo>
                    <a:pt x="140" y="0"/>
                  </a:moveTo>
                  <a:cubicBezTo>
                    <a:pt x="63" y="0"/>
                    <a:pt x="1" y="62"/>
                    <a:pt x="1" y="139"/>
                  </a:cubicBezTo>
                  <a:cubicBezTo>
                    <a:pt x="1" y="216"/>
                    <a:pt x="63" y="278"/>
                    <a:pt x="140" y="278"/>
                  </a:cubicBezTo>
                  <a:cubicBezTo>
                    <a:pt x="216" y="278"/>
                    <a:pt x="279" y="216"/>
                    <a:pt x="279" y="139"/>
                  </a:cubicBezTo>
                  <a:cubicBezTo>
                    <a:pt x="279" y="62"/>
                    <a:pt x="216" y="0"/>
                    <a:pt x="140"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27"/>
            <p:cNvSpPr/>
            <p:nvPr/>
          </p:nvSpPr>
          <p:spPr>
            <a:xfrm>
              <a:off x="6243010" y="1722512"/>
              <a:ext cx="8962" cy="8962"/>
            </a:xfrm>
            <a:custGeom>
              <a:rect b="b" l="l" r="r" t="t"/>
              <a:pathLst>
                <a:path extrusionOk="0" h="279" w="279">
                  <a:moveTo>
                    <a:pt x="139" y="0"/>
                  </a:moveTo>
                  <a:cubicBezTo>
                    <a:pt x="63" y="0"/>
                    <a:pt x="0" y="62"/>
                    <a:pt x="0" y="139"/>
                  </a:cubicBezTo>
                  <a:cubicBezTo>
                    <a:pt x="0" y="216"/>
                    <a:pt x="63" y="278"/>
                    <a:pt x="139" y="278"/>
                  </a:cubicBezTo>
                  <a:cubicBezTo>
                    <a:pt x="216" y="278"/>
                    <a:pt x="278" y="216"/>
                    <a:pt x="278" y="139"/>
                  </a:cubicBezTo>
                  <a:cubicBezTo>
                    <a:pt x="278" y="62"/>
                    <a:pt x="216" y="0"/>
                    <a:pt x="13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27"/>
            <p:cNvSpPr/>
            <p:nvPr/>
          </p:nvSpPr>
          <p:spPr>
            <a:xfrm>
              <a:off x="6260967" y="1722512"/>
              <a:ext cx="8962" cy="8962"/>
            </a:xfrm>
            <a:custGeom>
              <a:rect b="b" l="l" r="r" t="t"/>
              <a:pathLst>
                <a:path extrusionOk="0" h="279" w="279">
                  <a:moveTo>
                    <a:pt x="139" y="0"/>
                  </a:moveTo>
                  <a:cubicBezTo>
                    <a:pt x="62" y="0"/>
                    <a:pt x="0" y="62"/>
                    <a:pt x="0" y="139"/>
                  </a:cubicBezTo>
                  <a:cubicBezTo>
                    <a:pt x="0" y="216"/>
                    <a:pt x="62" y="278"/>
                    <a:pt x="139" y="278"/>
                  </a:cubicBezTo>
                  <a:cubicBezTo>
                    <a:pt x="216" y="278"/>
                    <a:pt x="278" y="216"/>
                    <a:pt x="278" y="139"/>
                  </a:cubicBezTo>
                  <a:cubicBezTo>
                    <a:pt x="278" y="62"/>
                    <a:pt x="216" y="0"/>
                    <a:pt x="13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27"/>
            <p:cNvSpPr/>
            <p:nvPr/>
          </p:nvSpPr>
          <p:spPr>
            <a:xfrm>
              <a:off x="6178922" y="1777059"/>
              <a:ext cx="8994" cy="8962"/>
            </a:xfrm>
            <a:custGeom>
              <a:rect b="b" l="l" r="r" t="t"/>
              <a:pathLst>
                <a:path extrusionOk="0" h="279" w="280">
                  <a:moveTo>
                    <a:pt x="141" y="0"/>
                  </a:moveTo>
                  <a:cubicBezTo>
                    <a:pt x="63" y="0"/>
                    <a:pt x="1" y="62"/>
                    <a:pt x="1" y="139"/>
                  </a:cubicBezTo>
                  <a:cubicBezTo>
                    <a:pt x="1" y="216"/>
                    <a:pt x="63" y="278"/>
                    <a:pt x="141" y="278"/>
                  </a:cubicBezTo>
                  <a:cubicBezTo>
                    <a:pt x="218" y="278"/>
                    <a:pt x="280" y="216"/>
                    <a:pt x="280" y="139"/>
                  </a:cubicBezTo>
                  <a:cubicBezTo>
                    <a:pt x="280" y="62"/>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27"/>
            <p:cNvSpPr/>
            <p:nvPr/>
          </p:nvSpPr>
          <p:spPr>
            <a:xfrm>
              <a:off x="6196880" y="1777059"/>
              <a:ext cx="73111" cy="8962"/>
            </a:xfrm>
            <a:custGeom>
              <a:rect b="b" l="l" r="r" t="t"/>
              <a:pathLst>
                <a:path extrusionOk="0" h="279" w="2276">
                  <a:moveTo>
                    <a:pt x="141" y="0"/>
                  </a:moveTo>
                  <a:cubicBezTo>
                    <a:pt x="64" y="0"/>
                    <a:pt x="0" y="61"/>
                    <a:pt x="0" y="139"/>
                  </a:cubicBezTo>
                  <a:cubicBezTo>
                    <a:pt x="0" y="214"/>
                    <a:pt x="63" y="278"/>
                    <a:pt x="141" y="278"/>
                  </a:cubicBezTo>
                  <a:lnTo>
                    <a:pt x="2134" y="278"/>
                  </a:lnTo>
                  <a:cubicBezTo>
                    <a:pt x="2212" y="278"/>
                    <a:pt x="2276" y="217"/>
                    <a:pt x="2275" y="139"/>
                  </a:cubicBezTo>
                  <a:cubicBezTo>
                    <a:pt x="2275" y="62"/>
                    <a:pt x="2212" y="0"/>
                    <a:pt x="213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27"/>
            <p:cNvSpPr/>
            <p:nvPr/>
          </p:nvSpPr>
          <p:spPr>
            <a:xfrm>
              <a:off x="6056369" y="1781460"/>
              <a:ext cx="18085" cy="18021"/>
            </a:xfrm>
            <a:custGeom>
              <a:rect b="b" l="l" r="r" t="t"/>
              <a:pathLst>
                <a:path extrusionOk="0" h="561" w="563">
                  <a:moveTo>
                    <a:pt x="40" y="1"/>
                  </a:moveTo>
                  <a:cubicBezTo>
                    <a:pt x="18" y="1"/>
                    <a:pt x="1" y="18"/>
                    <a:pt x="1" y="38"/>
                  </a:cubicBezTo>
                  <a:lnTo>
                    <a:pt x="1" y="523"/>
                  </a:lnTo>
                  <a:cubicBezTo>
                    <a:pt x="1" y="545"/>
                    <a:pt x="20" y="561"/>
                    <a:pt x="40" y="561"/>
                  </a:cubicBezTo>
                  <a:lnTo>
                    <a:pt x="525" y="561"/>
                  </a:lnTo>
                  <a:cubicBezTo>
                    <a:pt x="545" y="561"/>
                    <a:pt x="563" y="544"/>
                    <a:pt x="563" y="523"/>
                  </a:cubicBezTo>
                  <a:lnTo>
                    <a:pt x="563" y="38"/>
                  </a:lnTo>
                  <a:cubicBezTo>
                    <a:pt x="563" y="17"/>
                    <a:pt x="544" y="1"/>
                    <a:pt x="52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27"/>
            <p:cNvSpPr/>
            <p:nvPr/>
          </p:nvSpPr>
          <p:spPr>
            <a:xfrm>
              <a:off x="6129548" y="1763470"/>
              <a:ext cx="35913" cy="35977"/>
            </a:xfrm>
            <a:custGeom>
              <a:rect b="b" l="l" r="r" t="t"/>
              <a:pathLst>
                <a:path extrusionOk="0" h="1120" w="1118">
                  <a:moveTo>
                    <a:pt x="0" y="1"/>
                  </a:moveTo>
                  <a:lnTo>
                    <a:pt x="0" y="1046"/>
                  </a:lnTo>
                  <a:cubicBezTo>
                    <a:pt x="0" y="1086"/>
                    <a:pt x="32" y="1120"/>
                    <a:pt x="74" y="1120"/>
                  </a:cubicBezTo>
                  <a:lnTo>
                    <a:pt x="1118" y="1120"/>
                  </a:lnTo>
                  <a:lnTo>
                    <a:pt x="111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27"/>
            <p:cNvSpPr/>
            <p:nvPr/>
          </p:nvSpPr>
          <p:spPr>
            <a:xfrm>
              <a:off x="6071178" y="1817728"/>
              <a:ext cx="8962" cy="23064"/>
            </a:xfrm>
            <a:custGeom>
              <a:rect b="b" l="l" r="r" t="t"/>
              <a:pathLst>
                <a:path extrusionOk="0" h="718" w="279">
                  <a:moveTo>
                    <a:pt x="139" y="1"/>
                  </a:moveTo>
                  <a:cubicBezTo>
                    <a:pt x="63" y="1"/>
                    <a:pt x="0" y="62"/>
                    <a:pt x="0" y="140"/>
                  </a:cubicBezTo>
                  <a:lnTo>
                    <a:pt x="0" y="717"/>
                  </a:lnTo>
                  <a:lnTo>
                    <a:pt x="139" y="674"/>
                  </a:lnTo>
                  <a:lnTo>
                    <a:pt x="278" y="717"/>
                  </a:lnTo>
                  <a:lnTo>
                    <a:pt x="278" y="140"/>
                  </a:lnTo>
                  <a:cubicBezTo>
                    <a:pt x="278" y="62"/>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27"/>
            <p:cNvSpPr/>
            <p:nvPr/>
          </p:nvSpPr>
          <p:spPr>
            <a:xfrm>
              <a:off x="6089135" y="1817728"/>
              <a:ext cx="8994" cy="23064"/>
            </a:xfrm>
            <a:custGeom>
              <a:rect b="b" l="l" r="r" t="t"/>
              <a:pathLst>
                <a:path extrusionOk="0" h="718" w="280">
                  <a:moveTo>
                    <a:pt x="139" y="1"/>
                  </a:moveTo>
                  <a:cubicBezTo>
                    <a:pt x="64" y="1"/>
                    <a:pt x="0" y="62"/>
                    <a:pt x="0" y="140"/>
                  </a:cubicBezTo>
                  <a:lnTo>
                    <a:pt x="0" y="717"/>
                  </a:lnTo>
                  <a:lnTo>
                    <a:pt x="125" y="670"/>
                  </a:lnTo>
                  <a:lnTo>
                    <a:pt x="280" y="717"/>
                  </a:lnTo>
                  <a:lnTo>
                    <a:pt x="280" y="140"/>
                  </a:lnTo>
                  <a:cubicBezTo>
                    <a:pt x="280" y="62"/>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27"/>
            <p:cNvSpPr/>
            <p:nvPr/>
          </p:nvSpPr>
          <p:spPr>
            <a:xfrm>
              <a:off x="6107061" y="1817728"/>
              <a:ext cx="9026" cy="23064"/>
            </a:xfrm>
            <a:custGeom>
              <a:rect b="b" l="l" r="r" t="t"/>
              <a:pathLst>
                <a:path extrusionOk="0" h="718" w="281">
                  <a:moveTo>
                    <a:pt x="140" y="1"/>
                  </a:moveTo>
                  <a:cubicBezTo>
                    <a:pt x="65" y="1"/>
                    <a:pt x="1" y="62"/>
                    <a:pt x="1" y="140"/>
                  </a:cubicBezTo>
                  <a:lnTo>
                    <a:pt x="1" y="717"/>
                  </a:lnTo>
                  <a:lnTo>
                    <a:pt x="140" y="678"/>
                  </a:lnTo>
                  <a:lnTo>
                    <a:pt x="280" y="717"/>
                  </a:lnTo>
                  <a:lnTo>
                    <a:pt x="280" y="140"/>
                  </a:lnTo>
                  <a:cubicBezTo>
                    <a:pt x="280" y="62"/>
                    <a:pt x="217"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27"/>
            <p:cNvSpPr/>
            <p:nvPr/>
          </p:nvSpPr>
          <p:spPr>
            <a:xfrm>
              <a:off x="6125082" y="1817728"/>
              <a:ext cx="8962" cy="23064"/>
            </a:xfrm>
            <a:custGeom>
              <a:rect b="b" l="l" r="r" t="t"/>
              <a:pathLst>
                <a:path extrusionOk="0" h="718" w="279">
                  <a:moveTo>
                    <a:pt x="139" y="1"/>
                  </a:moveTo>
                  <a:cubicBezTo>
                    <a:pt x="62" y="1"/>
                    <a:pt x="0" y="62"/>
                    <a:pt x="0" y="140"/>
                  </a:cubicBezTo>
                  <a:lnTo>
                    <a:pt x="0" y="717"/>
                  </a:lnTo>
                  <a:lnTo>
                    <a:pt x="139" y="674"/>
                  </a:lnTo>
                  <a:lnTo>
                    <a:pt x="278" y="717"/>
                  </a:lnTo>
                  <a:lnTo>
                    <a:pt x="278" y="140"/>
                  </a:lnTo>
                  <a:cubicBezTo>
                    <a:pt x="278" y="62"/>
                    <a:pt x="214"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27"/>
            <p:cNvSpPr/>
            <p:nvPr/>
          </p:nvSpPr>
          <p:spPr>
            <a:xfrm>
              <a:off x="6053124" y="1817728"/>
              <a:ext cx="9059" cy="23064"/>
            </a:xfrm>
            <a:custGeom>
              <a:rect b="b" l="l" r="r" t="t"/>
              <a:pathLst>
                <a:path extrusionOk="0" h="718" w="282">
                  <a:moveTo>
                    <a:pt x="141" y="1"/>
                  </a:moveTo>
                  <a:cubicBezTo>
                    <a:pt x="64" y="1"/>
                    <a:pt x="1" y="62"/>
                    <a:pt x="1" y="140"/>
                  </a:cubicBezTo>
                  <a:lnTo>
                    <a:pt x="1" y="717"/>
                  </a:lnTo>
                  <a:lnTo>
                    <a:pt x="134" y="683"/>
                  </a:lnTo>
                  <a:lnTo>
                    <a:pt x="281" y="717"/>
                  </a:lnTo>
                  <a:lnTo>
                    <a:pt x="281" y="140"/>
                  </a:lnTo>
                  <a:cubicBezTo>
                    <a:pt x="281" y="62"/>
                    <a:pt x="216"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27"/>
            <p:cNvSpPr/>
            <p:nvPr/>
          </p:nvSpPr>
          <p:spPr>
            <a:xfrm>
              <a:off x="6071114" y="1831798"/>
              <a:ext cx="9026" cy="9026"/>
            </a:xfrm>
            <a:custGeom>
              <a:rect b="b" l="l" r="r" t="t"/>
              <a:pathLst>
                <a:path extrusionOk="0" h="281" w="281">
                  <a:moveTo>
                    <a:pt x="1" y="0"/>
                  </a:moveTo>
                  <a:lnTo>
                    <a:pt x="1" y="281"/>
                  </a:lnTo>
                  <a:lnTo>
                    <a:pt x="280" y="281"/>
                  </a:ln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27"/>
            <p:cNvSpPr/>
            <p:nvPr/>
          </p:nvSpPr>
          <p:spPr>
            <a:xfrm>
              <a:off x="6089071" y="1831798"/>
              <a:ext cx="9059" cy="9026"/>
            </a:xfrm>
            <a:custGeom>
              <a:rect b="b" l="l" r="r" t="t"/>
              <a:pathLst>
                <a:path extrusionOk="0" h="281" w="282">
                  <a:moveTo>
                    <a:pt x="1" y="0"/>
                  </a:moveTo>
                  <a:lnTo>
                    <a:pt x="1" y="281"/>
                  </a:lnTo>
                  <a:lnTo>
                    <a:pt x="282" y="281"/>
                  </a:ln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27"/>
            <p:cNvSpPr/>
            <p:nvPr/>
          </p:nvSpPr>
          <p:spPr>
            <a:xfrm>
              <a:off x="6107061" y="1831798"/>
              <a:ext cx="9059" cy="9026"/>
            </a:xfrm>
            <a:custGeom>
              <a:rect b="b" l="l" r="r" t="t"/>
              <a:pathLst>
                <a:path extrusionOk="0" h="281" w="282">
                  <a:moveTo>
                    <a:pt x="1" y="0"/>
                  </a:moveTo>
                  <a:lnTo>
                    <a:pt x="1" y="281"/>
                  </a:lnTo>
                  <a:lnTo>
                    <a:pt x="282" y="281"/>
                  </a:ln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27"/>
            <p:cNvSpPr/>
            <p:nvPr/>
          </p:nvSpPr>
          <p:spPr>
            <a:xfrm>
              <a:off x="6125082" y="1831798"/>
              <a:ext cx="8994" cy="9026"/>
            </a:xfrm>
            <a:custGeom>
              <a:rect b="b" l="l" r="r" t="t"/>
              <a:pathLst>
                <a:path extrusionOk="0" h="281" w="280">
                  <a:moveTo>
                    <a:pt x="0" y="0"/>
                  </a:moveTo>
                  <a:lnTo>
                    <a:pt x="0" y="281"/>
                  </a:lnTo>
                  <a:lnTo>
                    <a:pt x="280" y="281"/>
                  </a:ln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27"/>
            <p:cNvSpPr/>
            <p:nvPr/>
          </p:nvSpPr>
          <p:spPr>
            <a:xfrm>
              <a:off x="6053124" y="1831798"/>
              <a:ext cx="9059" cy="9026"/>
            </a:xfrm>
            <a:custGeom>
              <a:rect b="b" l="l" r="r" t="t"/>
              <a:pathLst>
                <a:path extrusionOk="0" h="281" w="282">
                  <a:moveTo>
                    <a:pt x="1" y="0"/>
                  </a:moveTo>
                  <a:lnTo>
                    <a:pt x="1" y="281"/>
                  </a:lnTo>
                  <a:lnTo>
                    <a:pt x="281" y="281"/>
                  </a:ln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27"/>
            <p:cNvSpPr/>
            <p:nvPr/>
          </p:nvSpPr>
          <p:spPr>
            <a:xfrm>
              <a:off x="6087915" y="1785989"/>
              <a:ext cx="8962" cy="8962"/>
            </a:xfrm>
            <a:custGeom>
              <a:rect b="b" l="l" r="r" t="t"/>
              <a:pathLst>
                <a:path extrusionOk="0" h="279" w="279">
                  <a:moveTo>
                    <a:pt x="139" y="0"/>
                  </a:moveTo>
                  <a:cubicBezTo>
                    <a:pt x="63" y="0"/>
                    <a:pt x="0" y="62"/>
                    <a:pt x="0" y="139"/>
                  </a:cubicBezTo>
                  <a:cubicBezTo>
                    <a:pt x="0" y="216"/>
                    <a:pt x="63" y="278"/>
                    <a:pt x="139" y="278"/>
                  </a:cubicBezTo>
                  <a:cubicBezTo>
                    <a:pt x="216" y="278"/>
                    <a:pt x="278" y="216"/>
                    <a:pt x="278" y="139"/>
                  </a:cubicBezTo>
                  <a:cubicBezTo>
                    <a:pt x="278" y="62"/>
                    <a:pt x="216" y="0"/>
                    <a:pt x="139" y="0"/>
                  </a:cubicBezTo>
                  <a:close/>
                </a:path>
              </a:pathLst>
            </a:custGeom>
            <a:solidFill>
              <a:srgbClr val="9CE6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27"/>
            <p:cNvSpPr/>
            <p:nvPr/>
          </p:nvSpPr>
          <p:spPr>
            <a:xfrm>
              <a:off x="6105872" y="1785989"/>
              <a:ext cx="8962" cy="8962"/>
            </a:xfrm>
            <a:custGeom>
              <a:rect b="b" l="l" r="r" t="t"/>
              <a:pathLst>
                <a:path extrusionOk="0" h="279" w="279">
                  <a:moveTo>
                    <a:pt x="139" y="0"/>
                  </a:moveTo>
                  <a:cubicBezTo>
                    <a:pt x="63" y="0"/>
                    <a:pt x="0" y="62"/>
                    <a:pt x="0" y="139"/>
                  </a:cubicBezTo>
                  <a:cubicBezTo>
                    <a:pt x="0" y="216"/>
                    <a:pt x="63" y="278"/>
                    <a:pt x="139" y="278"/>
                  </a:cubicBezTo>
                  <a:cubicBezTo>
                    <a:pt x="216" y="278"/>
                    <a:pt x="278" y="216"/>
                    <a:pt x="278" y="139"/>
                  </a:cubicBezTo>
                  <a:cubicBezTo>
                    <a:pt x="278" y="62"/>
                    <a:pt x="216" y="0"/>
                    <a:pt x="139" y="0"/>
                  </a:cubicBezTo>
                  <a:close/>
                </a:path>
              </a:pathLst>
            </a:custGeom>
            <a:solidFill>
              <a:srgbClr val="9CE6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27"/>
            <p:cNvSpPr/>
            <p:nvPr/>
          </p:nvSpPr>
          <p:spPr>
            <a:xfrm>
              <a:off x="6190905" y="1648563"/>
              <a:ext cx="8962" cy="8994"/>
            </a:xfrm>
            <a:custGeom>
              <a:rect b="b" l="l" r="r" t="t"/>
              <a:pathLst>
                <a:path extrusionOk="0" h="280" w="279">
                  <a:moveTo>
                    <a:pt x="140" y="0"/>
                  </a:moveTo>
                  <a:cubicBezTo>
                    <a:pt x="63" y="0"/>
                    <a:pt x="1" y="63"/>
                    <a:pt x="1" y="139"/>
                  </a:cubicBezTo>
                  <a:cubicBezTo>
                    <a:pt x="1" y="216"/>
                    <a:pt x="63" y="280"/>
                    <a:pt x="140" y="280"/>
                  </a:cubicBezTo>
                  <a:cubicBezTo>
                    <a:pt x="217" y="280"/>
                    <a:pt x="279" y="216"/>
                    <a:pt x="279" y="139"/>
                  </a:cubicBezTo>
                  <a:cubicBezTo>
                    <a:pt x="279"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27"/>
            <p:cNvSpPr/>
            <p:nvPr/>
          </p:nvSpPr>
          <p:spPr>
            <a:xfrm>
              <a:off x="6208862" y="1648563"/>
              <a:ext cx="9026" cy="8994"/>
            </a:xfrm>
            <a:custGeom>
              <a:rect b="b" l="l" r="r" t="t"/>
              <a:pathLst>
                <a:path extrusionOk="0" h="280" w="281">
                  <a:moveTo>
                    <a:pt x="140" y="0"/>
                  </a:moveTo>
                  <a:cubicBezTo>
                    <a:pt x="63" y="0"/>
                    <a:pt x="1" y="63"/>
                    <a:pt x="1" y="139"/>
                  </a:cubicBezTo>
                  <a:cubicBezTo>
                    <a:pt x="1" y="216"/>
                    <a:pt x="63" y="280"/>
                    <a:pt x="140" y="280"/>
                  </a:cubicBezTo>
                  <a:cubicBezTo>
                    <a:pt x="216" y="280"/>
                    <a:pt x="280" y="216"/>
                    <a:pt x="280" y="139"/>
                  </a:cubicBezTo>
                  <a:cubicBezTo>
                    <a:pt x="280" y="63"/>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27"/>
            <p:cNvSpPr/>
            <p:nvPr/>
          </p:nvSpPr>
          <p:spPr>
            <a:xfrm>
              <a:off x="6226819" y="1648563"/>
              <a:ext cx="8994" cy="8994"/>
            </a:xfrm>
            <a:custGeom>
              <a:rect b="b" l="l" r="r" t="t"/>
              <a:pathLst>
                <a:path extrusionOk="0" h="280" w="280">
                  <a:moveTo>
                    <a:pt x="140" y="0"/>
                  </a:moveTo>
                  <a:cubicBezTo>
                    <a:pt x="63" y="0"/>
                    <a:pt x="1" y="63"/>
                    <a:pt x="1" y="139"/>
                  </a:cubicBezTo>
                  <a:cubicBezTo>
                    <a:pt x="1" y="216"/>
                    <a:pt x="63" y="280"/>
                    <a:pt x="140" y="280"/>
                  </a:cubicBezTo>
                  <a:cubicBezTo>
                    <a:pt x="218" y="280"/>
                    <a:pt x="280" y="216"/>
                    <a:pt x="280" y="139"/>
                  </a:cubicBezTo>
                  <a:cubicBezTo>
                    <a:pt x="280" y="63"/>
                    <a:pt x="218"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27"/>
            <p:cNvSpPr/>
            <p:nvPr/>
          </p:nvSpPr>
          <p:spPr>
            <a:xfrm>
              <a:off x="6186118" y="1594659"/>
              <a:ext cx="22775" cy="8994"/>
            </a:xfrm>
            <a:custGeom>
              <a:rect b="b" l="l" r="r" t="t"/>
              <a:pathLst>
                <a:path extrusionOk="0" h="280" w="709">
                  <a:moveTo>
                    <a:pt x="140" y="1"/>
                  </a:moveTo>
                  <a:cubicBezTo>
                    <a:pt x="65" y="1"/>
                    <a:pt x="1" y="64"/>
                    <a:pt x="1" y="141"/>
                  </a:cubicBezTo>
                  <a:cubicBezTo>
                    <a:pt x="1" y="216"/>
                    <a:pt x="63" y="280"/>
                    <a:pt x="140" y="280"/>
                  </a:cubicBezTo>
                  <a:lnTo>
                    <a:pt x="570" y="280"/>
                  </a:lnTo>
                  <a:cubicBezTo>
                    <a:pt x="645" y="280"/>
                    <a:pt x="709" y="216"/>
                    <a:pt x="709" y="141"/>
                  </a:cubicBezTo>
                  <a:cubicBezTo>
                    <a:pt x="709" y="64"/>
                    <a:pt x="647" y="1"/>
                    <a:pt x="5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27"/>
            <p:cNvSpPr/>
            <p:nvPr/>
          </p:nvSpPr>
          <p:spPr>
            <a:xfrm>
              <a:off x="6113068" y="1594659"/>
              <a:ext cx="64020" cy="8994"/>
            </a:xfrm>
            <a:custGeom>
              <a:rect b="b" l="l" r="r" t="t"/>
              <a:pathLst>
                <a:path extrusionOk="0" h="280" w="1993">
                  <a:moveTo>
                    <a:pt x="140" y="1"/>
                  </a:moveTo>
                  <a:cubicBezTo>
                    <a:pt x="64" y="1"/>
                    <a:pt x="1" y="64"/>
                    <a:pt x="1" y="141"/>
                  </a:cubicBezTo>
                  <a:cubicBezTo>
                    <a:pt x="1" y="216"/>
                    <a:pt x="63" y="280"/>
                    <a:pt x="140" y="280"/>
                  </a:cubicBezTo>
                  <a:lnTo>
                    <a:pt x="1854" y="280"/>
                  </a:lnTo>
                  <a:cubicBezTo>
                    <a:pt x="1932" y="280"/>
                    <a:pt x="1993" y="216"/>
                    <a:pt x="1993" y="141"/>
                  </a:cubicBezTo>
                  <a:cubicBezTo>
                    <a:pt x="1993" y="64"/>
                    <a:pt x="1932" y="1"/>
                    <a:pt x="185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27"/>
            <p:cNvSpPr/>
            <p:nvPr/>
          </p:nvSpPr>
          <p:spPr>
            <a:xfrm>
              <a:off x="6134655" y="1612648"/>
              <a:ext cx="52681" cy="8962"/>
            </a:xfrm>
            <a:custGeom>
              <a:rect b="b" l="l" r="r" t="t"/>
              <a:pathLst>
                <a:path extrusionOk="0" h="279" w="1640">
                  <a:moveTo>
                    <a:pt x="139" y="1"/>
                  </a:moveTo>
                  <a:cubicBezTo>
                    <a:pt x="64" y="1"/>
                    <a:pt x="0" y="62"/>
                    <a:pt x="0" y="140"/>
                  </a:cubicBezTo>
                  <a:cubicBezTo>
                    <a:pt x="0" y="215"/>
                    <a:pt x="61" y="279"/>
                    <a:pt x="139" y="279"/>
                  </a:cubicBezTo>
                  <a:lnTo>
                    <a:pt x="1500" y="279"/>
                  </a:lnTo>
                  <a:cubicBezTo>
                    <a:pt x="1577" y="279"/>
                    <a:pt x="1639" y="215"/>
                    <a:pt x="1639" y="140"/>
                  </a:cubicBezTo>
                  <a:cubicBezTo>
                    <a:pt x="1639" y="63"/>
                    <a:pt x="1578" y="1"/>
                    <a:pt x="150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27"/>
            <p:cNvSpPr/>
            <p:nvPr/>
          </p:nvSpPr>
          <p:spPr>
            <a:xfrm>
              <a:off x="6135201" y="1630606"/>
              <a:ext cx="91356" cy="8962"/>
            </a:xfrm>
            <a:custGeom>
              <a:rect b="b" l="l" r="r" t="t"/>
              <a:pathLst>
                <a:path extrusionOk="0" h="279" w="2844">
                  <a:moveTo>
                    <a:pt x="141" y="1"/>
                  </a:moveTo>
                  <a:cubicBezTo>
                    <a:pt x="64" y="1"/>
                    <a:pt x="1" y="61"/>
                    <a:pt x="1" y="140"/>
                  </a:cubicBezTo>
                  <a:cubicBezTo>
                    <a:pt x="1" y="216"/>
                    <a:pt x="63" y="279"/>
                    <a:pt x="141" y="279"/>
                  </a:cubicBezTo>
                  <a:lnTo>
                    <a:pt x="2703" y="279"/>
                  </a:lnTo>
                  <a:cubicBezTo>
                    <a:pt x="2780" y="279"/>
                    <a:pt x="2844" y="216"/>
                    <a:pt x="2842" y="140"/>
                  </a:cubicBezTo>
                  <a:cubicBezTo>
                    <a:pt x="2842" y="64"/>
                    <a:pt x="2780" y="1"/>
                    <a:pt x="270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27"/>
            <p:cNvSpPr/>
            <p:nvPr/>
          </p:nvSpPr>
          <p:spPr>
            <a:xfrm>
              <a:off x="6095400" y="1630606"/>
              <a:ext cx="30870" cy="8962"/>
            </a:xfrm>
            <a:custGeom>
              <a:rect b="b" l="l" r="r" t="t"/>
              <a:pathLst>
                <a:path extrusionOk="0" h="279" w="961">
                  <a:moveTo>
                    <a:pt x="140" y="1"/>
                  </a:moveTo>
                  <a:cubicBezTo>
                    <a:pt x="64" y="1"/>
                    <a:pt x="1" y="61"/>
                    <a:pt x="1" y="140"/>
                  </a:cubicBezTo>
                  <a:cubicBezTo>
                    <a:pt x="1" y="216"/>
                    <a:pt x="63" y="279"/>
                    <a:pt x="140" y="279"/>
                  </a:cubicBezTo>
                  <a:lnTo>
                    <a:pt x="820" y="279"/>
                  </a:lnTo>
                  <a:cubicBezTo>
                    <a:pt x="898" y="279"/>
                    <a:pt x="960" y="216"/>
                    <a:pt x="960" y="140"/>
                  </a:cubicBezTo>
                  <a:cubicBezTo>
                    <a:pt x="960" y="64"/>
                    <a:pt x="898" y="1"/>
                    <a:pt x="82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27"/>
            <p:cNvSpPr/>
            <p:nvPr/>
          </p:nvSpPr>
          <p:spPr>
            <a:xfrm>
              <a:off x="6086116" y="1648563"/>
              <a:ext cx="95821" cy="8994"/>
            </a:xfrm>
            <a:custGeom>
              <a:rect b="b" l="l" r="r" t="t"/>
              <a:pathLst>
                <a:path extrusionOk="0" h="280" w="2983">
                  <a:moveTo>
                    <a:pt x="139" y="0"/>
                  </a:moveTo>
                  <a:cubicBezTo>
                    <a:pt x="64" y="0"/>
                    <a:pt x="0" y="64"/>
                    <a:pt x="0" y="139"/>
                  </a:cubicBezTo>
                  <a:cubicBezTo>
                    <a:pt x="0" y="216"/>
                    <a:pt x="62" y="280"/>
                    <a:pt x="139" y="280"/>
                  </a:cubicBezTo>
                  <a:lnTo>
                    <a:pt x="2843" y="280"/>
                  </a:lnTo>
                  <a:cubicBezTo>
                    <a:pt x="2921" y="280"/>
                    <a:pt x="2982" y="216"/>
                    <a:pt x="2982" y="139"/>
                  </a:cubicBezTo>
                  <a:cubicBezTo>
                    <a:pt x="2982" y="64"/>
                    <a:pt x="2921" y="0"/>
                    <a:pt x="284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27"/>
            <p:cNvSpPr/>
            <p:nvPr/>
          </p:nvSpPr>
          <p:spPr>
            <a:xfrm>
              <a:off x="6143008" y="1776962"/>
              <a:ext cx="8962" cy="8994"/>
            </a:xfrm>
            <a:custGeom>
              <a:rect b="b" l="l" r="r" t="t"/>
              <a:pathLst>
                <a:path extrusionOk="0" h="280" w="279">
                  <a:moveTo>
                    <a:pt x="140" y="0"/>
                  </a:moveTo>
                  <a:cubicBezTo>
                    <a:pt x="63" y="0"/>
                    <a:pt x="1" y="63"/>
                    <a:pt x="1" y="139"/>
                  </a:cubicBezTo>
                  <a:cubicBezTo>
                    <a:pt x="1" y="217"/>
                    <a:pt x="63" y="280"/>
                    <a:pt x="140" y="280"/>
                  </a:cubicBezTo>
                  <a:cubicBezTo>
                    <a:pt x="217" y="280"/>
                    <a:pt x="279" y="217"/>
                    <a:pt x="279" y="139"/>
                  </a:cubicBezTo>
                  <a:cubicBezTo>
                    <a:pt x="279" y="63"/>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43" name="Google Shape;3843;p27"/>
          <p:cNvGrpSpPr/>
          <p:nvPr/>
        </p:nvGrpSpPr>
        <p:grpSpPr>
          <a:xfrm>
            <a:off x="5377298" y="1562567"/>
            <a:ext cx="297627" cy="258652"/>
            <a:chOff x="5377298" y="1562567"/>
            <a:chExt cx="297627" cy="258652"/>
          </a:xfrm>
        </p:grpSpPr>
        <p:sp>
          <p:nvSpPr>
            <p:cNvPr id="3844" name="Google Shape;3844;p27"/>
            <p:cNvSpPr/>
            <p:nvPr/>
          </p:nvSpPr>
          <p:spPr>
            <a:xfrm>
              <a:off x="5614277" y="1622575"/>
              <a:ext cx="9059" cy="38001"/>
            </a:xfrm>
            <a:custGeom>
              <a:rect b="b" l="l" r="r" t="t"/>
              <a:pathLst>
                <a:path extrusionOk="0" h="1183" w="282">
                  <a:moveTo>
                    <a:pt x="139" y="0"/>
                  </a:moveTo>
                  <a:cubicBezTo>
                    <a:pt x="62" y="0"/>
                    <a:pt x="0" y="77"/>
                    <a:pt x="0" y="171"/>
                  </a:cubicBezTo>
                  <a:lnTo>
                    <a:pt x="0" y="1012"/>
                  </a:lnTo>
                  <a:cubicBezTo>
                    <a:pt x="0" y="1106"/>
                    <a:pt x="61" y="1183"/>
                    <a:pt x="139" y="1183"/>
                  </a:cubicBezTo>
                  <a:cubicBezTo>
                    <a:pt x="217" y="1183"/>
                    <a:pt x="281" y="1106"/>
                    <a:pt x="278" y="1012"/>
                  </a:cubicBezTo>
                  <a:lnTo>
                    <a:pt x="278" y="171"/>
                  </a:lnTo>
                  <a:cubicBezTo>
                    <a:pt x="278" y="77"/>
                    <a:pt x="217" y="0"/>
                    <a:pt x="1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27"/>
            <p:cNvSpPr/>
            <p:nvPr/>
          </p:nvSpPr>
          <p:spPr>
            <a:xfrm>
              <a:off x="5579422" y="1747505"/>
              <a:ext cx="27079" cy="37808"/>
            </a:xfrm>
            <a:custGeom>
              <a:rect b="b" l="l" r="r" t="t"/>
              <a:pathLst>
                <a:path extrusionOk="0" h="1177" w="843">
                  <a:moveTo>
                    <a:pt x="282" y="1"/>
                  </a:moveTo>
                  <a:lnTo>
                    <a:pt x="1" y="56"/>
                  </a:lnTo>
                  <a:lnTo>
                    <a:pt x="1" y="1159"/>
                  </a:lnTo>
                  <a:lnTo>
                    <a:pt x="618" y="1176"/>
                  </a:lnTo>
                  <a:cubicBezTo>
                    <a:pt x="722" y="1176"/>
                    <a:pt x="804" y="1091"/>
                    <a:pt x="804" y="990"/>
                  </a:cubicBezTo>
                  <a:lnTo>
                    <a:pt x="842" y="935"/>
                  </a:lnTo>
                  <a:lnTo>
                    <a:pt x="842" y="186"/>
                  </a:lnTo>
                  <a:cubicBezTo>
                    <a:pt x="842" y="83"/>
                    <a:pt x="760" y="1"/>
                    <a:pt x="65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27"/>
            <p:cNvSpPr/>
            <p:nvPr/>
          </p:nvSpPr>
          <p:spPr>
            <a:xfrm>
              <a:off x="5577720" y="1747440"/>
              <a:ext cx="28782" cy="39029"/>
            </a:xfrm>
            <a:custGeom>
              <a:rect b="b" l="l" r="r" t="t"/>
              <a:pathLst>
                <a:path extrusionOk="0" h="1215" w="896">
                  <a:moveTo>
                    <a:pt x="0" y="0"/>
                  </a:moveTo>
                  <a:lnTo>
                    <a:pt x="0" y="1215"/>
                  </a:lnTo>
                  <a:lnTo>
                    <a:pt x="710" y="1215"/>
                  </a:lnTo>
                  <a:cubicBezTo>
                    <a:pt x="813" y="1215"/>
                    <a:pt x="895" y="1132"/>
                    <a:pt x="895" y="1028"/>
                  </a:cubicBezTo>
                  <a:lnTo>
                    <a:pt x="895" y="934"/>
                  </a:lnTo>
                  <a:lnTo>
                    <a:pt x="429" y="934"/>
                  </a:lnTo>
                  <a:cubicBezTo>
                    <a:pt x="427" y="934"/>
                    <a:pt x="425" y="934"/>
                    <a:pt x="424" y="934"/>
                  </a:cubicBezTo>
                  <a:cubicBezTo>
                    <a:pt x="374" y="934"/>
                    <a:pt x="335" y="893"/>
                    <a:pt x="335" y="843"/>
                  </a:cubicBezTo>
                  <a:lnTo>
                    <a:pt x="33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27"/>
            <p:cNvSpPr/>
            <p:nvPr/>
          </p:nvSpPr>
          <p:spPr>
            <a:xfrm>
              <a:off x="5596223" y="1653574"/>
              <a:ext cx="38483" cy="61225"/>
            </a:xfrm>
            <a:custGeom>
              <a:rect b="b" l="l" r="r" t="t"/>
              <a:pathLst>
                <a:path extrusionOk="0" h="1906" w="1198">
                  <a:moveTo>
                    <a:pt x="281" y="1"/>
                  </a:moveTo>
                  <a:lnTo>
                    <a:pt x="1" y="56"/>
                  </a:lnTo>
                  <a:lnTo>
                    <a:pt x="1" y="1906"/>
                  </a:lnTo>
                  <a:lnTo>
                    <a:pt x="1198" y="1906"/>
                  </a:lnTo>
                  <a:lnTo>
                    <a:pt x="119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27"/>
            <p:cNvSpPr/>
            <p:nvPr/>
          </p:nvSpPr>
          <p:spPr>
            <a:xfrm>
              <a:off x="5594489" y="1653574"/>
              <a:ext cx="38451" cy="63056"/>
            </a:xfrm>
            <a:custGeom>
              <a:rect b="b" l="l" r="r" t="t"/>
              <a:pathLst>
                <a:path extrusionOk="0" h="1963" w="1197">
                  <a:moveTo>
                    <a:pt x="1" y="1"/>
                  </a:moveTo>
                  <a:lnTo>
                    <a:pt x="1" y="1962"/>
                  </a:lnTo>
                  <a:lnTo>
                    <a:pt x="1197" y="1962"/>
                  </a:lnTo>
                  <a:lnTo>
                    <a:pt x="1197" y="1681"/>
                  </a:lnTo>
                  <a:lnTo>
                    <a:pt x="429" y="1681"/>
                  </a:lnTo>
                  <a:cubicBezTo>
                    <a:pt x="377" y="1681"/>
                    <a:pt x="335" y="1639"/>
                    <a:pt x="335" y="1589"/>
                  </a:cubicBezTo>
                  <a:lnTo>
                    <a:pt x="33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27"/>
            <p:cNvSpPr/>
            <p:nvPr/>
          </p:nvSpPr>
          <p:spPr>
            <a:xfrm>
              <a:off x="5579487" y="1646057"/>
              <a:ext cx="16800" cy="76837"/>
            </a:xfrm>
            <a:custGeom>
              <a:rect b="b" l="l" r="r" t="t"/>
              <a:pathLst>
                <a:path extrusionOk="0" h="2392" w="523">
                  <a:moveTo>
                    <a:pt x="261" y="0"/>
                  </a:moveTo>
                  <a:lnTo>
                    <a:pt x="0" y="57"/>
                  </a:lnTo>
                  <a:lnTo>
                    <a:pt x="0" y="2392"/>
                  </a:lnTo>
                  <a:lnTo>
                    <a:pt x="299" y="2392"/>
                  </a:lnTo>
                  <a:cubicBezTo>
                    <a:pt x="403" y="2392"/>
                    <a:pt x="485" y="2308"/>
                    <a:pt x="485" y="2205"/>
                  </a:cubicBezTo>
                  <a:lnTo>
                    <a:pt x="523" y="2149"/>
                  </a:lnTo>
                  <a:lnTo>
                    <a:pt x="523" y="187"/>
                  </a:lnTo>
                  <a:cubicBezTo>
                    <a:pt x="523" y="84"/>
                    <a:pt x="440" y="0"/>
                    <a:pt x="33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27"/>
            <p:cNvSpPr/>
            <p:nvPr/>
          </p:nvSpPr>
          <p:spPr>
            <a:xfrm>
              <a:off x="5577109" y="1646057"/>
              <a:ext cx="19241" cy="78058"/>
            </a:xfrm>
            <a:custGeom>
              <a:rect b="b" l="l" r="r" t="t"/>
              <a:pathLst>
                <a:path extrusionOk="0" h="2430" w="599">
                  <a:moveTo>
                    <a:pt x="1" y="0"/>
                  </a:moveTo>
                  <a:lnTo>
                    <a:pt x="1" y="2429"/>
                  </a:lnTo>
                  <a:lnTo>
                    <a:pt x="412" y="2429"/>
                  </a:lnTo>
                  <a:cubicBezTo>
                    <a:pt x="514" y="2429"/>
                    <a:pt x="598" y="2345"/>
                    <a:pt x="598" y="2243"/>
                  </a:cubicBezTo>
                  <a:lnTo>
                    <a:pt x="598" y="2149"/>
                  </a:lnTo>
                  <a:lnTo>
                    <a:pt x="429" y="2149"/>
                  </a:lnTo>
                  <a:cubicBezTo>
                    <a:pt x="377" y="2149"/>
                    <a:pt x="335" y="2107"/>
                    <a:pt x="335" y="2056"/>
                  </a:cubicBezTo>
                  <a:lnTo>
                    <a:pt x="33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27"/>
            <p:cNvSpPr/>
            <p:nvPr/>
          </p:nvSpPr>
          <p:spPr>
            <a:xfrm>
              <a:off x="5634065" y="1644547"/>
              <a:ext cx="40860" cy="79889"/>
            </a:xfrm>
            <a:custGeom>
              <a:rect b="b" l="l" r="r" t="t"/>
              <a:pathLst>
                <a:path extrusionOk="0" h="2487" w="1272">
                  <a:moveTo>
                    <a:pt x="570" y="1"/>
                  </a:moveTo>
                  <a:cubicBezTo>
                    <a:pt x="538" y="1"/>
                    <a:pt x="509" y="8"/>
                    <a:pt x="484" y="21"/>
                  </a:cubicBezTo>
                  <a:lnTo>
                    <a:pt x="244" y="141"/>
                  </a:lnTo>
                  <a:lnTo>
                    <a:pt x="1" y="319"/>
                  </a:lnTo>
                  <a:lnTo>
                    <a:pt x="1" y="2207"/>
                  </a:lnTo>
                  <a:lnTo>
                    <a:pt x="484" y="2468"/>
                  </a:lnTo>
                  <a:cubicBezTo>
                    <a:pt x="509" y="2479"/>
                    <a:pt x="538" y="2487"/>
                    <a:pt x="567" y="2487"/>
                  </a:cubicBezTo>
                  <a:lnTo>
                    <a:pt x="1048" y="2487"/>
                  </a:lnTo>
                  <a:cubicBezTo>
                    <a:pt x="1150" y="2487"/>
                    <a:pt x="1233" y="2404"/>
                    <a:pt x="1233" y="2301"/>
                  </a:cubicBezTo>
                  <a:lnTo>
                    <a:pt x="1272" y="2245"/>
                  </a:lnTo>
                  <a:lnTo>
                    <a:pt x="1272" y="188"/>
                  </a:lnTo>
                  <a:cubicBezTo>
                    <a:pt x="1272" y="83"/>
                    <a:pt x="1188" y="1"/>
                    <a:pt x="108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27"/>
            <p:cNvSpPr/>
            <p:nvPr/>
          </p:nvSpPr>
          <p:spPr>
            <a:xfrm>
              <a:off x="5632877" y="1649077"/>
              <a:ext cx="41984" cy="76516"/>
            </a:xfrm>
            <a:custGeom>
              <a:rect b="b" l="l" r="r" t="t"/>
              <a:pathLst>
                <a:path extrusionOk="0" h="2382" w="1307">
                  <a:moveTo>
                    <a:pt x="281" y="0"/>
                  </a:moveTo>
                  <a:lnTo>
                    <a:pt x="0" y="141"/>
                  </a:lnTo>
                  <a:lnTo>
                    <a:pt x="0" y="2102"/>
                  </a:lnTo>
                  <a:lnTo>
                    <a:pt x="521" y="2363"/>
                  </a:lnTo>
                  <a:cubicBezTo>
                    <a:pt x="546" y="2374"/>
                    <a:pt x="575" y="2382"/>
                    <a:pt x="604" y="2382"/>
                  </a:cubicBezTo>
                  <a:lnTo>
                    <a:pt x="1121" y="2382"/>
                  </a:lnTo>
                  <a:cubicBezTo>
                    <a:pt x="1224" y="2382"/>
                    <a:pt x="1306" y="2299"/>
                    <a:pt x="1306" y="2196"/>
                  </a:cubicBezTo>
                  <a:lnTo>
                    <a:pt x="1306" y="2104"/>
                  </a:lnTo>
                  <a:lnTo>
                    <a:pt x="698" y="2102"/>
                  </a:lnTo>
                  <a:cubicBezTo>
                    <a:pt x="669" y="2102"/>
                    <a:pt x="640" y="2095"/>
                    <a:pt x="616" y="2082"/>
                  </a:cubicBezTo>
                  <a:lnTo>
                    <a:pt x="332" y="1937"/>
                  </a:lnTo>
                  <a:cubicBezTo>
                    <a:pt x="300" y="1921"/>
                    <a:pt x="281" y="1888"/>
                    <a:pt x="281" y="1853"/>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27"/>
            <p:cNvSpPr/>
            <p:nvPr/>
          </p:nvSpPr>
          <p:spPr>
            <a:xfrm>
              <a:off x="5610968" y="1608151"/>
              <a:ext cx="16864" cy="21137"/>
            </a:xfrm>
            <a:custGeom>
              <a:rect b="b" l="l" r="r" t="t"/>
              <a:pathLst>
                <a:path extrusionOk="0" h="658" w="525">
                  <a:moveTo>
                    <a:pt x="242" y="0"/>
                  </a:moveTo>
                  <a:lnTo>
                    <a:pt x="95" y="39"/>
                  </a:lnTo>
                  <a:cubicBezTo>
                    <a:pt x="41" y="39"/>
                    <a:pt x="0" y="83"/>
                    <a:pt x="0" y="134"/>
                  </a:cubicBezTo>
                  <a:lnTo>
                    <a:pt x="0" y="564"/>
                  </a:lnTo>
                  <a:cubicBezTo>
                    <a:pt x="0" y="616"/>
                    <a:pt x="44" y="658"/>
                    <a:pt x="95" y="658"/>
                  </a:cubicBezTo>
                  <a:lnTo>
                    <a:pt x="393" y="658"/>
                  </a:lnTo>
                  <a:cubicBezTo>
                    <a:pt x="445" y="658"/>
                    <a:pt x="487" y="616"/>
                    <a:pt x="487" y="562"/>
                  </a:cubicBezTo>
                  <a:lnTo>
                    <a:pt x="525" y="413"/>
                  </a:lnTo>
                  <a:lnTo>
                    <a:pt x="525" y="95"/>
                  </a:lnTo>
                  <a:cubicBezTo>
                    <a:pt x="525" y="42"/>
                    <a:pt x="481" y="0"/>
                    <a:pt x="43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27"/>
            <p:cNvSpPr/>
            <p:nvPr/>
          </p:nvSpPr>
          <p:spPr>
            <a:xfrm>
              <a:off x="5609715" y="1608247"/>
              <a:ext cx="18117" cy="22261"/>
            </a:xfrm>
            <a:custGeom>
              <a:rect b="b" l="l" r="r" t="t"/>
              <a:pathLst>
                <a:path extrusionOk="0" h="693" w="564">
                  <a:moveTo>
                    <a:pt x="94" y="0"/>
                  </a:moveTo>
                  <a:cubicBezTo>
                    <a:pt x="44" y="0"/>
                    <a:pt x="0" y="41"/>
                    <a:pt x="0" y="94"/>
                  </a:cubicBezTo>
                  <a:lnTo>
                    <a:pt x="0" y="598"/>
                  </a:lnTo>
                  <a:cubicBezTo>
                    <a:pt x="0" y="649"/>
                    <a:pt x="42" y="692"/>
                    <a:pt x="94" y="692"/>
                  </a:cubicBezTo>
                  <a:lnTo>
                    <a:pt x="469" y="692"/>
                  </a:lnTo>
                  <a:cubicBezTo>
                    <a:pt x="520" y="692"/>
                    <a:pt x="564" y="652"/>
                    <a:pt x="564" y="598"/>
                  </a:cubicBezTo>
                  <a:lnTo>
                    <a:pt x="564" y="413"/>
                  </a:lnTo>
                  <a:lnTo>
                    <a:pt x="319" y="413"/>
                  </a:lnTo>
                  <a:cubicBezTo>
                    <a:pt x="299" y="413"/>
                    <a:pt x="281" y="396"/>
                    <a:pt x="281" y="374"/>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27"/>
            <p:cNvSpPr/>
            <p:nvPr/>
          </p:nvSpPr>
          <p:spPr>
            <a:xfrm>
              <a:off x="5385039" y="1570437"/>
              <a:ext cx="40924" cy="27657"/>
            </a:xfrm>
            <a:custGeom>
              <a:rect b="b" l="l" r="r" t="t"/>
              <a:pathLst>
                <a:path extrusionOk="0" h="861" w="1274">
                  <a:moveTo>
                    <a:pt x="245" y="0"/>
                  </a:moveTo>
                  <a:lnTo>
                    <a:pt x="96" y="38"/>
                  </a:lnTo>
                  <a:cubicBezTo>
                    <a:pt x="43" y="38"/>
                    <a:pt x="1" y="80"/>
                    <a:pt x="1" y="131"/>
                  </a:cubicBezTo>
                  <a:lnTo>
                    <a:pt x="1" y="729"/>
                  </a:lnTo>
                  <a:cubicBezTo>
                    <a:pt x="1" y="781"/>
                    <a:pt x="43" y="823"/>
                    <a:pt x="95" y="823"/>
                  </a:cubicBezTo>
                  <a:lnTo>
                    <a:pt x="525" y="823"/>
                  </a:lnTo>
                  <a:lnTo>
                    <a:pt x="1273" y="860"/>
                  </a:lnTo>
                  <a:lnTo>
                    <a:pt x="1273"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27"/>
            <p:cNvSpPr/>
            <p:nvPr/>
          </p:nvSpPr>
          <p:spPr>
            <a:xfrm>
              <a:off x="5383787" y="1570437"/>
              <a:ext cx="42016" cy="27690"/>
            </a:xfrm>
            <a:custGeom>
              <a:rect b="b" l="l" r="r" t="t"/>
              <a:pathLst>
                <a:path extrusionOk="0" h="862" w="1308">
                  <a:moveTo>
                    <a:pt x="95" y="0"/>
                  </a:moveTo>
                  <a:cubicBezTo>
                    <a:pt x="41" y="0"/>
                    <a:pt x="1" y="42"/>
                    <a:pt x="1" y="94"/>
                  </a:cubicBezTo>
                  <a:lnTo>
                    <a:pt x="1" y="768"/>
                  </a:lnTo>
                  <a:cubicBezTo>
                    <a:pt x="1" y="820"/>
                    <a:pt x="41" y="862"/>
                    <a:pt x="95" y="862"/>
                  </a:cubicBezTo>
                  <a:lnTo>
                    <a:pt x="1308" y="862"/>
                  </a:lnTo>
                  <a:lnTo>
                    <a:pt x="1308" y="601"/>
                  </a:lnTo>
                  <a:lnTo>
                    <a:pt x="842" y="601"/>
                  </a:lnTo>
                  <a:lnTo>
                    <a:pt x="842" y="600"/>
                  </a:lnTo>
                  <a:lnTo>
                    <a:pt x="337" y="600"/>
                  </a:lnTo>
                  <a:cubicBezTo>
                    <a:pt x="306" y="600"/>
                    <a:pt x="280" y="574"/>
                    <a:pt x="280" y="543"/>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27"/>
            <p:cNvSpPr/>
            <p:nvPr/>
          </p:nvSpPr>
          <p:spPr>
            <a:xfrm>
              <a:off x="5400298" y="1562663"/>
              <a:ext cx="132377" cy="35431"/>
            </a:xfrm>
            <a:custGeom>
              <a:rect b="b" l="l" r="r" t="t"/>
              <a:pathLst>
                <a:path extrusionOk="0" h="1103" w="4121">
                  <a:moveTo>
                    <a:pt x="931" y="1"/>
                  </a:moveTo>
                  <a:lnTo>
                    <a:pt x="717" y="38"/>
                  </a:lnTo>
                  <a:cubicBezTo>
                    <a:pt x="684" y="38"/>
                    <a:pt x="655" y="54"/>
                    <a:pt x="638" y="82"/>
                  </a:cubicBezTo>
                  <a:lnTo>
                    <a:pt x="1" y="1102"/>
                  </a:lnTo>
                  <a:lnTo>
                    <a:pt x="4121" y="1102"/>
                  </a:lnTo>
                  <a:lnTo>
                    <a:pt x="4116" y="53"/>
                  </a:lnTo>
                  <a:lnTo>
                    <a:pt x="4084"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27"/>
            <p:cNvSpPr/>
            <p:nvPr/>
          </p:nvSpPr>
          <p:spPr>
            <a:xfrm>
              <a:off x="5398499" y="1562663"/>
              <a:ext cx="134722" cy="37294"/>
            </a:xfrm>
            <a:custGeom>
              <a:rect b="b" l="l" r="r" t="t"/>
              <a:pathLst>
                <a:path extrusionOk="0" h="1161" w="4194">
                  <a:moveTo>
                    <a:pt x="737" y="1"/>
                  </a:moveTo>
                  <a:cubicBezTo>
                    <a:pt x="704" y="1"/>
                    <a:pt x="675" y="17"/>
                    <a:pt x="657" y="44"/>
                  </a:cubicBezTo>
                  <a:lnTo>
                    <a:pt x="0" y="1102"/>
                  </a:lnTo>
                  <a:lnTo>
                    <a:pt x="104" y="1159"/>
                  </a:lnTo>
                  <a:lnTo>
                    <a:pt x="4119" y="1160"/>
                  </a:lnTo>
                  <a:lnTo>
                    <a:pt x="4194" y="1102"/>
                  </a:lnTo>
                  <a:lnTo>
                    <a:pt x="4194" y="842"/>
                  </a:lnTo>
                  <a:lnTo>
                    <a:pt x="531" y="842"/>
                  </a:lnTo>
                  <a:cubicBezTo>
                    <a:pt x="503" y="842"/>
                    <a:pt x="487" y="808"/>
                    <a:pt x="501" y="784"/>
                  </a:cubicBezTo>
                  <a:lnTo>
                    <a:pt x="98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27"/>
            <p:cNvSpPr/>
            <p:nvPr/>
          </p:nvSpPr>
          <p:spPr>
            <a:xfrm>
              <a:off x="5378550" y="1598064"/>
              <a:ext cx="155537" cy="222031"/>
            </a:xfrm>
            <a:custGeom>
              <a:rect b="b" l="l" r="r" t="t"/>
              <a:pathLst>
                <a:path extrusionOk="0" h="6912" w="4842">
                  <a:moveTo>
                    <a:pt x="925" y="0"/>
                  </a:moveTo>
                  <a:lnTo>
                    <a:pt x="679" y="58"/>
                  </a:lnTo>
                  <a:lnTo>
                    <a:pt x="26" y="1077"/>
                  </a:lnTo>
                  <a:cubicBezTo>
                    <a:pt x="9" y="1106"/>
                    <a:pt x="0" y="1138"/>
                    <a:pt x="0" y="1171"/>
                  </a:cubicBezTo>
                  <a:lnTo>
                    <a:pt x="19" y="4462"/>
                  </a:lnTo>
                  <a:cubicBezTo>
                    <a:pt x="16" y="4501"/>
                    <a:pt x="28" y="4537"/>
                    <a:pt x="48" y="4568"/>
                  </a:cubicBezTo>
                  <a:lnTo>
                    <a:pt x="1601" y="6791"/>
                  </a:lnTo>
                  <a:cubicBezTo>
                    <a:pt x="1636" y="6842"/>
                    <a:pt x="1694" y="6872"/>
                    <a:pt x="1756" y="6872"/>
                  </a:cubicBezTo>
                  <a:lnTo>
                    <a:pt x="4111" y="6911"/>
                  </a:lnTo>
                  <a:cubicBezTo>
                    <a:pt x="4162" y="6911"/>
                    <a:pt x="4211" y="6890"/>
                    <a:pt x="4248" y="6853"/>
                  </a:cubicBezTo>
                  <a:lnTo>
                    <a:pt x="4495" y="6668"/>
                  </a:lnTo>
                  <a:lnTo>
                    <a:pt x="4841" y="6305"/>
                  </a:lnTo>
                  <a:lnTo>
                    <a:pt x="483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27"/>
            <p:cNvSpPr/>
            <p:nvPr/>
          </p:nvSpPr>
          <p:spPr>
            <a:xfrm>
              <a:off x="5377298" y="1598064"/>
              <a:ext cx="145676" cy="223155"/>
            </a:xfrm>
            <a:custGeom>
              <a:rect b="b" l="l" r="r" t="t"/>
              <a:pathLst>
                <a:path extrusionOk="0" h="6947" w="4535">
                  <a:moveTo>
                    <a:pt x="660" y="0"/>
                  </a:moveTo>
                  <a:lnTo>
                    <a:pt x="25" y="1076"/>
                  </a:lnTo>
                  <a:cubicBezTo>
                    <a:pt x="9" y="1105"/>
                    <a:pt x="0" y="1138"/>
                    <a:pt x="0" y="1170"/>
                  </a:cubicBezTo>
                  <a:lnTo>
                    <a:pt x="0" y="4462"/>
                  </a:lnTo>
                  <a:cubicBezTo>
                    <a:pt x="0" y="4500"/>
                    <a:pt x="10" y="4536"/>
                    <a:pt x="32" y="4568"/>
                  </a:cubicBezTo>
                  <a:lnTo>
                    <a:pt x="1587" y="6865"/>
                  </a:lnTo>
                  <a:cubicBezTo>
                    <a:pt x="1621" y="6916"/>
                    <a:pt x="1679" y="6946"/>
                    <a:pt x="1740" y="6946"/>
                  </a:cubicBezTo>
                  <a:lnTo>
                    <a:pt x="4188" y="6946"/>
                  </a:lnTo>
                  <a:cubicBezTo>
                    <a:pt x="4239" y="6946"/>
                    <a:pt x="4288" y="6924"/>
                    <a:pt x="4324" y="6888"/>
                  </a:cubicBezTo>
                  <a:lnTo>
                    <a:pt x="4534" y="6668"/>
                  </a:lnTo>
                  <a:lnTo>
                    <a:pt x="1843" y="6668"/>
                  </a:lnTo>
                  <a:cubicBezTo>
                    <a:pt x="1813" y="6668"/>
                    <a:pt x="1784" y="6652"/>
                    <a:pt x="1766" y="6626"/>
                  </a:cubicBezTo>
                  <a:lnTo>
                    <a:pt x="294" y="4431"/>
                  </a:lnTo>
                  <a:cubicBezTo>
                    <a:pt x="284" y="4416"/>
                    <a:pt x="278" y="4397"/>
                    <a:pt x="278" y="4379"/>
                  </a:cubicBezTo>
                  <a:lnTo>
                    <a:pt x="278" y="1213"/>
                  </a:lnTo>
                  <a:cubicBezTo>
                    <a:pt x="278" y="1197"/>
                    <a:pt x="282" y="1182"/>
                    <a:pt x="291" y="1167"/>
                  </a:cubicBezTo>
                  <a:lnTo>
                    <a:pt x="96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27"/>
            <p:cNvSpPr/>
            <p:nvPr/>
          </p:nvSpPr>
          <p:spPr>
            <a:xfrm>
              <a:off x="5532650" y="1562567"/>
              <a:ext cx="58913" cy="239537"/>
            </a:xfrm>
            <a:custGeom>
              <a:rect b="b" l="l" r="r" t="t"/>
              <a:pathLst>
                <a:path extrusionOk="0" h="7457" w="1834">
                  <a:moveTo>
                    <a:pt x="242" y="1"/>
                  </a:moveTo>
                  <a:lnTo>
                    <a:pt x="1" y="40"/>
                  </a:lnTo>
                  <a:lnTo>
                    <a:pt x="1" y="7456"/>
                  </a:lnTo>
                  <a:lnTo>
                    <a:pt x="1327" y="7456"/>
                  </a:lnTo>
                  <a:cubicBezTo>
                    <a:pt x="1379" y="7456"/>
                    <a:pt x="1421" y="7414"/>
                    <a:pt x="1421" y="7362"/>
                  </a:cubicBezTo>
                  <a:lnTo>
                    <a:pt x="1458" y="7214"/>
                  </a:lnTo>
                  <a:lnTo>
                    <a:pt x="1458" y="2045"/>
                  </a:lnTo>
                  <a:cubicBezTo>
                    <a:pt x="1458" y="1994"/>
                    <a:pt x="1500" y="1952"/>
                    <a:pt x="1551" y="1951"/>
                  </a:cubicBezTo>
                  <a:lnTo>
                    <a:pt x="1741" y="1946"/>
                  </a:lnTo>
                  <a:cubicBezTo>
                    <a:pt x="1791" y="1946"/>
                    <a:pt x="1833" y="1904"/>
                    <a:pt x="1833" y="1852"/>
                  </a:cubicBezTo>
                  <a:lnTo>
                    <a:pt x="1833" y="1133"/>
                  </a:lnTo>
                  <a:cubicBezTo>
                    <a:pt x="1833" y="1114"/>
                    <a:pt x="1828" y="1097"/>
                    <a:pt x="1817" y="1079"/>
                  </a:cubicBezTo>
                  <a:lnTo>
                    <a:pt x="1114" y="43"/>
                  </a:lnTo>
                  <a:cubicBezTo>
                    <a:pt x="1095" y="18"/>
                    <a:pt x="1066" y="1"/>
                    <a:pt x="10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27"/>
            <p:cNvSpPr/>
            <p:nvPr/>
          </p:nvSpPr>
          <p:spPr>
            <a:xfrm>
              <a:off x="5531429" y="1562663"/>
              <a:ext cx="48023" cy="240533"/>
            </a:xfrm>
            <a:custGeom>
              <a:rect b="b" l="l" r="r" t="t"/>
              <a:pathLst>
                <a:path extrusionOk="0" h="7488" w="1495">
                  <a:moveTo>
                    <a:pt x="1" y="1"/>
                  </a:moveTo>
                  <a:lnTo>
                    <a:pt x="1" y="1466"/>
                  </a:lnTo>
                  <a:lnTo>
                    <a:pt x="40" y="1566"/>
                  </a:lnTo>
                  <a:lnTo>
                    <a:pt x="56" y="3531"/>
                  </a:lnTo>
                  <a:lnTo>
                    <a:pt x="1" y="3611"/>
                  </a:lnTo>
                  <a:lnTo>
                    <a:pt x="1" y="7488"/>
                  </a:lnTo>
                  <a:lnTo>
                    <a:pt x="1401" y="7488"/>
                  </a:lnTo>
                  <a:cubicBezTo>
                    <a:pt x="1453" y="7488"/>
                    <a:pt x="1495" y="7446"/>
                    <a:pt x="1495" y="7394"/>
                  </a:cubicBezTo>
                  <a:lnTo>
                    <a:pt x="1495" y="7207"/>
                  </a:lnTo>
                  <a:lnTo>
                    <a:pt x="373" y="7207"/>
                  </a:lnTo>
                  <a:cubicBezTo>
                    <a:pt x="371" y="7207"/>
                    <a:pt x="368" y="7207"/>
                    <a:pt x="366" y="7207"/>
                  </a:cubicBezTo>
                  <a:cubicBezTo>
                    <a:pt x="318" y="7207"/>
                    <a:pt x="280" y="7167"/>
                    <a:pt x="280" y="7117"/>
                  </a:cubicBezTo>
                  <a:lnTo>
                    <a:pt x="28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27"/>
            <p:cNvSpPr/>
            <p:nvPr/>
          </p:nvSpPr>
          <p:spPr>
            <a:xfrm>
              <a:off x="5426704" y="1720296"/>
              <a:ext cx="67297" cy="81238"/>
            </a:xfrm>
            <a:custGeom>
              <a:rect b="b" l="l" r="r" t="t"/>
              <a:pathLst>
                <a:path extrusionOk="0" h="2529" w="2095">
                  <a:moveTo>
                    <a:pt x="621" y="1"/>
                  </a:moveTo>
                  <a:cubicBezTo>
                    <a:pt x="567" y="1"/>
                    <a:pt x="513" y="23"/>
                    <a:pt x="476" y="71"/>
                  </a:cubicBezTo>
                  <a:lnTo>
                    <a:pt x="81" y="566"/>
                  </a:lnTo>
                  <a:lnTo>
                    <a:pt x="83" y="634"/>
                  </a:lnTo>
                  <a:cubicBezTo>
                    <a:pt x="7" y="728"/>
                    <a:pt x="1" y="860"/>
                    <a:pt x="66" y="961"/>
                  </a:cubicBezTo>
                  <a:lnTo>
                    <a:pt x="990" y="2401"/>
                  </a:lnTo>
                  <a:cubicBezTo>
                    <a:pt x="1042" y="2481"/>
                    <a:pt x="1131" y="2529"/>
                    <a:pt x="1224" y="2529"/>
                  </a:cubicBezTo>
                  <a:cubicBezTo>
                    <a:pt x="1247" y="2529"/>
                    <a:pt x="1271" y="2526"/>
                    <a:pt x="1294" y="2520"/>
                  </a:cubicBezTo>
                  <a:lnTo>
                    <a:pt x="1916" y="2377"/>
                  </a:lnTo>
                  <a:cubicBezTo>
                    <a:pt x="2041" y="2343"/>
                    <a:pt x="2094" y="2202"/>
                    <a:pt x="2026" y="2094"/>
                  </a:cubicBezTo>
                  <a:lnTo>
                    <a:pt x="2054" y="2050"/>
                  </a:lnTo>
                  <a:lnTo>
                    <a:pt x="778" y="85"/>
                  </a:lnTo>
                  <a:cubicBezTo>
                    <a:pt x="742" y="29"/>
                    <a:pt x="681"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27"/>
            <p:cNvSpPr/>
            <p:nvPr/>
          </p:nvSpPr>
          <p:spPr>
            <a:xfrm>
              <a:off x="5424938" y="1738446"/>
              <a:ext cx="70959" cy="64341"/>
            </a:xfrm>
            <a:custGeom>
              <a:rect b="b" l="l" r="r" t="t"/>
              <a:pathLst>
                <a:path extrusionOk="0" h="2003" w="2209">
                  <a:moveTo>
                    <a:pt x="136" y="1"/>
                  </a:moveTo>
                  <a:lnTo>
                    <a:pt x="82" y="69"/>
                  </a:lnTo>
                  <a:cubicBezTo>
                    <a:pt x="5" y="163"/>
                    <a:pt x="1" y="295"/>
                    <a:pt x="66" y="396"/>
                  </a:cubicBezTo>
                  <a:lnTo>
                    <a:pt x="1026" y="1875"/>
                  </a:lnTo>
                  <a:cubicBezTo>
                    <a:pt x="1078" y="1956"/>
                    <a:pt x="1168" y="2002"/>
                    <a:pt x="1263" y="2002"/>
                  </a:cubicBezTo>
                  <a:cubicBezTo>
                    <a:pt x="1286" y="2002"/>
                    <a:pt x="1310" y="2000"/>
                    <a:pt x="1333" y="1994"/>
                  </a:cubicBezTo>
                  <a:lnTo>
                    <a:pt x="2029" y="1813"/>
                  </a:lnTo>
                  <a:cubicBezTo>
                    <a:pt x="2152" y="1780"/>
                    <a:pt x="2209" y="1638"/>
                    <a:pt x="2139" y="1531"/>
                  </a:cubicBezTo>
                  <a:lnTo>
                    <a:pt x="2109" y="1485"/>
                  </a:lnTo>
                  <a:lnTo>
                    <a:pt x="1310" y="1692"/>
                  </a:lnTo>
                  <a:cubicBezTo>
                    <a:pt x="1302" y="1694"/>
                    <a:pt x="1294" y="1695"/>
                    <a:pt x="1286" y="1695"/>
                  </a:cubicBezTo>
                  <a:cubicBezTo>
                    <a:pt x="1256" y="1695"/>
                    <a:pt x="1227" y="1679"/>
                    <a:pt x="1208" y="1652"/>
                  </a:cubicBezTo>
                  <a:lnTo>
                    <a:pt x="13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27"/>
            <p:cNvSpPr/>
            <p:nvPr/>
          </p:nvSpPr>
          <p:spPr>
            <a:xfrm>
              <a:off x="5532007" y="1614287"/>
              <a:ext cx="30067" cy="60005"/>
            </a:xfrm>
            <a:custGeom>
              <a:rect b="b" l="l" r="r" t="t"/>
              <a:pathLst>
                <a:path extrusionOk="0" h="1868" w="936">
                  <a:moveTo>
                    <a:pt x="9" y="1"/>
                  </a:moveTo>
                  <a:cubicBezTo>
                    <a:pt x="0" y="1"/>
                    <a:pt x="12" y="37"/>
                    <a:pt x="2" y="37"/>
                  </a:cubicBezTo>
                  <a:lnTo>
                    <a:pt x="21" y="1849"/>
                  </a:lnTo>
                  <a:cubicBezTo>
                    <a:pt x="34" y="1849"/>
                    <a:pt x="8" y="1868"/>
                    <a:pt x="21" y="1868"/>
                  </a:cubicBezTo>
                  <a:cubicBezTo>
                    <a:pt x="520" y="1848"/>
                    <a:pt x="936" y="1437"/>
                    <a:pt x="936" y="934"/>
                  </a:cubicBezTo>
                  <a:cubicBezTo>
                    <a:pt x="936" y="428"/>
                    <a:pt x="514" y="15"/>
                    <a:pt x="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27"/>
            <p:cNvSpPr/>
            <p:nvPr/>
          </p:nvSpPr>
          <p:spPr>
            <a:xfrm>
              <a:off x="5531493" y="1614287"/>
              <a:ext cx="9059" cy="60005"/>
            </a:xfrm>
            <a:custGeom>
              <a:rect b="b" l="l" r="r" t="t"/>
              <a:pathLst>
                <a:path extrusionOk="0" h="1868" w="282">
                  <a:moveTo>
                    <a:pt x="0" y="1"/>
                  </a:moveTo>
                  <a:lnTo>
                    <a:pt x="0" y="1245"/>
                  </a:lnTo>
                  <a:lnTo>
                    <a:pt x="0" y="1868"/>
                  </a:lnTo>
                  <a:cubicBezTo>
                    <a:pt x="96" y="1868"/>
                    <a:pt x="190" y="1853"/>
                    <a:pt x="281" y="1826"/>
                  </a:cubicBezTo>
                  <a:lnTo>
                    <a:pt x="281" y="41"/>
                  </a:lnTo>
                  <a:cubicBezTo>
                    <a:pt x="190" y="15"/>
                    <a:pt x="96" y="1"/>
                    <a:pt x="0" y="1"/>
                  </a:cubicBez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27"/>
            <p:cNvSpPr/>
            <p:nvPr/>
          </p:nvSpPr>
          <p:spPr>
            <a:xfrm>
              <a:off x="5532039" y="1610657"/>
              <a:ext cx="34500" cy="67297"/>
            </a:xfrm>
            <a:custGeom>
              <a:rect b="b" l="l" r="r" t="t"/>
              <a:pathLst>
                <a:path extrusionOk="0" h="2095" w="1074">
                  <a:moveTo>
                    <a:pt x="193" y="1"/>
                  </a:moveTo>
                  <a:cubicBezTo>
                    <a:pt x="136" y="1"/>
                    <a:pt x="84" y="17"/>
                    <a:pt x="15" y="17"/>
                  </a:cubicBezTo>
                  <a:lnTo>
                    <a:pt x="17" y="205"/>
                  </a:lnTo>
                  <a:cubicBezTo>
                    <a:pt x="115" y="205"/>
                    <a:pt x="173" y="270"/>
                    <a:pt x="261" y="303"/>
                  </a:cubicBezTo>
                  <a:cubicBezTo>
                    <a:pt x="570" y="415"/>
                    <a:pt x="796" y="707"/>
                    <a:pt x="796" y="1047"/>
                  </a:cubicBezTo>
                  <a:cubicBezTo>
                    <a:pt x="796" y="1387"/>
                    <a:pt x="567" y="1678"/>
                    <a:pt x="261" y="1790"/>
                  </a:cubicBezTo>
                  <a:cubicBezTo>
                    <a:pt x="175" y="1823"/>
                    <a:pt x="99" y="1894"/>
                    <a:pt x="1" y="1894"/>
                  </a:cubicBezTo>
                  <a:lnTo>
                    <a:pt x="23" y="2084"/>
                  </a:lnTo>
                  <a:cubicBezTo>
                    <a:pt x="87" y="2084"/>
                    <a:pt x="133" y="2094"/>
                    <a:pt x="182" y="2094"/>
                  </a:cubicBezTo>
                  <a:cubicBezTo>
                    <a:pt x="206" y="2094"/>
                    <a:pt x="232" y="2091"/>
                    <a:pt x="261" y="2084"/>
                  </a:cubicBezTo>
                  <a:cubicBezTo>
                    <a:pt x="723" y="1961"/>
                    <a:pt x="1074" y="1542"/>
                    <a:pt x="1074" y="1047"/>
                  </a:cubicBezTo>
                  <a:cubicBezTo>
                    <a:pt x="1074" y="551"/>
                    <a:pt x="723" y="132"/>
                    <a:pt x="261" y="9"/>
                  </a:cubicBezTo>
                  <a:cubicBezTo>
                    <a:pt x="237" y="3"/>
                    <a:pt x="215"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27"/>
            <p:cNvSpPr/>
            <p:nvPr/>
          </p:nvSpPr>
          <p:spPr>
            <a:xfrm>
              <a:off x="5531429" y="1609789"/>
              <a:ext cx="9026" cy="10665"/>
            </a:xfrm>
            <a:custGeom>
              <a:rect b="b" l="l" r="r" t="t"/>
              <a:pathLst>
                <a:path extrusionOk="0" h="332" w="281">
                  <a:moveTo>
                    <a:pt x="1" y="0"/>
                  </a:moveTo>
                  <a:lnTo>
                    <a:pt x="1" y="281"/>
                  </a:lnTo>
                  <a:cubicBezTo>
                    <a:pt x="98" y="281"/>
                    <a:pt x="192" y="300"/>
                    <a:pt x="280" y="332"/>
                  </a:cubicBezTo>
                  <a:lnTo>
                    <a:pt x="280" y="36"/>
                  </a:lnTo>
                  <a:cubicBezTo>
                    <a:pt x="191" y="13"/>
                    <a:pt x="98"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27"/>
            <p:cNvSpPr/>
            <p:nvPr/>
          </p:nvSpPr>
          <p:spPr>
            <a:xfrm>
              <a:off x="5531493" y="1668223"/>
              <a:ext cx="9059" cy="10600"/>
            </a:xfrm>
            <a:custGeom>
              <a:rect b="b" l="l" r="r" t="t"/>
              <a:pathLst>
                <a:path extrusionOk="0" h="330" w="282">
                  <a:moveTo>
                    <a:pt x="281" y="1"/>
                  </a:moveTo>
                  <a:cubicBezTo>
                    <a:pt x="192" y="31"/>
                    <a:pt x="96" y="49"/>
                    <a:pt x="0" y="49"/>
                  </a:cubicBezTo>
                  <a:lnTo>
                    <a:pt x="0" y="329"/>
                  </a:lnTo>
                  <a:cubicBezTo>
                    <a:pt x="96" y="329"/>
                    <a:pt x="190" y="316"/>
                    <a:pt x="281" y="293"/>
                  </a:cubicBezTo>
                  <a:lnTo>
                    <a:pt x="281"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27"/>
            <p:cNvSpPr/>
            <p:nvPr/>
          </p:nvSpPr>
          <p:spPr>
            <a:xfrm>
              <a:off x="5539524" y="1639761"/>
              <a:ext cx="26469" cy="9026"/>
            </a:xfrm>
            <a:custGeom>
              <a:rect b="b" l="l" r="r" t="t"/>
              <a:pathLst>
                <a:path extrusionOk="0" h="281" w="824">
                  <a:moveTo>
                    <a:pt x="141" y="1"/>
                  </a:moveTo>
                  <a:cubicBezTo>
                    <a:pt x="65" y="1"/>
                    <a:pt x="1" y="63"/>
                    <a:pt x="1" y="141"/>
                  </a:cubicBezTo>
                  <a:cubicBezTo>
                    <a:pt x="1" y="217"/>
                    <a:pt x="63" y="280"/>
                    <a:pt x="141" y="280"/>
                  </a:cubicBezTo>
                  <a:lnTo>
                    <a:pt x="702" y="280"/>
                  </a:lnTo>
                  <a:cubicBezTo>
                    <a:pt x="780" y="280"/>
                    <a:pt x="823" y="217"/>
                    <a:pt x="823" y="141"/>
                  </a:cubicBezTo>
                  <a:cubicBezTo>
                    <a:pt x="823" y="65"/>
                    <a:pt x="780" y="1"/>
                    <a:pt x="70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27"/>
            <p:cNvSpPr/>
            <p:nvPr/>
          </p:nvSpPr>
          <p:spPr>
            <a:xfrm>
              <a:off x="5519447" y="1632276"/>
              <a:ext cx="23996" cy="23996"/>
            </a:xfrm>
            <a:custGeom>
              <a:rect b="b" l="l" r="r" t="t"/>
              <a:pathLst>
                <a:path extrusionOk="0" h="747" w="747">
                  <a:moveTo>
                    <a:pt x="373" y="1"/>
                  </a:moveTo>
                  <a:cubicBezTo>
                    <a:pt x="167" y="1"/>
                    <a:pt x="0" y="167"/>
                    <a:pt x="0" y="373"/>
                  </a:cubicBezTo>
                  <a:cubicBezTo>
                    <a:pt x="0" y="580"/>
                    <a:pt x="167" y="746"/>
                    <a:pt x="373" y="746"/>
                  </a:cubicBezTo>
                  <a:cubicBezTo>
                    <a:pt x="580" y="746"/>
                    <a:pt x="746" y="580"/>
                    <a:pt x="746" y="373"/>
                  </a:cubicBezTo>
                  <a:cubicBezTo>
                    <a:pt x="746"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27"/>
            <p:cNvSpPr/>
            <p:nvPr/>
          </p:nvSpPr>
          <p:spPr>
            <a:xfrm>
              <a:off x="5514949" y="1627682"/>
              <a:ext cx="33022" cy="33054"/>
            </a:xfrm>
            <a:custGeom>
              <a:rect b="b" l="l" r="r" t="t"/>
              <a:pathLst>
                <a:path extrusionOk="0" h="1029" w="1028">
                  <a:moveTo>
                    <a:pt x="514" y="281"/>
                  </a:moveTo>
                  <a:cubicBezTo>
                    <a:pt x="643" y="281"/>
                    <a:pt x="749" y="387"/>
                    <a:pt x="747" y="514"/>
                  </a:cubicBezTo>
                  <a:cubicBezTo>
                    <a:pt x="747" y="643"/>
                    <a:pt x="641" y="749"/>
                    <a:pt x="514" y="749"/>
                  </a:cubicBezTo>
                  <a:cubicBezTo>
                    <a:pt x="385" y="749"/>
                    <a:pt x="279" y="643"/>
                    <a:pt x="279" y="514"/>
                  </a:cubicBezTo>
                  <a:cubicBezTo>
                    <a:pt x="279" y="387"/>
                    <a:pt x="385" y="281"/>
                    <a:pt x="514" y="281"/>
                  </a:cubicBezTo>
                  <a:close/>
                  <a:moveTo>
                    <a:pt x="514" y="0"/>
                  </a:moveTo>
                  <a:cubicBezTo>
                    <a:pt x="229" y="0"/>
                    <a:pt x="0" y="232"/>
                    <a:pt x="0" y="514"/>
                  </a:cubicBezTo>
                  <a:cubicBezTo>
                    <a:pt x="0" y="800"/>
                    <a:pt x="232" y="1028"/>
                    <a:pt x="514" y="1028"/>
                  </a:cubicBezTo>
                  <a:cubicBezTo>
                    <a:pt x="798" y="1028"/>
                    <a:pt x="1028" y="800"/>
                    <a:pt x="1028" y="514"/>
                  </a:cubicBezTo>
                  <a:cubicBezTo>
                    <a:pt x="1028" y="231"/>
                    <a:pt x="796" y="0"/>
                    <a:pt x="51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27"/>
            <p:cNvSpPr/>
            <p:nvPr/>
          </p:nvSpPr>
          <p:spPr>
            <a:xfrm>
              <a:off x="5476240" y="1678470"/>
              <a:ext cx="21651" cy="21651"/>
            </a:xfrm>
            <a:custGeom>
              <a:rect b="b" l="l" r="r" t="t"/>
              <a:pathLst>
                <a:path extrusionOk="0" h="674" w="674">
                  <a:moveTo>
                    <a:pt x="338" y="0"/>
                  </a:moveTo>
                  <a:cubicBezTo>
                    <a:pt x="151" y="0"/>
                    <a:pt x="1" y="151"/>
                    <a:pt x="1" y="336"/>
                  </a:cubicBezTo>
                  <a:cubicBezTo>
                    <a:pt x="1" y="521"/>
                    <a:pt x="151" y="673"/>
                    <a:pt x="338" y="673"/>
                  </a:cubicBezTo>
                  <a:cubicBezTo>
                    <a:pt x="523" y="673"/>
                    <a:pt x="674" y="521"/>
                    <a:pt x="674" y="336"/>
                  </a:cubicBezTo>
                  <a:cubicBezTo>
                    <a:pt x="674" y="151"/>
                    <a:pt x="523" y="0"/>
                    <a:pt x="33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27"/>
            <p:cNvSpPr/>
            <p:nvPr/>
          </p:nvSpPr>
          <p:spPr>
            <a:xfrm>
              <a:off x="5471775" y="1673941"/>
              <a:ext cx="30645" cy="30645"/>
            </a:xfrm>
            <a:custGeom>
              <a:rect b="b" l="l" r="r" t="t"/>
              <a:pathLst>
                <a:path extrusionOk="0" h="954" w="954">
                  <a:moveTo>
                    <a:pt x="477" y="280"/>
                  </a:moveTo>
                  <a:cubicBezTo>
                    <a:pt x="586" y="280"/>
                    <a:pt x="672" y="369"/>
                    <a:pt x="674" y="477"/>
                  </a:cubicBezTo>
                  <a:cubicBezTo>
                    <a:pt x="674" y="586"/>
                    <a:pt x="586" y="674"/>
                    <a:pt x="477" y="674"/>
                  </a:cubicBezTo>
                  <a:cubicBezTo>
                    <a:pt x="368" y="674"/>
                    <a:pt x="280" y="586"/>
                    <a:pt x="280" y="477"/>
                  </a:cubicBezTo>
                  <a:cubicBezTo>
                    <a:pt x="280" y="369"/>
                    <a:pt x="368" y="280"/>
                    <a:pt x="477" y="280"/>
                  </a:cubicBezTo>
                  <a:close/>
                  <a:moveTo>
                    <a:pt x="477" y="1"/>
                  </a:moveTo>
                  <a:cubicBezTo>
                    <a:pt x="213" y="1"/>
                    <a:pt x="1" y="215"/>
                    <a:pt x="1" y="477"/>
                  </a:cubicBezTo>
                  <a:cubicBezTo>
                    <a:pt x="1" y="739"/>
                    <a:pt x="213" y="953"/>
                    <a:pt x="477" y="953"/>
                  </a:cubicBezTo>
                  <a:cubicBezTo>
                    <a:pt x="739" y="953"/>
                    <a:pt x="953" y="739"/>
                    <a:pt x="952" y="477"/>
                  </a:cubicBezTo>
                  <a:cubicBezTo>
                    <a:pt x="952" y="215"/>
                    <a:pt x="739" y="1"/>
                    <a:pt x="47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27"/>
            <p:cNvSpPr/>
            <p:nvPr/>
          </p:nvSpPr>
          <p:spPr>
            <a:xfrm>
              <a:off x="5396154" y="1629256"/>
              <a:ext cx="30035" cy="30035"/>
            </a:xfrm>
            <a:custGeom>
              <a:rect b="b" l="l" r="r" t="t"/>
              <a:pathLst>
                <a:path extrusionOk="0" h="935" w="935">
                  <a:moveTo>
                    <a:pt x="467" y="1"/>
                  </a:moveTo>
                  <a:cubicBezTo>
                    <a:pt x="209" y="1"/>
                    <a:pt x="1" y="209"/>
                    <a:pt x="1" y="467"/>
                  </a:cubicBezTo>
                  <a:cubicBezTo>
                    <a:pt x="1" y="726"/>
                    <a:pt x="209" y="934"/>
                    <a:pt x="467" y="934"/>
                  </a:cubicBezTo>
                  <a:cubicBezTo>
                    <a:pt x="725" y="934"/>
                    <a:pt x="935" y="726"/>
                    <a:pt x="935" y="467"/>
                  </a:cubicBezTo>
                  <a:cubicBezTo>
                    <a:pt x="935" y="209"/>
                    <a:pt x="725"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27"/>
            <p:cNvSpPr/>
            <p:nvPr/>
          </p:nvSpPr>
          <p:spPr>
            <a:xfrm>
              <a:off x="5391689" y="1624791"/>
              <a:ext cx="38965" cy="38965"/>
            </a:xfrm>
            <a:custGeom>
              <a:rect b="b" l="l" r="r" t="t"/>
              <a:pathLst>
                <a:path extrusionOk="0" h="1213" w="1213">
                  <a:moveTo>
                    <a:pt x="606" y="279"/>
                  </a:moveTo>
                  <a:cubicBezTo>
                    <a:pt x="787" y="279"/>
                    <a:pt x="933" y="426"/>
                    <a:pt x="935" y="607"/>
                  </a:cubicBezTo>
                  <a:cubicBezTo>
                    <a:pt x="935" y="788"/>
                    <a:pt x="787" y="934"/>
                    <a:pt x="606" y="934"/>
                  </a:cubicBezTo>
                  <a:cubicBezTo>
                    <a:pt x="425" y="934"/>
                    <a:pt x="279" y="788"/>
                    <a:pt x="279" y="607"/>
                  </a:cubicBezTo>
                  <a:cubicBezTo>
                    <a:pt x="279" y="426"/>
                    <a:pt x="425" y="279"/>
                    <a:pt x="606" y="279"/>
                  </a:cubicBezTo>
                  <a:close/>
                  <a:moveTo>
                    <a:pt x="606" y="1"/>
                  </a:moveTo>
                  <a:cubicBezTo>
                    <a:pt x="272" y="1"/>
                    <a:pt x="1" y="271"/>
                    <a:pt x="1" y="607"/>
                  </a:cubicBezTo>
                  <a:cubicBezTo>
                    <a:pt x="1" y="942"/>
                    <a:pt x="272" y="1212"/>
                    <a:pt x="606" y="1212"/>
                  </a:cubicBezTo>
                  <a:cubicBezTo>
                    <a:pt x="942" y="1212"/>
                    <a:pt x="1212" y="942"/>
                    <a:pt x="1212" y="607"/>
                  </a:cubicBezTo>
                  <a:cubicBezTo>
                    <a:pt x="1212" y="271"/>
                    <a:pt x="942" y="1"/>
                    <a:pt x="60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27"/>
            <p:cNvSpPr/>
            <p:nvPr/>
          </p:nvSpPr>
          <p:spPr>
            <a:xfrm>
              <a:off x="5406948" y="1625948"/>
              <a:ext cx="9026" cy="16832"/>
            </a:xfrm>
            <a:custGeom>
              <a:rect b="b" l="l" r="r" t="t"/>
              <a:pathLst>
                <a:path extrusionOk="0" h="524" w="281">
                  <a:moveTo>
                    <a:pt x="141" y="1"/>
                  </a:moveTo>
                  <a:cubicBezTo>
                    <a:pt x="64" y="1"/>
                    <a:pt x="1" y="25"/>
                    <a:pt x="1" y="104"/>
                  </a:cubicBezTo>
                  <a:lnTo>
                    <a:pt x="1" y="384"/>
                  </a:lnTo>
                  <a:cubicBezTo>
                    <a:pt x="1" y="460"/>
                    <a:pt x="63" y="523"/>
                    <a:pt x="141" y="523"/>
                  </a:cubicBezTo>
                  <a:cubicBezTo>
                    <a:pt x="218" y="523"/>
                    <a:pt x="280" y="460"/>
                    <a:pt x="280" y="384"/>
                  </a:cubicBezTo>
                  <a:lnTo>
                    <a:pt x="280" y="104"/>
                  </a:lnTo>
                  <a:cubicBezTo>
                    <a:pt x="280" y="25"/>
                    <a:pt x="218" y="1"/>
                    <a:pt x="14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27"/>
            <p:cNvSpPr/>
            <p:nvPr/>
          </p:nvSpPr>
          <p:spPr>
            <a:xfrm>
              <a:off x="5472064" y="1629256"/>
              <a:ext cx="30035" cy="30035"/>
            </a:xfrm>
            <a:custGeom>
              <a:rect b="b" l="l" r="r" t="t"/>
              <a:pathLst>
                <a:path extrusionOk="0" h="935" w="935">
                  <a:moveTo>
                    <a:pt x="468" y="1"/>
                  </a:moveTo>
                  <a:cubicBezTo>
                    <a:pt x="210" y="1"/>
                    <a:pt x="0" y="209"/>
                    <a:pt x="0" y="467"/>
                  </a:cubicBezTo>
                  <a:cubicBezTo>
                    <a:pt x="0" y="726"/>
                    <a:pt x="210" y="934"/>
                    <a:pt x="468" y="934"/>
                  </a:cubicBezTo>
                  <a:cubicBezTo>
                    <a:pt x="726" y="934"/>
                    <a:pt x="934" y="726"/>
                    <a:pt x="934" y="467"/>
                  </a:cubicBezTo>
                  <a:cubicBezTo>
                    <a:pt x="934" y="209"/>
                    <a:pt x="726" y="1"/>
                    <a:pt x="46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27"/>
            <p:cNvSpPr/>
            <p:nvPr/>
          </p:nvSpPr>
          <p:spPr>
            <a:xfrm>
              <a:off x="5467598" y="1624791"/>
              <a:ext cx="38965" cy="38965"/>
            </a:xfrm>
            <a:custGeom>
              <a:rect b="b" l="l" r="r" t="t"/>
              <a:pathLst>
                <a:path extrusionOk="0" h="1213" w="1213">
                  <a:moveTo>
                    <a:pt x="607" y="279"/>
                  </a:moveTo>
                  <a:cubicBezTo>
                    <a:pt x="786" y="279"/>
                    <a:pt x="933" y="426"/>
                    <a:pt x="934" y="607"/>
                  </a:cubicBezTo>
                  <a:cubicBezTo>
                    <a:pt x="934" y="788"/>
                    <a:pt x="788" y="934"/>
                    <a:pt x="607" y="934"/>
                  </a:cubicBezTo>
                  <a:cubicBezTo>
                    <a:pt x="426" y="934"/>
                    <a:pt x="278" y="788"/>
                    <a:pt x="278" y="607"/>
                  </a:cubicBezTo>
                  <a:cubicBezTo>
                    <a:pt x="278" y="426"/>
                    <a:pt x="426" y="279"/>
                    <a:pt x="607" y="279"/>
                  </a:cubicBezTo>
                  <a:close/>
                  <a:moveTo>
                    <a:pt x="607" y="1"/>
                  </a:moveTo>
                  <a:cubicBezTo>
                    <a:pt x="271" y="1"/>
                    <a:pt x="0" y="271"/>
                    <a:pt x="0" y="607"/>
                  </a:cubicBezTo>
                  <a:cubicBezTo>
                    <a:pt x="0" y="942"/>
                    <a:pt x="271" y="1212"/>
                    <a:pt x="607" y="1212"/>
                  </a:cubicBezTo>
                  <a:cubicBezTo>
                    <a:pt x="941" y="1212"/>
                    <a:pt x="1212" y="942"/>
                    <a:pt x="1212" y="607"/>
                  </a:cubicBezTo>
                  <a:cubicBezTo>
                    <a:pt x="1212" y="271"/>
                    <a:pt x="941" y="1"/>
                    <a:pt x="60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27"/>
            <p:cNvSpPr/>
            <p:nvPr/>
          </p:nvSpPr>
          <p:spPr>
            <a:xfrm>
              <a:off x="5468723" y="1639761"/>
              <a:ext cx="16864" cy="9026"/>
            </a:xfrm>
            <a:custGeom>
              <a:rect b="b" l="l" r="r" t="t"/>
              <a:pathLst>
                <a:path extrusionOk="0" h="281" w="525">
                  <a:moveTo>
                    <a:pt x="103" y="1"/>
                  </a:moveTo>
                  <a:cubicBezTo>
                    <a:pt x="25" y="1"/>
                    <a:pt x="0" y="63"/>
                    <a:pt x="0" y="141"/>
                  </a:cubicBezTo>
                  <a:cubicBezTo>
                    <a:pt x="0" y="217"/>
                    <a:pt x="25" y="280"/>
                    <a:pt x="103" y="280"/>
                  </a:cubicBezTo>
                  <a:lnTo>
                    <a:pt x="384" y="280"/>
                  </a:lnTo>
                  <a:cubicBezTo>
                    <a:pt x="462" y="280"/>
                    <a:pt x="524" y="217"/>
                    <a:pt x="523" y="141"/>
                  </a:cubicBezTo>
                  <a:cubicBezTo>
                    <a:pt x="523" y="65"/>
                    <a:pt x="460" y="1"/>
                    <a:pt x="38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27"/>
            <p:cNvSpPr/>
            <p:nvPr/>
          </p:nvSpPr>
          <p:spPr>
            <a:xfrm>
              <a:off x="5396444" y="1694083"/>
              <a:ext cx="30035" cy="30035"/>
            </a:xfrm>
            <a:custGeom>
              <a:rect b="b" l="l" r="r" t="t"/>
              <a:pathLst>
                <a:path extrusionOk="0" h="935" w="935">
                  <a:moveTo>
                    <a:pt x="468" y="1"/>
                  </a:moveTo>
                  <a:cubicBezTo>
                    <a:pt x="209" y="1"/>
                    <a:pt x="0" y="209"/>
                    <a:pt x="0" y="467"/>
                  </a:cubicBezTo>
                  <a:cubicBezTo>
                    <a:pt x="0" y="724"/>
                    <a:pt x="209" y="934"/>
                    <a:pt x="468" y="934"/>
                  </a:cubicBezTo>
                  <a:cubicBezTo>
                    <a:pt x="726" y="934"/>
                    <a:pt x="934" y="724"/>
                    <a:pt x="934" y="467"/>
                  </a:cubicBezTo>
                  <a:cubicBezTo>
                    <a:pt x="934" y="209"/>
                    <a:pt x="726" y="1"/>
                    <a:pt x="46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27"/>
            <p:cNvSpPr/>
            <p:nvPr/>
          </p:nvSpPr>
          <p:spPr>
            <a:xfrm>
              <a:off x="5391978" y="1689617"/>
              <a:ext cx="38965" cy="38965"/>
            </a:xfrm>
            <a:custGeom>
              <a:rect b="b" l="l" r="r" t="t"/>
              <a:pathLst>
                <a:path extrusionOk="0" h="1213" w="1213">
                  <a:moveTo>
                    <a:pt x="607" y="279"/>
                  </a:moveTo>
                  <a:cubicBezTo>
                    <a:pt x="788" y="279"/>
                    <a:pt x="934" y="425"/>
                    <a:pt x="934" y="606"/>
                  </a:cubicBezTo>
                  <a:cubicBezTo>
                    <a:pt x="934" y="787"/>
                    <a:pt x="788" y="934"/>
                    <a:pt x="607" y="934"/>
                  </a:cubicBezTo>
                  <a:cubicBezTo>
                    <a:pt x="426" y="934"/>
                    <a:pt x="278" y="787"/>
                    <a:pt x="278" y="606"/>
                  </a:cubicBezTo>
                  <a:cubicBezTo>
                    <a:pt x="278" y="425"/>
                    <a:pt x="426" y="279"/>
                    <a:pt x="607" y="279"/>
                  </a:cubicBezTo>
                  <a:close/>
                  <a:moveTo>
                    <a:pt x="607" y="1"/>
                  </a:moveTo>
                  <a:cubicBezTo>
                    <a:pt x="271" y="1"/>
                    <a:pt x="1" y="271"/>
                    <a:pt x="1" y="606"/>
                  </a:cubicBezTo>
                  <a:cubicBezTo>
                    <a:pt x="1" y="942"/>
                    <a:pt x="271" y="1212"/>
                    <a:pt x="607" y="1212"/>
                  </a:cubicBezTo>
                  <a:cubicBezTo>
                    <a:pt x="941" y="1212"/>
                    <a:pt x="1212" y="939"/>
                    <a:pt x="1212" y="606"/>
                  </a:cubicBezTo>
                  <a:cubicBezTo>
                    <a:pt x="1212" y="271"/>
                    <a:pt x="941" y="1"/>
                    <a:pt x="60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27"/>
            <p:cNvSpPr/>
            <p:nvPr/>
          </p:nvSpPr>
          <p:spPr>
            <a:xfrm>
              <a:off x="5409422" y="1692348"/>
              <a:ext cx="17282" cy="17057"/>
            </a:xfrm>
            <a:custGeom>
              <a:rect b="b" l="l" r="r" t="t"/>
              <a:pathLst>
                <a:path extrusionOk="0" h="531" w="538">
                  <a:moveTo>
                    <a:pt x="312" y="1"/>
                  </a:moveTo>
                  <a:cubicBezTo>
                    <a:pt x="300" y="1"/>
                    <a:pt x="287" y="8"/>
                    <a:pt x="273" y="26"/>
                  </a:cubicBezTo>
                  <a:lnTo>
                    <a:pt x="50" y="302"/>
                  </a:lnTo>
                  <a:cubicBezTo>
                    <a:pt x="0" y="362"/>
                    <a:pt x="9" y="451"/>
                    <a:pt x="68" y="499"/>
                  </a:cubicBezTo>
                  <a:cubicBezTo>
                    <a:pt x="94" y="519"/>
                    <a:pt x="126" y="531"/>
                    <a:pt x="158" y="531"/>
                  </a:cubicBezTo>
                  <a:cubicBezTo>
                    <a:pt x="197" y="531"/>
                    <a:pt x="236" y="512"/>
                    <a:pt x="264" y="480"/>
                  </a:cubicBezTo>
                  <a:lnTo>
                    <a:pt x="488" y="202"/>
                  </a:lnTo>
                  <a:cubicBezTo>
                    <a:pt x="537" y="143"/>
                    <a:pt x="472" y="127"/>
                    <a:pt x="413" y="78"/>
                  </a:cubicBezTo>
                  <a:cubicBezTo>
                    <a:pt x="370" y="43"/>
                    <a:pt x="342"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27"/>
            <p:cNvSpPr/>
            <p:nvPr/>
          </p:nvSpPr>
          <p:spPr>
            <a:xfrm>
              <a:off x="5454588" y="1737225"/>
              <a:ext cx="37134" cy="34307"/>
            </a:xfrm>
            <a:custGeom>
              <a:rect b="b" l="l" r="r" t="t"/>
              <a:pathLst>
                <a:path extrusionOk="0" h="1068" w="1156">
                  <a:moveTo>
                    <a:pt x="564" y="0"/>
                  </a:moveTo>
                  <a:cubicBezTo>
                    <a:pt x="464" y="0"/>
                    <a:pt x="363" y="27"/>
                    <a:pt x="272" y="84"/>
                  </a:cubicBezTo>
                  <a:cubicBezTo>
                    <a:pt x="268" y="85"/>
                    <a:pt x="259" y="94"/>
                    <a:pt x="259" y="94"/>
                  </a:cubicBezTo>
                  <a:cubicBezTo>
                    <a:pt x="0" y="263"/>
                    <a:pt x="78" y="777"/>
                    <a:pt x="132" y="836"/>
                  </a:cubicBezTo>
                  <a:cubicBezTo>
                    <a:pt x="283" y="999"/>
                    <a:pt x="476" y="1068"/>
                    <a:pt x="638" y="1068"/>
                  </a:cubicBezTo>
                  <a:cubicBezTo>
                    <a:pt x="701" y="1068"/>
                    <a:pt x="759" y="1057"/>
                    <a:pt x="808" y="1038"/>
                  </a:cubicBezTo>
                  <a:cubicBezTo>
                    <a:pt x="889" y="1004"/>
                    <a:pt x="999" y="922"/>
                    <a:pt x="1042" y="852"/>
                  </a:cubicBezTo>
                  <a:cubicBezTo>
                    <a:pt x="1151" y="676"/>
                    <a:pt x="1155" y="441"/>
                    <a:pt x="1034" y="256"/>
                  </a:cubicBezTo>
                  <a:cubicBezTo>
                    <a:pt x="926" y="90"/>
                    <a:pt x="747" y="0"/>
                    <a:pt x="564" y="0"/>
                  </a:cubicBezTo>
                  <a:close/>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27"/>
            <p:cNvSpPr/>
            <p:nvPr/>
          </p:nvSpPr>
          <p:spPr>
            <a:xfrm>
              <a:off x="5452115" y="1739891"/>
              <a:ext cx="35913" cy="33343"/>
            </a:xfrm>
            <a:custGeom>
              <a:rect b="b" l="l" r="r" t="t"/>
              <a:pathLst>
                <a:path extrusionOk="0" h="1038" w="1118">
                  <a:moveTo>
                    <a:pt x="346" y="1"/>
                  </a:moveTo>
                  <a:cubicBezTo>
                    <a:pt x="343" y="2"/>
                    <a:pt x="338" y="6"/>
                    <a:pt x="333" y="8"/>
                  </a:cubicBezTo>
                  <a:cubicBezTo>
                    <a:pt x="76" y="176"/>
                    <a:pt x="0" y="523"/>
                    <a:pt x="170" y="782"/>
                  </a:cubicBezTo>
                  <a:cubicBezTo>
                    <a:pt x="277" y="947"/>
                    <a:pt x="457" y="1037"/>
                    <a:pt x="640" y="1037"/>
                  </a:cubicBezTo>
                  <a:cubicBezTo>
                    <a:pt x="745" y="1037"/>
                    <a:pt x="850" y="1008"/>
                    <a:pt x="944" y="947"/>
                  </a:cubicBezTo>
                  <a:cubicBezTo>
                    <a:pt x="1017" y="900"/>
                    <a:pt x="1076" y="839"/>
                    <a:pt x="1118" y="768"/>
                  </a:cubicBezTo>
                  <a:lnTo>
                    <a:pt x="1118" y="768"/>
                  </a:lnTo>
                  <a:cubicBezTo>
                    <a:pt x="1026" y="825"/>
                    <a:pt x="925" y="852"/>
                    <a:pt x="824" y="852"/>
                  </a:cubicBezTo>
                  <a:cubicBezTo>
                    <a:pt x="642" y="852"/>
                    <a:pt x="463" y="762"/>
                    <a:pt x="355" y="597"/>
                  </a:cubicBezTo>
                  <a:cubicBezTo>
                    <a:pt x="235" y="410"/>
                    <a:pt x="238" y="180"/>
                    <a:pt x="34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27"/>
            <p:cNvSpPr/>
            <p:nvPr/>
          </p:nvSpPr>
          <p:spPr>
            <a:xfrm>
              <a:off x="5468209" y="1750781"/>
              <a:ext cx="8962" cy="8962"/>
            </a:xfrm>
            <a:custGeom>
              <a:rect b="b" l="l" r="r" t="t"/>
              <a:pathLst>
                <a:path extrusionOk="0" h="279" w="279">
                  <a:moveTo>
                    <a:pt x="139" y="0"/>
                  </a:moveTo>
                  <a:cubicBezTo>
                    <a:pt x="62" y="0"/>
                    <a:pt x="0" y="63"/>
                    <a:pt x="0" y="139"/>
                  </a:cubicBezTo>
                  <a:cubicBezTo>
                    <a:pt x="0" y="216"/>
                    <a:pt x="62" y="278"/>
                    <a:pt x="139" y="278"/>
                  </a:cubicBezTo>
                  <a:cubicBezTo>
                    <a:pt x="216" y="278"/>
                    <a:pt x="278" y="216"/>
                    <a:pt x="278" y="139"/>
                  </a:cubicBezTo>
                  <a:cubicBezTo>
                    <a:pt x="278" y="63"/>
                    <a:pt x="216" y="0"/>
                    <a:pt x="139" y="0"/>
                  </a:cubicBez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87" name="Google Shape;3887;p27"/>
          <p:cNvGrpSpPr/>
          <p:nvPr/>
        </p:nvGrpSpPr>
        <p:grpSpPr>
          <a:xfrm>
            <a:off x="4742301" y="1605260"/>
            <a:ext cx="297723" cy="173431"/>
            <a:chOff x="4742301" y="1605260"/>
            <a:chExt cx="297723" cy="173431"/>
          </a:xfrm>
        </p:grpSpPr>
        <p:sp>
          <p:nvSpPr>
            <p:cNvPr id="3888" name="Google Shape;3888;p27"/>
            <p:cNvSpPr/>
            <p:nvPr/>
          </p:nvSpPr>
          <p:spPr>
            <a:xfrm>
              <a:off x="4742365" y="1637384"/>
              <a:ext cx="46289" cy="61836"/>
            </a:xfrm>
            <a:custGeom>
              <a:rect b="b" l="l" r="r" t="t"/>
              <a:pathLst>
                <a:path extrusionOk="0" h="1925" w="1441">
                  <a:moveTo>
                    <a:pt x="584" y="1"/>
                  </a:moveTo>
                  <a:lnTo>
                    <a:pt x="0" y="118"/>
                  </a:lnTo>
                  <a:lnTo>
                    <a:pt x="0" y="929"/>
                  </a:lnTo>
                  <a:lnTo>
                    <a:pt x="37" y="1130"/>
                  </a:lnTo>
                  <a:cubicBezTo>
                    <a:pt x="37" y="1334"/>
                    <a:pt x="202" y="1501"/>
                    <a:pt x="407" y="1504"/>
                  </a:cubicBezTo>
                  <a:lnTo>
                    <a:pt x="991" y="1518"/>
                  </a:lnTo>
                  <a:cubicBezTo>
                    <a:pt x="1195" y="1520"/>
                    <a:pt x="1326" y="1721"/>
                    <a:pt x="1326" y="1925"/>
                  </a:cubicBezTo>
                  <a:lnTo>
                    <a:pt x="1441" y="832"/>
                  </a:lnTo>
                  <a:lnTo>
                    <a:pt x="1326" y="121"/>
                  </a:lnTo>
                  <a:lnTo>
                    <a:pt x="58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27"/>
            <p:cNvSpPr/>
            <p:nvPr/>
          </p:nvSpPr>
          <p:spPr>
            <a:xfrm>
              <a:off x="4992965" y="1637352"/>
              <a:ext cx="47059" cy="61836"/>
            </a:xfrm>
            <a:custGeom>
              <a:rect b="b" l="l" r="r" t="t"/>
              <a:pathLst>
                <a:path extrusionOk="0" h="1925" w="1465">
                  <a:moveTo>
                    <a:pt x="775" y="1"/>
                  </a:moveTo>
                  <a:lnTo>
                    <a:pt x="140" y="119"/>
                  </a:lnTo>
                  <a:lnTo>
                    <a:pt x="1" y="858"/>
                  </a:lnTo>
                  <a:lnTo>
                    <a:pt x="140" y="1924"/>
                  </a:lnTo>
                  <a:cubicBezTo>
                    <a:pt x="140" y="1719"/>
                    <a:pt x="280" y="1531"/>
                    <a:pt x="486" y="1531"/>
                  </a:cubicBezTo>
                  <a:lnTo>
                    <a:pt x="1081" y="1529"/>
                  </a:lnTo>
                  <a:cubicBezTo>
                    <a:pt x="1285" y="1528"/>
                    <a:pt x="1451" y="1361"/>
                    <a:pt x="1451" y="1157"/>
                  </a:cubicBezTo>
                  <a:lnTo>
                    <a:pt x="1464" y="907"/>
                  </a:lnTo>
                  <a:lnTo>
                    <a:pt x="1464" y="119"/>
                  </a:lnTo>
                  <a:lnTo>
                    <a:pt x="77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27"/>
            <p:cNvSpPr/>
            <p:nvPr/>
          </p:nvSpPr>
          <p:spPr>
            <a:xfrm>
              <a:off x="4742301" y="1664978"/>
              <a:ext cx="42594" cy="34243"/>
            </a:xfrm>
            <a:custGeom>
              <a:rect b="b" l="l" r="r" t="t"/>
              <a:pathLst>
                <a:path extrusionOk="0" h="1066" w="1326">
                  <a:moveTo>
                    <a:pt x="1" y="0"/>
                  </a:moveTo>
                  <a:lnTo>
                    <a:pt x="1" y="316"/>
                  </a:lnTo>
                  <a:cubicBezTo>
                    <a:pt x="1" y="522"/>
                    <a:pt x="167" y="688"/>
                    <a:pt x="372" y="689"/>
                  </a:cubicBezTo>
                  <a:lnTo>
                    <a:pt x="955" y="692"/>
                  </a:lnTo>
                  <a:cubicBezTo>
                    <a:pt x="1161" y="695"/>
                    <a:pt x="1326" y="860"/>
                    <a:pt x="1326" y="1066"/>
                  </a:cubicBezTo>
                  <a:lnTo>
                    <a:pt x="1326" y="749"/>
                  </a:lnTo>
                  <a:cubicBezTo>
                    <a:pt x="1326" y="545"/>
                    <a:pt x="1161" y="378"/>
                    <a:pt x="955" y="377"/>
                  </a:cubicBezTo>
                  <a:lnTo>
                    <a:pt x="372" y="372"/>
                  </a:lnTo>
                  <a:cubicBezTo>
                    <a:pt x="166" y="371"/>
                    <a:pt x="1" y="205"/>
                    <a:pt x="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27"/>
            <p:cNvSpPr/>
            <p:nvPr/>
          </p:nvSpPr>
          <p:spPr>
            <a:xfrm>
              <a:off x="4997430" y="1664978"/>
              <a:ext cx="42594" cy="34243"/>
            </a:xfrm>
            <a:custGeom>
              <a:rect b="b" l="l" r="r" t="t"/>
              <a:pathLst>
                <a:path extrusionOk="0" h="1066" w="1326">
                  <a:moveTo>
                    <a:pt x="1325" y="0"/>
                  </a:moveTo>
                  <a:cubicBezTo>
                    <a:pt x="1325" y="205"/>
                    <a:pt x="1159" y="371"/>
                    <a:pt x="955" y="372"/>
                  </a:cubicBezTo>
                  <a:lnTo>
                    <a:pt x="371" y="377"/>
                  </a:lnTo>
                  <a:cubicBezTo>
                    <a:pt x="166" y="378"/>
                    <a:pt x="1" y="545"/>
                    <a:pt x="1" y="749"/>
                  </a:cubicBezTo>
                  <a:lnTo>
                    <a:pt x="1" y="1066"/>
                  </a:lnTo>
                  <a:cubicBezTo>
                    <a:pt x="1" y="862"/>
                    <a:pt x="167" y="695"/>
                    <a:pt x="371" y="692"/>
                  </a:cubicBezTo>
                  <a:lnTo>
                    <a:pt x="955" y="689"/>
                  </a:lnTo>
                  <a:cubicBezTo>
                    <a:pt x="1160" y="688"/>
                    <a:pt x="1325" y="522"/>
                    <a:pt x="1325" y="316"/>
                  </a:cubicBezTo>
                  <a:lnTo>
                    <a:pt x="1325" y="0"/>
                  </a:lnTo>
                  <a:close/>
                </a:path>
              </a:pathLst>
            </a:custGeom>
            <a:solidFill>
              <a:srgbClr val="D94F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27"/>
            <p:cNvSpPr/>
            <p:nvPr/>
          </p:nvSpPr>
          <p:spPr>
            <a:xfrm>
              <a:off x="4786246" y="1637352"/>
              <a:ext cx="211270" cy="139637"/>
            </a:xfrm>
            <a:custGeom>
              <a:rect b="b" l="l" r="r" t="t"/>
              <a:pathLst>
                <a:path extrusionOk="0" h="4347" w="6577">
                  <a:moveTo>
                    <a:pt x="3150" y="1"/>
                  </a:moveTo>
                  <a:lnTo>
                    <a:pt x="1" y="119"/>
                  </a:lnTo>
                  <a:lnTo>
                    <a:pt x="26" y="3767"/>
                  </a:lnTo>
                  <a:cubicBezTo>
                    <a:pt x="26" y="4077"/>
                    <a:pt x="276" y="4328"/>
                    <a:pt x="586" y="4328"/>
                  </a:cubicBezTo>
                  <a:lnTo>
                    <a:pt x="5959" y="4346"/>
                  </a:lnTo>
                  <a:cubicBezTo>
                    <a:pt x="6126" y="4346"/>
                    <a:pt x="6316" y="4314"/>
                    <a:pt x="6420" y="4197"/>
                  </a:cubicBezTo>
                  <a:cubicBezTo>
                    <a:pt x="6449" y="4164"/>
                    <a:pt x="6511" y="4099"/>
                    <a:pt x="6511" y="4099"/>
                  </a:cubicBezTo>
                  <a:cubicBezTo>
                    <a:pt x="6553" y="4021"/>
                    <a:pt x="6576" y="3932"/>
                    <a:pt x="6576" y="3838"/>
                  </a:cubicBezTo>
                  <a:lnTo>
                    <a:pt x="6576" y="119"/>
                  </a:lnTo>
                  <a:lnTo>
                    <a:pt x="3150"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27"/>
            <p:cNvSpPr/>
            <p:nvPr/>
          </p:nvSpPr>
          <p:spPr>
            <a:xfrm>
              <a:off x="4784897" y="1641271"/>
              <a:ext cx="210531" cy="137420"/>
            </a:xfrm>
            <a:custGeom>
              <a:rect b="b" l="l" r="r" t="t"/>
              <a:pathLst>
                <a:path extrusionOk="0" h="4278" w="6554">
                  <a:moveTo>
                    <a:pt x="1" y="0"/>
                  </a:moveTo>
                  <a:lnTo>
                    <a:pt x="1" y="3718"/>
                  </a:lnTo>
                  <a:cubicBezTo>
                    <a:pt x="1" y="4027"/>
                    <a:pt x="251" y="4278"/>
                    <a:pt x="560" y="4278"/>
                  </a:cubicBezTo>
                  <a:lnTo>
                    <a:pt x="6059" y="4278"/>
                  </a:lnTo>
                  <a:cubicBezTo>
                    <a:pt x="6274" y="4278"/>
                    <a:pt x="6459" y="4156"/>
                    <a:pt x="6553" y="3978"/>
                  </a:cubicBezTo>
                  <a:lnTo>
                    <a:pt x="560" y="3978"/>
                  </a:lnTo>
                  <a:cubicBezTo>
                    <a:pt x="418" y="3978"/>
                    <a:pt x="299" y="3862"/>
                    <a:pt x="299" y="3718"/>
                  </a:cubicBezTo>
                  <a:lnTo>
                    <a:pt x="29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27"/>
            <p:cNvSpPr/>
            <p:nvPr/>
          </p:nvSpPr>
          <p:spPr>
            <a:xfrm>
              <a:off x="4803690" y="1658875"/>
              <a:ext cx="175806" cy="101379"/>
            </a:xfrm>
            <a:custGeom>
              <a:rect b="b" l="l" r="r" t="t"/>
              <a:pathLst>
                <a:path extrusionOk="0" h="3156" w="5473">
                  <a:moveTo>
                    <a:pt x="272" y="1"/>
                  </a:moveTo>
                  <a:lnTo>
                    <a:pt x="188" y="18"/>
                  </a:lnTo>
                  <a:cubicBezTo>
                    <a:pt x="83" y="18"/>
                    <a:pt x="1" y="101"/>
                    <a:pt x="1" y="203"/>
                  </a:cubicBezTo>
                  <a:lnTo>
                    <a:pt x="7" y="2960"/>
                  </a:lnTo>
                  <a:cubicBezTo>
                    <a:pt x="7" y="3064"/>
                    <a:pt x="89" y="3146"/>
                    <a:pt x="192" y="3146"/>
                  </a:cubicBezTo>
                  <a:lnTo>
                    <a:pt x="5272" y="3155"/>
                  </a:lnTo>
                  <a:cubicBezTo>
                    <a:pt x="5374" y="3155"/>
                    <a:pt x="5458" y="3071"/>
                    <a:pt x="5458" y="2970"/>
                  </a:cubicBezTo>
                  <a:lnTo>
                    <a:pt x="5473" y="2871"/>
                  </a:lnTo>
                  <a:lnTo>
                    <a:pt x="5473" y="691"/>
                  </a:lnTo>
                  <a:lnTo>
                    <a:pt x="5432" y="558"/>
                  </a:lnTo>
                  <a:lnTo>
                    <a:pt x="5473" y="412"/>
                  </a:lnTo>
                  <a:lnTo>
                    <a:pt x="5473" y="188"/>
                  </a:lnTo>
                  <a:cubicBezTo>
                    <a:pt x="5473" y="85"/>
                    <a:pt x="5389" y="1"/>
                    <a:pt x="528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27"/>
            <p:cNvSpPr/>
            <p:nvPr/>
          </p:nvSpPr>
          <p:spPr>
            <a:xfrm>
              <a:off x="4802822" y="1658875"/>
              <a:ext cx="176674" cy="101828"/>
            </a:xfrm>
            <a:custGeom>
              <a:rect b="b" l="l" r="r" t="t"/>
              <a:pathLst>
                <a:path extrusionOk="0" h="3170" w="5500">
                  <a:moveTo>
                    <a:pt x="187" y="1"/>
                  </a:moveTo>
                  <a:cubicBezTo>
                    <a:pt x="84" y="1"/>
                    <a:pt x="0" y="85"/>
                    <a:pt x="0" y="188"/>
                  </a:cubicBezTo>
                  <a:lnTo>
                    <a:pt x="0" y="412"/>
                  </a:lnTo>
                  <a:lnTo>
                    <a:pt x="57" y="581"/>
                  </a:lnTo>
                  <a:lnTo>
                    <a:pt x="0" y="691"/>
                  </a:lnTo>
                  <a:lnTo>
                    <a:pt x="0" y="2984"/>
                  </a:lnTo>
                  <a:cubicBezTo>
                    <a:pt x="0" y="3087"/>
                    <a:pt x="84" y="3170"/>
                    <a:pt x="187" y="3170"/>
                  </a:cubicBezTo>
                  <a:lnTo>
                    <a:pt x="5313" y="3170"/>
                  </a:lnTo>
                  <a:cubicBezTo>
                    <a:pt x="5416" y="3170"/>
                    <a:pt x="5500" y="3087"/>
                    <a:pt x="5500" y="2984"/>
                  </a:cubicBezTo>
                  <a:lnTo>
                    <a:pt x="5500" y="2871"/>
                  </a:lnTo>
                  <a:lnTo>
                    <a:pt x="374" y="2871"/>
                  </a:lnTo>
                  <a:cubicBezTo>
                    <a:pt x="332" y="2871"/>
                    <a:pt x="299" y="2840"/>
                    <a:pt x="299" y="2798"/>
                  </a:cubicBezTo>
                  <a:lnTo>
                    <a:pt x="29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27"/>
            <p:cNvSpPr/>
            <p:nvPr/>
          </p:nvSpPr>
          <p:spPr>
            <a:xfrm>
              <a:off x="4802822" y="1672046"/>
              <a:ext cx="176674" cy="9059"/>
            </a:xfrm>
            <a:custGeom>
              <a:rect b="b" l="l" r="r" t="t"/>
              <a:pathLst>
                <a:path extrusionOk="0" h="282" w="5500">
                  <a:moveTo>
                    <a:pt x="0" y="0"/>
                  </a:moveTo>
                  <a:lnTo>
                    <a:pt x="44" y="152"/>
                  </a:lnTo>
                  <a:lnTo>
                    <a:pt x="0" y="281"/>
                  </a:lnTo>
                  <a:lnTo>
                    <a:pt x="5500" y="281"/>
                  </a:lnTo>
                  <a:lnTo>
                    <a:pt x="550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27"/>
            <p:cNvSpPr/>
            <p:nvPr/>
          </p:nvSpPr>
          <p:spPr>
            <a:xfrm>
              <a:off x="4979473" y="1672046"/>
              <a:ext cx="32" cy="8994"/>
            </a:xfrm>
            <a:custGeom>
              <a:rect b="b" l="l" r="r" t="t"/>
              <a:pathLst>
                <a:path extrusionOk="0" h="280" w="1">
                  <a:moveTo>
                    <a:pt x="1" y="280"/>
                  </a:moveTo>
                  <a:lnTo>
                    <a:pt x="1" y="0"/>
                  </a:lnTo>
                </a:path>
              </a:pathLst>
            </a:custGeom>
            <a:solidFill>
              <a:srgbClr val="F7F3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27"/>
            <p:cNvSpPr/>
            <p:nvPr/>
          </p:nvSpPr>
          <p:spPr>
            <a:xfrm>
              <a:off x="4802822" y="1672046"/>
              <a:ext cx="9605" cy="9059"/>
            </a:xfrm>
            <a:custGeom>
              <a:rect b="b" l="l" r="r" t="t"/>
              <a:pathLst>
                <a:path extrusionOk="0" h="282" w="299">
                  <a:moveTo>
                    <a:pt x="0" y="0"/>
                  </a:moveTo>
                  <a:lnTo>
                    <a:pt x="0" y="281"/>
                  </a:lnTo>
                  <a:lnTo>
                    <a:pt x="299" y="281"/>
                  </a:lnTo>
                  <a:lnTo>
                    <a:pt x="299" y="0"/>
                  </a:ln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27"/>
            <p:cNvSpPr/>
            <p:nvPr/>
          </p:nvSpPr>
          <p:spPr>
            <a:xfrm>
              <a:off x="4979473" y="1672046"/>
              <a:ext cx="32" cy="8994"/>
            </a:xfrm>
            <a:custGeom>
              <a:rect b="b" l="l" r="r" t="t"/>
              <a:pathLst>
                <a:path extrusionOk="0" h="280" w="1">
                  <a:moveTo>
                    <a:pt x="1" y="280"/>
                  </a:moveTo>
                  <a:lnTo>
                    <a:pt x="1" y="0"/>
                  </a:lnTo>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27"/>
            <p:cNvSpPr/>
            <p:nvPr/>
          </p:nvSpPr>
          <p:spPr>
            <a:xfrm>
              <a:off x="4979473" y="1672046"/>
              <a:ext cx="32" cy="8994"/>
            </a:xfrm>
            <a:custGeom>
              <a:rect b="b" l="l" r="r" t="t"/>
              <a:pathLst>
                <a:path extrusionOk="0" h="280" w="1">
                  <a:moveTo>
                    <a:pt x="1" y="280"/>
                  </a:moveTo>
                  <a:lnTo>
                    <a:pt x="1" y="0"/>
                  </a:lnTo>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27"/>
            <p:cNvSpPr/>
            <p:nvPr/>
          </p:nvSpPr>
          <p:spPr>
            <a:xfrm>
              <a:off x="4860003" y="1700443"/>
              <a:ext cx="62318" cy="35977"/>
            </a:xfrm>
            <a:custGeom>
              <a:rect b="b" l="l" r="r" t="t"/>
              <a:pathLst>
                <a:path extrusionOk="0" h="1120" w="1940">
                  <a:moveTo>
                    <a:pt x="188" y="1"/>
                  </a:moveTo>
                  <a:cubicBezTo>
                    <a:pt x="85" y="1"/>
                    <a:pt x="1" y="85"/>
                    <a:pt x="1" y="188"/>
                  </a:cubicBezTo>
                  <a:lnTo>
                    <a:pt x="1" y="933"/>
                  </a:lnTo>
                  <a:cubicBezTo>
                    <a:pt x="1" y="1036"/>
                    <a:pt x="83" y="1120"/>
                    <a:pt x="188" y="1120"/>
                  </a:cubicBezTo>
                  <a:lnTo>
                    <a:pt x="1753" y="1120"/>
                  </a:lnTo>
                  <a:cubicBezTo>
                    <a:pt x="1855" y="1120"/>
                    <a:pt x="1939" y="1036"/>
                    <a:pt x="1939" y="933"/>
                  </a:cubicBezTo>
                  <a:lnTo>
                    <a:pt x="1939" y="188"/>
                  </a:lnTo>
                  <a:cubicBezTo>
                    <a:pt x="1939" y="85"/>
                    <a:pt x="1855" y="1"/>
                    <a:pt x="175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27"/>
            <p:cNvSpPr/>
            <p:nvPr/>
          </p:nvSpPr>
          <p:spPr>
            <a:xfrm>
              <a:off x="4873495" y="1713935"/>
              <a:ext cx="35367" cy="9026"/>
            </a:xfrm>
            <a:custGeom>
              <a:rect b="b" l="l" r="r" t="t"/>
              <a:pathLst>
                <a:path extrusionOk="0" h="281" w="1101">
                  <a:moveTo>
                    <a:pt x="140" y="1"/>
                  </a:moveTo>
                  <a:cubicBezTo>
                    <a:pt x="64" y="1"/>
                    <a:pt x="1" y="63"/>
                    <a:pt x="1" y="141"/>
                  </a:cubicBezTo>
                  <a:cubicBezTo>
                    <a:pt x="1" y="216"/>
                    <a:pt x="63" y="280"/>
                    <a:pt x="140" y="280"/>
                  </a:cubicBezTo>
                  <a:lnTo>
                    <a:pt x="959" y="280"/>
                  </a:lnTo>
                  <a:cubicBezTo>
                    <a:pt x="1037" y="280"/>
                    <a:pt x="1101" y="218"/>
                    <a:pt x="1100" y="141"/>
                  </a:cubicBezTo>
                  <a:cubicBezTo>
                    <a:pt x="1100" y="64"/>
                    <a:pt x="1037" y="1"/>
                    <a:pt x="95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27"/>
            <p:cNvSpPr/>
            <p:nvPr/>
          </p:nvSpPr>
          <p:spPr>
            <a:xfrm>
              <a:off x="4933696" y="1672013"/>
              <a:ext cx="35367" cy="9026"/>
            </a:xfrm>
            <a:custGeom>
              <a:rect b="b" l="l" r="r" t="t"/>
              <a:pathLst>
                <a:path extrusionOk="0" h="281" w="1101">
                  <a:moveTo>
                    <a:pt x="42" y="0"/>
                  </a:moveTo>
                  <a:lnTo>
                    <a:pt x="0" y="281"/>
                  </a:lnTo>
                  <a:lnTo>
                    <a:pt x="1100" y="281"/>
                  </a:lnTo>
                  <a:lnTo>
                    <a:pt x="1058" y="0"/>
                  </a:lnTo>
                  <a:lnTo>
                    <a:pt x="814" y="0"/>
                  </a:lnTo>
                  <a:lnTo>
                    <a:pt x="520" y="61"/>
                  </a:lnTo>
                  <a:lnTo>
                    <a:pt x="28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27"/>
            <p:cNvSpPr/>
            <p:nvPr/>
          </p:nvSpPr>
          <p:spPr>
            <a:xfrm>
              <a:off x="4939125" y="1672046"/>
              <a:ext cx="24445" cy="29103"/>
            </a:xfrm>
            <a:custGeom>
              <a:rect b="b" l="l" r="r" t="t"/>
              <a:pathLst>
                <a:path extrusionOk="0" h="906" w="761">
                  <a:moveTo>
                    <a:pt x="116" y="0"/>
                  </a:moveTo>
                  <a:lnTo>
                    <a:pt x="21" y="652"/>
                  </a:lnTo>
                  <a:cubicBezTo>
                    <a:pt x="0" y="787"/>
                    <a:pt x="105" y="905"/>
                    <a:pt x="239" y="905"/>
                  </a:cubicBezTo>
                  <a:lnTo>
                    <a:pt x="524" y="905"/>
                  </a:lnTo>
                  <a:cubicBezTo>
                    <a:pt x="658" y="904"/>
                    <a:pt x="760" y="784"/>
                    <a:pt x="742" y="652"/>
                  </a:cubicBezTo>
                  <a:lnTo>
                    <a:pt x="645"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27"/>
            <p:cNvSpPr/>
            <p:nvPr/>
          </p:nvSpPr>
          <p:spPr>
            <a:xfrm>
              <a:off x="4743521" y="1605260"/>
              <a:ext cx="296491" cy="35014"/>
            </a:xfrm>
            <a:custGeom>
              <a:rect b="b" l="l" r="r" t="t"/>
              <a:pathLst>
                <a:path extrusionOk="0" h="1090" w="9230">
                  <a:moveTo>
                    <a:pt x="338" y="1"/>
                  </a:moveTo>
                  <a:cubicBezTo>
                    <a:pt x="310" y="1"/>
                    <a:pt x="283" y="4"/>
                    <a:pt x="258" y="9"/>
                  </a:cubicBezTo>
                  <a:cubicBezTo>
                    <a:pt x="258" y="9"/>
                    <a:pt x="205" y="74"/>
                    <a:pt x="164" y="105"/>
                  </a:cubicBezTo>
                  <a:cubicBezTo>
                    <a:pt x="70" y="173"/>
                    <a:pt x="1" y="250"/>
                    <a:pt x="1" y="376"/>
                  </a:cubicBezTo>
                  <a:lnTo>
                    <a:pt x="24" y="1089"/>
                  </a:lnTo>
                  <a:lnTo>
                    <a:pt x="9177" y="1057"/>
                  </a:lnTo>
                  <a:lnTo>
                    <a:pt x="9229" y="824"/>
                  </a:lnTo>
                  <a:lnTo>
                    <a:pt x="9229" y="377"/>
                  </a:lnTo>
                  <a:cubicBezTo>
                    <a:pt x="9229" y="167"/>
                    <a:pt x="9061" y="1"/>
                    <a:pt x="88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27"/>
            <p:cNvSpPr/>
            <p:nvPr/>
          </p:nvSpPr>
          <p:spPr>
            <a:xfrm>
              <a:off x="4742365" y="1605485"/>
              <a:ext cx="297647" cy="35720"/>
            </a:xfrm>
            <a:custGeom>
              <a:rect b="b" l="l" r="r" t="t"/>
              <a:pathLst>
                <a:path extrusionOk="0" h="1112" w="9266">
                  <a:moveTo>
                    <a:pt x="299" y="1"/>
                  </a:moveTo>
                  <a:cubicBezTo>
                    <a:pt x="129" y="36"/>
                    <a:pt x="0" y="185"/>
                    <a:pt x="0" y="366"/>
                  </a:cubicBezTo>
                  <a:lnTo>
                    <a:pt x="0" y="1111"/>
                  </a:lnTo>
                  <a:lnTo>
                    <a:pt x="9265" y="1111"/>
                  </a:lnTo>
                  <a:lnTo>
                    <a:pt x="9265" y="813"/>
                  </a:lnTo>
                  <a:lnTo>
                    <a:pt x="374" y="813"/>
                  </a:lnTo>
                  <a:cubicBezTo>
                    <a:pt x="332" y="813"/>
                    <a:pt x="299" y="781"/>
                    <a:pt x="299" y="739"/>
                  </a:cubicBezTo>
                  <a:lnTo>
                    <a:pt x="29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07" name="Google Shape;3907;p27"/>
          <p:cNvGrpSpPr/>
          <p:nvPr/>
        </p:nvGrpSpPr>
        <p:grpSpPr>
          <a:xfrm>
            <a:off x="4107400" y="1598514"/>
            <a:ext cx="297807" cy="186923"/>
            <a:chOff x="4107400" y="1598514"/>
            <a:chExt cx="297807" cy="186923"/>
          </a:xfrm>
        </p:grpSpPr>
        <p:sp>
          <p:nvSpPr>
            <p:cNvPr id="3908" name="Google Shape;3908;p27"/>
            <p:cNvSpPr/>
            <p:nvPr/>
          </p:nvSpPr>
          <p:spPr>
            <a:xfrm>
              <a:off x="4108556" y="1632051"/>
              <a:ext cx="296651" cy="152775"/>
            </a:xfrm>
            <a:custGeom>
              <a:rect b="b" l="l" r="r" t="t"/>
              <a:pathLst>
                <a:path extrusionOk="0" h="4756" w="9235">
                  <a:moveTo>
                    <a:pt x="510" y="0"/>
                  </a:moveTo>
                  <a:cubicBezTo>
                    <a:pt x="457" y="0"/>
                    <a:pt x="416" y="44"/>
                    <a:pt x="416" y="95"/>
                  </a:cubicBezTo>
                  <a:lnTo>
                    <a:pt x="485" y="949"/>
                  </a:lnTo>
                  <a:cubicBezTo>
                    <a:pt x="485" y="1051"/>
                    <a:pt x="403" y="1135"/>
                    <a:pt x="300" y="1135"/>
                  </a:cubicBezTo>
                  <a:lnTo>
                    <a:pt x="187" y="1135"/>
                  </a:lnTo>
                  <a:cubicBezTo>
                    <a:pt x="84" y="1135"/>
                    <a:pt x="0" y="1218"/>
                    <a:pt x="0" y="1322"/>
                  </a:cubicBezTo>
                  <a:lnTo>
                    <a:pt x="11" y="4532"/>
                  </a:lnTo>
                  <a:cubicBezTo>
                    <a:pt x="11" y="4634"/>
                    <a:pt x="93" y="4718"/>
                    <a:pt x="196" y="4718"/>
                  </a:cubicBezTo>
                  <a:lnTo>
                    <a:pt x="9018" y="4756"/>
                  </a:lnTo>
                  <a:cubicBezTo>
                    <a:pt x="9121" y="4756"/>
                    <a:pt x="9206" y="4692"/>
                    <a:pt x="9210" y="4591"/>
                  </a:cubicBezTo>
                  <a:lnTo>
                    <a:pt x="9235" y="4478"/>
                  </a:lnTo>
                  <a:lnTo>
                    <a:pt x="9235" y="1289"/>
                  </a:lnTo>
                  <a:cubicBezTo>
                    <a:pt x="9235" y="1186"/>
                    <a:pt x="9152" y="1102"/>
                    <a:pt x="9048" y="1102"/>
                  </a:cubicBezTo>
                  <a:lnTo>
                    <a:pt x="8937" y="1102"/>
                  </a:lnTo>
                  <a:cubicBezTo>
                    <a:pt x="8834" y="1102"/>
                    <a:pt x="8750" y="1020"/>
                    <a:pt x="8750" y="917"/>
                  </a:cubicBezTo>
                  <a:lnTo>
                    <a:pt x="8750" y="636"/>
                  </a:lnTo>
                  <a:lnTo>
                    <a:pt x="8824" y="95"/>
                  </a:lnTo>
                  <a:cubicBezTo>
                    <a:pt x="8824" y="42"/>
                    <a:pt x="8780" y="0"/>
                    <a:pt x="873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27"/>
            <p:cNvSpPr/>
            <p:nvPr/>
          </p:nvSpPr>
          <p:spPr>
            <a:xfrm>
              <a:off x="4129469" y="1667355"/>
              <a:ext cx="67457" cy="85125"/>
            </a:xfrm>
            <a:custGeom>
              <a:rect b="b" l="l" r="r" t="t"/>
              <a:pathLst>
                <a:path extrusionOk="0" h="2650" w="2100">
                  <a:moveTo>
                    <a:pt x="623" y="0"/>
                  </a:moveTo>
                  <a:cubicBezTo>
                    <a:pt x="557" y="0"/>
                    <a:pt x="492" y="18"/>
                    <a:pt x="435" y="51"/>
                  </a:cubicBezTo>
                  <a:cubicBezTo>
                    <a:pt x="380" y="83"/>
                    <a:pt x="331" y="132"/>
                    <a:pt x="298" y="190"/>
                  </a:cubicBezTo>
                  <a:cubicBezTo>
                    <a:pt x="101" y="543"/>
                    <a:pt x="1" y="934"/>
                    <a:pt x="1" y="1325"/>
                  </a:cubicBezTo>
                  <a:cubicBezTo>
                    <a:pt x="1" y="1716"/>
                    <a:pt x="99" y="2108"/>
                    <a:pt x="298" y="2460"/>
                  </a:cubicBezTo>
                  <a:cubicBezTo>
                    <a:pt x="366" y="2577"/>
                    <a:pt x="490" y="2649"/>
                    <a:pt x="623" y="2649"/>
                  </a:cubicBezTo>
                  <a:lnTo>
                    <a:pt x="1973" y="2649"/>
                  </a:lnTo>
                  <a:lnTo>
                    <a:pt x="2100" y="1323"/>
                  </a:lnTo>
                  <a:lnTo>
                    <a:pt x="1973" y="2"/>
                  </a:lnTo>
                  <a:lnTo>
                    <a:pt x="1973"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27"/>
            <p:cNvSpPr/>
            <p:nvPr/>
          </p:nvSpPr>
          <p:spPr>
            <a:xfrm>
              <a:off x="4314022" y="1667388"/>
              <a:ext cx="69031" cy="85093"/>
            </a:xfrm>
            <a:custGeom>
              <a:rect b="b" l="l" r="r" t="t"/>
              <a:pathLst>
                <a:path extrusionOk="0" h="2649" w="2149">
                  <a:moveTo>
                    <a:pt x="177" y="1"/>
                  </a:moveTo>
                  <a:lnTo>
                    <a:pt x="0" y="1292"/>
                  </a:lnTo>
                  <a:lnTo>
                    <a:pt x="177" y="2648"/>
                  </a:lnTo>
                  <a:lnTo>
                    <a:pt x="1526" y="2648"/>
                  </a:lnTo>
                  <a:cubicBezTo>
                    <a:pt x="1593" y="2648"/>
                    <a:pt x="1658" y="2630"/>
                    <a:pt x="1714" y="2598"/>
                  </a:cubicBezTo>
                  <a:cubicBezTo>
                    <a:pt x="1769" y="2564"/>
                    <a:pt x="1818" y="2515"/>
                    <a:pt x="1852" y="2459"/>
                  </a:cubicBezTo>
                  <a:cubicBezTo>
                    <a:pt x="2049" y="2106"/>
                    <a:pt x="2148" y="1715"/>
                    <a:pt x="2148" y="1324"/>
                  </a:cubicBezTo>
                  <a:cubicBezTo>
                    <a:pt x="2148" y="933"/>
                    <a:pt x="2050" y="542"/>
                    <a:pt x="1852" y="190"/>
                  </a:cubicBezTo>
                  <a:cubicBezTo>
                    <a:pt x="1784" y="73"/>
                    <a:pt x="1659" y="1"/>
                    <a:pt x="152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27"/>
            <p:cNvSpPr/>
            <p:nvPr/>
          </p:nvSpPr>
          <p:spPr>
            <a:xfrm>
              <a:off x="4316335" y="1667452"/>
              <a:ext cx="45935" cy="85028"/>
            </a:xfrm>
            <a:custGeom>
              <a:rect b="b" l="l" r="r" t="t"/>
              <a:pathLst>
                <a:path extrusionOk="0" h="2647" w="1430">
                  <a:moveTo>
                    <a:pt x="108" y="0"/>
                  </a:moveTo>
                  <a:lnTo>
                    <a:pt x="1" y="1378"/>
                  </a:lnTo>
                  <a:lnTo>
                    <a:pt x="108" y="2646"/>
                  </a:lnTo>
                  <a:cubicBezTo>
                    <a:pt x="839" y="2646"/>
                    <a:pt x="1429" y="2054"/>
                    <a:pt x="1429" y="1323"/>
                  </a:cubicBezTo>
                  <a:cubicBezTo>
                    <a:pt x="1429" y="592"/>
                    <a:pt x="839" y="0"/>
                    <a:pt x="10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27"/>
            <p:cNvSpPr/>
            <p:nvPr/>
          </p:nvSpPr>
          <p:spPr>
            <a:xfrm>
              <a:off x="4150318" y="1667291"/>
              <a:ext cx="46610" cy="85189"/>
            </a:xfrm>
            <a:custGeom>
              <a:rect b="b" l="l" r="r" t="t"/>
              <a:pathLst>
                <a:path extrusionOk="0" h="2652" w="1451">
                  <a:moveTo>
                    <a:pt x="1324" y="1"/>
                  </a:moveTo>
                  <a:lnTo>
                    <a:pt x="1324" y="5"/>
                  </a:lnTo>
                  <a:cubicBezTo>
                    <a:pt x="593" y="5"/>
                    <a:pt x="0" y="597"/>
                    <a:pt x="0" y="1328"/>
                  </a:cubicBezTo>
                  <a:cubicBezTo>
                    <a:pt x="0" y="2059"/>
                    <a:pt x="593" y="2651"/>
                    <a:pt x="1324" y="2651"/>
                  </a:cubicBezTo>
                  <a:lnTo>
                    <a:pt x="1324" y="2647"/>
                  </a:lnTo>
                  <a:lnTo>
                    <a:pt x="1451" y="1327"/>
                  </a:lnTo>
                  <a:lnTo>
                    <a:pt x="132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27"/>
            <p:cNvSpPr/>
            <p:nvPr/>
          </p:nvSpPr>
          <p:spPr>
            <a:xfrm>
              <a:off x="4107496" y="1633433"/>
              <a:ext cx="297647" cy="152004"/>
            </a:xfrm>
            <a:custGeom>
              <a:rect b="b" l="l" r="r" t="t"/>
              <a:pathLst>
                <a:path extrusionOk="0" h="4732" w="9266">
                  <a:moveTo>
                    <a:pt x="785" y="1"/>
                  </a:moveTo>
                  <a:lnTo>
                    <a:pt x="526" y="2"/>
                  </a:lnTo>
                  <a:cubicBezTo>
                    <a:pt x="474" y="2"/>
                    <a:pt x="432" y="46"/>
                    <a:pt x="432" y="96"/>
                  </a:cubicBezTo>
                  <a:lnTo>
                    <a:pt x="485" y="593"/>
                  </a:lnTo>
                  <a:lnTo>
                    <a:pt x="485" y="872"/>
                  </a:lnTo>
                  <a:cubicBezTo>
                    <a:pt x="482" y="1001"/>
                    <a:pt x="374" y="1058"/>
                    <a:pt x="298" y="1059"/>
                  </a:cubicBezTo>
                  <a:lnTo>
                    <a:pt x="185" y="1059"/>
                  </a:lnTo>
                  <a:cubicBezTo>
                    <a:pt x="83" y="1059"/>
                    <a:pt x="0" y="1143"/>
                    <a:pt x="0" y="1246"/>
                  </a:cubicBezTo>
                  <a:lnTo>
                    <a:pt x="0" y="4545"/>
                  </a:lnTo>
                  <a:cubicBezTo>
                    <a:pt x="0" y="4648"/>
                    <a:pt x="83" y="4732"/>
                    <a:pt x="185" y="4732"/>
                  </a:cubicBezTo>
                  <a:lnTo>
                    <a:pt x="9078" y="4732"/>
                  </a:lnTo>
                  <a:cubicBezTo>
                    <a:pt x="9181" y="4732"/>
                    <a:pt x="9265" y="4648"/>
                    <a:pt x="9265" y="4545"/>
                  </a:cubicBezTo>
                  <a:lnTo>
                    <a:pt x="9265" y="4432"/>
                  </a:lnTo>
                  <a:lnTo>
                    <a:pt x="9265" y="4431"/>
                  </a:lnTo>
                  <a:lnTo>
                    <a:pt x="337" y="4431"/>
                  </a:lnTo>
                  <a:cubicBezTo>
                    <a:pt x="316" y="4431"/>
                    <a:pt x="300" y="4412"/>
                    <a:pt x="300" y="4393"/>
                  </a:cubicBezTo>
                  <a:lnTo>
                    <a:pt x="300" y="1391"/>
                  </a:lnTo>
                  <a:cubicBezTo>
                    <a:pt x="300" y="1370"/>
                    <a:pt x="314" y="1354"/>
                    <a:pt x="335" y="1353"/>
                  </a:cubicBezTo>
                  <a:cubicBezTo>
                    <a:pt x="586" y="1334"/>
                    <a:pt x="785" y="1124"/>
                    <a:pt x="785" y="870"/>
                  </a:cubicBezTo>
                  <a:lnTo>
                    <a:pt x="78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27"/>
            <p:cNvSpPr/>
            <p:nvPr/>
          </p:nvSpPr>
          <p:spPr>
            <a:xfrm>
              <a:off x="4174828" y="1691962"/>
              <a:ext cx="21361" cy="35913"/>
            </a:xfrm>
            <a:custGeom>
              <a:rect b="b" l="l" r="r" t="t"/>
              <a:pathLst>
                <a:path extrusionOk="0" h="1118" w="665">
                  <a:moveTo>
                    <a:pt x="561" y="0"/>
                  </a:moveTo>
                  <a:cubicBezTo>
                    <a:pt x="251" y="0"/>
                    <a:pt x="0" y="249"/>
                    <a:pt x="0" y="559"/>
                  </a:cubicBezTo>
                  <a:cubicBezTo>
                    <a:pt x="0" y="869"/>
                    <a:pt x="251" y="1118"/>
                    <a:pt x="561" y="1118"/>
                  </a:cubicBezTo>
                  <a:lnTo>
                    <a:pt x="665" y="550"/>
                  </a:lnTo>
                  <a:lnTo>
                    <a:pt x="56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27"/>
            <p:cNvSpPr/>
            <p:nvPr/>
          </p:nvSpPr>
          <p:spPr>
            <a:xfrm>
              <a:off x="4314054" y="1691962"/>
              <a:ext cx="23706" cy="35913"/>
            </a:xfrm>
            <a:custGeom>
              <a:rect b="b" l="l" r="r" t="t"/>
              <a:pathLst>
                <a:path extrusionOk="0" h="1118" w="738">
                  <a:moveTo>
                    <a:pt x="179" y="0"/>
                  </a:moveTo>
                  <a:lnTo>
                    <a:pt x="1" y="527"/>
                  </a:lnTo>
                  <a:lnTo>
                    <a:pt x="179" y="1118"/>
                  </a:lnTo>
                  <a:cubicBezTo>
                    <a:pt x="487" y="1118"/>
                    <a:pt x="737" y="869"/>
                    <a:pt x="737" y="559"/>
                  </a:cubicBezTo>
                  <a:cubicBezTo>
                    <a:pt x="737" y="249"/>
                    <a:pt x="487" y="0"/>
                    <a:pt x="17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27"/>
            <p:cNvSpPr/>
            <p:nvPr/>
          </p:nvSpPr>
          <p:spPr>
            <a:xfrm>
              <a:off x="4107400" y="1598514"/>
              <a:ext cx="297743" cy="53934"/>
            </a:xfrm>
            <a:custGeom>
              <a:rect b="b" l="l" r="r" t="t"/>
              <a:pathLst>
                <a:path extrusionOk="0" h="1679" w="9269">
                  <a:moveTo>
                    <a:pt x="187" y="1"/>
                  </a:moveTo>
                  <a:cubicBezTo>
                    <a:pt x="84" y="1"/>
                    <a:pt x="0" y="83"/>
                    <a:pt x="0" y="187"/>
                  </a:cubicBezTo>
                  <a:lnTo>
                    <a:pt x="0" y="1492"/>
                  </a:lnTo>
                  <a:cubicBezTo>
                    <a:pt x="0" y="1595"/>
                    <a:pt x="84" y="1679"/>
                    <a:pt x="187" y="1679"/>
                  </a:cubicBezTo>
                  <a:lnTo>
                    <a:pt x="485" y="1679"/>
                  </a:lnTo>
                  <a:lnTo>
                    <a:pt x="485" y="1211"/>
                  </a:lnTo>
                  <a:cubicBezTo>
                    <a:pt x="485" y="1159"/>
                    <a:pt x="529" y="1117"/>
                    <a:pt x="579" y="1117"/>
                  </a:cubicBezTo>
                  <a:lnTo>
                    <a:pt x="8689" y="1117"/>
                  </a:lnTo>
                  <a:cubicBezTo>
                    <a:pt x="8741" y="1117"/>
                    <a:pt x="8783" y="1160"/>
                    <a:pt x="8783" y="1211"/>
                  </a:cubicBezTo>
                  <a:lnTo>
                    <a:pt x="8783" y="1679"/>
                  </a:lnTo>
                  <a:lnTo>
                    <a:pt x="9081" y="1679"/>
                  </a:lnTo>
                  <a:cubicBezTo>
                    <a:pt x="9184" y="1679"/>
                    <a:pt x="9268" y="1595"/>
                    <a:pt x="9265" y="1492"/>
                  </a:cubicBezTo>
                  <a:lnTo>
                    <a:pt x="9265" y="187"/>
                  </a:lnTo>
                  <a:cubicBezTo>
                    <a:pt x="9265" y="83"/>
                    <a:pt x="9183" y="1"/>
                    <a:pt x="908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27"/>
            <p:cNvSpPr/>
            <p:nvPr/>
          </p:nvSpPr>
          <p:spPr>
            <a:xfrm>
              <a:off x="4261049" y="1612070"/>
              <a:ext cx="44907" cy="8994"/>
            </a:xfrm>
            <a:custGeom>
              <a:rect b="b" l="l" r="r" t="t"/>
              <a:pathLst>
                <a:path extrusionOk="0" h="280" w="1398">
                  <a:moveTo>
                    <a:pt x="139" y="0"/>
                  </a:moveTo>
                  <a:cubicBezTo>
                    <a:pt x="64" y="0"/>
                    <a:pt x="0" y="64"/>
                    <a:pt x="0" y="139"/>
                  </a:cubicBezTo>
                  <a:cubicBezTo>
                    <a:pt x="0" y="216"/>
                    <a:pt x="63" y="279"/>
                    <a:pt x="139" y="279"/>
                  </a:cubicBezTo>
                  <a:lnTo>
                    <a:pt x="1258" y="279"/>
                  </a:lnTo>
                  <a:cubicBezTo>
                    <a:pt x="1336" y="279"/>
                    <a:pt x="1397" y="216"/>
                    <a:pt x="1397" y="139"/>
                  </a:cubicBezTo>
                  <a:cubicBezTo>
                    <a:pt x="1397" y="64"/>
                    <a:pt x="1336" y="0"/>
                    <a:pt x="125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27"/>
            <p:cNvSpPr/>
            <p:nvPr/>
          </p:nvSpPr>
          <p:spPr>
            <a:xfrm>
              <a:off x="4207145" y="1612070"/>
              <a:ext cx="44907" cy="8994"/>
            </a:xfrm>
            <a:custGeom>
              <a:rect b="b" l="l" r="r" t="t"/>
              <a:pathLst>
                <a:path extrusionOk="0" h="280" w="1398">
                  <a:moveTo>
                    <a:pt x="141" y="0"/>
                  </a:moveTo>
                  <a:cubicBezTo>
                    <a:pt x="64" y="0"/>
                    <a:pt x="0" y="64"/>
                    <a:pt x="0" y="139"/>
                  </a:cubicBezTo>
                  <a:cubicBezTo>
                    <a:pt x="0" y="216"/>
                    <a:pt x="63" y="279"/>
                    <a:pt x="141" y="279"/>
                  </a:cubicBezTo>
                  <a:lnTo>
                    <a:pt x="1258" y="279"/>
                  </a:lnTo>
                  <a:cubicBezTo>
                    <a:pt x="1337" y="279"/>
                    <a:pt x="1397" y="216"/>
                    <a:pt x="1397" y="139"/>
                  </a:cubicBezTo>
                  <a:cubicBezTo>
                    <a:pt x="1397" y="64"/>
                    <a:pt x="1337" y="0"/>
                    <a:pt x="125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27"/>
            <p:cNvSpPr/>
            <p:nvPr/>
          </p:nvSpPr>
          <p:spPr>
            <a:xfrm>
              <a:off x="4192818" y="1667388"/>
              <a:ext cx="126980" cy="85093"/>
            </a:xfrm>
            <a:custGeom>
              <a:rect b="b" l="l" r="r" t="t"/>
              <a:pathLst>
                <a:path extrusionOk="0" h="2649" w="3953">
                  <a:moveTo>
                    <a:pt x="1" y="1"/>
                  </a:moveTo>
                  <a:lnTo>
                    <a:pt x="1" y="2648"/>
                  </a:lnTo>
                  <a:lnTo>
                    <a:pt x="3953" y="2648"/>
                  </a:lnTo>
                  <a:lnTo>
                    <a:pt x="3953"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27"/>
            <p:cNvSpPr/>
            <p:nvPr/>
          </p:nvSpPr>
          <p:spPr>
            <a:xfrm>
              <a:off x="4211064" y="1685345"/>
              <a:ext cx="90425" cy="49180"/>
            </a:xfrm>
            <a:custGeom>
              <a:rect b="b" l="l" r="r" t="t"/>
              <a:pathLst>
                <a:path extrusionOk="0" h="1531" w="2815">
                  <a:moveTo>
                    <a:pt x="74" y="0"/>
                  </a:moveTo>
                  <a:cubicBezTo>
                    <a:pt x="33" y="0"/>
                    <a:pt x="0" y="34"/>
                    <a:pt x="0" y="76"/>
                  </a:cubicBezTo>
                  <a:lnTo>
                    <a:pt x="0" y="1455"/>
                  </a:lnTo>
                  <a:cubicBezTo>
                    <a:pt x="0" y="1497"/>
                    <a:pt x="33" y="1531"/>
                    <a:pt x="74" y="1531"/>
                  </a:cubicBezTo>
                  <a:lnTo>
                    <a:pt x="2740" y="1531"/>
                  </a:lnTo>
                  <a:cubicBezTo>
                    <a:pt x="2781" y="1531"/>
                    <a:pt x="2814" y="1496"/>
                    <a:pt x="2814" y="1454"/>
                  </a:cubicBezTo>
                  <a:lnTo>
                    <a:pt x="2814" y="76"/>
                  </a:lnTo>
                  <a:cubicBezTo>
                    <a:pt x="2814" y="34"/>
                    <a:pt x="2781" y="0"/>
                    <a:pt x="274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27"/>
            <p:cNvSpPr/>
            <p:nvPr/>
          </p:nvSpPr>
          <p:spPr>
            <a:xfrm>
              <a:off x="4253597" y="1697391"/>
              <a:ext cx="34435" cy="8994"/>
            </a:xfrm>
            <a:custGeom>
              <a:rect b="b" l="l" r="r" t="t"/>
              <a:pathLst>
                <a:path extrusionOk="0" h="280" w="1072">
                  <a:moveTo>
                    <a:pt x="140" y="0"/>
                  </a:moveTo>
                  <a:cubicBezTo>
                    <a:pt x="64" y="0"/>
                    <a:pt x="1" y="63"/>
                    <a:pt x="1" y="139"/>
                  </a:cubicBezTo>
                  <a:cubicBezTo>
                    <a:pt x="1" y="216"/>
                    <a:pt x="63" y="280"/>
                    <a:pt x="140" y="280"/>
                  </a:cubicBezTo>
                  <a:lnTo>
                    <a:pt x="932" y="280"/>
                  </a:lnTo>
                  <a:cubicBezTo>
                    <a:pt x="1008" y="280"/>
                    <a:pt x="1072" y="216"/>
                    <a:pt x="1070" y="139"/>
                  </a:cubicBezTo>
                  <a:cubicBezTo>
                    <a:pt x="1070" y="64"/>
                    <a:pt x="1008" y="0"/>
                    <a:pt x="93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27"/>
            <p:cNvSpPr/>
            <p:nvPr/>
          </p:nvSpPr>
          <p:spPr>
            <a:xfrm>
              <a:off x="4224524" y="1697391"/>
              <a:ext cx="20173" cy="8994"/>
            </a:xfrm>
            <a:custGeom>
              <a:rect b="b" l="l" r="r" t="t"/>
              <a:pathLst>
                <a:path extrusionOk="0" h="280" w="628">
                  <a:moveTo>
                    <a:pt x="140" y="0"/>
                  </a:moveTo>
                  <a:cubicBezTo>
                    <a:pt x="65" y="0"/>
                    <a:pt x="1" y="63"/>
                    <a:pt x="1" y="139"/>
                  </a:cubicBezTo>
                  <a:cubicBezTo>
                    <a:pt x="1" y="216"/>
                    <a:pt x="63" y="280"/>
                    <a:pt x="140" y="280"/>
                  </a:cubicBezTo>
                  <a:lnTo>
                    <a:pt x="487" y="280"/>
                  </a:lnTo>
                  <a:cubicBezTo>
                    <a:pt x="565" y="280"/>
                    <a:pt x="628" y="216"/>
                    <a:pt x="628" y="139"/>
                  </a:cubicBezTo>
                  <a:cubicBezTo>
                    <a:pt x="628" y="64"/>
                    <a:pt x="565" y="0"/>
                    <a:pt x="48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27"/>
            <p:cNvSpPr/>
            <p:nvPr/>
          </p:nvSpPr>
          <p:spPr>
            <a:xfrm>
              <a:off x="4224524" y="1713582"/>
              <a:ext cx="63474" cy="8962"/>
            </a:xfrm>
            <a:custGeom>
              <a:rect b="b" l="l" r="r" t="t"/>
              <a:pathLst>
                <a:path extrusionOk="0" h="279" w="1976">
                  <a:moveTo>
                    <a:pt x="140" y="0"/>
                  </a:moveTo>
                  <a:cubicBezTo>
                    <a:pt x="65" y="0"/>
                    <a:pt x="1" y="62"/>
                    <a:pt x="1" y="139"/>
                  </a:cubicBezTo>
                  <a:cubicBezTo>
                    <a:pt x="1" y="214"/>
                    <a:pt x="63" y="278"/>
                    <a:pt x="140" y="278"/>
                  </a:cubicBezTo>
                  <a:lnTo>
                    <a:pt x="1837" y="278"/>
                  </a:lnTo>
                  <a:cubicBezTo>
                    <a:pt x="1913" y="278"/>
                    <a:pt x="1975" y="214"/>
                    <a:pt x="1975" y="139"/>
                  </a:cubicBezTo>
                  <a:cubicBezTo>
                    <a:pt x="1975" y="62"/>
                    <a:pt x="1913" y="0"/>
                    <a:pt x="183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24" name="Google Shape;3924;p27"/>
          <p:cNvGrpSpPr/>
          <p:nvPr/>
        </p:nvGrpSpPr>
        <p:grpSpPr>
          <a:xfrm>
            <a:off x="3489397" y="1543196"/>
            <a:ext cx="263480" cy="297586"/>
            <a:chOff x="3489397" y="1543196"/>
            <a:chExt cx="263480" cy="297586"/>
          </a:xfrm>
        </p:grpSpPr>
        <p:sp>
          <p:nvSpPr>
            <p:cNvPr id="3925" name="Google Shape;3925;p27"/>
            <p:cNvSpPr/>
            <p:nvPr/>
          </p:nvSpPr>
          <p:spPr>
            <a:xfrm>
              <a:off x="3687538" y="1549589"/>
              <a:ext cx="58559" cy="57756"/>
            </a:xfrm>
            <a:custGeom>
              <a:rect b="b" l="l" r="r" t="t"/>
              <a:pathLst>
                <a:path extrusionOk="0" h="1798" w="1823">
                  <a:moveTo>
                    <a:pt x="1670" y="0"/>
                  </a:moveTo>
                  <a:cubicBezTo>
                    <a:pt x="1634" y="0"/>
                    <a:pt x="1598" y="14"/>
                    <a:pt x="1572" y="41"/>
                  </a:cubicBezTo>
                  <a:lnTo>
                    <a:pt x="55" y="1557"/>
                  </a:lnTo>
                  <a:cubicBezTo>
                    <a:pt x="1" y="1612"/>
                    <a:pt x="1" y="1700"/>
                    <a:pt x="55" y="1755"/>
                  </a:cubicBezTo>
                  <a:cubicBezTo>
                    <a:pt x="82" y="1783"/>
                    <a:pt x="118" y="1797"/>
                    <a:pt x="154" y="1797"/>
                  </a:cubicBezTo>
                  <a:cubicBezTo>
                    <a:pt x="191" y="1797"/>
                    <a:pt x="225" y="1783"/>
                    <a:pt x="251" y="1755"/>
                  </a:cubicBezTo>
                  <a:lnTo>
                    <a:pt x="1769" y="238"/>
                  </a:lnTo>
                  <a:cubicBezTo>
                    <a:pt x="1822" y="185"/>
                    <a:pt x="1822" y="95"/>
                    <a:pt x="1769" y="41"/>
                  </a:cubicBezTo>
                  <a:cubicBezTo>
                    <a:pt x="1741" y="14"/>
                    <a:pt x="1705" y="0"/>
                    <a:pt x="167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27"/>
            <p:cNvSpPr/>
            <p:nvPr/>
          </p:nvSpPr>
          <p:spPr>
            <a:xfrm>
              <a:off x="3674110" y="1591125"/>
              <a:ext cx="30902" cy="29970"/>
            </a:xfrm>
            <a:custGeom>
              <a:rect b="b" l="l" r="r" t="t"/>
              <a:pathLst>
                <a:path extrusionOk="0" h="933" w="962">
                  <a:moveTo>
                    <a:pt x="491" y="1"/>
                  </a:moveTo>
                  <a:cubicBezTo>
                    <a:pt x="450" y="1"/>
                    <a:pt x="408" y="14"/>
                    <a:pt x="373" y="41"/>
                  </a:cubicBezTo>
                  <a:lnTo>
                    <a:pt x="1" y="361"/>
                  </a:lnTo>
                  <a:lnTo>
                    <a:pt x="572" y="933"/>
                  </a:lnTo>
                  <a:lnTo>
                    <a:pt x="737" y="781"/>
                  </a:lnTo>
                  <a:lnTo>
                    <a:pt x="904" y="558"/>
                  </a:lnTo>
                  <a:cubicBezTo>
                    <a:pt x="962" y="484"/>
                    <a:pt x="955" y="378"/>
                    <a:pt x="887" y="312"/>
                  </a:cubicBezTo>
                  <a:lnTo>
                    <a:pt x="645" y="70"/>
                  </a:lnTo>
                  <a:lnTo>
                    <a:pt x="617" y="53"/>
                  </a:lnTo>
                  <a:cubicBezTo>
                    <a:pt x="582" y="18"/>
                    <a:pt x="537" y="1"/>
                    <a:pt x="49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27"/>
            <p:cNvSpPr/>
            <p:nvPr/>
          </p:nvSpPr>
          <p:spPr>
            <a:xfrm>
              <a:off x="3673178" y="1590933"/>
              <a:ext cx="24638" cy="31159"/>
            </a:xfrm>
            <a:custGeom>
              <a:rect b="b" l="l" r="r" t="t"/>
              <a:pathLst>
                <a:path extrusionOk="0" h="970" w="767">
                  <a:moveTo>
                    <a:pt x="517" y="0"/>
                  </a:moveTo>
                  <a:cubicBezTo>
                    <a:pt x="478" y="0"/>
                    <a:pt x="438" y="12"/>
                    <a:pt x="405" y="37"/>
                  </a:cubicBezTo>
                  <a:lnTo>
                    <a:pt x="1" y="340"/>
                  </a:lnTo>
                  <a:lnTo>
                    <a:pt x="211" y="694"/>
                  </a:lnTo>
                  <a:lnTo>
                    <a:pt x="630" y="969"/>
                  </a:lnTo>
                  <a:lnTo>
                    <a:pt x="766" y="788"/>
                  </a:lnTo>
                  <a:lnTo>
                    <a:pt x="364" y="387"/>
                  </a:lnTo>
                  <a:cubicBezTo>
                    <a:pt x="339" y="361"/>
                    <a:pt x="342" y="322"/>
                    <a:pt x="370" y="302"/>
                  </a:cubicBezTo>
                  <a:lnTo>
                    <a:pt x="672" y="76"/>
                  </a:lnTo>
                  <a:lnTo>
                    <a:pt x="652" y="56"/>
                  </a:lnTo>
                  <a:cubicBezTo>
                    <a:pt x="615" y="19"/>
                    <a:pt x="566" y="0"/>
                    <a:pt x="51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27"/>
            <p:cNvSpPr/>
            <p:nvPr/>
          </p:nvSpPr>
          <p:spPr>
            <a:xfrm>
              <a:off x="3729781" y="1543453"/>
              <a:ext cx="23096" cy="22004"/>
            </a:xfrm>
            <a:custGeom>
              <a:rect b="b" l="l" r="r" t="t"/>
              <a:pathLst>
                <a:path extrusionOk="0" h="685" w="719">
                  <a:moveTo>
                    <a:pt x="435" y="0"/>
                  </a:moveTo>
                  <a:cubicBezTo>
                    <a:pt x="365" y="0"/>
                    <a:pt x="296" y="30"/>
                    <a:pt x="244" y="83"/>
                  </a:cubicBezTo>
                  <a:lnTo>
                    <a:pt x="37" y="293"/>
                  </a:lnTo>
                  <a:cubicBezTo>
                    <a:pt x="0" y="329"/>
                    <a:pt x="0" y="390"/>
                    <a:pt x="37" y="426"/>
                  </a:cubicBezTo>
                  <a:lnTo>
                    <a:pt x="261" y="658"/>
                  </a:lnTo>
                  <a:cubicBezTo>
                    <a:pt x="279" y="676"/>
                    <a:pt x="302" y="685"/>
                    <a:pt x="325" y="685"/>
                  </a:cubicBezTo>
                  <a:cubicBezTo>
                    <a:pt x="349" y="685"/>
                    <a:pt x="372" y="676"/>
                    <a:pt x="390" y="657"/>
                  </a:cubicBezTo>
                  <a:lnTo>
                    <a:pt x="462" y="596"/>
                  </a:lnTo>
                  <a:lnTo>
                    <a:pt x="616" y="442"/>
                  </a:lnTo>
                  <a:cubicBezTo>
                    <a:pt x="718" y="339"/>
                    <a:pt x="718" y="172"/>
                    <a:pt x="616" y="67"/>
                  </a:cubicBezTo>
                  <a:cubicBezTo>
                    <a:pt x="600" y="51"/>
                    <a:pt x="584" y="37"/>
                    <a:pt x="564" y="27"/>
                  </a:cubicBezTo>
                  <a:cubicBezTo>
                    <a:pt x="564" y="27"/>
                    <a:pt x="519" y="14"/>
                    <a:pt x="496" y="8"/>
                  </a:cubicBezTo>
                  <a:cubicBezTo>
                    <a:pt x="475" y="3"/>
                    <a:pt x="455" y="0"/>
                    <a:pt x="43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27"/>
            <p:cNvSpPr/>
            <p:nvPr/>
          </p:nvSpPr>
          <p:spPr>
            <a:xfrm>
              <a:off x="3729074" y="1543196"/>
              <a:ext cx="18824" cy="22743"/>
            </a:xfrm>
            <a:custGeom>
              <a:rect b="b" l="l" r="r" t="t"/>
              <a:pathLst>
                <a:path extrusionOk="0" h="708" w="586">
                  <a:moveTo>
                    <a:pt x="453" y="0"/>
                  </a:moveTo>
                  <a:cubicBezTo>
                    <a:pt x="385" y="0"/>
                    <a:pt x="317" y="26"/>
                    <a:pt x="266" y="78"/>
                  </a:cubicBezTo>
                  <a:lnTo>
                    <a:pt x="37" y="306"/>
                  </a:lnTo>
                  <a:cubicBezTo>
                    <a:pt x="1" y="342"/>
                    <a:pt x="1" y="401"/>
                    <a:pt x="37" y="437"/>
                  </a:cubicBezTo>
                  <a:lnTo>
                    <a:pt x="280" y="680"/>
                  </a:lnTo>
                  <a:cubicBezTo>
                    <a:pt x="298" y="699"/>
                    <a:pt x="322" y="708"/>
                    <a:pt x="346" y="708"/>
                  </a:cubicBezTo>
                  <a:cubicBezTo>
                    <a:pt x="370" y="708"/>
                    <a:pt x="394" y="699"/>
                    <a:pt x="412" y="680"/>
                  </a:cubicBezTo>
                  <a:lnTo>
                    <a:pt x="486" y="607"/>
                  </a:lnTo>
                  <a:lnTo>
                    <a:pt x="290" y="411"/>
                  </a:lnTo>
                  <a:cubicBezTo>
                    <a:pt x="269" y="389"/>
                    <a:pt x="269" y="353"/>
                    <a:pt x="289" y="333"/>
                  </a:cubicBezTo>
                  <a:lnTo>
                    <a:pt x="586" y="36"/>
                  </a:lnTo>
                  <a:cubicBezTo>
                    <a:pt x="545" y="12"/>
                    <a:pt x="499" y="0"/>
                    <a:pt x="4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27"/>
            <p:cNvSpPr/>
            <p:nvPr/>
          </p:nvSpPr>
          <p:spPr>
            <a:xfrm>
              <a:off x="3491067" y="1597454"/>
              <a:ext cx="244677" cy="242718"/>
            </a:xfrm>
            <a:custGeom>
              <a:rect b="b" l="l" r="r" t="t"/>
              <a:pathLst>
                <a:path extrusionOk="0" h="7556" w="7617">
                  <a:moveTo>
                    <a:pt x="5363" y="0"/>
                  </a:moveTo>
                  <a:cubicBezTo>
                    <a:pt x="5269" y="0"/>
                    <a:pt x="5184" y="44"/>
                    <a:pt x="5108" y="121"/>
                  </a:cubicBezTo>
                  <a:lnTo>
                    <a:pt x="147" y="5085"/>
                  </a:lnTo>
                  <a:cubicBezTo>
                    <a:pt x="1" y="5231"/>
                    <a:pt x="1" y="5465"/>
                    <a:pt x="147" y="5613"/>
                  </a:cubicBezTo>
                  <a:lnTo>
                    <a:pt x="1962" y="7420"/>
                  </a:lnTo>
                  <a:cubicBezTo>
                    <a:pt x="2040" y="7498"/>
                    <a:pt x="2125" y="7555"/>
                    <a:pt x="2221" y="7555"/>
                  </a:cubicBezTo>
                  <a:cubicBezTo>
                    <a:pt x="2235" y="7555"/>
                    <a:pt x="2249" y="7554"/>
                    <a:pt x="2263" y="7551"/>
                  </a:cubicBezTo>
                  <a:cubicBezTo>
                    <a:pt x="2302" y="7547"/>
                    <a:pt x="2378" y="7533"/>
                    <a:pt x="2378" y="7533"/>
                  </a:cubicBezTo>
                  <a:cubicBezTo>
                    <a:pt x="2412" y="7517"/>
                    <a:pt x="2443" y="7492"/>
                    <a:pt x="2470" y="7466"/>
                  </a:cubicBezTo>
                  <a:lnTo>
                    <a:pt x="7471" y="2466"/>
                  </a:lnTo>
                  <a:cubicBezTo>
                    <a:pt x="7617" y="2320"/>
                    <a:pt x="7617" y="2084"/>
                    <a:pt x="7471" y="1937"/>
                  </a:cubicBezTo>
                  <a:lnTo>
                    <a:pt x="5622" y="90"/>
                  </a:lnTo>
                  <a:cubicBezTo>
                    <a:pt x="5593" y="63"/>
                    <a:pt x="5563" y="40"/>
                    <a:pt x="5531" y="22"/>
                  </a:cubicBezTo>
                  <a:cubicBezTo>
                    <a:pt x="5531" y="22"/>
                    <a:pt x="5460" y="15"/>
                    <a:pt x="5429" y="8"/>
                  </a:cubicBezTo>
                  <a:cubicBezTo>
                    <a:pt x="5407" y="3"/>
                    <a:pt x="5384" y="0"/>
                    <a:pt x="536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27"/>
            <p:cNvSpPr/>
            <p:nvPr/>
          </p:nvSpPr>
          <p:spPr>
            <a:xfrm>
              <a:off x="3489397" y="1596747"/>
              <a:ext cx="179404" cy="244035"/>
            </a:xfrm>
            <a:custGeom>
              <a:rect b="b" l="l" r="r" t="t"/>
              <a:pathLst>
                <a:path extrusionOk="0" h="7597" w="5585">
                  <a:moveTo>
                    <a:pt x="5411" y="0"/>
                  </a:moveTo>
                  <a:cubicBezTo>
                    <a:pt x="5316" y="0"/>
                    <a:pt x="5221" y="37"/>
                    <a:pt x="5148" y="109"/>
                  </a:cubicBezTo>
                  <a:lnTo>
                    <a:pt x="148" y="5109"/>
                  </a:lnTo>
                  <a:cubicBezTo>
                    <a:pt x="1" y="5256"/>
                    <a:pt x="1" y="5492"/>
                    <a:pt x="148" y="5638"/>
                  </a:cubicBezTo>
                  <a:lnTo>
                    <a:pt x="1997" y="7488"/>
                  </a:lnTo>
                  <a:cubicBezTo>
                    <a:pt x="2070" y="7560"/>
                    <a:pt x="2165" y="7597"/>
                    <a:pt x="2261" y="7597"/>
                  </a:cubicBezTo>
                  <a:cubicBezTo>
                    <a:pt x="2320" y="7597"/>
                    <a:pt x="2380" y="7583"/>
                    <a:pt x="2434" y="7555"/>
                  </a:cubicBezTo>
                  <a:lnTo>
                    <a:pt x="332" y="5454"/>
                  </a:lnTo>
                  <a:cubicBezTo>
                    <a:pt x="287" y="5411"/>
                    <a:pt x="287" y="5340"/>
                    <a:pt x="332" y="5295"/>
                  </a:cubicBezTo>
                  <a:lnTo>
                    <a:pt x="5584" y="43"/>
                  </a:lnTo>
                  <a:cubicBezTo>
                    <a:pt x="5530" y="14"/>
                    <a:pt x="5470" y="0"/>
                    <a:pt x="541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27"/>
            <p:cNvSpPr/>
            <p:nvPr/>
          </p:nvSpPr>
          <p:spPr>
            <a:xfrm>
              <a:off x="3626502" y="1618559"/>
              <a:ext cx="87020" cy="86120"/>
            </a:xfrm>
            <a:custGeom>
              <a:rect b="b" l="l" r="r" t="t"/>
              <a:pathLst>
                <a:path extrusionOk="0" h="2681" w="2709">
                  <a:moveTo>
                    <a:pt x="1142" y="0"/>
                  </a:moveTo>
                  <a:cubicBezTo>
                    <a:pt x="1127" y="0"/>
                    <a:pt x="1113" y="6"/>
                    <a:pt x="1102" y="17"/>
                  </a:cubicBezTo>
                  <a:lnTo>
                    <a:pt x="22" y="1107"/>
                  </a:lnTo>
                  <a:cubicBezTo>
                    <a:pt x="0" y="1128"/>
                    <a:pt x="0" y="1165"/>
                    <a:pt x="22" y="1186"/>
                  </a:cubicBezTo>
                  <a:lnTo>
                    <a:pt x="1500" y="2664"/>
                  </a:lnTo>
                  <a:cubicBezTo>
                    <a:pt x="1511" y="2675"/>
                    <a:pt x="1525" y="2680"/>
                    <a:pt x="1539" y="2680"/>
                  </a:cubicBezTo>
                  <a:cubicBezTo>
                    <a:pt x="1554" y="2680"/>
                    <a:pt x="1569" y="2675"/>
                    <a:pt x="1580" y="2663"/>
                  </a:cubicBezTo>
                  <a:lnTo>
                    <a:pt x="1698" y="2572"/>
                  </a:lnTo>
                  <a:lnTo>
                    <a:pt x="2687" y="1583"/>
                  </a:lnTo>
                  <a:cubicBezTo>
                    <a:pt x="2709" y="1561"/>
                    <a:pt x="2709" y="1525"/>
                    <a:pt x="2687" y="1503"/>
                  </a:cubicBezTo>
                  <a:lnTo>
                    <a:pt x="1302" y="116"/>
                  </a:lnTo>
                  <a:lnTo>
                    <a:pt x="1182" y="17"/>
                  </a:lnTo>
                  <a:cubicBezTo>
                    <a:pt x="1171" y="6"/>
                    <a:pt x="1156" y="0"/>
                    <a:pt x="114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27"/>
            <p:cNvSpPr/>
            <p:nvPr/>
          </p:nvSpPr>
          <p:spPr>
            <a:xfrm>
              <a:off x="3625571" y="1617981"/>
              <a:ext cx="55508" cy="87630"/>
            </a:xfrm>
            <a:custGeom>
              <a:rect b="b" l="l" r="r" t="t"/>
              <a:pathLst>
                <a:path extrusionOk="0" h="2728" w="1728">
                  <a:moveTo>
                    <a:pt x="1171" y="1"/>
                  </a:moveTo>
                  <a:cubicBezTo>
                    <a:pt x="1156" y="1"/>
                    <a:pt x="1142" y="6"/>
                    <a:pt x="1131" y="17"/>
                  </a:cubicBezTo>
                  <a:lnTo>
                    <a:pt x="22" y="1126"/>
                  </a:lnTo>
                  <a:cubicBezTo>
                    <a:pt x="0" y="1148"/>
                    <a:pt x="0" y="1184"/>
                    <a:pt x="22" y="1206"/>
                  </a:cubicBezTo>
                  <a:lnTo>
                    <a:pt x="1528" y="2711"/>
                  </a:lnTo>
                  <a:cubicBezTo>
                    <a:pt x="1538" y="2722"/>
                    <a:pt x="1553" y="2728"/>
                    <a:pt x="1567" y="2728"/>
                  </a:cubicBezTo>
                  <a:cubicBezTo>
                    <a:pt x="1582" y="2728"/>
                    <a:pt x="1596" y="2722"/>
                    <a:pt x="1607" y="2711"/>
                  </a:cubicBezTo>
                  <a:lnTo>
                    <a:pt x="1727" y="2593"/>
                  </a:lnTo>
                  <a:lnTo>
                    <a:pt x="339" y="1206"/>
                  </a:lnTo>
                  <a:cubicBezTo>
                    <a:pt x="317" y="1184"/>
                    <a:pt x="317" y="1148"/>
                    <a:pt x="339" y="1126"/>
                  </a:cubicBezTo>
                  <a:lnTo>
                    <a:pt x="1329" y="136"/>
                  </a:lnTo>
                  <a:lnTo>
                    <a:pt x="1211" y="17"/>
                  </a:lnTo>
                  <a:cubicBezTo>
                    <a:pt x="1200" y="6"/>
                    <a:pt x="1185" y="1"/>
                    <a:pt x="11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27"/>
            <p:cNvSpPr/>
            <p:nvPr/>
          </p:nvSpPr>
          <p:spPr>
            <a:xfrm>
              <a:off x="3658755" y="1638251"/>
              <a:ext cx="8962" cy="8930"/>
            </a:xfrm>
            <a:custGeom>
              <a:rect b="b" l="l" r="r" t="t"/>
              <a:pathLst>
                <a:path extrusionOk="0" h="278" w="279">
                  <a:moveTo>
                    <a:pt x="140" y="0"/>
                  </a:moveTo>
                  <a:cubicBezTo>
                    <a:pt x="63" y="0"/>
                    <a:pt x="1" y="62"/>
                    <a:pt x="1" y="139"/>
                  </a:cubicBezTo>
                  <a:cubicBezTo>
                    <a:pt x="1" y="216"/>
                    <a:pt x="63" y="278"/>
                    <a:pt x="140" y="278"/>
                  </a:cubicBezTo>
                  <a:cubicBezTo>
                    <a:pt x="217" y="278"/>
                    <a:pt x="279" y="216"/>
                    <a:pt x="279" y="139"/>
                  </a:cubicBezTo>
                  <a:cubicBezTo>
                    <a:pt x="279" y="62"/>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27"/>
            <p:cNvSpPr/>
            <p:nvPr/>
          </p:nvSpPr>
          <p:spPr>
            <a:xfrm>
              <a:off x="3652362" y="1657301"/>
              <a:ext cx="8994" cy="8962"/>
            </a:xfrm>
            <a:custGeom>
              <a:rect b="b" l="l" r="r" t="t"/>
              <a:pathLst>
                <a:path extrusionOk="0" h="279" w="280">
                  <a:moveTo>
                    <a:pt x="139" y="1"/>
                  </a:moveTo>
                  <a:cubicBezTo>
                    <a:pt x="62" y="1"/>
                    <a:pt x="0" y="63"/>
                    <a:pt x="0" y="140"/>
                  </a:cubicBezTo>
                  <a:cubicBezTo>
                    <a:pt x="0" y="216"/>
                    <a:pt x="62" y="279"/>
                    <a:pt x="139" y="279"/>
                  </a:cubicBezTo>
                  <a:cubicBezTo>
                    <a:pt x="217" y="279"/>
                    <a:pt x="280" y="216"/>
                    <a:pt x="280" y="140"/>
                  </a:cubicBezTo>
                  <a:cubicBezTo>
                    <a:pt x="280" y="63"/>
                    <a:pt x="217"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27"/>
            <p:cNvSpPr/>
            <p:nvPr/>
          </p:nvSpPr>
          <p:spPr>
            <a:xfrm>
              <a:off x="3665083" y="1669990"/>
              <a:ext cx="9026" cy="9026"/>
            </a:xfrm>
            <a:custGeom>
              <a:rect b="b" l="l" r="r" t="t"/>
              <a:pathLst>
                <a:path extrusionOk="0" h="281" w="281">
                  <a:moveTo>
                    <a:pt x="140" y="1"/>
                  </a:moveTo>
                  <a:cubicBezTo>
                    <a:pt x="63" y="1"/>
                    <a:pt x="1" y="63"/>
                    <a:pt x="1" y="140"/>
                  </a:cubicBezTo>
                  <a:cubicBezTo>
                    <a:pt x="1" y="218"/>
                    <a:pt x="63" y="280"/>
                    <a:pt x="140" y="280"/>
                  </a:cubicBezTo>
                  <a:cubicBezTo>
                    <a:pt x="216" y="280"/>
                    <a:pt x="280" y="218"/>
                    <a:pt x="280" y="140"/>
                  </a:cubicBezTo>
                  <a:cubicBezTo>
                    <a:pt x="280" y="63"/>
                    <a:pt x="216"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27"/>
            <p:cNvSpPr/>
            <p:nvPr/>
          </p:nvSpPr>
          <p:spPr>
            <a:xfrm>
              <a:off x="3671412" y="1650940"/>
              <a:ext cx="9026" cy="8994"/>
            </a:xfrm>
            <a:custGeom>
              <a:rect b="b" l="l" r="r" t="t"/>
              <a:pathLst>
                <a:path extrusionOk="0" h="280" w="281">
                  <a:moveTo>
                    <a:pt x="141" y="0"/>
                  </a:moveTo>
                  <a:cubicBezTo>
                    <a:pt x="63" y="0"/>
                    <a:pt x="1" y="62"/>
                    <a:pt x="1" y="139"/>
                  </a:cubicBezTo>
                  <a:cubicBezTo>
                    <a:pt x="1" y="217"/>
                    <a:pt x="63" y="280"/>
                    <a:pt x="141" y="280"/>
                  </a:cubicBezTo>
                  <a:cubicBezTo>
                    <a:pt x="218" y="280"/>
                    <a:pt x="280" y="217"/>
                    <a:pt x="280" y="139"/>
                  </a:cubicBezTo>
                  <a:cubicBezTo>
                    <a:pt x="280" y="62"/>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27"/>
            <p:cNvSpPr/>
            <p:nvPr/>
          </p:nvSpPr>
          <p:spPr>
            <a:xfrm>
              <a:off x="3684165" y="1663661"/>
              <a:ext cx="8962" cy="9026"/>
            </a:xfrm>
            <a:custGeom>
              <a:rect b="b" l="l" r="r" t="t"/>
              <a:pathLst>
                <a:path extrusionOk="0" h="281" w="279">
                  <a:moveTo>
                    <a:pt x="139" y="1"/>
                  </a:moveTo>
                  <a:cubicBezTo>
                    <a:pt x="63" y="1"/>
                    <a:pt x="0" y="63"/>
                    <a:pt x="0" y="140"/>
                  </a:cubicBezTo>
                  <a:cubicBezTo>
                    <a:pt x="0" y="217"/>
                    <a:pt x="63" y="280"/>
                    <a:pt x="139" y="280"/>
                  </a:cubicBezTo>
                  <a:cubicBezTo>
                    <a:pt x="216" y="280"/>
                    <a:pt x="278" y="217"/>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27"/>
            <p:cNvSpPr/>
            <p:nvPr/>
          </p:nvSpPr>
          <p:spPr>
            <a:xfrm>
              <a:off x="3556472" y="1714546"/>
              <a:ext cx="18342" cy="17507"/>
            </a:xfrm>
            <a:custGeom>
              <a:rect b="b" l="l" r="r" t="t"/>
              <a:pathLst>
                <a:path extrusionOk="0" h="545" w="571">
                  <a:moveTo>
                    <a:pt x="153" y="1"/>
                  </a:moveTo>
                  <a:cubicBezTo>
                    <a:pt x="117" y="1"/>
                    <a:pt x="81" y="14"/>
                    <a:pt x="54" y="41"/>
                  </a:cubicBezTo>
                  <a:cubicBezTo>
                    <a:pt x="0" y="96"/>
                    <a:pt x="0" y="184"/>
                    <a:pt x="54" y="239"/>
                  </a:cubicBezTo>
                  <a:lnTo>
                    <a:pt x="319" y="503"/>
                  </a:lnTo>
                  <a:cubicBezTo>
                    <a:pt x="346" y="530"/>
                    <a:pt x="382" y="545"/>
                    <a:pt x="418" y="545"/>
                  </a:cubicBezTo>
                  <a:cubicBezTo>
                    <a:pt x="455" y="545"/>
                    <a:pt x="491" y="530"/>
                    <a:pt x="515" y="503"/>
                  </a:cubicBezTo>
                  <a:cubicBezTo>
                    <a:pt x="570" y="449"/>
                    <a:pt x="570" y="360"/>
                    <a:pt x="515" y="306"/>
                  </a:cubicBezTo>
                  <a:lnTo>
                    <a:pt x="251" y="41"/>
                  </a:lnTo>
                  <a:cubicBezTo>
                    <a:pt x="224" y="14"/>
                    <a:pt x="188" y="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27"/>
            <p:cNvSpPr/>
            <p:nvPr/>
          </p:nvSpPr>
          <p:spPr>
            <a:xfrm>
              <a:off x="3577674" y="1735779"/>
              <a:ext cx="18342" cy="17507"/>
            </a:xfrm>
            <a:custGeom>
              <a:rect b="b" l="l" r="r" t="t"/>
              <a:pathLst>
                <a:path extrusionOk="0" h="545" w="571">
                  <a:moveTo>
                    <a:pt x="153" y="0"/>
                  </a:moveTo>
                  <a:cubicBezTo>
                    <a:pt x="117" y="0"/>
                    <a:pt x="82" y="14"/>
                    <a:pt x="55" y="42"/>
                  </a:cubicBezTo>
                  <a:cubicBezTo>
                    <a:pt x="0" y="95"/>
                    <a:pt x="0" y="185"/>
                    <a:pt x="55" y="239"/>
                  </a:cubicBezTo>
                  <a:lnTo>
                    <a:pt x="319" y="502"/>
                  </a:lnTo>
                  <a:cubicBezTo>
                    <a:pt x="346" y="530"/>
                    <a:pt x="382" y="544"/>
                    <a:pt x="419" y="544"/>
                  </a:cubicBezTo>
                  <a:cubicBezTo>
                    <a:pt x="455" y="544"/>
                    <a:pt x="491" y="530"/>
                    <a:pt x="516" y="502"/>
                  </a:cubicBezTo>
                  <a:cubicBezTo>
                    <a:pt x="571" y="448"/>
                    <a:pt x="571" y="360"/>
                    <a:pt x="516" y="305"/>
                  </a:cubicBezTo>
                  <a:lnTo>
                    <a:pt x="252" y="42"/>
                  </a:lnTo>
                  <a:cubicBezTo>
                    <a:pt x="225" y="14"/>
                    <a:pt x="189" y="0"/>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27"/>
            <p:cNvSpPr/>
            <p:nvPr/>
          </p:nvSpPr>
          <p:spPr>
            <a:xfrm>
              <a:off x="3598875" y="1756949"/>
              <a:ext cx="18342" cy="17475"/>
            </a:xfrm>
            <a:custGeom>
              <a:rect b="b" l="l" r="r" t="t"/>
              <a:pathLst>
                <a:path extrusionOk="0" h="544" w="571">
                  <a:moveTo>
                    <a:pt x="153" y="0"/>
                  </a:moveTo>
                  <a:cubicBezTo>
                    <a:pt x="118" y="0"/>
                    <a:pt x="82" y="14"/>
                    <a:pt x="55" y="41"/>
                  </a:cubicBezTo>
                  <a:cubicBezTo>
                    <a:pt x="0" y="95"/>
                    <a:pt x="0" y="185"/>
                    <a:pt x="55" y="238"/>
                  </a:cubicBezTo>
                  <a:lnTo>
                    <a:pt x="319" y="503"/>
                  </a:lnTo>
                  <a:cubicBezTo>
                    <a:pt x="346" y="529"/>
                    <a:pt x="383" y="544"/>
                    <a:pt x="419" y="544"/>
                  </a:cubicBezTo>
                  <a:cubicBezTo>
                    <a:pt x="455" y="544"/>
                    <a:pt x="490" y="532"/>
                    <a:pt x="517" y="503"/>
                  </a:cubicBezTo>
                  <a:cubicBezTo>
                    <a:pt x="571" y="448"/>
                    <a:pt x="571" y="360"/>
                    <a:pt x="517" y="305"/>
                  </a:cubicBezTo>
                  <a:lnTo>
                    <a:pt x="252" y="41"/>
                  </a:lnTo>
                  <a:cubicBezTo>
                    <a:pt x="225" y="14"/>
                    <a:pt x="189" y="0"/>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27"/>
            <p:cNvSpPr/>
            <p:nvPr/>
          </p:nvSpPr>
          <p:spPr>
            <a:xfrm>
              <a:off x="3543718" y="1727299"/>
              <a:ext cx="18342" cy="17507"/>
            </a:xfrm>
            <a:custGeom>
              <a:rect b="b" l="l" r="r" t="t"/>
              <a:pathLst>
                <a:path extrusionOk="0" h="545" w="571">
                  <a:moveTo>
                    <a:pt x="153" y="1"/>
                  </a:moveTo>
                  <a:cubicBezTo>
                    <a:pt x="118" y="1"/>
                    <a:pt x="82" y="14"/>
                    <a:pt x="55" y="41"/>
                  </a:cubicBezTo>
                  <a:cubicBezTo>
                    <a:pt x="0" y="96"/>
                    <a:pt x="0" y="184"/>
                    <a:pt x="55" y="239"/>
                  </a:cubicBezTo>
                  <a:lnTo>
                    <a:pt x="319" y="503"/>
                  </a:lnTo>
                  <a:cubicBezTo>
                    <a:pt x="346" y="530"/>
                    <a:pt x="383" y="545"/>
                    <a:pt x="419" y="545"/>
                  </a:cubicBezTo>
                  <a:cubicBezTo>
                    <a:pt x="455" y="545"/>
                    <a:pt x="491" y="530"/>
                    <a:pt x="516" y="503"/>
                  </a:cubicBezTo>
                  <a:cubicBezTo>
                    <a:pt x="571" y="449"/>
                    <a:pt x="571" y="359"/>
                    <a:pt x="516" y="306"/>
                  </a:cubicBezTo>
                  <a:lnTo>
                    <a:pt x="252" y="41"/>
                  </a:lnTo>
                  <a:cubicBezTo>
                    <a:pt x="225" y="14"/>
                    <a:pt x="189" y="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27"/>
            <p:cNvSpPr/>
            <p:nvPr/>
          </p:nvSpPr>
          <p:spPr>
            <a:xfrm>
              <a:off x="3564920" y="1748468"/>
              <a:ext cx="18342" cy="17507"/>
            </a:xfrm>
            <a:custGeom>
              <a:rect b="b" l="l" r="r" t="t"/>
              <a:pathLst>
                <a:path extrusionOk="0" h="545" w="571">
                  <a:moveTo>
                    <a:pt x="154" y="0"/>
                  </a:moveTo>
                  <a:cubicBezTo>
                    <a:pt x="118" y="0"/>
                    <a:pt x="82" y="14"/>
                    <a:pt x="56" y="40"/>
                  </a:cubicBezTo>
                  <a:cubicBezTo>
                    <a:pt x="1" y="95"/>
                    <a:pt x="1" y="184"/>
                    <a:pt x="56" y="239"/>
                  </a:cubicBezTo>
                  <a:lnTo>
                    <a:pt x="319" y="502"/>
                  </a:lnTo>
                  <a:cubicBezTo>
                    <a:pt x="347" y="530"/>
                    <a:pt x="383" y="544"/>
                    <a:pt x="419" y="544"/>
                  </a:cubicBezTo>
                  <a:cubicBezTo>
                    <a:pt x="455" y="544"/>
                    <a:pt x="491" y="531"/>
                    <a:pt x="517" y="502"/>
                  </a:cubicBezTo>
                  <a:cubicBezTo>
                    <a:pt x="571" y="449"/>
                    <a:pt x="571" y="359"/>
                    <a:pt x="517" y="305"/>
                  </a:cubicBezTo>
                  <a:lnTo>
                    <a:pt x="252" y="40"/>
                  </a:lnTo>
                  <a:cubicBezTo>
                    <a:pt x="226" y="14"/>
                    <a:pt x="190" y="0"/>
                    <a:pt x="15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27"/>
            <p:cNvSpPr/>
            <p:nvPr/>
          </p:nvSpPr>
          <p:spPr>
            <a:xfrm>
              <a:off x="3586186" y="1769670"/>
              <a:ext cx="18310" cy="17507"/>
            </a:xfrm>
            <a:custGeom>
              <a:rect b="b" l="l" r="r" t="t"/>
              <a:pathLst>
                <a:path extrusionOk="0" h="545" w="570">
                  <a:moveTo>
                    <a:pt x="153" y="1"/>
                  </a:moveTo>
                  <a:cubicBezTo>
                    <a:pt x="117" y="1"/>
                    <a:pt x="81" y="15"/>
                    <a:pt x="54" y="42"/>
                  </a:cubicBezTo>
                  <a:cubicBezTo>
                    <a:pt x="0" y="96"/>
                    <a:pt x="0" y="184"/>
                    <a:pt x="54" y="239"/>
                  </a:cubicBezTo>
                  <a:lnTo>
                    <a:pt x="319" y="502"/>
                  </a:lnTo>
                  <a:cubicBezTo>
                    <a:pt x="345" y="530"/>
                    <a:pt x="381" y="544"/>
                    <a:pt x="417" y="544"/>
                  </a:cubicBezTo>
                  <a:cubicBezTo>
                    <a:pt x="453" y="544"/>
                    <a:pt x="488" y="531"/>
                    <a:pt x="515" y="502"/>
                  </a:cubicBezTo>
                  <a:cubicBezTo>
                    <a:pt x="569" y="449"/>
                    <a:pt x="569" y="361"/>
                    <a:pt x="515" y="306"/>
                  </a:cubicBezTo>
                  <a:lnTo>
                    <a:pt x="251" y="42"/>
                  </a:lnTo>
                  <a:cubicBezTo>
                    <a:pt x="224" y="15"/>
                    <a:pt x="188" y="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27"/>
            <p:cNvSpPr/>
            <p:nvPr/>
          </p:nvSpPr>
          <p:spPr>
            <a:xfrm>
              <a:off x="3530965" y="1740052"/>
              <a:ext cx="18374" cy="17507"/>
            </a:xfrm>
            <a:custGeom>
              <a:rect b="b" l="l" r="r" t="t"/>
              <a:pathLst>
                <a:path extrusionOk="0" h="545" w="572">
                  <a:moveTo>
                    <a:pt x="154" y="0"/>
                  </a:moveTo>
                  <a:cubicBezTo>
                    <a:pt x="118" y="0"/>
                    <a:pt x="83" y="14"/>
                    <a:pt x="56" y="40"/>
                  </a:cubicBezTo>
                  <a:cubicBezTo>
                    <a:pt x="1" y="95"/>
                    <a:pt x="1" y="184"/>
                    <a:pt x="56" y="237"/>
                  </a:cubicBezTo>
                  <a:lnTo>
                    <a:pt x="319" y="502"/>
                  </a:lnTo>
                  <a:cubicBezTo>
                    <a:pt x="347" y="530"/>
                    <a:pt x="383" y="544"/>
                    <a:pt x="419" y="544"/>
                  </a:cubicBezTo>
                  <a:cubicBezTo>
                    <a:pt x="455" y="544"/>
                    <a:pt x="492" y="530"/>
                    <a:pt x="516" y="502"/>
                  </a:cubicBezTo>
                  <a:cubicBezTo>
                    <a:pt x="571" y="447"/>
                    <a:pt x="571" y="359"/>
                    <a:pt x="516" y="305"/>
                  </a:cubicBezTo>
                  <a:lnTo>
                    <a:pt x="253" y="40"/>
                  </a:lnTo>
                  <a:cubicBezTo>
                    <a:pt x="225" y="14"/>
                    <a:pt x="189" y="0"/>
                    <a:pt x="15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27"/>
            <p:cNvSpPr/>
            <p:nvPr/>
          </p:nvSpPr>
          <p:spPr>
            <a:xfrm>
              <a:off x="3552167" y="1761190"/>
              <a:ext cx="18374" cy="17507"/>
            </a:xfrm>
            <a:custGeom>
              <a:rect b="b" l="l" r="r" t="t"/>
              <a:pathLst>
                <a:path extrusionOk="0" h="545" w="572">
                  <a:moveTo>
                    <a:pt x="154" y="1"/>
                  </a:moveTo>
                  <a:cubicBezTo>
                    <a:pt x="119" y="1"/>
                    <a:pt x="83" y="14"/>
                    <a:pt x="56" y="41"/>
                  </a:cubicBezTo>
                  <a:cubicBezTo>
                    <a:pt x="1" y="96"/>
                    <a:pt x="1" y="184"/>
                    <a:pt x="56" y="238"/>
                  </a:cubicBezTo>
                  <a:lnTo>
                    <a:pt x="321" y="503"/>
                  </a:lnTo>
                  <a:cubicBezTo>
                    <a:pt x="347" y="530"/>
                    <a:pt x="383" y="545"/>
                    <a:pt x="419" y="545"/>
                  </a:cubicBezTo>
                  <a:cubicBezTo>
                    <a:pt x="455" y="545"/>
                    <a:pt x="492" y="532"/>
                    <a:pt x="518" y="503"/>
                  </a:cubicBezTo>
                  <a:cubicBezTo>
                    <a:pt x="571" y="448"/>
                    <a:pt x="571" y="360"/>
                    <a:pt x="518" y="306"/>
                  </a:cubicBezTo>
                  <a:lnTo>
                    <a:pt x="253" y="41"/>
                  </a:lnTo>
                  <a:cubicBezTo>
                    <a:pt x="226" y="14"/>
                    <a:pt x="190" y="1"/>
                    <a:pt x="15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27"/>
            <p:cNvSpPr/>
            <p:nvPr/>
          </p:nvSpPr>
          <p:spPr>
            <a:xfrm>
              <a:off x="3573433" y="1782423"/>
              <a:ext cx="18310" cy="17507"/>
            </a:xfrm>
            <a:custGeom>
              <a:rect b="b" l="l" r="r" t="t"/>
              <a:pathLst>
                <a:path extrusionOk="0" h="545" w="570">
                  <a:moveTo>
                    <a:pt x="153" y="0"/>
                  </a:moveTo>
                  <a:cubicBezTo>
                    <a:pt x="117" y="0"/>
                    <a:pt x="82" y="13"/>
                    <a:pt x="54" y="40"/>
                  </a:cubicBezTo>
                  <a:cubicBezTo>
                    <a:pt x="0" y="95"/>
                    <a:pt x="0" y="184"/>
                    <a:pt x="54" y="239"/>
                  </a:cubicBezTo>
                  <a:lnTo>
                    <a:pt x="319" y="502"/>
                  </a:lnTo>
                  <a:cubicBezTo>
                    <a:pt x="346" y="530"/>
                    <a:pt x="383" y="544"/>
                    <a:pt x="419" y="544"/>
                  </a:cubicBezTo>
                  <a:cubicBezTo>
                    <a:pt x="455" y="544"/>
                    <a:pt x="491" y="531"/>
                    <a:pt x="516" y="502"/>
                  </a:cubicBezTo>
                  <a:cubicBezTo>
                    <a:pt x="569" y="448"/>
                    <a:pt x="569" y="359"/>
                    <a:pt x="516" y="305"/>
                  </a:cubicBezTo>
                  <a:lnTo>
                    <a:pt x="251" y="40"/>
                  </a:lnTo>
                  <a:cubicBezTo>
                    <a:pt x="224" y="13"/>
                    <a:pt x="189" y="0"/>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27"/>
            <p:cNvSpPr/>
            <p:nvPr/>
          </p:nvSpPr>
          <p:spPr>
            <a:xfrm>
              <a:off x="3518340" y="1752709"/>
              <a:ext cx="18342" cy="17475"/>
            </a:xfrm>
            <a:custGeom>
              <a:rect b="b" l="l" r="r" t="t"/>
              <a:pathLst>
                <a:path extrusionOk="0" h="544" w="571">
                  <a:moveTo>
                    <a:pt x="153" y="0"/>
                  </a:moveTo>
                  <a:cubicBezTo>
                    <a:pt x="117" y="0"/>
                    <a:pt x="81" y="14"/>
                    <a:pt x="54" y="42"/>
                  </a:cubicBezTo>
                  <a:cubicBezTo>
                    <a:pt x="0" y="95"/>
                    <a:pt x="0" y="184"/>
                    <a:pt x="54" y="239"/>
                  </a:cubicBezTo>
                  <a:lnTo>
                    <a:pt x="319" y="502"/>
                  </a:lnTo>
                  <a:cubicBezTo>
                    <a:pt x="346" y="530"/>
                    <a:pt x="382" y="544"/>
                    <a:pt x="418" y="544"/>
                  </a:cubicBezTo>
                  <a:cubicBezTo>
                    <a:pt x="452" y="544"/>
                    <a:pt x="488" y="531"/>
                    <a:pt x="515" y="502"/>
                  </a:cubicBezTo>
                  <a:cubicBezTo>
                    <a:pt x="570" y="448"/>
                    <a:pt x="570" y="360"/>
                    <a:pt x="515" y="305"/>
                  </a:cubicBezTo>
                  <a:lnTo>
                    <a:pt x="252" y="42"/>
                  </a:lnTo>
                  <a:cubicBezTo>
                    <a:pt x="224" y="14"/>
                    <a:pt x="189" y="0"/>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27"/>
            <p:cNvSpPr/>
            <p:nvPr/>
          </p:nvSpPr>
          <p:spPr>
            <a:xfrm>
              <a:off x="3539478" y="1773911"/>
              <a:ext cx="18374" cy="17507"/>
            </a:xfrm>
            <a:custGeom>
              <a:rect b="b" l="l" r="r" t="t"/>
              <a:pathLst>
                <a:path extrusionOk="0" h="545" w="572">
                  <a:moveTo>
                    <a:pt x="153" y="1"/>
                  </a:moveTo>
                  <a:cubicBezTo>
                    <a:pt x="118" y="1"/>
                    <a:pt x="82" y="14"/>
                    <a:pt x="54" y="42"/>
                  </a:cubicBezTo>
                  <a:cubicBezTo>
                    <a:pt x="1" y="95"/>
                    <a:pt x="1" y="185"/>
                    <a:pt x="54" y="239"/>
                  </a:cubicBezTo>
                  <a:lnTo>
                    <a:pt x="319" y="504"/>
                  </a:lnTo>
                  <a:cubicBezTo>
                    <a:pt x="347" y="530"/>
                    <a:pt x="383" y="544"/>
                    <a:pt x="419" y="544"/>
                  </a:cubicBezTo>
                  <a:cubicBezTo>
                    <a:pt x="455" y="544"/>
                    <a:pt x="491" y="533"/>
                    <a:pt x="516" y="504"/>
                  </a:cubicBezTo>
                  <a:cubicBezTo>
                    <a:pt x="571" y="449"/>
                    <a:pt x="571" y="360"/>
                    <a:pt x="516" y="305"/>
                  </a:cubicBezTo>
                  <a:lnTo>
                    <a:pt x="251" y="42"/>
                  </a:lnTo>
                  <a:cubicBezTo>
                    <a:pt x="224" y="14"/>
                    <a:pt x="189" y="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27"/>
            <p:cNvSpPr/>
            <p:nvPr/>
          </p:nvSpPr>
          <p:spPr>
            <a:xfrm>
              <a:off x="3560680" y="1795145"/>
              <a:ext cx="18374" cy="17507"/>
            </a:xfrm>
            <a:custGeom>
              <a:rect b="b" l="l" r="r" t="t"/>
              <a:pathLst>
                <a:path extrusionOk="0" h="545" w="572">
                  <a:moveTo>
                    <a:pt x="154" y="1"/>
                  </a:moveTo>
                  <a:cubicBezTo>
                    <a:pt x="118" y="1"/>
                    <a:pt x="83" y="14"/>
                    <a:pt x="56" y="41"/>
                  </a:cubicBezTo>
                  <a:cubicBezTo>
                    <a:pt x="1" y="96"/>
                    <a:pt x="1" y="184"/>
                    <a:pt x="56" y="238"/>
                  </a:cubicBezTo>
                  <a:lnTo>
                    <a:pt x="319" y="503"/>
                  </a:lnTo>
                  <a:cubicBezTo>
                    <a:pt x="347" y="530"/>
                    <a:pt x="383" y="545"/>
                    <a:pt x="419" y="545"/>
                  </a:cubicBezTo>
                  <a:cubicBezTo>
                    <a:pt x="455" y="545"/>
                    <a:pt x="492" y="530"/>
                    <a:pt x="516" y="503"/>
                  </a:cubicBezTo>
                  <a:cubicBezTo>
                    <a:pt x="571" y="448"/>
                    <a:pt x="571" y="359"/>
                    <a:pt x="516" y="306"/>
                  </a:cubicBezTo>
                  <a:lnTo>
                    <a:pt x="253" y="41"/>
                  </a:lnTo>
                  <a:cubicBezTo>
                    <a:pt x="225" y="14"/>
                    <a:pt x="189" y="1"/>
                    <a:pt x="15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27"/>
            <p:cNvSpPr/>
            <p:nvPr/>
          </p:nvSpPr>
          <p:spPr>
            <a:xfrm>
              <a:off x="3569193" y="1701824"/>
              <a:ext cx="18310" cy="17507"/>
            </a:xfrm>
            <a:custGeom>
              <a:rect b="b" l="l" r="r" t="t"/>
              <a:pathLst>
                <a:path extrusionOk="0" h="545" w="570">
                  <a:moveTo>
                    <a:pt x="153" y="1"/>
                  </a:moveTo>
                  <a:cubicBezTo>
                    <a:pt x="118" y="1"/>
                    <a:pt x="82" y="14"/>
                    <a:pt x="54" y="42"/>
                  </a:cubicBezTo>
                  <a:cubicBezTo>
                    <a:pt x="1" y="95"/>
                    <a:pt x="1" y="185"/>
                    <a:pt x="54" y="239"/>
                  </a:cubicBezTo>
                  <a:lnTo>
                    <a:pt x="319" y="504"/>
                  </a:lnTo>
                  <a:cubicBezTo>
                    <a:pt x="345" y="530"/>
                    <a:pt x="381" y="544"/>
                    <a:pt x="418" y="544"/>
                  </a:cubicBezTo>
                  <a:cubicBezTo>
                    <a:pt x="454" y="544"/>
                    <a:pt x="490" y="530"/>
                    <a:pt x="516" y="504"/>
                  </a:cubicBezTo>
                  <a:cubicBezTo>
                    <a:pt x="570" y="449"/>
                    <a:pt x="570" y="360"/>
                    <a:pt x="516" y="305"/>
                  </a:cubicBezTo>
                  <a:lnTo>
                    <a:pt x="251" y="42"/>
                  </a:lnTo>
                  <a:cubicBezTo>
                    <a:pt x="224" y="14"/>
                    <a:pt x="189" y="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27"/>
            <p:cNvSpPr/>
            <p:nvPr/>
          </p:nvSpPr>
          <p:spPr>
            <a:xfrm>
              <a:off x="3611597" y="1744196"/>
              <a:ext cx="18374" cy="17539"/>
            </a:xfrm>
            <a:custGeom>
              <a:rect b="b" l="l" r="r" t="t"/>
              <a:pathLst>
                <a:path extrusionOk="0" h="546" w="572">
                  <a:moveTo>
                    <a:pt x="154" y="0"/>
                  </a:moveTo>
                  <a:cubicBezTo>
                    <a:pt x="118" y="0"/>
                    <a:pt x="83" y="14"/>
                    <a:pt x="56" y="42"/>
                  </a:cubicBezTo>
                  <a:cubicBezTo>
                    <a:pt x="1" y="95"/>
                    <a:pt x="1" y="185"/>
                    <a:pt x="56" y="239"/>
                  </a:cubicBezTo>
                  <a:lnTo>
                    <a:pt x="319" y="504"/>
                  </a:lnTo>
                  <a:cubicBezTo>
                    <a:pt x="347" y="530"/>
                    <a:pt x="383" y="546"/>
                    <a:pt x="419" y="546"/>
                  </a:cubicBezTo>
                  <a:cubicBezTo>
                    <a:pt x="454" y="546"/>
                    <a:pt x="490" y="532"/>
                    <a:pt x="516" y="504"/>
                  </a:cubicBezTo>
                  <a:cubicBezTo>
                    <a:pt x="571" y="449"/>
                    <a:pt x="571" y="360"/>
                    <a:pt x="516" y="305"/>
                  </a:cubicBezTo>
                  <a:lnTo>
                    <a:pt x="253" y="42"/>
                  </a:lnTo>
                  <a:cubicBezTo>
                    <a:pt x="225" y="14"/>
                    <a:pt x="190" y="0"/>
                    <a:pt x="15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27"/>
            <p:cNvSpPr/>
            <p:nvPr/>
          </p:nvSpPr>
          <p:spPr>
            <a:xfrm>
              <a:off x="3519850" y="1778729"/>
              <a:ext cx="9026" cy="8962"/>
            </a:xfrm>
            <a:custGeom>
              <a:rect b="b" l="l" r="r" t="t"/>
              <a:pathLst>
                <a:path extrusionOk="0" h="279" w="281">
                  <a:moveTo>
                    <a:pt x="141" y="0"/>
                  </a:moveTo>
                  <a:cubicBezTo>
                    <a:pt x="64" y="0"/>
                    <a:pt x="1" y="63"/>
                    <a:pt x="1" y="139"/>
                  </a:cubicBezTo>
                  <a:cubicBezTo>
                    <a:pt x="1" y="216"/>
                    <a:pt x="64" y="278"/>
                    <a:pt x="141" y="278"/>
                  </a:cubicBezTo>
                  <a:cubicBezTo>
                    <a:pt x="218" y="278"/>
                    <a:pt x="280" y="216"/>
                    <a:pt x="280" y="139"/>
                  </a:cubicBezTo>
                  <a:cubicBezTo>
                    <a:pt x="280" y="63"/>
                    <a:pt x="218" y="0"/>
                    <a:pt x="141"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27"/>
            <p:cNvSpPr/>
            <p:nvPr/>
          </p:nvSpPr>
          <p:spPr>
            <a:xfrm>
              <a:off x="3531800" y="1790615"/>
              <a:ext cx="8962" cy="8962"/>
            </a:xfrm>
            <a:custGeom>
              <a:rect b="b" l="l" r="r" t="t"/>
              <a:pathLst>
                <a:path extrusionOk="0" h="279" w="279">
                  <a:moveTo>
                    <a:pt x="140" y="1"/>
                  </a:moveTo>
                  <a:cubicBezTo>
                    <a:pt x="63" y="1"/>
                    <a:pt x="1" y="63"/>
                    <a:pt x="1" y="140"/>
                  </a:cubicBezTo>
                  <a:cubicBezTo>
                    <a:pt x="1" y="217"/>
                    <a:pt x="63" y="279"/>
                    <a:pt x="140" y="279"/>
                  </a:cubicBezTo>
                  <a:cubicBezTo>
                    <a:pt x="217" y="279"/>
                    <a:pt x="279" y="217"/>
                    <a:pt x="279" y="140"/>
                  </a:cubicBezTo>
                  <a:cubicBezTo>
                    <a:pt x="279" y="63"/>
                    <a:pt x="217"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27"/>
            <p:cNvSpPr/>
            <p:nvPr/>
          </p:nvSpPr>
          <p:spPr>
            <a:xfrm>
              <a:off x="3543654" y="1802501"/>
              <a:ext cx="8962" cy="8994"/>
            </a:xfrm>
            <a:custGeom>
              <a:rect b="b" l="l" r="r" t="t"/>
              <a:pathLst>
                <a:path extrusionOk="0" h="280" w="279">
                  <a:moveTo>
                    <a:pt x="140" y="0"/>
                  </a:moveTo>
                  <a:cubicBezTo>
                    <a:pt x="63" y="0"/>
                    <a:pt x="1" y="62"/>
                    <a:pt x="1" y="139"/>
                  </a:cubicBezTo>
                  <a:cubicBezTo>
                    <a:pt x="1" y="216"/>
                    <a:pt x="63" y="279"/>
                    <a:pt x="140" y="279"/>
                  </a:cubicBezTo>
                  <a:cubicBezTo>
                    <a:pt x="217" y="279"/>
                    <a:pt x="279" y="216"/>
                    <a:pt x="279" y="139"/>
                  </a:cubicBezTo>
                  <a:cubicBezTo>
                    <a:pt x="279" y="62"/>
                    <a:pt x="217" y="0"/>
                    <a:pt x="14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27"/>
            <p:cNvSpPr/>
            <p:nvPr/>
          </p:nvSpPr>
          <p:spPr>
            <a:xfrm>
              <a:off x="3588885" y="1669187"/>
              <a:ext cx="73850" cy="73978"/>
            </a:xfrm>
            <a:custGeom>
              <a:rect b="b" l="l" r="r" t="t"/>
              <a:pathLst>
                <a:path extrusionOk="0" h="2303" w="2299">
                  <a:moveTo>
                    <a:pt x="732" y="1"/>
                  </a:moveTo>
                  <a:cubicBezTo>
                    <a:pt x="717" y="1"/>
                    <a:pt x="703" y="6"/>
                    <a:pt x="692" y="17"/>
                  </a:cubicBezTo>
                  <a:lnTo>
                    <a:pt x="22" y="709"/>
                  </a:lnTo>
                  <a:cubicBezTo>
                    <a:pt x="0" y="731"/>
                    <a:pt x="0" y="767"/>
                    <a:pt x="22" y="789"/>
                  </a:cubicBezTo>
                  <a:lnTo>
                    <a:pt x="1488" y="2287"/>
                  </a:lnTo>
                  <a:cubicBezTo>
                    <a:pt x="1499" y="2297"/>
                    <a:pt x="1513" y="2303"/>
                    <a:pt x="1527" y="2303"/>
                  </a:cubicBezTo>
                  <a:cubicBezTo>
                    <a:pt x="1541" y="2303"/>
                    <a:pt x="1556" y="2297"/>
                    <a:pt x="1566" y="2284"/>
                  </a:cubicBezTo>
                  <a:lnTo>
                    <a:pt x="1684" y="2181"/>
                  </a:lnTo>
                  <a:lnTo>
                    <a:pt x="2277" y="1588"/>
                  </a:lnTo>
                  <a:cubicBezTo>
                    <a:pt x="2299" y="1566"/>
                    <a:pt x="2299" y="1530"/>
                    <a:pt x="2277" y="1508"/>
                  </a:cubicBezTo>
                  <a:lnTo>
                    <a:pt x="890" y="123"/>
                  </a:lnTo>
                  <a:lnTo>
                    <a:pt x="772" y="17"/>
                  </a:lnTo>
                  <a:cubicBezTo>
                    <a:pt x="761" y="6"/>
                    <a:pt x="746" y="1"/>
                    <a:pt x="73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27"/>
            <p:cNvSpPr/>
            <p:nvPr/>
          </p:nvSpPr>
          <p:spPr>
            <a:xfrm>
              <a:off x="3587471" y="1668737"/>
              <a:ext cx="55508" cy="74878"/>
            </a:xfrm>
            <a:custGeom>
              <a:rect b="b" l="l" r="r" t="t"/>
              <a:pathLst>
                <a:path extrusionOk="0" h="2331" w="1728">
                  <a:moveTo>
                    <a:pt x="776" y="0"/>
                  </a:moveTo>
                  <a:cubicBezTo>
                    <a:pt x="761" y="0"/>
                    <a:pt x="747" y="6"/>
                    <a:pt x="736" y="17"/>
                  </a:cubicBezTo>
                  <a:lnTo>
                    <a:pt x="22" y="730"/>
                  </a:lnTo>
                  <a:cubicBezTo>
                    <a:pt x="1" y="752"/>
                    <a:pt x="1" y="788"/>
                    <a:pt x="22" y="810"/>
                  </a:cubicBezTo>
                  <a:lnTo>
                    <a:pt x="1528" y="2315"/>
                  </a:lnTo>
                  <a:cubicBezTo>
                    <a:pt x="1539" y="2326"/>
                    <a:pt x="1553" y="2331"/>
                    <a:pt x="1568" y="2331"/>
                  </a:cubicBezTo>
                  <a:cubicBezTo>
                    <a:pt x="1582" y="2331"/>
                    <a:pt x="1597" y="2326"/>
                    <a:pt x="1608" y="2315"/>
                  </a:cubicBezTo>
                  <a:lnTo>
                    <a:pt x="1728" y="2195"/>
                  </a:lnTo>
                  <a:lnTo>
                    <a:pt x="326" y="797"/>
                  </a:lnTo>
                  <a:cubicBezTo>
                    <a:pt x="312" y="782"/>
                    <a:pt x="312" y="759"/>
                    <a:pt x="326" y="743"/>
                  </a:cubicBezTo>
                  <a:lnTo>
                    <a:pt x="934" y="137"/>
                  </a:lnTo>
                  <a:lnTo>
                    <a:pt x="816" y="17"/>
                  </a:lnTo>
                  <a:cubicBezTo>
                    <a:pt x="805" y="6"/>
                    <a:pt x="790" y="0"/>
                    <a:pt x="77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27"/>
            <p:cNvSpPr/>
            <p:nvPr/>
          </p:nvSpPr>
          <p:spPr>
            <a:xfrm>
              <a:off x="3620270" y="1701760"/>
              <a:ext cx="22582" cy="21747"/>
            </a:xfrm>
            <a:custGeom>
              <a:rect b="b" l="l" r="r" t="t"/>
              <a:pathLst>
                <a:path extrusionOk="0" h="677" w="703">
                  <a:moveTo>
                    <a:pt x="154" y="1"/>
                  </a:moveTo>
                  <a:cubicBezTo>
                    <a:pt x="118" y="1"/>
                    <a:pt x="82" y="14"/>
                    <a:pt x="55" y="41"/>
                  </a:cubicBezTo>
                  <a:cubicBezTo>
                    <a:pt x="0" y="96"/>
                    <a:pt x="0" y="184"/>
                    <a:pt x="55" y="239"/>
                  </a:cubicBezTo>
                  <a:lnTo>
                    <a:pt x="452" y="636"/>
                  </a:lnTo>
                  <a:cubicBezTo>
                    <a:pt x="478" y="662"/>
                    <a:pt x="514" y="677"/>
                    <a:pt x="550" y="677"/>
                  </a:cubicBezTo>
                  <a:cubicBezTo>
                    <a:pt x="587" y="677"/>
                    <a:pt x="623" y="662"/>
                    <a:pt x="649" y="636"/>
                  </a:cubicBezTo>
                  <a:cubicBezTo>
                    <a:pt x="702" y="581"/>
                    <a:pt x="702" y="493"/>
                    <a:pt x="649" y="438"/>
                  </a:cubicBezTo>
                  <a:lnTo>
                    <a:pt x="252" y="41"/>
                  </a:lnTo>
                  <a:cubicBezTo>
                    <a:pt x="225" y="14"/>
                    <a:pt x="190" y="1"/>
                    <a:pt x="15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59" name="Google Shape;3959;p27"/>
          <p:cNvGrpSpPr/>
          <p:nvPr/>
        </p:nvGrpSpPr>
        <p:grpSpPr>
          <a:xfrm>
            <a:off x="2850191" y="1543100"/>
            <a:ext cx="272508" cy="297680"/>
            <a:chOff x="2850191" y="1543100"/>
            <a:chExt cx="272508" cy="297680"/>
          </a:xfrm>
        </p:grpSpPr>
        <p:sp>
          <p:nvSpPr>
            <p:cNvPr id="3960" name="Google Shape;3960;p27"/>
            <p:cNvSpPr/>
            <p:nvPr/>
          </p:nvSpPr>
          <p:spPr>
            <a:xfrm>
              <a:off x="2850802" y="1543100"/>
              <a:ext cx="271885" cy="297069"/>
            </a:xfrm>
            <a:custGeom>
              <a:rect b="b" l="l" r="r" t="t"/>
              <a:pathLst>
                <a:path extrusionOk="0" h="9248" w="8464">
                  <a:moveTo>
                    <a:pt x="619" y="0"/>
                  </a:moveTo>
                  <a:cubicBezTo>
                    <a:pt x="571" y="0"/>
                    <a:pt x="522" y="20"/>
                    <a:pt x="487" y="55"/>
                  </a:cubicBezTo>
                  <a:lnTo>
                    <a:pt x="242" y="300"/>
                  </a:lnTo>
                  <a:lnTo>
                    <a:pt x="56" y="524"/>
                  </a:lnTo>
                  <a:cubicBezTo>
                    <a:pt x="21" y="558"/>
                    <a:pt x="1" y="607"/>
                    <a:pt x="1" y="656"/>
                  </a:cubicBezTo>
                  <a:lnTo>
                    <a:pt x="1" y="9061"/>
                  </a:lnTo>
                  <a:cubicBezTo>
                    <a:pt x="1" y="9165"/>
                    <a:pt x="85" y="9248"/>
                    <a:pt x="187" y="9248"/>
                  </a:cubicBezTo>
                  <a:lnTo>
                    <a:pt x="8259" y="9248"/>
                  </a:lnTo>
                  <a:cubicBezTo>
                    <a:pt x="8362" y="9248"/>
                    <a:pt x="8446" y="9165"/>
                    <a:pt x="8446" y="9061"/>
                  </a:cubicBezTo>
                  <a:lnTo>
                    <a:pt x="8463" y="9006"/>
                  </a:lnTo>
                  <a:lnTo>
                    <a:pt x="8463" y="2518"/>
                  </a:lnTo>
                  <a:lnTo>
                    <a:pt x="8426" y="2480"/>
                  </a:lnTo>
                  <a:lnTo>
                    <a:pt x="8424" y="1720"/>
                  </a:lnTo>
                  <a:lnTo>
                    <a:pt x="8463" y="1678"/>
                  </a:lnTo>
                  <a:lnTo>
                    <a:pt x="8463" y="187"/>
                  </a:lnTo>
                  <a:cubicBezTo>
                    <a:pt x="8463" y="84"/>
                    <a:pt x="8381" y="0"/>
                    <a:pt x="8278" y="0"/>
                  </a:cubicBezTo>
                  <a:lnTo>
                    <a:pt x="7514" y="0"/>
                  </a:lnTo>
                  <a:cubicBezTo>
                    <a:pt x="7411" y="0"/>
                    <a:pt x="7327" y="84"/>
                    <a:pt x="7327" y="187"/>
                  </a:cubicBezTo>
                  <a:lnTo>
                    <a:pt x="7327" y="281"/>
                  </a:lnTo>
                  <a:lnTo>
                    <a:pt x="7282" y="366"/>
                  </a:lnTo>
                  <a:lnTo>
                    <a:pt x="2256" y="420"/>
                  </a:lnTo>
                  <a:lnTo>
                    <a:pt x="2220" y="355"/>
                  </a:lnTo>
                  <a:lnTo>
                    <a:pt x="1772" y="355"/>
                  </a:lnTo>
                  <a:cubicBezTo>
                    <a:pt x="1703" y="355"/>
                    <a:pt x="1641" y="317"/>
                    <a:pt x="1607" y="256"/>
                  </a:cubicBezTo>
                  <a:lnTo>
                    <a:pt x="1526" y="100"/>
                  </a:lnTo>
                  <a:cubicBezTo>
                    <a:pt x="1493" y="39"/>
                    <a:pt x="1431" y="0"/>
                    <a:pt x="136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27"/>
            <p:cNvSpPr/>
            <p:nvPr/>
          </p:nvSpPr>
          <p:spPr>
            <a:xfrm>
              <a:off x="2850191" y="1552705"/>
              <a:ext cx="272495" cy="288075"/>
            </a:xfrm>
            <a:custGeom>
              <a:rect b="b" l="l" r="r" t="t"/>
              <a:pathLst>
                <a:path extrusionOk="0" h="8968" w="8483">
                  <a:moveTo>
                    <a:pt x="264" y="1"/>
                  </a:moveTo>
                  <a:lnTo>
                    <a:pt x="57" y="206"/>
                  </a:lnTo>
                  <a:cubicBezTo>
                    <a:pt x="22" y="241"/>
                    <a:pt x="4" y="290"/>
                    <a:pt x="4" y="340"/>
                  </a:cubicBezTo>
                  <a:lnTo>
                    <a:pt x="4" y="1379"/>
                  </a:lnTo>
                  <a:lnTo>
                    <a:pt x="44" y="1422"/>
                  </a:lnTo>
                  <a:lnTo>
                    <a:pt x="40" y="2185"/>
                  </a:lnTo>
                  <a:lnTo>
                    <a:pt x="1" y="2219"/>
                  </a:lnTo>
                  <a:lnTo>
                    <a:pt x="1" y="8781"/>
                  </a:lnTo>
                  <a:cubicBezTo>
                    <a:pt x="1" y="8884"/>
                    <a:pt x="85" y="8967"/>
                    <a:pt x="187" y="8967"/>
                  </a:cubicBezTo>
                  <a:lnTo>
                    <a:pt x="8297" y="8967"/>
                  </a:lnTo>
                  <a:cubicBezTo>
                    <a:pt x="8400" y="8967"/>
                    <a:pt x="8482" y="8884"/>
                    <a:pt x="8482" y="8781"/>
                  </a:cubicBezTo>
                  <a:lnTo>
                    <a:pt x="8482" y="8707"/>
                  </a:lnTo>
                  <a:lnTo>
                    <a:pt x="358" y="8707"/>
                  </a:lnTo>
                  <a:cubicBezTo>
                    <a:pt x="305" y="8707"/>
                    <a:pt x="264" y="8663"/>
                    <a:pt x="264" y="8613"/>
                  </a:cubicBezTo>
                  <a:lnTo>
                    <a:pt x="26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27"/>
            <p:cNvSpPr/>
            <p:nvPr/>
          </p:nvSpPr>
          <p:spPr>
            <a:xfrm>
              <a:off x="3031949" y="1552127"/>
              <a:ext cx="54255" cy="89911"/>
            </a:xfrm>
            <a:custGeom>
              <a:rect b="b" l="l" r="r" t="t"/>
              <a:pathLst>
                <a:path extrusionOk="0" h="2799" w="1689">
                  <a:moveTo>
                    <a:pt x="569" y="0"/>
                  </a:moveTo>
                  <a:lnTo>
                    <a:pt x="0" y="6"/>
                  </a:lnTo>
                  <a:lnTo>
                    <a:pt x="0" y="2724"/>
                  </a:lnTo>
                  <a:lnTo>
                    <a:pt x="569" y="2798"/>
                  </a:lnTo>
                  <a:lnTo>
                    <a:pt x="1409" y="2798"/>
                  </a:lnTo>
                  <a:cubicBezTo>
                    <a:pt x="1564" y="2798"/>
                    <a:pt x="1688" y="2671"/>
                    <a:pt x="1688" y="2517"/>
                  </a:cubicBezTo>
                  <a:lnTo>
                    <a:pt x="168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27"/>
            <p:cNvSpPr/>
            <p:nvPr/>
          </p:nvSpPr>
          <p:spPr>
            <a:xfrm>
              <a:off x="3045795" y="1565587"/>
              <a:ext cx="26919" cy="9026"/>
            </a:xfrm>
            <a:custGeom>
              <a:rect b="b" l="l" r="r" t="t"/>
              <a:pathLst>
                <a:path extrusionOk="0" h="281" w="838">
                  <a:moveTo>
                    <a:pt x="140" y="1"/>
                  </a:moveTo>
                  <a:cubicBezTo>
                    <a:pt x="63" y="1"/>
                    <a:pt x="1" y="63"/>
                    <a:pt x="1" y="141"/>
                  </a:cubicBezTo>
                  <a:cubicBezTo>
                    <a:pt x="1" y="217"/>
                    <a:pt x="61" y="280"/>
                    <a:pt x="140" y="280"/>
                  </a:cubicBezTo>
                  <a:lnTo>
                    <a:pt x="698" y="280"/>
                  </a:lnTo>
                  <a:cubicBezTo>
                    <a:pt x="776" y="280"/>
                    <a:pt x="837" y="218"/>
                    <a:pt x="837" y="141"/>
                  </a:cubicBezTo>
                  <a:cubicBezTo>
                    <a:pt x="837" y="65"/>
                    <a:pt x="776" y="1"/>
                    <a:pt x="69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27"/>
            <p:cNvSpPr/>
            <p:nvPr/>
          </p:nvSpPr>
          <p:spPr>
            <a:xfrm>
              <a:off x="2868181" y="1804782"/>
              <a:ext cx="24028" cy="18021"/>
            </a:xfrm>
            <a:custGeom>
              <a:rect b="b" l="l" r="r" t="t"/>
              <a:pathLst>
                <a:path extrusionOk="0" h="561" w="748">
                  <a:moveTo>
                    <a:pt x="95" y="0"/>
                  </a:moveTo>
                  <a:cubicBezTo>
                    <a:pt x="43" y="0"/>
                    <a:pt x="1" y="43"/>
                    <a:pt x="1" y="94"/>
                  </a:cubicBezTo>
                  <a:lnTo>
                    <a:pt x="1" y="466"/>
                  </a:lnTo>
                  <a:cubicBezTo>
                    <a:pt x="1" y="520"/>
                    <a:pt x="44" y="560"/>
                    <a:pt x="95" y="560"/>
                  </a:cubicBezTo>
                  <a:lnTo>
                    <a:pt x="654" y="560"/>
                  </a:lnTo>
                  <a:cubicBezTo>
                    <a:pt x="705" y="560"/>
                    <a:pt x="747" y="520"/>
                    <a:pt x="748" y="466"/>
                  </a:cubicBezTo>
                  <a:lnTo>
                    <a:pt x="748" y="94"/>
                  </a:lnTo>
                  <a:cubicBezTo>
                    <a:pt x="748" y="42"/>
                    <a:pt x="705" y="0"/>
                    <a:pt x="65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27"/>
            <p:cNvSpPr/>
            <p:nvPr/>
          </p:nvSpPr>
          <p:spPr>
            <a:xfrm>
              <a:off x="3080778" y="1804782"/>
              <a:ext cx="24028" cy="18021"/>
            </a:xfrm>
            <a:custGeom>
              <a:rect b="b" l="l" r="r" t="t"/>
              <a:pathLst>
                <a:path extrusionOk="0" h="561" w="748">
                  <a:moveTo>
                    <a:pt x="94" y="0"/>
                  </a:moveTo>
                  <a:cubicBezTo>
                    <a:pt x="42" y="0"/>
                    <a:pt x="0" y="43"/>
                    <a:pt x="0" y="94"/>
                  </a:cubicBezTo>
                  <a:lnTo>
                    <a:pt x="0" y="466"/>
                  </a:lnTo>
                  <a:cubicBezTo>
                    <a:pt x="0" y="520"/>
                    <a:pt x="44" y="560"/>
                    <a:pt x="94" y="560"/>
                  </a:cubicBezTo>
                  <a:lnTo>
                    <a:pt x="653" y="560"/>
                  </a:lnTo>
                  <a:cubicBezTo>
                    <a:pt x="704" y="560"/>
                    <a:pt x="746" y="520"/>
                    <a:pt x="747" y="466"/>
                  </a:cubicBezTo>
                  <a:lnTo>
                    <a:pt x="747" y="94"/>
                  </a:lnTo>
                  <a:cubicBezTo>
                    <a:pt x="747" y="42"/>
                    <a:pt x="704" y="0"/>
                    <a:pt x="65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27"/>
            <p:cNvSpPr/>
            <p:nvPr/>
          </p:nvSpPr>
          <p:spPr>
            <a:xfrm>
              <a:off x="2940974" y="1664689"/>
              <a:ext cx="91035" cy="89879"/>
            </a:xfrm>
            <a:custGeom>
              <a:rect b="b" l="l" r="r" t="t"/>
              <a:pathLst>
                <a:path extrusionOk="0" h="2798" w="2834">
                  <a:moveTo>
                    <a:pt x="1416" y="1"/>
                  </a:moveTo>
                  <a:cubicBezTo>
                    <a:pt x="1076" y="1"/>
                    <a:pt x="765" y="121"/>
                    <a:pt x="522" y="322"/>
                  </a:cubicBezTo>
                  <a:cubicBezTo>
                    <a:pt x="522" y="322"/>
                    <a:pt x="1" y="840"/>
                    <a:pt x="38" y="1418"/>
                  </a:cubicBezTo>
                  <a:cubicBezTo>
                    <a:pt x="89" y="2200"/>
                    <a:pt x="635" y="2798"/>
                    <a:pt x="1416" y="2798"/>
                  </a:cubicBezTo>
                  <a:cubicBezTo>
                    <a:pt x="2166" y="2798"/>
                    <a:pt x="2573" y="2236"/>
                    <a:pt x="2573" y="2236"/>
                  </a:cubicBezTo>
                  <a:cubicBezTo>
                    <a:pt x="2737" y="2004"/>
                    <a:pt x="2834" y="1722"/>
                    <a:pt x="2834" y="1418"/>
                  </a:cubicBezTo>
                  <a:cubicBezTo>
                    <a:pt x="2834" y="636"/>
                    <a:pt x="2198" y="1"/>
                    <a:pt x="141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27"/>
            <p:cNvSpPr/>
            <p:nvPr/>
          </p:nvSpPr>
          <p:spPr>
            <a:xfrm>
              <a:off x="2940974" y="1674969"/>
              <a:ext cx="82683" cy="80756"/>
            </a:xfrm>
            <a:custGeom>
              <a:rect b="b" l="l" r="r" t="t"/>
              <a:pathLst>
                <a:path extrusionOk="0" h="2514" w="2574">
                  <a:moveTo>
                    <a:pt x="522" y="1"/>
                  </a:moveTo>
                  <a:lnTo>
                    <a:pt x="522" y="1"/>
                  </a:lnTo>
                  <a:cubicBezTo>
                    <a:pt x="203" y="258"/>
                    <a:pt x="1" y="655"/>
                    <a:pt x="1" y="1097"/>
                  </a:cubicBezTo>
                  <a:cubicBezTo>
                    <a:pt x="1" y="1878"/>
                    <a:pt x="636" y="2514"/>
                    <a:pt x="1418" y="2514"/>
                  </a:cubicBezTo>
                  <a:cubicBezTo>
                    <a:pt x="1896" y="2514"/>
                    <a:pt x="2317" y="2276"/>
                    <a:pt x="2573" y="1914"/>
                  </a:cubicBezTo>
                  <a:lnTo>
                    <a:pt x="2573" y="1914"/>
                  </a:lnTo>
                  <a:cubicBezTo>
                    <a:pt x="2330" y="2116"/>
                    <a:pt x="2019" y="2234"/>
                    <a:pt x="1678" y="2234"/>
                  </a:cubicBezTo>
                  <a:cubicBezTo>
                    <a:pt x="897" y="2234"/>
                    <a:pt x="261" y="1599"/>
                    <a:pt x="261" y="819"/>
                  </a:cubicBezTo>
                  <a:cubicBezTo>
                    <a:pt x="261" y="515"/>
                    <a:pt x="358" y="232"/>
                    <a:pt x="52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27"/>
            <p:cNvSpPr/>
            <p:nvPr/>
          </p:nvSpPr>
          <p:spPr>
            <a:xfrm>
              <a:off x="2977467" y="1701246"/>
              <a:ext cx="18053" cy="18021"/>
            </a:xfrm>
            <a:custGeom>
              <a:rect b="b" l="l" r="r" t="t"/>
              <a:pathLst>
                <a:path extrusionOk="0" h="561" w="562">
                  <a:moveTo>
                    <a:pt x="95" y="1"/>
                  </a:moveTo>
                  <a:cubicBezTo>
                    <a:pt x="44" y="1"/>
                    <a:pt x="1" y="41"/>
                    <a:pt x="1" y="93"/>
                  </a:cubicBezTo>
                  <a:lnTo>
                    <a:pt x="1" y="467"/>
                  </a:lnTo>
                  <a:cubicBezTo>
                    <a:pt x="1" y="517"/>
                    <a:pt x="41" y="561"/>
                    <a:pt x="95" y="561"/>
                  </a:cubicBezTo>
                  <a:lnTo>
                    <a:pt x="467" y="561"/>
                  </a:lnTo>
                  <a:cubicBezTo>
                    <a:pt x="518" y="561"/>
                    <a:pt x="561" y="519"/>
                    <a:pt x="561" y="467"/>
                  </a:cubicBezTo>
                  <a:lnTo>
                    <a:pt x="561" y="93"/>
                  </a:lnTo>
                  <a:cubicBezTo>
                    <a:pt x="560" y="41"/>
                    <a:pt x="518" y="1"/>
                    <a:pt x="46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27"/>
            <p:cNvSpPr/>
            <p:nvPr/>
          </p:nvSpPr>
          <p:spPr>
            <a:xfrm>
              <a:off x="2922085" y="1543132"/>
              <a:ext cx="128201" cy="98841"/>
            </a:xfrm>
            <a:custGeom>
              <a:rect b="b" l="l" r="r" t="t"/>
              <a:pathLst>
                <a:path extrusionOk="0" h="3077" w="3991">
                  <a:moveTo>
                    <a:pt x="186" y="1"/>
                  </a:moveTo>
                  <a:cubicBezTo>
                    <a:pt x="83" y="1"/>
                    <a:pt x="1" y="83"/>
                    <a:pt x="1" y="186"/>
                  </a:cubicBezTo>
                  <a:lnTo>
                    <a:pt x="1" y="2796"/>
                  </a:lnTo>
                  <a:cubicBezTo>
                    <a:pt x="1" y="2951"/>
                    <a:pt x="127" y="3077"/>
                    <a:pt x="280" y="3077"/>
                  </a:cubicBezTo>
                  <a:lnTo>
                    <a:pt x="3991" y="3077"/>
                  </a:lnTo>
                  <a:lnTo>
                    <a:pt x="3991" y="186"/>
                  </a:lnTo>
                  <a:cubicBezTo>
                    <a:pt x="3991" y="83"/>
                    <a:pt x="3907" y="1"/>
                    <a:pt x="380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27"/>
            <p:cNvSpPr/>
            <p:nvPr/>
          </p:nvSpPr>
          <p:spPr>
            <a:xfrm>
              <a:off x="2940588" y="1561122"/>
              <a:ext cx="35399" cy="62318"/>
            </a:xfrm>
            <a:custGeom>
              <a:rect b="b" l="l" r="r" t="t"/>
              <a:pathLst>
                <a:path extrusionOk="0" h="1940" w="1102">
                  <a:moveTo>
                    <a:pt x="356" y="1"/>
                  </a:moveTo>
                  <a:cubicBezTo>
                    <a:pt x="325" y="1"/>
                    <a:pt x="301" y="27"/>
                    <a:pt x="301" y="57"/>
                  </a:cubicBezTo>
                  <a:lnTo>
                    <a:pt x="301" y="356"/>
                  </a:lnTo>
                  <a:cubicBezTo>
                    <a:pt x="301" y="364"/>
                    <a:pt x="293" y="374"/>
                    <a:pt x="282" y="374"/>
                  </a:cubicBezTo>
                  <a:lnTo>
                    <a:pt x="244" y="374"/>
                  </a:lnTo>
                  <a:lnTo>
                    <a:pt x="57" y="392"/>
                  </a:lnTo>
                  <a:cubicBezTo>
                    <a:pt x="27" y="392"/>
                    <a:pt x="1" y="418"/>
                    <a:pt x="1" y="448"/>
                  </a:cubicBezTo>
                  <a:lnTo>
                    <a:pt x="1" y="1883"/>
                  </a:lnTo>
                  <a:cubicBezTo>
                    <a:pt x="1" y="1913"/>
                    <a:pt x="27" y="1939"/>
                    <a:pt x="57" y="1939"/>
                  </a:cubicBezTo>
                  <a:lnTo>
                    <a:pt x="1027" y="1939"/>
                  </a:lnTo>
                  <a:cubicBezTo>
                    <a:pt x="1058" y="1939"/>
                    <a:pt x="1084" y="1913"/>
                    <a:pt x="1084" y="1884"/>
                  </a:cubicBezTo>
                  <a:lnTo>
                    <a:pt x="1101" y="1699"/>
                  </a:lnTo>
                  <a:lnTo>
                    <a:pt x="1101" y="429"/>
                  </a:lnTo>
                  <a:cubicBezTo>
                    <a:pt x="1101" y="399"/>
                    <a:pt x="1077" y="374"/>
                    <a:pt x="1046" y="374"/>
                  </a:cubicBezTo>
                  <a:lnTo>
                    <a:pt x="803" y="374"/>
                  </a:lnTo>
                  <a:cubicBezTo>
                    <a:pt x="794" y="374"/>
                    <a:pt x="786" y="367"/>
                    <a:pt x="786" y="356"/>
                  </a:cubicBezTo>
                  <a:lnTo>
                    <a:pt x="786" y="57"/>
                  </a:lnTo>
                  <a:cubicBezTo>
                    <a:pt x="786" y="27"/>
                    <a:pt x="760" y="1"/>
                    <a:pt x="72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27"/>
            <p:cNvSpPr/>
            <p:nvPr/>
          </p:nvSpPr>
          <p:spPr>
            <a:xfrm>
              <a:off x="2940042" y="1573040"/>
              <a:ext cx="35945" cy="50946"/>
            </a:xfrm>
            <a:custGeom>
              <a:rect b="b" l="l" r="r" t="t"/>
              <a:pathLst>
                <a:path extrusionOk="0" h="1586" w="1119">
                  <a:moveTo>
                    <a:pt x="56" y="0"/>
                  </a:moveTo>
                  <a:cubicBezTo>
                    <a:pt x="25" y="0"/>
                    <a:pt x="1" y="27"/>
                    <a:pt x="1" y="57"/>
                  </a:cubicBezTo>
                  <a:lnTo>
                    <a:pt x="1" y="1531"/>
                  </a:lnTo>
                  <a:cubicBezTo>
                    <a:pt x="1" y="1561"/>
                    <a:pt x="25" y="1586"/>
                    <a:pt x="56" y="1586"/>
                  </a:cubicBezTo>
                  <a:lnTo>
                    <a:pt x="1062" y="1586"/>
                  </a:lnTo>
                  <a:cubicBezTo>
                    <a:pt x="1094" y="1586"/>
                    <a:pt x="1118" y="1561"/>
                    <a:pt x="1118" y="1531"/>
                  </a:cubicBezTo>
                  <a:lnTo>
                    <a:pt x="1118" y="1325"/>
                  </a:lnTo>
                  <a:lnTo>
                    <a:pt x="299" y="1325"/>
                  </a:lnTo>
                  <a:cubicBezTo>
                    <a:pt x="277" y="1325"/>
                    <a:pt x="261" y="1308"/>
                    <a:pt x="261" y="1287"/>
                  </a:cubicBezTo>
                  <a:lnTo>
                    <a:pt x="26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27"/>
            <p:cNvSpPr/>
            <p:nvPr/>
          </p:nvSpPr>
          <p:spPr>
            <a:xfrm>
              <a:off x="3007471" y="1556656"/>
              <a:ext cx="20976" cy="8962"/>
            </a:xfrm>
            <a:custGeom>
              <a:rect b="b" l="l" r="r" t="t"/>
              <a:pathLst>
                <a:path extrusionOk="0" h="279" w="653">
                  <a:moveTo>
                    <a:pt x="140" y="1"/>
                  </a:moveTo>
                  <a:cubicBezTo>
                    <a:pt x="64" y="1"/>
                    <a:pt x="1" y="65"/>
                    <a:pt x="1" y="140"/>
                  </a:cubicBezTo>
                  <a:cubicBezTo>
                    <a:pt x="1" y="217"/>
                    <a:pt x="61" y="279"/>
                    <a:pt x="140" y="279"/>
                  </a:cubicBezTo>
                  <a:lnTo>
                    <a:pt x="513" y="279"/>
                  </a:lnTo>
                  <a:cubicBezTo>
                    <a:pt x="588" y="279"/>
                    <a:pt x="652" y="217"/>
                    <a:pt x="652" y="140"/>
                  </a:cubicBezTo>
                  <a:cubicBezTo>
                    <a:pt x="652" y="65"/>
                    <a:pt x="590" y="1"/>
                    <a:pt x="51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27"/>
            <p:cNvSpPr/>
            <p:nvPr/>
          </p:nvSpPr>
          <p:spPr>
            <a:xfrm>
              <a:off x="3018811" y="1782391"/>
              <a:ext cx="66461" cy="8962"/>
            </a:xfrm>
            <a:custGeom>
              <a:rect b="b" l="l" r="r" t="t"/>
              <a:pathLst>
                <a:path extrusionOk="0" h="279" w="2069">
                  <a:moveTo>
                    <a:pt x="140" y="1"/>
                  </a:moveTo>
                  <a:cubicBezTo>
                    <a:pt x="63" y="1"/>
                    <a:pt x="1" y="62"/>
                    <a:pt x="1" y="140"/>
                  </a:cubicBezTo>
                  <a:cubicBezTo>
                    <a:pt x="1" y="215"/>
                    <a:pt x="62" y="279"/>
                    <a:pt x="140" y="279"/>
                  </a:cubicBezTo>
                  <a:lnTo>
                    <a:pt x="1929" y="279"/>
                  </a:lnTo>
                  <a:cubicBezTo>
                    <a:pt x="2007" y="279"/>
                    <a:pt x="2068" y="218"/>
                    <a:pt x="2068" y="140"/>
                  </a:cubicBezTo>
                  <a:cubicBezTo>
                    <a:pt x="2068" y="63"/>
                    <a:pt x="2007" y="1"/>
                    <a:pt x="192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27"/>
            <p:cNvSpPr/>
            <p:nvPr/>
          </p:nvSpPr>
          <p:spPr>
            <a:xfrm>
              <a:off x="2850802" y="1597454"/>
              <a:ext cx="17410" cy="26180"/>
            </a:xfrm>
            <a:custGeom>
              <a:rect b="b" l="l" r="r" t="t"/>
              <a:pathLst>
                <a:path extrusionOk="0" h="815" w="542">
                  <a:moveTo>
                    <a:pt x="171" y="0"/>
                  </a:moveTo>
                  <a:cubicBezTo>
                    <a:pt x="98" y="0"/>
                    <a:pt x="1" y="6"/>
                    <a:pt x="1" y="6"/>
                  </a:cubicBezTo>
                  <a:lnTo>
                    <a:pt x="1" y="808"/>
                  </a:lnTo>
                  <a:cubicBezTo>
                    <a:pt x="1" y="808"/>
                    <a:pt x="91" y="814"/>
                    <a:pt x="163" y="814"/>
                  </a:cubicBezTo>
                  <a:cubicBezTo>
                    <a:pt x="199" y="814"/>
                    <a:pt x="230" y="813"/>
                    <a:pt x="242" y="808"/>
                  </a:cubicBezTo>
                  <a:cubicBezTo>
                    <a:pt x="415" y="756"/>
                    <a:pt x="542" y="597"/>
                    <a:pt x="542" y="406"/>
                  </a:cubicBezTo>
                  <a:cubicBezTo>
                    <a:pt x="542" y="216"/>
                    <a:pt x="417" y="57"/>
                    <a:pt x="242" y="5"/>
                  </a:cubicBezTo>
                  <a:cubicBezTo>
                    <a:pt x="231" y="1"/>
                    <a:pt x="203" y="0"/>
                    <a:pt x="17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27"/>
            <p:cNvSpPr/>
            <p:nvPr/>
          </p:nvSpPr>
          <p:spPr>
            <a:xfrm>
              <a:off x="2850256" y="1596972"/>
              <a:ext cx="8384" cy="27015"/>
            </a:xfrm>
            <a:custGeom>
              <a:rect b="b" l="l" r="r" t="t"/>
              <a:pathLst>
                <a:path extrusionOk="0" h="841" w="261">
                  <a:moveTo>
                    <a:pt x="0" y="1"/>
                  </a:moveTo>
                  <a:lnTo>
                    <a:pt x="0" y="841"/>
                  </a:lnTo>
                  <a:lnTo>
                    <a:pt x="139" y="841"/>
                  </a:lnTo>
                  <a:cubicBezTo>
                    <a:pt x="181" y="841"/>
                    <a:pt x="222" y="833"/>
                    <a:pt x="261" y="823"/>
                  </a:cubicBezTo>
                  <a:lnTo>
                    <a:pt x="261" y="20"/>
                  </a:lnTo>
                  <a:cubicBezTo>
                    <a:pt x="222" y="8"/>
                    <a:pt x="183"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27"/>
            <p:cNvSpPr/>
            <p:nvPr/>
          </p:nvSpPr>
          <p:spPr>
            <a:xfrm>
              <a:off x="3104710" y="1596972"/>
              <a:ext cx="17989" cy="27015"/>
            </a:xfrm>
            <a:custGeom>
              <a:rect b="b" l="l" r="r" t="t"/>
              <a:pathLst>
                <a:path extrusionOk="0" h="841" w="560">
                  <a:moveTo>
                    <a:pt x="421" y="1"/>
                  </a:moveTo>
                  <a:cubicBezTo>
                    <a:pt x="189" y="1"/>
                    <a:pt x="1" y="189"/>
                    <a:pt x="1" y="421"/>
                  </a:cubicBezTo>
                  <a:cubicBezTo>
                    <a:pt x="1" y="652"/>
                    <a:pt x="189" y="841"/>
                    <a:pt x="421" y="841"/>
                  </a:cubicBezTo>
                  <a:lnTo>
                    <a:pt x="559" y="841"/>
                  </a:lnTo>
                  <a:lnTo>
                    <a:pt x="559"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77" name="Google Shape;3977;p27"/>
          <p:cNvGrpSpPr/>
          <p:nvPr/>
        </p:nvGrpSpPr>
        <p:grpSpPr>
          <a:xfrm>
            <a:off x="2202730" y="1587142"/>
            <a:ext cx="297685" cy="209599"/>
            <a:chOff x="2202730" y="1587142"/>
            <a:chExt cx="297685" cy="209599"/>
          </a:xfrm>
        </p:grpSpPr>
        <p:sp>
          <p:nvSpPr>
            <p:cNvPr id="3978" name="Google Shape;3978;p27"/>
            <p:cNvSpPr/>
            <p:nvPr/>
          </p:nvSpPr>
          <p:spPr>
            <a:xfrm>
              <a:off x="2312659" y="1598546"/>
              <a:ext cx="187756" cy="186824"/>
            </a:xfrm>
            <a:custGeom>
              <a:rect b="b" l="l" r="r" t="t"/>
              <a:pathLst>
                <a:path extrusionOk="0" h="5816" w="5845">
                  <a:moveTo>
                    <a:pt x="2922" y="2310"/>
                  </a:moveTo>
                  <a:cubicBezTo>
                    <a:pt x="3232" y="2310"/>
                    <a:pt x="3520" y="2598"/>
                    <a:pt x="3520" y="2908"/>
                  </a:cubicBezTo>
                  <a:cubicBezTo>
                    <a:pt x="3520" y="3216"/>
                    <a:pt x="3232" y="3504"/>
                    <a:pt x="2922" y="3504"/>
                  </a:cubicBezTo>
                  <a:cubicBezTo>
                    <a:pt x="2613" y="3504"/>
                    <a:pt x="2363" y="3216"/>
                    <a:pt x="2363" y="2908"/>
                  </a:cubicBezTo>
                  <a:cubicBezTo>
                    <a:pt x="2363" y="2598"/>
                    <a:pt x="2613" y="2310"/>
                    <a:pt x="2922" y="2310"/>
                  </a:cubicBezTo>
                  <a:close/>
                  <a:moveTo>
                    <a:pt x="3211" y="0"/>
                  </a:moveTo>
                  <a:cubicBezTo>
                    <a:pt x="3115" y="0"/>
                    <a:pt x="3019" y="42"/>
                    <a:pt x="2922" y="42"/>
                  </a:cubicBezTo>
                  <a:cubicBezTo>
                    <a:pt x="1308" y="42"/>
                    <a:pt x="0" y="1294"/>
                    <a:pt x="0" y="2908"/>
                  </a:cubicBezTo>
                  <a:cubicBezTo>
                    <a:pt x="0" y="4522"/>
                    <a:pt x="1308" y="5774"/>
                    <a:pt x="2922" y="5774"/>
                  </a:cubicBezTo>
                  <a:cubicBezTo>
                    <a:pt x="3017" y="5774"/>
                    <a:pt x="3110" y="5815"/>
                    <a:pt x="3204" y="5815"/>
                  </a:cubicBezTo>
                  <a:cubicBezTo>
                    <a:pt x="3215" y="5815"/>
                    <a:pt x="3225" y="5815"/>
                    <a:pt x="3236" y="5813"/>
                  </a:cubicBezTo>
                  <a:cubicBezTo>
                    <a:pt x="4702" y="5659"/>
                    <a:pt x="5845" y="4416"/>
                    <a:pt x="5845" y="2908"/>
                  </a:cubicBezTo>
                  <a:cubicBezTo>
                    <a:pt x="5845" y="1398"/>
                    <a:pt x="4701" y="158"/>
                    <a:pt x="3236" y="1"/>
                  </a:cubicBezTo>
                  <a:cubicBezTo>
                    <a:pt x="3227" y="0"/>
                    <a:pt x="3219" y="0"/>
                    <a:pt x="3211"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27"/>
            <p:cNvSpPr/>
            <p:nvPr/>
          </p:nvSpPr>
          <p:spPr>
            <a:xfrm>
              <a:off x="2312627" y="1598000"/>
              <a:ext cx="103981" cy="187756"/>
            </a:xfrm>
            <a:custGeom>
              <a:rect b="b" l="l" r="r" t="t"/>
              <a:pathLst>
                <a:path extrusionOk="0" h="5845" w="3237">
                  <a:moveTo>
                    <a:pt x="2923" y="1"/>
                  </a:moveTo>
                  <a:cubicBezTo>
                    <a:pt x="1309" y="1"/>
                    <a:pt x="0" y="1308"/>
                    <a:pt x="0" y="2922"/>
                  </a:cubicBezTo>
                  <a:cubicBezTo>
                    <a:pt x="0" y="4536"/>
                    <a:pt x="1309" y="5845"/>
                    <a:pt x="2923" y="5845"/>
                  </a:cubicBezTo>
                  <a:cubicBezTo>
                    <a:pt x="3030" y="5845"/>
                    <a:pt x="3133" y="5839"/>
                    <a:pt x="3237" y="5829"/>
                  </a:cubicBezTo>
                  <a:lnTo>
                    <a:pt x="3237" y="3462"/>
                  </a:lnTo>
                  <a:cubicBezTo>
                    <a:pt x="3146" y="3523"/>
                    <a:pt x="3039" y="3558"/>
                    <a:pt x="2923" y="3558"/>
                  </a:cubicBezTo>
                  <a:cubicBezTo>
                    <a:pt x="2614" y="3558"/>
                    <a:pt x="2364" y="3233"/>
                    <a:pt x="2364" y="2925"/>
                  </a:cubicBezTo>
                  <a:cubicBezTo>
                    <a:pt x="2364" y="2617"/>
                    <a:pt x="2614" y="2291"/>
                    <a:pt x="2923" y="2288"/>
                  </a:cubicBezTo>
                  <a:cubicBezTo>
                    <a:pt x="3039" y="2288"/>
                    <a:pt x="3147" y="2324"/>
                    <a:pt x="3237" y="2384"/>
                  </a:cubicBezTo>
                  <a:lnTo>
                    <a:pt x="3237" y="17"/>
                  </a:lnTo>
                  <a:cubicBezTo>
                    <a:pt x="3133" y="5"/>
                    <a:pt x="3028" y="1"/>
                    <a:pt x="292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27"/>
            <p:cNvSpPr/>
            <p:nvPr/>
          </p:nvSpPr>
          <p:spPr>
            <a:xfrm>
              <a:off x="2366691" y="1653125"/>
              <a:ext cx="79728" cy="77640"/>
            </a:xfrm>
            <a:custGeom>
              <a:rect b="b" l="l" r="r" t="t"/>
              <a:pathLst>
                <a:path extrusionOk="0" h="2417" w="2482">
                  <a:moveTo>
                    <a:pt x="1240" y="594"/>
                  </a:moveTo>
                  <a:cubicBezTo>
                    <a:pt x="1356" y="594"/>
                    <a:pt x="1463" y="684"/>
                    <a:pt x="1554" y="746"/>
                  </a:cubicBezTo>
                  <a:cubicBezTo>
                    <a:pt x="1702" y="847"/>
                    <a:pt x="1800" y="1017"/>
                    <a:pt x="1800" y="1209"/>
                  </a:cubicBezTo>
                  <a:cubicBezTo>
                    <a:pt x="1800" y="1402"/>
                    <a:pt x="1702" y="1572"/>
                    <a:pt x="1554" y="1672"/>
                  </a:cubicBezTo>
                  <a:cubicBezTo>
                    <a:pt x="1463" y="1733"/>
                    <a:pt x="1356" y="1824"/>
                    <a:pt x="1240" y="1824"/>
                  </a:cubicBezTo>
                  <a:cubicBezTo>
                    <a:pt x="931" y="1824"/>
                    <a:pt x="681" y="1517"/>
                    <a:pt x="681" y="1209"/>
                  </a:cubicBezTo>
                  <a:cubicBezTo>
                    <a:pt x="681" y="899"/>
                    <a:pt x="931" y="594"/>
                    <a:pt x="1240" y="594"/>
                  </a:cubicBezTo>
                  <a:close/>
                  <a:moveTo>
                    <a:pt x="1481" y="0"/>
                  </a:moveTo>
                  <a:cubicBezTo>
                    <a:pt x="1402" y="0"/>
                    <a:pt x="1322" y="25"/>
                    <a:pt x="1240" y="25"/>
                  </a:cubicBezTo>
                  <a:cubicBezTo>
                    <a:pt x="557" y="25"/>
                    <a:pt x="1" y="524"/>
                    <a:pt x="1" y="1209"/>
                  </a:cubicBezTo>
                  <a:cubicBezTo>
                    <a:pt x="1" y="1892"/>
                    <a:pt x="557" y="2392"/>
                    <a:pt x="1240" y="2392"/>
                  </a:cubicBezTo>
                  <a:cubicBezTo>
                    <a:pt x="1322" y="2392"/>
                    <a:pt x="1403" y="2416"/>
                    <a:pt x="1482" y="2416"/>
                  </a:cubicBezTo>
                  <a:cubicBezTo>
                    <a:pt x="1506" y="2416"/>
                    <a:pt x="1530" y="2414"/>
                    <a:pt x="1554" y="2408"/>
                  </a:cubicBezTo>
                  <a:cubicBezTo>
                    <a:pt x="2090" y="2270"/>
                    <a:pt x="2482" y="1785"/>
                    <a:pt x="2482" y="1209"/>
                  </a:cubicBezTo>
                  <a:cubicBezTo>
                    <a:pt x="2482" y="631"/>
                    <a:pt x="2087" y="146"/>
                    <a:pt x="1554" y="9"/>
                  </a:cubicBezTo>
                  <a:cubicBezTo>
                    <a:pt x="1530" y="3"/>
                    <a:pt x="1506" y="0"/>
                    <a:pt x="148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27"/>
            <p:cNvSpPr/>
            <p:nvPr/>
          </p:nvSpPr>
          <p:spPr>
            <a:xfrm>
              <a:off x="2366659" y="1652097"/>
              <a:ext cx="49886" cy="79696"/>
            </a:xfrm>
            <a:custGeom>
              <a:rect b="b" l="l" r="r" t="t"/>
              <a:pathLst>
                <a:path extrusionOk="0" h="2481" w="1553">
                  <a:moveTo>
                    <a:pt x="1239" y="0"/>
                  </a:moveTo>
                  <a:cubicBezTo>
                    <a:pt x="556" y="0"/>
                    <a:pt x="0" y="556"/>
                    <a:pt x="0" y="1240"/>
                  </a:cubicBezTo>
                  <a:cubicBezTo>
                    <a:pt x="0" y="1924"/>
                    <a:pt x="556" y="2480"/>
                    <a:pt x="1239" y="2480"/>
                  </a:cubicBezTo>
                  <a:cubicBezTo>
                    <a:pt x="1348" y="2480"/>
                    <a:pt x="1454" y="2466"/>
                    <a:pt x="1552" y="2440"/>
                  </a:cubicBezTo>
                  <a:lnTo>
                    <a:pt x="1552" y="1704"/>
                  </a:lnTo>
                  <a:cubicBezTo>
                    <a:pt x="1399" y="1803"/>
                    <a:pt x="1270" y="1798"/>
                    <a:pt x="1236" y="1800"/>
                  </a:cubicBezTo>
                  <a:cubicBezTo>
                    <a:pt x="1231" y="1800"/>
                    <a:pt x="1226" y="1800"/>
                    <a:pt x="1221" y="1800"/>
                  </a:cubicBezTo>
                  <a:cubicBezTo>
                    <a:pt x="920" y="1800"/>
                    <a:pt x="682" y="1544"/>
                    <a:pt x="682" y="1241"/>
                  </a:cubicBezTo>
                  <a:cubicBezTo>
                    <a:pt x="682" y="933"/>
                    <a:pt x="927" y="694"/>
                    <a:pt x="1236" y="681"/>
                  </a:cubicBezTo>
                  <a:cubicBezTo>
                    <a:pt x="1242" y="681"/>
                    <a:pt x="1247" y="681"/>
                    <a:pt x="1252" y="681"/>
                  </a:cubicBezTo>
                  <a:cubicBezTo>
                    <a:pt x="1400" y="681"/>
                    <a:pt x="1530" y="760"/>
                    <a:pt x="1552" y="776"/>
                  </a:cubicBezTo>
                  <a:lnTo>
                    <a:pt x="1552" y="41"/>
                  </a:lnTo>
                  <a:cubicBezTo>
                    <a:pt x="1451" y="15"/>
                    <a:pt x="1348" y="0"/>
                    <a:pt x="1239" y="0"/>
                  </a:cubicBezTo>
                  <a:close/>
                </a:path>
              </a:pathLst>
            </a:custGeom>
            <a:solidFill>
              <a:srgbClr val="EAE2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27"/>
            <p:cNvSpPr/>
            <p:nvPr/>
          </p:nvSpPr>
          <p:spPr>
            <a:xfrm>
              <a:off x="2203983" y="1587174"/>
              <a:ext cx="202436" cy="208411"/>
            </a:xfrm>
            <a:custGeom>
              <a:rect b="b" l="l" r="r" t="t"/>
              <a:pathLst>
                <a:path extrusionOk="0" h="6488" w="6302">
                  <a:moveTo>
                    <a:pt x="261" y="1"/>
                  </a:moveTo>
                  <a:lnTo>
                    <a:pt x="187" y="38"/>
                  </a:lnTo>
                  <a:cubicBezTo>
                    <a:pt x="84" y="38"/>
                    <a:pt x="0" y="122"/>
                    <a:pt x="0" y="225"/>
                  </a:cubicBezTo>
                  <a:lnTo>
                    <a:pt x="0" y="6302"/>
                  </a:lnTo>
                  <a:cubicBezTo>
                    <a:pt x="0" y="6405"/>
                    <a:pt x="84" y="6487"/>
                    <a:pt x="187" y="6487"/>
                  </a:cubicBezTo>
                  <a:lnTo>
                    <a:pt x="6078" y="6487"/>
                  </a:lnTo>
                  <a:cubicBezTo>
                    <a:pt x="6180" y="6487"/>
                    <a:pt x="6264" y="6403"/>
                    <a:pt x="6264" y="6299"/>
                  </a:cubicBezTo>
                  <a:lnTo>
                    <a:pt x="6302" y="6225"/>
                  </a:lnTo>
                  <a:lnTo>
                    <a:pt x="6302" y="187"/>
                  </a:lnTo>
                  <a:cubicBezTo>
                    <a:pt x="6302" y="83"/>
                    <a:pt x="6218" y="1"/>
                    <a:pt x="611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27"/>
            <p:cNvSpPr/>
            <p:nvPr/>
          </p:nvSpPr>
          <p:spPr>
            <a:xfrm>
              <a:off x="2202730" y="1587142"/>
              <a:ext cx="203657" cy="209599"/>
            </a:xfrm>
            <a:custGeom>
              <a:rect b="b" l="l" r="r" t="t"/>
              <a:pathLst>
                <a:path extrusionOk="0" h="6525" w="6340">
                  <a:moveTo>
                    <a:pt x="187" y="0"/>
                  </a:moveTo>
                  <a:cubicBezTo>
                    <a:pt x="83" y="0"/>
                    <a:pt x="0" y="83"/>
                    <a:pt x="0" y="187"/>
                  </a:cubicBezTo>
                  <a:lnTo>
                    <a:pt x="0" y="6339"/>
                  </a:lnTo>
                  <a:cubicBezTo>
                    <a:pt x="0" y="6442"/>
                    <a:pt x="83" y="6525"/>
                    <a:pt x="187" y="6525"/>
                  </a:cubicBezTo>
                  <a:lnTo>
                    <a:pt x="6153" y="6525"/>
                  </a:lnTo>
                  <a:cubicBezTo>
                    <a:pt x="6255" y="6525"/>
                    <a:pt x="6339" y="6442"/>
                    <a:pt x="6339" y="6339"/>
                  </a:cubicBezTo>
                  <a:lnTo>
                    <a:pt x="6339" y="6226"/>
                  </a:lnTo>
                  <a:lnTo>
                    <a:pt x="372" y="6226"/>
                  </a:lnTo>
                  <a:cubicBezTo>
                    <a:pt x="332" y="6226"/>
                    <a:pt x="298" y="6195"/>
                    <a:pt x="298" y="6153"/>
                  </a:cubicBezTo>
                  <a:lnTo>
                    <a:pt x="29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27"/>
            <p:cNvSpPr/>
            <p:nvPr/>
          </p:nvSpPr>
          <p:spPr>
            <a:xfrm>
              <a:off x="2286702" y="1774296"/>
              <a:ext cx="84964" cy="8962"/>
            </a:xfrm>
            <a:custGeom>
              <a:rect b="b" l="l" r="r" t="t"/>
              <a:pathLst>
                <a:path extrusionOk="0" h="279" w="2645">
                  <a:moveTo>
                    <a:pt x="140" y="1"/>
                  </a:moveTo>
                  <a:cubicBezTo>
                    <a:pt x="64" y="1"/>
                    <a:pt x="1" y="62"/>
                    <a:pt x="1" y="140"/>
                  </a:cubicBezTo>
                  <a:cubicBezTo>
                    <a:pt x="1" y="217"/>
                    <a:pt x="63" y="279"/>
                    <a:pt x="140" y="279"/>
                  </a:cubicBezTo>
                  <a:lnTo>
                    <a:pt x="2504" y="279"/>
                  </a:lnTo>
                  <a:cubicBezTo>
                    <a:pt x="2582" y="279"/>
                    <a:pt x="2644" y="218"/>
                    <a:pt x="2643" y="140"/>
                  </a:cubicBezTo>
                  <a:cubicBezTo>
                    <a:pt x="2643" y="65"/>
                    <a:pt x="2582" y="1"/>
                    <a:pt x="250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27"/>
            <p:cNvSpPr/>
            <p:nvPr/>
          </p:nvSpPr>
          <p:spPr>
            <a:xfrm>
              <a:off x="2237553" y="1774296"/>
              <a:ext cx="40249" cy="8962"/>
            </a:xfrm>
            <a:custGeom>
              <a:rect b="b" l="l" r="r" t="t"/>
              <a:pathLst>
                <a:path extrusionOk="0" h="279" w="1253">
                  <a:moveTo>
                    <a:pt x="139" y="1"/>
                  </a:moveTo>
                  <a:cubicBezTo>
                    <a:pt x="63" y="1"/>
                    <a:pt x="1" y="62"/>
                    <a:pt x="1" y="140"/>
                  </a:cubicBezTo>
                  <a:cubicBezTo>
                    <a:pt x="1" y="217"/>
                    <a:pt x="61" y="279"/>
                    <a:pt x="139" y="279"/>
                  </a:cubicBezTo>
                  <a:lnTo>
                    <a:pt x="1112" y="279"/>
                  </a:lnTo>
                  <a:cubicBezTo>
                    <a:pt x="1189" y="279"/>
                    <a:pt x="1253" y="218"/>
                    <a:pt x="1251" y="140"/>
                  </a:cubicBezTo>
                  <a:cubicBezTo>
                    <a:pt x="1251" y="65"/>
                    <a:pt x="1190" y="1"/>
                    <a:pt x="111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27"/>
            <p:cNvSpPr/>
            <p:nvPr/>
          </p:nvSpPr>
          <p:spPr>
            <a:xfrm>
              <a:off x="2243174" y="1646411"/>
              <a:ext cx="123961" cy="88176"/>
            </a:xfrm>
            <a:custGeom>
              <a:rect b="b" l="l" r="r" t="t"/>
              <a:pathLst>
                <a:path extrusionOk="0" h="2745" w="3859">
                  <a:moveTo>
                    <a:pt x="225" y="1"/>
                  </a:moveTo>
                  <a:lnTo>
                    <a:pt x="57" y="38"/>
                  </a:lnTo>
                  <a:cubicBezTo>
                    <a:pt x="25" y="38"/>
                    <a:pt x="1" y="65"/>
                    <a:pt x="1" y="95"/>
                  </a:cubicBezTo>
                  <a:lnTo>
                    <a:pt x="1" y="2649"/>
                  </a:lnTo>
                  <a:lnTo>
                    <a:pt x="57" y="2722"/>
                  </a:lnTo>
                  <a:lnTo>
                    <a:pt x="3721" y="2744"/>
                  </a:lnTo>
                  <a:lnTo>
                    <a:pt x="3859" y="2649"/>
                  </a:lnTo>
                  <a:lnTo>
                    <a:pt x="3859" y="57"/>
                  </a:lnTo>
                  <a:cubicBezTo>
                    <a:pt x="3859" y="25"/>
                    <a:pt x="3835" y="1"/>
                    <a:pt x="38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27"/>
            <p:cNvSpPr/>
            <p:nvPr/>
          </p:nvSpPr>
          <p:spPr>
            <a:xfrm>
              <a:off x="2242018" y="1646411"/>
              <a:ext cx="8416" cy="87662"/>
            </a:xfrm>
            <a:custGeom>
              <a:rect b="b" l="l" r="r" t="t"/>
              <a:pathLst>
                <a:path extrusionOk="0" h="2729" w="262">
                  <a:moveTo>
                    <a:pt x="57" y="1"/>
                  </a:moveTo>
                  <a:cubicBezTo>
                    <a:pt x="25" y="1"/>
                    <a:pt x="0" y="25"/>
                    <a:pt x="0" y="57"/>
                  </a:cubicBezTo>
                  <a:lnTo>
                    <a:pt x="0" y="2649"/>
                  </a:lnTo>
                  <a:lnTo>
                    <a:pt x="87" y="2728"/>
                  </a:lnTo>
                  <a:lnTo>
                    <a:pt x="203" y="2704"/>
                  </a:lnTo>
                  <a:lnTo>
                    <a:pt x="261" y="2649"/>
                  </a:lnTo>
                  <a:lnTo>
                    <a:pt x="26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27"/>
            <p:cNvSpPr/>
            <p:nvPr/>
          </p:nvSpPr>
          <p:spPr>
            <a:xfrm>
              <a:off x="2279442" y="1659967"/>
              <a:ext cx="50304" cy="8994"/>
            </a:xfrm>
            <a:custGeom>
              <a:rect b="b" l="l" r="r" t="t"/>
              <a:pathLst>
                <a:path extrusionOk="0" h="280" w="1566">
                  <a:moveTo>
                    <a:pt x="140" y="0"/>
                  </a:moveTo>
                  <a:cubicBezTo>
                    <a:pt x="65" y="0"/>
                    <a:pt x="1" y="64"/>
                    <a:pt x="1" y="139"/>
                  </a:cubicBezTo>
                  <a:cubicBezTo>
                    <a:pt x="1" y="216"/>
                    <a:pt x="62" y="279"/>
                    <a:pt x="140" y="279"/>
                  </a:cubicBezTo>
                  <a:lnTo>
                    <a:pt x="1425" y="279"/>
                  </a:lnTo>
                  <a:cubicBezTo>
                    <a:pt x="1502" y="279"/>
                    <a:pt x="1566" y="216"/>
                    <a:pt x="1566" y="139"/>
                  </a:cubicBezTo>
                  <a:cubicBezTo>
                    <a:pt x="1566" y="64"/>
                    <a:pt x="1505" y="0"/>
                    <a:pt x="142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27"/>
            <p:cNvSpPr/>
            <p:nvPr/>
          </p:nvSpPr>
          <p:spPr>
            <a:xfrm>
              <a:off x="2262352" y="1677892"/>
              <a:ext cx="84418" cy="9026"/>
            </a:xfrm>
            <a:custGeom>
              <a:rect b="b" l="l" r="r" t="t"/>
              <a:pathLst>
                <a:path extrusionOk="0" h="281" w="2628">
                  <a:moveTo>
                    <a:pt x="141" y="1"/>
                  </a:moveTo>
                  <a:cubicBezTo>
                    <a:pt x="64" y="1"/>
                    <a:pt x="0" y="63"/>
                    <a:pt x="0" y="141"/>
                  </a:cubicBezTo>
                  <a:cubicBezTo>
                    <a:pt x="0" y="217"/>
                    <a:pt x="62" y="280"/>
                    <a:pt x="141" y="280"/>
                  </a:cubicBezTo>
                  <a:lnTo>
                    <a:pt x="2489" y="280"/>
                  </a:lnTo>
                  <a:cubicBezTo>
                    <a:pt x="2567" y="280"/>
                    <a:pt x="2628" y="217"/>
                    <a:pt x="2628" y="141"/>
                  </a:cubicBezTo>
                  <a:cubicBezTo>
                    <a:pt x="2628" y="65"/>
                    <a:pt x="2567" y="1"/>
                    <a:pt x="248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27"/>
            <p:cNvSpPr/>
            <p:nvPr/>
          </p:nvSpPr>
          <p:spPr>
            <a:xfrm>
              <a:off x="2275234" y="1701824"/>
              <a:ext cx="59298" cy="32090"/>
            </a:xfrm>
            <a:custGeom>
              <a:rect b="b" l="l" r="r" t="t"/>
              <a:pathLst>
                <a:path extrusionOk="0" h="999" w="1846">
                  <a:moveTo>
                    <a:pt x="1035" y="1"/>
                  </a:moveTo>
                  <a:cubicBezTo>
                    <a:pt x="995" y="1"/>
                    <a:pt x="955" y="12"/>
                    <a:pt x="914" y="12"/>
                  </a:cubicBezTo>
                  <a:cubicBezTo>
                    <a:pt x="401" y="12"/>
                    <a:pt x="4" y="413"/>
                    <a:pt x="0" y="925"/>
                  </a:cubicBezTo>
                  <a:lnTo>
                    <a:pt x="0" y="976"/>
                  </a:lnTo>
                  <a:lnTo>
                    <a:pt x="1800" y="999"/>
                  </a:lnTo>
                  <a:lnTo>
                    <a:pt x="1846" y="924"/>
                  </a:lnTo>
                  <a:cubicBezTo>
                    <a:pt x="1840" y="463"/>
                    <a:pt x="1503" y="75"/>
                    <a:pt x="1061" y="3"/>
                  </a:cubicBezTo>
                  <a:cubicBezTo>
                    <a:pt x="1052" y="2"/>
                    <a:pt x="1043" y="1"/>
                    <a:pt x="10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27"/>
            <p:cNvSpPr/>
            <p:nvPr/>
          </p:nvSpPr>
          <p:spPr>
            <a:xfrm>
              <a:off x="2274560" y="1701535"/>
              <a:ext cx="34789" cy="32347"/>
            </a:xfrm>
            <a:custGeom>
              <a:rect b="b" l="l" r="r" t="t"/>
              <a:pathLst>
                <a:path extrusionOk="0" h="1007" w="1083">
                  <a:moveTo>
                    <a:pt x="932" y="0"/>
                  </a:moveTo>
                  <a:cubicBezTo>
                    <a:pt x="421" y="0"/>
                    <a:pt x="7" y="422"/>
                    <a:pt x="1" y="933"/>
                  </a:cubicBezTo>
                  <a:lnTo>
                    <a:pt x="56" y="1006"/>
                  </a:lnTo>
                  <a:lnTo>
                    <a:pt x="247" y="1005"/>
                  </a:lnTo>
                  <a:lnTo>
                    <a:pt x="299" y="933"/>
                  </a:lnTo>
                  <a:cubicBezTo>
                    <a:pt x="305" y="472"/>
                    <a:pt x="641" y="86"/>
                    <a:pt x="1082" y="13"/>
                  </a:cubicBezTo>
                  <a:cubicBezTo>
                    <a:pt x="1036" y="3"/>
                    <a:pt x="985" y="0"/>
                    <a:pt x="93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27"/>
            <p:cNvSpPr/>
            <p:nvPr/>
          </p:nvSpPr>
          <p:spPr>
            <a:xfrm>
              <a:off x="2243142" y="1731475"/>
              <a:ext cx="123993" cy="28204"/>
            </a:xfrm>
            <a:custGeom>
              <a:rect b="b" l="l" r="r" t="t"/>
              <a:pathLst>
                <a:path extrusionOk="0" h="878" w="3860">
                  <a:moveTo>
                    <a:pt x="225" y="1"/>
                  </a:moveTo>
                  <a:lnTo>
                    <a:pt x="0" y="38"/>
                  </a:lnTo>
                  <a:lnTo>
                    <a:pt x="0" y="821"/>
                  </a:lnTo>
                  <a:cubicBezTo>
                    <a:pt x="0" y="852"/>
                    <a:pt x="25" y="878"/>
                    <a:pt x="55" y="878"/>
                  </a:cubicBezTo>
                  <a:lnTo>
                    <a:pt x="3766" y="878"/>
                  </a:lnTo>
                  <a:cubicBezTo>
                    <a:pt x="3796" y="878"/>
                    <a:pt x="3822" y="852"/>
                    <a:pt x="3822" y="821"/>
                  </a:cubicBezTo>
                  <a:lnTo>
                    <a:pt x="3860" y="653"/>
                  </a:lnTo>
                  <a:lnTo>
                    <a:pt x="3860"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27"/>
            <p:cNvSpPr/>
            <p:nvPr/>
          </p:nvSpPr>
          <p:spPr>
            <a:xfrm>
              <a:off x="2241986" y="1731475"/>
              <a:ext cx="125149" cy="29360"/>
            </a:xfrm>
            <a:custGeom>
              <a:rect b="b" l="l" r="r" t="t"/>
              <a:pathLst>
                <a:path extrusionOk="0" h="914" w="3896">
                  <a:moveTo>
                    <a:pt x="0" y="1"/>
                  </a:moveTo>
                  <a:lnTo>
                    <a:pt x="0" y="858"/>
                  </a:lnTo>
                  <a:cubicBezTo>
                    <a:pt x="0" y="888"/>
                    <a:pt x="25" y="914"/>
                    <a:pt x="55" y="914"/>
                  </a:cubicBezTo>
                  <a:lnTo>
                    <a:pt x="3839" y="914"/>
                  </a:lnTo>
                  <a:cubicBezTo>
                    <a:pt x="3870" y="914"/>
                    <a:pt x="3896" y="888"/>
                    <a:pt x="3896" y="858"/>
                  </a:cubicBezTo>
                  <a:lnTo>
                    <a:pt x="3896" y="653"/>
                  </a:lnTo>
                  <a:lnTo>
                    <a:pt x="298" y="653"/>
                  </a:lnTo>
                  <a:cubicBezTo>
                    <a:pt x="277" y="653"/>
                    <a:pt x="261" y="635"/>
                    <a:pt x="261" y="616"/>
                  </a:cubicBezTo>
                  <a:lnTo>
                    <a:pt x="26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27"/>
            <p:cNvSpPr/>
            <p:nvPr/>
          </p:nvSpPr>
          <p:spPr>
            <a:xfrm>
              <a:off x="2243174" y="1605067"/>
              <a:ext cx="124025" cy="22839"/>
            </a:xfrm>
            <a:custGeom>
              <a:rect b="b" l="l" r="r" t="t"/>
              <a:pathLst>
                <a:path extrusionOk="0" h="711" w="3861">
                  <a:moveTo>
                    <a:pt x="225" y="1"/>
                  </a:moveTo>
                  <a:lnTo>
                    <a:pt x="57" y="39"/>
                  </a:lnTo>
                  <a:cubicBezTo>
                    <a:pt x="25" y="39"/>
                    <a:pt x="1" y="65"/>
                    <a:pt x="1" y="95"/>
                  </a:cubicBezTo>
                  <a:lnTo>
                    <a:pt x="1" y="636"/>
                  </a:lnTo>
                  <a:cubicBezTo>
                    <a:pt x="1" y="667"/>
                    <a:pt x="25" y="693"/>
                    <a:pt x="57" y="693"/>
                  </a:cubicBezTo>
                  <a:lnTo>
                    <a:pt x="3766" y="710"/>
                  </a:lnTo>
                  <a:cubicBezTo>
                    <a:pt x="3796" y="710"/>
                    <a:pt x="3822" y="686"/>
                    <a:pt x="3822" y="654"/>
                  </a:cubicBezTo>
                  <a:lnTo>
                    <a:pt x="3860" y="468"/>
                  </a:lnTo>
                  <a:lnTo>
                    <a:pt x="3860" y="57"/>
                  </a:lnTo>
                  <a:cubicBezTo>
                    <a:pt x="3860" y="27"/>
                    <a:pt x="3835" y="1"/>
                    <a:pt x="38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27"/>
            <p:cNvSpPr/>
            <p:nvPr/>
          </p:nvSpPr>
          <p:spPr>
            <a:xfrm>
              <a:off x="2241986" y="1605067"/>
              <a:ext cx="125149" cy="23449"/>
            </a:xfrm>
            <a:custGeom>
              <a:rect b="b" l="l" r="r" t="t"/>
              <a:pathLst>
                <a:path extrusionOk="0" h="730" w="3896">
                  <a:moveTo>
                    <a:pt x="55" y="1"/>
                  </a:moveTo>
                  <a:cubicBezTo>
                    <a:pt x="25" y="1"/>
                    <a:pt x="0" y="27"/>
                    <a:pt x="0" y="57"/>
                  </a:cubicBezTo>
                  <a:lnTo>
                    <a:pt x="0" y="673"/>
                  </a:lnTo>
                  <a:cubicBezTo>
                    <a:pt x="0" y="703"/>
                    <a:pt x="25" y="729"/>
                    <a:pt x="55" y="729"/>
                  </a:cubicBezTo>
                  <a:lnTo>
                    <a:pt x="3839" y="729"/>
                  </a:lnTo>
                  <a:cubicBezTo>
                    <a:pt x="3870" y="729"/>
                    <a:pt x="3896" y="703"/>
                    <a:pt x="3896" y="673"/>
                  </a:cubicBezTo>
                  <a:lnTo>
                    <a:pt x="3896" y="468"/>
                  </a:lnTo>
                  <a:lnTo>
                    <a:pt x="316" y="468"/>
                  </a:lnTo>
                  <a:cubicBezTo>
                    <a:pt x="285" y="468"/>
                    <a:pt x="261" y="442"/>
                    <a:pt x="261" y="412"/>
                  </a:cubicBezTo>
                  <a:lnTo>
                    <a:pt x="26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96" name="Google Shape;3996;p27"/>
          <p:cNvGrpSpPr/>
          <p:nvPr/>
        </p:nvGrpSpPr>
        <p:grpSpPr>
          <a:xfrm>
            <a:off x="1567894" y="1543132"/>
            <a:ext cx="297687" cy="297660"/>
            <a:chOff x="1567894" y="1543132"/>
            <a:chExt cx="297687" cy="297660"/>
          </a:xfrm>
        </p:grpSpPr>
        <p:sp>
          <p:nvSpPr>
            <p:cNvPr id="3997" name="Google Shape;3997;p27"/>
            <p:cNvSpPr/>
            <p:nvPr/>
          </p:nvSpPr>
          <p:spPr>
            <a:xfrm>
              <a:off x="1613060" y="1571498"/>
              <a:ext cx="138930" cy="138930"/>
            </a:xfrm>
            <a:custGeom>
              <a:rect b="b" l="l" r="r" t="t"/>
              <a:pathLst>
                <a:path extrusionOk="0" h="4325" w="4325">
                  <a:moveTo>
                    <a:pt x="2161" y="1"/>
                  </a:moveTo>
                  <a:cubicBezTo>
                    <a:pt x="969" y="1"/>
                    <a:pt x="0" y="968"/>
                    <a:pt x="0" y="2162"/>
                  </a:cubicBezTo>
                  <a:cubicBezTo>
                    <a:pt x="0" y="3356"/>
                    <a:pt x="969" y="4325"/>
                    <a:pt x="2161" y="4325"/>
                  </a:cubicBezTo>
                  <a:cubicBezTo>
                    <a:pt x="3356" y="4325"/>
                    <a:pt x="4324" y="3356"/>
                    <a:pt x="4324" y="2162"/>
                  </a:cubicBezTo>
                  <a:cubicBezTo>
                    <a:pt x="4324" y="968"/>
                    <a:pt x="3356" y="1"/>
                    <a:pt x="216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27"/>
            <p:cNvSpPr/>
            <p:nvPr/>
          </p:nvSpPr>
          <p:spPr>
            <a:xfrm>
              <a:off x="1612996" y="1590097"/>
              <a:ext cx="120331" cy="120331"/>
            </a:xfrm>
            <a:custGeom>
              <a:rect b="b" l="l" r="r" t="t"/>
              <a:pathLst>
                <a:path extrusionOk="0" h="3746" w="3746">
                  <a:moveTo>
                    <a:pt x="858" y="1"/>
                  </a:moveTo>
                  <a:cubicBezTo>
                    <a:pt x="686" y="143"/>
                    <a:pt x="365" y="457"/>
                    <a:pt x="319" y="457"/>
                  </a:cubicBezTo>
                  <a:cubicBezTo>
                    <a:pt x="318" y="457"/>
                    <a:pt x="317" y="457"/>
                    <a:pt x="316" y="457"/>
                  </a:cubicBezTo>
                  <a:cubicBezTo>
                    <a:pt x="117" y="785"/>
                    <a:pt x="1" y="1170"/>
                    <a:pt x="1" y="1583"/>
                  </a:cubicBezTo>
                  <a:cubicBezTo>
                    <a:pt x="1" y="1994"/>
                    <a:pt x="114" y="2376"/>
                    <a:pt x="313" y="2703"/>
                  </a:cubicBezTo>
                  <a:cubicBezTo>
                    <a:pt x="314" y="2703"/>
                    <a:pt x="314" y="2703"/>
                    <a:pt x="314" y="2703"/>
                  </a:cubicBezTo>
                  <a:cubicBezTo>
                    <a:pt x="357" y="2703"/>
                    <a:pt x="999" y="3746"/>
                    <a:pt x="2162" y="3746"/>
                  </a:cubicBezTo>
                  <a:cubicBezTo>
                    <a:pt x="3117" y="3746"/>
                    <a:pt x="3369" y="3342"/>
                    <a:pt x="3746" y="2886"/>
                  </a:cubicBezTo>
                  <a:lnTo>
                    <a:pt x="3746" y="2886"/>
                  </a:lnTo>
                  <a:cubicBezTo>
                    <a:pt x="3393" y="3180"/>
                    <a:pt x="2939" y="3355"/>
                    <a:pt x="2443" y="3355"/>
                  </a:cubicBezTo>
                  <a:cubicBezTo>
                    <a:pt x="1720" y="3355"/>
                    <a:pt x="1086" y="2983"/>
                    <a:pt x="720" y="2418"/>
                  </a:cubicBezTo>
                  <a:cubicBezTo>
                    <a:pt x="700" y="2386"/>
                    <a:pt x="700" y="2346"/>
                    <a:pt x="720" y="2314"/>
                  </a:cubicBezTo>
                  <a:cubicBezTo>
                    <a:pt x="862" y="2104"/>
                    <a:pt x="945" y="1851"/>
                    <a:pt x="945" y="1579"/>
                  </a:cubicBezTo>
                  <a:cubicBezTo>
                    <a:pt x="945" y="1214"/>
                    <a:pt x="797" y="884"/>
                    <a:pt x="558" y="646"/>
                  </a:cubicBezTo>
                  <a:cubicBezTo>
                    <a:pt x="531" y="619"/>
                    <a:pt x="523" y="580"/>
                    <a:pt x="536" y="545"/>
                  </a:cubicBezTo>
                  <a:cubicBezTo>
                    <a:pt x="616" y="345"/>
                    <a:pt x="725" y="163"/>
                    <a:pt x="8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27"/>
            <p:cNvSpPr/>
            <p:nvPr/>
          </p:nvSpPr>
          <p:spPr>
            <a:xfrm>
              <a:off x="1667703" y="1611492"/>
              <a:ext cx="84289" cy="32412"/>
            </a:xfrm>
            <a:custGeom>
              <a:rect b="b" l="l" r="r" t="t"/>
              <a:pathLst>
                <a:path extrusionOk="0" h="1009" w="2624">
                  <a:moveTo>
                    <a:pt x="281" y="1"/>
                  </a:moveTo>
                  <a:cubicBezTo>
                    <a:pt x="126" y="1"/>
                    <a:pt x="0" y="125"/>
                    <a:pt x="0" y="280"/>
                  </a:cubicBezTo>
                  <a:lnTo>
                    <a:pt x="0" y="727"/>
                  </a:lnTo>
                  <a:cubicBezTo>
                    <a:pt x="0" y="881"/>
                    <a:pt x="126" y="1008"/>
                    <a:pt x="281" y="1008"/>
                  </a:cubicBezTo>
                  <a:lnTo>
                    <a:pt x="2622" y="1008"/>
                  </a:lnTo>
                  <a:cubicBezTo>
                    <a:pt x="2623" y="979"/>
                    <a:pt x="2623" y="949"/>
                    <a:pt x="2623" y="917"/>
                  </a:cubicBezTo>
                  <a:cubicBezTo>
                    <a:pt x="2623" y="590"/>
                    <a:pt x="2551" y="279"/>
                    <a:pt x="241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27"/>
            <p:cNvSpPr/>
            <p:nvPr/>
          </p:nvSpPr>
          <p:spPr>
            <a:xfrm>
              <a:off x="1716982" y="1649398"/>
              <a:ext cx="34500" cy="32412"/>
            </a:xfrm>
            <a:custGeom>
              <a:rect b="b" l="l" r="r" t="t"/>
              <a:pathLst>
                <a:path extrusionOk="0" h="1009" w="1074">
                  <a:moveTo>
                    <a:pt x="281" y="0"/>
                  </a:moveTo>
                  <a:cubicBezTo>
                    <a:pt x="127" y="0"/>
                    <a:pt x="1" y="125"/>
                    <a:pt x="1" y="280"/>
                  </a:cubicBezTo>
                  <a:lnTo>
                    <a:pt x="1" y="727"/>
                  </a:lnTo>
                  <a:cubicBezTo>
                    <a:pt x="1" y="881"/>
                    <a:pt x="125" y="1008"/>
                    <a:pt x="281" y="1008"/>
                  </a:cubicBezTo>
                  <a:lnTo>
                    <a:pt x="680" y="1008"/>
                  </a:lnTo>
                  <a:cubicBezTo>
                    <a:pt x="887" y="718"/>
                    <a:pt x="1028" y="374"/>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27"/>
            <p:cNvSpPr/>
            <p:nvPr/>
          </p:nvSpPr>
          <p:spPr>
            <a:xfrm>
              <a:off x="1586076" y="1543132"/>
              <a:ext cx="194052" cy="194084"/>
            </a:xfrm>
            <a:custGeom>
              <a:rect b="b" l="l" r="r" t="t"/>
              <a:pathLst>
                <a:path extrusionOk="0" h="6042" w="6041">
                  <a:moveTo>
                    <a:pt x="3003" y="997"/>
                  </a:moveTo>
                  <a:cubicBezTo>
                    <a:pt x="3802" y="997"/>
                    <a:pt x="4495" y="1457"/>
                    <a:pt x="4830" y="2126"/>
                  </a:cubicBezTo>
                  <a:cubicBezTo>
                    <a:pt x="4836" y="2137"/>
                    <a:pt x="4879" y="2147"/>
                    <a:pt x="4885" y="2160"/>
                  </a:cubicBezTo>
                  <a:cubicBezTo>
                    <a:pt x="5011" y="2427"/>
                    <a:pt x="5082" y="2761"/>
                    <a:pt x="5082" y="3077"/>
                  </a:cubicBezTo>
                  <a:cubicBezTo>
                    <a:pt x="5082" y="3077"/>
                    <a:pt x="5044" y="3103"/>
                    <a:pt x="5041" y="3133"/>
                  </a:cubicBezTo>
                  <a:cubicBezTo>
                    <a:pt x="5040" y="3191"/>
                    <a:pt x="5034" y="3251"/>
                    <a:pt x="5027" y="3307"/>
                  </a:cubicBezTo>
                  <a:cubicBezTo>
                    <a:pt x="5025" y="3326"/>
                    <a:pt x="5060" y="3343"/>
                    <a:pt x="5059" y="3362"/>
                  </a:cubicBezTo>
                  <a:cubicBezTo>
                    <a:pt x="5009" y="3696"/>
                    <a:pt x="4888" y="4005"/>
                    <a:pt x="4692" y="4265"/>
                  </a:cubicBezTo>
                  <a:cubicBezTo>
                    <a:pt x="4679" y="4281"/>
                    <a:pt x="4611" y="4297"/>
                    <a:pt x="4598" y="4313"/>
                  </a:cubicBezTo>
                  <a:cubicBezTo>
                    <a:pt x="4222" y="4782"/>
                    <a:pt x="3647" y="5082"/>
                    <a:pt x="3003" y="5082"/>
                  </a:cubicBezTo>
                  <a:cubicBezTo>
                    <a:pt x="2262" y="5082"/>
                    <a:pt x="1613" y="4687"/>
                    <a:pt x="1254" y="4095"/>
                  </a:cubicBezTo>
                  <a:cubicBezTo>
                    <a:pt x="1254" y="4095"/>
                    <a:pt x="914" y="3780"/>
                    <a:pt x="914" y="3094"/>
                  </a:cubicBezTo>
                  <a:lnTo>
                    <a:pt x="914" y="2926"/>
                  </a:lnTo>
                  <a:cubicBezTo>
                    <a:pt x="914" y="2311"/>
                    <a:pt x="1254" y="1984"/>
                    <a:pt x="1254" y="1984"/>
                  </a:cubicBezTo>
                  <a:cubicBezTo>
                    <a:pt x="1613" y="1393"/>
                    <a:pt x="2260" y="997"/>
                    <a:pt x="3003" y="997"/>
                  </a:cubicBezTo>
                  <a:close/>
                  <a:moveTo>
                    <a:pt x="242" y="1"/>
                  </a:moveTo>
                  <a:lnTo>
                    <a:pt x="187" y="38"/>
                  </a:lnTo>
                  <a:cubicBezTo>
                    <a:pt x="83" y="38"/>
                    <a:pt x="1" y="121"/>
                    <a:pt x="1" y="225"/>
                  </a:cubicBezTo>
                  <a:lnTo>
                    <a:pt x="1" y="5856"/>
                  </a:lnTo>
                  <a:cubicBezTo>
                    <a:pt x="1" y="5959"/>
                    <a:pt x="83" y="6042"/>
                    <a:pt x="187" y="6042"/>
                  </a:cubicBezTo>
                  <a:lnTo>
                    <a:pt x="5790" y="6033"/>
                  </a:lnTo>
                  <a:cubicBezTo>
                    <a:pt x="5892" y="6033"/>
                    <a:pt x="6040" y="5997"/>
                    <a:pt x="6040" y="5894"/>
                  </a:cubicBezTo>
                  <a:lnTo>
                    <a:pt x="6040" y="4316"/>
                  </a:lnTo>
                  <a:lnTo>
                    <a:pt x="5975" y="4242"/>
                  </a:lnTo>
                  <a:lnTo>
                    <a:pt x="5985" y="3369"/>
                  </a:lnTo>
                  <a:lnTo>
                    <a:pt x="6040" y="3310"/>
                  </a:lnTo>
                  <a:lnTo>
                    <a:pt x="6040" y="3136"/>
                  </a:lnTo>
                  <a:lnTo>
                    <a:pt x="5975" y="2994"/>
                  </a:lnTo>
                  <a:lnTo>
                    <a:pt x="5985" y="2224"/>
                  </a:lnTo>
                  <a:lnTo>
                    <a:pt x="6040" y="2129"/>
                  </a:lnTo>
                  <a:lnTo>
                    <a:pt x="6040" y="186"/>
                  </a:lnTo>
                  <a:cubicBezTo>
                    <a:pt x="6040" y="83"/>
                    <a:pt x="5958" y="1"/>
                    <a:pt x="585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27"/>
            <p:cNvSpPr/>
            <p:nvPr/>
          </p:nvSpPr>
          <p:spPr>
            <a:xfrm>
              <a:off x="1584855" y="1543132"/>
              <a:ext cx="195273" cy="195208"/>
            </a:xfrm>
            <a:custGeom>
              <a:rect b="b" l="l" r="r" t="t"/>
              <a:pathLst>
                <a:path extrusionOk="0" h="6077" w="6079">
                  <a:moveTo>
                    <a:pt x="186" y="1"/>
                  </a:moveTo>
                  <a:cubicBezTo>
                    <a:pt x="83" y="1"/>
                    <a:pt x="1" y="83"/>
                    <a:pt x="1" y="186"/>
                  </a:cubicBezTo>
                  <a:lnTo>
                    <a:pt x="1" y="1822"/>
                  </a:lnTo>
                  <a:lnTo>
                    <a:pt x="1" y="4254"/>
                  </a:lnTo>
                  <a:lnTo>
                    <a:pt x="1" y="5890"/>
                  </a:lnTo>
                  <a:cubicBezTo>
                    <a:pt x="1" y="5994"/>
                    <a:pt x="83" y="6076"/>
                    <a:pt x="186" y="6076"/>
                  </a:cubicBezTo>
                  <a:lnTo>
                    <a:pt x="5893" y="6076"/>
                  </a:lnTo>
                  <a:cubicBezTo>
                    <a:pt x="5996" y="6076"/>
                    <a:pt x="6078" y="5994"/>
                    <a:pt x="6078" y="5890"/>
                  </a:cubicBezTo>
                  <a:lnTo>
                    <a:pt x="6078" y="5796"/>
                  </a:lnTo>
                  <a:lnTo>
                    <a:pt x="337" y="5796"/>
                  </a:lnTo>
                  <a:lnTo>
                    <a:pt x="337" y="5800"/>
                  </a:lnTo>
                  <a:cubicBezTo>
                    <a:pt x="306" y="5800"/>
                    <a:pt x="280" y="5774"/>
                    <a:pt x="280" y="5743"/>
                  </a:cubicBezTo>
                  <a:lnTo>
                    <a:pt x="280" y="4403"/>
                  </a:lnTo>
                  <a:cubicBezTo>
                    <a:pt x="280" y="4370"/>
                    <a:pt x="306" y="4346"/>
                    <a:pt x="338" y="4346"/>
                  </a:cubicBezTo>
                  <a:cubicBezTo>
                    <a:pt x="340" y="4346"/>
                    <a:pt x="342" y="4346"/>
                    <a:pt x="344" y="4346"/>
                  </a:cubicBezTo>
                  <a:cubicBezTo>
                    <a:pt x="396" y="4354"/>
                    <a:pt x="451" y="4358"/>
                    <a:pt x="508" y="4358"/>
                  </a:cubicBezTo>
                  <a:cubicBezTo>
                    <a:pt x="801" y="4358"/>
                    <a:pt x="1074" y="4260"/>
                    <a:pt x="1294" y="4097"/>
                  </a:cubicBezTo>
                  <a:cubicBezTo>
                    <a:pt x="1108" y="3789"/>
                    <a:pt x="1001" y="3427"/>
                    <a:pt x="1001" y="3041"/>
                  </a:cubicBezTo>
                  <a:cubicBezTo>
                    <a:pt x="1001" y="2653"/>
                    <a:pt x="1108" y="2292"/>
                    <a:pt x="1294" y="1984"/>
                  </a:cubicBezTo>
                  <a:cubicBezTo>
                    <a:pt x="1075" y="1819"/>
                    <a:pt x="801" y="1722"/>
                    <a:pt x="508" y="1722"/>
                  </a:cubicBezTo>
                  <a:cubicBezTo>
                    <a:pt x="453" y="1722"/>
                    <a:pt x="399" y="1726"/>
                    <a:pt x="344" y="1733"/>
                  </a:cubicBezTo>
                  <a:cubicBezTo>
                    <a:pt x="342" y="1734"/>
                    <a:pt x="340" y="1734"/>
                    <a:pt x="338" y="1734"/>
                  </a:cubicBezTo>
                  <a:cubicBezTo>
                    <a:pt x="306" y="1734"/>
                    <a:pt x="280" y="1710"/>
                    <a:pt x="280" y="1677"/>
                  </a:cubicBezTo>
                  <a:lnTo>
                    <a:pt x="28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27"/>
            <p:cNvSpPr/>
            <p:nvPr/>
          </p:nvSpPr>
          <p:spPr>
            <a:xfrm>
              <a:off x="1741171" y="1611556"/>
              <a:ext cx="38965" cy="32347"/>
            </a:xfrm>
            <a:custGeom>
              <a:rect b="b" l="l" r="r" t="t"/>
              <a:pathLst>
                <a:path extrusionOk="0" h="1007" w="1213">
                  <a:moveTo>
                    <a:pt x="0" y="0"/>
                  </a:moveTo>
                  <a:cubicBezTo>
                    <a:pt x="138" y="275"/>
                    <a:pt x="213" y="585"/>
                    <a:pt x="213" y="912"/>
                  </a:cubicBezTo>
                  <a:cubicBezTo>
                    <a:pt x="216" y="943"/>
                    <a:pt x="213" y="973"/>
                    <a:pt x="212" y="1006"/>
                  </a:cubicBezTo>
                  <a:lnTo>
                    <a:pt x="1212" y="1006"/>
                  </a:lnTo>
                  <a:lnTo>
                    <a:pt x="1212"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27"/>
            <p:cNvSpPr/>
            <p:nvPr/>
          </p:nvSpPr>
          <p:spPr>
            <a:xfrm>
              <a:off x="1733686" y="1649398"/>
              <a:ext cx="46449" cy="32347"/>
            </a:xfrm>
            <a:custGeom>
              <a:rect b="b" l="l" r="r" t="t"/>
              <a:pathLst>
                <a:path extrusionOk="0" h="1007" w="1446">
                  <a:moveTo>
                    <a:pt x="430" y="0"/>
                  </a:moveTo>
                  <a:cubicBezTo>
                    <a:pt x="381" y="378"/>
                    <a:pt x="228" y="724"/>
                    <a:pt x="0" y="1007"/>
                  </a:cubicBezTo>
                  <a:lnTo>
                    <a:pt x="1445" y="1007"/>
                  </a:lnTo>
                  <a:lnTo>
                    <a:pt x="1445"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27"/>
            <p:cNvSpPr/>
            <p:nvPr/>
          </p:nvSpPr>
          <p:spPr>
            <a:xfrm>
              <a:off x="1712581" y="1695914"/>
              <a:ext cx="134979" cy="102888"/>
            </a:xfrm>
            <a:custGeom>
              <a:rect b="b" l="l" r="r" t="t"/>
              <a:pathLst>
                <a:path extrusionOk="0" h="3203" w="4202">
                  <a:moveTo>
                    <a:pt x="2191" y="1"/>
                  </a:moveTo>
                  <a:cubicBezTo>
                    <a:pt x="2030" y="1"/>
                    <a:pt x="1815" y="173"/>
                    <a:pt x="1721" y="311"/>
                  </a:cubicBezTo>
                  <a:lnTo>
                    <a:pt x="168" y="2635"/>
                  </a:lnTo>
                  <a:cubicBezTo>
                    <a:pt x="0" y="2882"/>
                    <a:pt x="68" y="3175"/>
                    <a:pt x="369" y="3175"/>
                  </a:cubicBezTo>
                  <a:lnTo>
                    <a:pt x="3432" y="3202"/>
                  </a:lnTo>
                  <a:cubicBezTo>
                    <a:pt x="3447" y="3203"/>
                    <a:pt x="3461" y="3203"/>
                    <a:pt x="3475" y="3203"/>
                  </a:cubicBezTo>
                  <a:cubicBezTo>
                    <a:pt x="3866" y="3203"/>
                    <a:pt x="4136" y="3107"/>
                    <a:pt x="4177" y="2958"/>
                  </a:cubicBezTo>
                  <a:cubicBezTo>
                    <a:pt x="4201" y="2861"/>
                    <a:pt x="4188" y="2752"/>
                    <a:pt x="4123" y="2654"/>
                  </a:cubicBezTo>
                  <a:lnTo>
                    <a:pt x="2412" y="142"/>
                  </a:lnTo>
                  <a:cubicBezTo>
                    <a:pt x="2374" y="87"/>
                    <a:pt x="2324" y="45"/>
                    <a:pt x="2269" y="17"/>
                  </a:cubicBezTo>
                  <a:cubicBezTo>
                    <a:pt x="2245" y="6"/>
                    <a:pt x="2219" y="1"/>
                    <a:pt x="21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27"/>
            <p:cNvSpPr/>
            <p:nvPr/>
          </p:nvSpPr>
          <p:spPr>
            <a:xfrm>
              <a:off x="1709882" y="1695239"/>
              <a:ext cx="136906" cy="104687"/>
            </a:xfrm>
            <a:custGeom>
              <a:rect b="b" l="l" r="r" t="t"/>
              <a:pathLst>
                <a:path extrusionOk="0" h="3259" w="4262">
                  <a:moveTo>
                    <a:pt x="2187" y="0"/>
                  </a:moveTo>
                  <a:cubicBezTo>
                    <a:pt x="2070" y="0"/>
                    <a:pt x="1954" y="55"/>
                    <a:pt x="1881" y="163"/>
                  </a:cubicBezTo>
                  <a:lnTo>
                    <a:pt x="170" y="2675"/>
                  </a:lnTo>
                  <a:cubicBezTo>
                    <a:pt x="0" y="2922"/>
                    <a:pt x="178" y="3258"/>
                    <a:pt x="476" y="3258"/>
                  </a:cubicBezTo>
                  <a:lnTo>
                    <a:pt x="3900" y="3258"/>
                  </a:lnTo>
                  <a:cubicBezTo>
                    <a:pt x="4082" y="3258"/>
                    <a:pt x="4220" y="3132"/>
                    <a:pt x="4262" y="2977"/>
                  </a:cubicBezTo>
                  <a:lnTo>
                    <a:pt x="1380" y="2977"/>
                  </a:lnTo>
                  <a:cubicBezTo>
                    <a:pt x="1379" y="2977"/>
                    <a:pt x="1378" y="2977"/>
                    <a:pt x="1377" y="2977"/>
                  </a:cubicBezTo>
                  <a:cubicBezTo>
                    <a:pt x="1348" y="2977"/>
                    <a:pt x="1328" y="2955"/>
                    <a:pt x="1328" y="2928"/>
                  </a:cubicBezTo>
                  <a:lnTo>
                    <a:pt x="1328" y="2376"/>
                  </a:lnTo>
                  <a:cubicBezTo>
                    <a:pt x="1328" y="2223"/>
                    <a:pt x="1202" y="2096"/>
                    <a:pt x="1047" y="2096"/>
                  </a:cubicBezTo>
                  <a:cubicBezTo>
                    <a:pt x="1005" y="2096"/>
                    <a:pt x="982" y="2051"/>
                    <a:pt x="1005" y="2016"/>
                  </a:cubicBezTo>
                  <a:lnTo>
                    <a:pt x="2353" y="38"/>
                  </a:lnTo>
                  <a:cubicBezTo>
                    <a:pt x="2301" y="13"/>
                    <a:pt x="2244" y="0"/>
                    <a:pt x="218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27"/>
            <p:cNvSpPr/>
            <p:nvPr/>
          </p:nvSpPr>
          <p:spPr>
            <a:xfrm>
              <a:off x="1675445" y="1618109"/>
              <a:ext cx="150237" cy="17892"/>
            </a:xfrm>
            <a:custGeom>
              <a:rect b="b" l="l" r="r" t="t"/>
              <a:pathLst>
                <a:path extrusionOk="0" h="557" w="4677">
                  <a:moveTo>
                    <a:pt x="244" y="0"/>
                  </a:moveTo>
                  <a:lnTo>
                    <a:pt x="95" y="38"/>
                  </a:lnTo>
                  <a:cubicBezTo>
                    <a:pt x="44" y="38"/>
                    <a:pt x="1" y="80"/>
                    <a:pt x="1" y="132"/>
                  </a:cubicBezTo>
                  <a:lnTo>
                    <a:pt x="1" y="462"/>
                  </a:lnTo>
                  <a:cubicBezTo>
                    <a:pt x="1" y="514"/>
                    <a:pt x="43" y="556"/>
                    <a:pt x="95" y="556"/>
                  </a:cubicBezTo>
                  <a:lnTo>
                    <a:pt x="4545" y="556"/>
                  </a:lnTo>
                  <a:cubicBezTo>
                    <a:pt x="4596" y="556"/>
                    <a:pt x="4639" y="514"/>
                    <a:pt x="4639" y="462"/>
                  </a:cubicBezTo>
                  <a:lnTo>
                    <a:pt x="4677" y="294"/>
                  </a:lnTo>
                  <a:lnTo>
                    <a:pt x="4677" y="94"/>
                  </a:lnTo>
                  <a:cubicBezTo>
                    <a:pt x="4677" y="44"/>
                    <a:pt x="4635" y="0"/>
                    <a:pt x="45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27"/>
            <p:cNvSpPr/>
            <p:nvPr/>
          </p:nvSpPr>
          <p:spPr>
            <a:xfrm>
              <a:off x="1674257" y="1618142"/>
              <a:ext cx="151425" cy="19049"/>
            </a:xfrm>
            <a:custGeom>
              <a:rect b="b" l="l" r="r" t="t"/>
              <a:pathLst>
                <a:path extrusionOk="0" h="593" w="4714">
                  <a:moveTo>
                    <a:pt x="94" y="1"/>
                  </a:moveTo>
                  <a:cubicBezTo>
                    <a:pt x="44" y="1"/>
                    <a:pt x="0" y="43"/>
                    <a:pt x="0" y="95"/>
                  </a:cubicBezTo>
                  <a:lnTo>
                    <a:pt x="0" y="499"/>
                  </a:lnTo>
                  <a:cubicBezTo>
                    <a:pt x="0" y="549"/>
                    <a:pt x="42" y="593"/>
                    <a:pt x="94" y="593"/>
                  </a:cubicBezTo>
                  <a:lnTo>
                    <a:pt x="4620" y="593"/>
                  </a:lnTo>
                  <a:cubicBezTo>
                    <a:pt x="4670" y="593"/>
                    <a:pt x="4714" y="551"/>
                    <a:pt x="4714" y="499"/>
                  </a:cubicBezTo>
                  <a:lnTo>
                    <a:pt x="4714" y="295"/>
                  </a:lnTo>
                  <a:lnTo>
                    <a:pt x="375" y="295"/>
                  </a:lnTo>
                  <a:cubicBezTo>
                    <a:pt x="325" y="295"/>
                    <a:pt x="281" y="253"/>
                    <a:pt x="281" y="200"/>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27"/>
            <p:cNvSpPr/>
            <p:nvPr/>
          </p:nvSpPr>
          <p:spPr>
            <a:xfrm>
              <a:off x="1724756" y="1656048"/>
              <a:ext cx="140825" cy="17828"/>
            </a:xfrm>
            <a:custGeom>
              <a:rect b="b" l="l" r="r" t="t"/>
              <a:pathLst>
                <a:path extrusionOk="0" h="555" w="4384">
                  <a:moveTo>
                    <a:pt x="245" y="0"/>
                  </a:moveTo>
                  <a:lnTo>
                    <a:pt x="97" y="40"/>
                  </a:lnTo>
                  <a:cubicBezTo>
                    <a:pt x="47" y="40"/>
                    <a:pt x="3" y="80"/>
                    <a:pt x="3" y="134"/>
                  </a:cubicBezTo>
                  <a:lnTo>
                    <a:pt x="3" y="462"/>
                  </a:lnTo>
                  <a:cubicBezTo>
                    <a:pt x="0" y="513"/>
                    <a:pt x="42" y="555"/>
                    <a:pt x="93" y="555"/>
                  </a:cubicBezTo>
                  <a:lnTo>
                    <a:pt x="4252" y="555"/>
                  </a:lnTo>
                  <a:cubicBezTo>
                    <a:pt x="4303" y="555"/>
                    <a:pt x="4346" y="513"/>
                    <a:pt x="4346" y="461"/>
                  </a:cubicBezTo>
                  <a:lnTo>
                    <a:pt x="4384" y="312"/>
                  </a:lnTo>
                  <a:lnTo>
                    <a:pt x="4384" y="95"/>
                  </a:lnTo>
                  <a:cubicBezTo>
                    <a:pt x="4384" y="44"/>
                    <a:pt x="4342" y="0"/>
                    <a:pt x="4290"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27"/>
            <p:cNvSpPr/>
            <p:nvPr/>
          </p:nvSpPr>
          <p:spPr>
            <a:xfrm>
              <a:off x="1723503" y="1656048"/>
              <a:ext cx="142046" cy="19049"/>
            </a:xfrm>
            <a:custGeom>
              <a:rect b="b" l="l" r="r" t="t"/>
              <a:pathLst>
                <a:path extrusionOk="0" h="593" w="4422">
                  <a:moveTo>
                    <a:pt x="94" y="0"/>
                  </a:moveTo>
                  <a:cubicBezTo>
                    <a:pt x="44" y="0"/>
                    <a:pt x="0" y="42"/>
                    <a:pt x="0" y="95"/>
                  </a:cubicBezTo>
                  <a:lnTo>
                    <a:pt x="0" y="498"/>
                  </a:lnTo>
                  <a:cubicBezTo>
                    <a:pt x="0" y="549"/>
                    <a:pt x="42" y="593"/>
                    <a:pt x="94" y="593"/>
                  </a:cubicBezTo>
                  <a:lnTo>
                    <a:pt x="4327" y="593"/>
                  </a:lnTo>
                  <a:cubicBezTo>
                    <a:pt x="4378" y="593"/>
                    <a:pt x="4421" y="551"/>
                    <a:pt x="4421" y="498"/>
                  </a:cubicBezTo>
                  <a:lnTo>
                    <a:pt x="4421" y="312"/>
                  </a:lnTo>
                  <a:lnTo>
                    <a:pt x="375" y="312"/>
                  </a:lnTo>
                  <a:cubicBezTo>
                    <a:pt x="325" y="312"/>
                    <a:pt x="281" y="270"/>
                    <a:pt x="281" y="218"/>
                  </a:cubicBezTo>
                  <a:lnTo>
                    <a:pt x="28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27"/>
            <p:cNvSpPr/>
            <p:nvPr/>
          </p:nvSpPr>
          <p:spPr>
            <a:xfrm>
              <a:off x="1620127" y="1770345"/>
              <a:ext cx="124635" cy="39511"/>
            </a:xfrm>
            <a:custGeom>
              <a:rect b="b" l="l" r="r" t="t"/>
              <a:pathLst>
                <a:path extrusionOk="0" h="1230" w="3880">
                  <a:moveTo>
                    <a:pt x="245" y="1"/>
                  </a:moveTo>
                  <a:lnTo>
                    <a:pt x="97" y="38"/>
                  </a:lnTo>
                  <a:cubicBezTo>
                    <a:pt x="47" y="38"/>
                    <a:pt x="3" y="80"/>
                    <a:pt x="3" y="133"/>
                  </a:cubicBezTo>
                  <a:lnTo>
                    <a:pt x="3" y="1137"/>
                  </a:lnTo>
                  <a:cubicBezTo>
                    <a:pt x="0" y="1188"/>
                    <a:pt x="42" y="1230"/>
                    <a:pt x="94" y="1230"/>
                  </a:cubicBezTo>
                  <a:lnTo>
                    <a:pt x="3748" y="1230"/>
                  </a:lnTo>
                  <a:cubicBezTo>
                    <a:pt x="3799" y="1230"/>
                    <a:pt x="3842" y="1188"/>
                    <a:pt x="3842" y="1136"/>
                  </a:cubicBezTo>
                  <a:lnTo>
                    <a:pt x="3880" y="987"/>
                  </a:lnTo>
                  <a:lnTo>
                    <a:pt x="3880" y="95"/>
                  </a:lnTo>
                  <a:cubicBezTo>
                    <a:pt x="3880" y="44"/>
                    <a:pt x="3839" y="1"/>
                    <a:pt x="378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27"/>
            <p:cNvSpPr/>
            <p:nvPr/>
          </p:nvSpPr>
          <p:spPr>
            <a:xfrm>
              <a:off x="1618907" y="1770345"/>
              <a:ext cx="125824" cy="40731"/>
            </a:xfrm>
            <a:custGeom>
              <a:rect b="b" l="l" r="r" t="t"/>
              <a:pathLst>
                <a:path extrusionOk="0" h="1268" w="3917">
                  <a:moveTo>
                    <a:pt x="95" y="1"/>
                  </a:moveTo>
                  <a:cubicBezTo>
                    <a:pt x="44" y="1"/>
                    <a:pt x="1" y="43"/>
                    <a:pt x="1" y="95"/>
                  </a:cubicBezTo>
                  <a:lnTo>
                    <a:pt x="1" y="1173"/>
                  </a:lnTo>
                  <a:cubicBezTo>
                    <a:pt x="1" y="1224"/>
                    <a:pt x="43" y="1267"/>
                    <a:pt x="95" y="1267"/>
                  </a:cubicBezTo>
                  <a:lnTo>
                    <a:pt x="3822" y="1267"/>
                  </a:lnTo>
                  <a:cubicBezTo>
                    <a:pt x="3873" y="1267"/>
                    <a:pt x="3916" y="1225"/>
                    <a:pt x="3916" y="1173"/>
                  </a:cubicBezTo>
                  <a:lnTo>
                    <a:pt x="3916" y="987"/>
                  </a:lnTo>
                  <a:lnTo>
                    <a:pt x="375" y="987"/>
                  </a:lnTo>
                  <a:cubicBezTo>
                    <a:pt x="325" y="987"/>
                    <a:pt x="281" y="945"/>
                    <a:pt x="281" y="893"/>
                  </a:cubicBezTo>
                  <a:lnTo>
                    <a:pt x="28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27"/>
            <p:cNvSpPr/>
            <p:nvPr/>
          </p:nvSpPr>
          <p:spPr>
            <a:xfrm>
              <a:off x="1570271" y="1607541"/>
              <a:ext cx="64052" cy="64213"/>
            </a:xfrm>
            <a:custGeom>
              <a:rect b="b" l="l" r="r" t="t"/>
              <a:pathLst>
                <a:path extrusionOk="0" h="1999" w="1994">
                  <a:moveTo>
                    <a:pt x="959" y="1"/>
                  </a:moveTo>
                  <a:cubicBezTo>
                    <a:pt x="746" y="1"/>
                    <a:pt x="546" y="66"/>
                    <a:pt x="380" y="177"/>
                  </a:cubicBezTo>
                  <a:cubicBezTo>
                    <a:pt x="380" y="177"/>
                    <a:pt x="0" y="538"/>
                    <a:pt x="0" y="895"/>
                  </a:cubicBezTo>
                  <a:cubicBezTo>
                    <a:pt x="0" y="1467"/>
                    <a:pt x="565" y="1998"/>
                    <a:pt x="1137" y="1998"/>
                  </a:cubicBezTo>
                  <a:cubicBezTo>
                    <a:pt x="1493" y="1998"/>
                    <a:pt x="1817" y="1616"/>
                    <a:pt x="1817" y="1616"/>
                  </a:cubicBezTo>
                  <a:cubicBezTo>
                    <a:pt x="1929" y="1448"/>
                    <a:pt x="1994" y="1248"/>
                    <a:pt x="1994" y="1036"/>
                  </a:cubicBezTo>
                  <a:cubicBezTo>
                    <a:pt x="1994" y="464"/>
                    <a:pt x="1530" y="1"/>
                    <a:pt x="95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27"/>
            <p:cNvSpPr/>
            <p:nvPr/>
          </p:nvSpPr>
          <p:spPr>
            <a:xfrm>
              <a:off x="1567894" y="1613162"/>
              <a:ext cx="60808" cy="60808"/>
            </a:xfrm>
            <a:custGeom>
              <a:rect b="b" l="l" r="r" t="t"/>
              <a:pathLst>
                <a:path extrusionOk="0" h="1893" w="1893">
                  <a:moveTo>
                    <a:pt x="456" y="1"/>
                  </a:moveTo>
                  <a:lnTo>
                    <a:pt x="456" y="1"/>
                  </a:lnTo>
                  <a:cubicBezTo>
                    <a:pt x="181" y="188"/>
                    <a:pt x="0" y="502"/>
                    <a:pt x="0" y="858"/>
                  </a:cubicBezTo>
                  <a:cubicBezTo>
                    <a:pt x="0" y="1430"/>
                    <a:pt x="464" y="1893"/>
                    <a:pt x="1036" y="1893"/>
                  </a:cubicBezTo>
                  <a:cubicBezTo>
                    <a:pt x="1392" y="1893"/>
                    <a:pt x="1706" y="1712"/>
                    <a:pt x="1893" y="1437"/>
                  </a:cubicBezTo>
                  <a:lnTo>
                    <a:pt x="1893" y="1437"/>
                  </a:lnTo>
                  <a:cubicBezTo>
                    <a:pt x="1726" y="1550"/>
                    <a:pt x="1528" y="1615"/>
                    <a:pt x="1313" y="1615"/>
                  </a:cubicBezTo>
                  <a:cubicBezTo>
                    <a:pt x="742" y="1615"/>
                    <a:pt x="278" y="1152"/>
                    <a:pt x="278" y="580"/>
                  </a:cubicBezTo>
                  <a:cubicBezTo>
                    <a:pt x="278" y="366"/>
                    <a:pt x="344" y="167"/>
                    <a:pt x="45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27"/>
            <p:cNvSpPr/>
            <p:nvPr/>
          </p:nvSpPr>
          <p:spPr>
            <a:xfrm>
              <a:off x="1688905" y="1561443"/>
              <a:ext cx="122322" cy="30645"/>
            </a:xfrm>
            <a:custGeom>
              <a:rect b="b" l="l" r="r" t="t"/>
              <a:pathLst>
                <a:path extrusionOk="0" h="954" w="3808">
                  <a:moveTo>
                    <a:pt x="1575" y="0"/>
                  </a:moveTo>
                  <a:cubicBezTo>
                    <a:pt x="1521" y="0"/>
                    <a:pt x="1467" y="15"/>
                    <a:pt x="1419" y="46"/>
                  </a:cubicBezTo>
                  <a:lnTo>
                    <a:pt x="972" y="324"/>
                  </a:lnTo>
                  <a:cubicBezTo>
                    <a:pt x="963" y="330"/>
                    <a:pt x="952" y="332"/>
                    <a:pt x="942" y="332"/>
                  </a:cubicBezTo>
                  <a:cubicBezTo>
                    <a:pt x="931" y="332"/>
                    <a:pt x="921" y="330"/>
                    <a:pt x="912" y="324"/>
                  </a:cubicBezTo>
                  <a:lnTo>
                    <a:pt x="465" y="46"/>
                  </a:lnTo>
                  <a:cubicBezTo>
                    <a:pt x="418" y="16"/>
                    <a:pt x="365" y="2"/>
                    <a:pt x="313" y="2"/>
                  </a:cubicBezTo>
                  <a:cubicBezTo>
                    <a:pt x="306" y="2"/>
                    <a:pt x="299" y="2"/>
                    <a:pt x="293" y="2"/>
                  </a:cubicBezTo>
                  <a:cubicBezTo>
                    <a:pt x="201" y="5"/>
                    <a:pt x="138" y="75"/>
                    <a:pt x="86" y="159"/>
                  </a:cubicBezTo>
                  <a:cubicBezTo>
                    <a:pt x="0" y="296"/>
                    <a:pt x="44" y="424"/>
                    <a:pt x="181" y="511"/>
                  </a:cubicBezTo>
                  <a:lnTo>
                    <a:pt x="734" y="872"/>
                  </a:lnTo>
                  <a:cubicBezTo>
                    <a:pt x="770" y="895"/>
                    <a:pt x="840" y="905"/>
                    <a:pt x="917" y="905"/>
                  </a:cubicBezTo>
                  <a:cubicBezTo>
                    <a:pt x="1040" y="905"/>
                    <a:pt x="1184" y="880"/>
                    <a:pt x="1244" y="844"/>
                  </a:cubicBezTo>
                  <a:lnTo>
                    <a:pt x="1332" y="793"/>
                  </a:lnTo>
                  <a:lnTo>
                    <a:pt x="1574" y="642"/>
                  </a:lnTo>
                  <a:lnTo>
                    <a:pt x="1607" y="641"/>
                  </a:lnTo>
                  <a:cubicBezTo>
                    <a:pt x="1694" y="695"/>
                    <a:pt x="2166" y="930"/>
                    <a:pt x="2326" y="930"/>
                  </a:cubicBezTo>
                  <a:cubicBezTo>
                    <a:pt x="2343" y="930"/>
                    <a:pt x="2357" y="927"/>
                    <a:pt x="2366" y="922"/>
                  </a:cubicBezTo>
                  <a:lnTo>
                    <a:pt x="2599" y="793"/>
                  </a:lnTo>
                  <a:lnTo>
                    <a:pt x="2839" y="642"/>
                  </a:lnTo>
                  <a:lnTo>
                    <a:pt x="2868" y="639"/>
                  </a:lnTo>
                  <a:cubicBezTo>
                    <a:pt x="2917" y="668"/>
                    <a:pt x="3365" y="954"/>
                    <a:pt x="3417" y="954"/>
                  </a:cubicBezTo>
                  <a:cubicBezTo>
                    <a:pt x="3517" y="954"/>
                    <a:pt x="3632" y="941"/>
                    <a:pt x="3690" y="852"/>
                  </a:cubicBezTo>
                  <a:cubicBezTo>
                    <a:pt x="3692" y="851"/>
                    <a:pt x="3728" y="836"/>
                    <a:pt x="3729" y="835"/>
                  </a:cubicBezTo>
                  <a:cubicBezTo>
                    <a:pt x="3808" y="697"/>
                    <a:pt x="3757" y="519"/>
                    <a:pt x="3621" y="434"/>
                  </a:cubicBezTo>
                  <a:lnTo>
                    <a:pt x="2995" y="46"/>
                  </a:lnTo>
                  <a:cubicBezTo>
                    <a:pt x="2947" y="15"/>
                    <a:pt x="2893" y="0"/>
                    <a:pt x="2839" y="0"/>
                  </a:cubicBezTo>
                  <a:cubicBezTo>
                    <a:pt x="2786" y="0"/>
                    <a:pt x="2732" y="15"/>
                    <a:pt x="2684" y="46"/>
                  </a:cubicBezTo>
                  <a:lnTo>
                    <a:pt x="2237" y="324"/>
                  </a:lnTo>
                  <a:cubicBezTo>
                    <a:pt x="2227" y="330"/>
                    <a:pt x="2217" y="332"/>
                    <a:pt x="2207" y="332"/>
                  </a:cubicBezTo>
                  <a:cubicBezTo>
                    <a:pt x="2196" y="332"/>
                    <a:pt x="2186" y="330"/>
                    <a:pt x="2177" y="324"/>
                  </a:cubicBezTo>
                  <a:lnTo>
                    <a:pt x="1730" y="46"/>
                  </a:lnTo>
                  <a:cubicBezTo>
                    <a:pt x="1682" y="15"/>
                    <a:pt x="1628" y="0"/>
                    <a:pt x="157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27"/>
            <p:cNvSpPr/>
            <p:nvPr/>
          </p:nvSpPr>
          <p:spPr>
            <a:xfrm>
              <a:off x="1780105" y="1577730"/>
              <a:ext cx="28557" cy="15290"/>
            </a:xfrm>
            <a:custGeom>
              <a:rect b="b" l="l" r="r" t="t"/>
              <a:pathLst>
                <a:path extrusionOk="0" h="476" w="889">
                  <a:moveTo>
                    <a:pt x="241" y="1"/>
                  </a:moveTo>
                  <a:cubicBezTo>
                    <a:pt x="224" y="1"/>
                    <a:pt x="207" y="5"/>
                    <a:pt x="193" y="14"/>
                  </a:cubicBezTo>
                  <a:lnTo>
                    <a:pt x="0" y="134"/>
                  </a:lnTo>
                  <a:lnTo>
                    <a:pt x="476" y="431"/>
                  </a:lnTo>
                  <a:cubicBezTo>
                    <a:pt x="526" y="461"/>
                    <a:pt x="579" y="475"/>
                    <a:pt x="633" y="475"/>
                  </a:cubicBezTo>
                  <a:cubicBezTo>
                    <a:pt x="730" y="475"/>
                    <a:pt x="828" y="426"/>
                    <a:pt x="883" y="337"/>
                  </a:cubicBezTo>
                  <a:lnTo>
                    <a:pt x="889" y="325"/>
                  </a:lnTo>
                  <a:lnTo>
                    <a:pt x="873" y="325"/>
                  </a:lnTo>
                  <a:cubicBezTo>
                    <a:pt x="821" y="325"/>
                    <a:pt x="766" y="310"/>
                    <a:pt x="717" y="280"/>
                  </a:cubicBezTo>
                  <a:lnTo>
                    <a:pt x="290" y="14"/>
                  </a:lnTo>
                  <a:cubicBezTo>
                    <a:pt x="274" y="5"/>
                    <a:pt x="257" y="1"/>
                    <a:pt x="2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27"/>
            <p:cNvSpPr/>
            <p:nvPr/>
          </p:nvSpPr>
          <p:spPr>
            <a:xfrm>
              <a:off x="1687877" y="1561379"/>
              <a:ext cx="43751" cy="31641"/>
            </a:xfrm>
            <a:custGeom>
              <a:rect b="b" l="l" r="r" t="t"/>
              <a:pathLst>
                <a:path extrusionOk="0" h="985" w="1362">
                  <a:moveTo>
                    <a:pt x="322" y="0"/>
                  </a:moveTo>
                  <a:cubicBezTo>
                    <a:pt x="229" y="6"/>
                    <a:pt x="141" y="55"/>
                    <a:pt x="87" y="139"/>
                  </a:cubicBezTo>
                  <a:cubicBezTo>
                    <a:pt x="0" y="277"/>
                    <a:pt x="44" y="459"/>
                    <a:pt x="181" y="547"/>
                  </a:cubicBezTo>
                  <a:lnTo>
                    <a:pt x="814" y="940"/>
                  </a:lnTo>
                  <a:cubicBezTo>
                    <a:pt x="862" y="969"/>
                    <a:pt x="916" y="984"/>
                    <a:pt x="970" y="984"/>
                  </a:cubicBezTo>
                  <a:cubicBezTo>
                    <a:pt x="1024" y="984"/>
                    <a:pt x="1077" y="969"/>
                    <a:pt x="1125" y="940"/>
                  </a:cubicBezTo>
                  <a:lnTo>
                    <a:pt x="1361" y="792"/>
                  </a:lnTo>
                  <a:lnTo>
                    <a:pt x="1361" y="792"/>
                  </a:lnTo>
                  <a:cubicBezTo>
                    <a:pt x="1316" y="820"/>
                    <a:pt x="1264" y="834"/>
                    <a:pt x="1212" y="834"/>
                  </a:cubicBezTo>
                  <a:cubicBezTo>
                    <a:pt x="1159" y="834"/>
                    <a:pt x="1105" y="819"/>
                    <a:pt x="1057" y="789"/>
                  </a:cubicBezTo>
                  <a:lnTo>
                    <a:pt x="423" y="397"/>
                  </a:lnTo>
                  <a:cubicBezTo>
                    <a:pt x="287" y="313"/>
                    <a:pt x="244" y="138"/>
                    <a:pt x="32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27"/>
            <p:cNvSpPr/>
            <p:nvPr/>
          </p:nvSpPr>
          <p:spPr>
            <a:xfrm>
              <a:off x="1739501" y="1577730"/>
              <a:ext cx="32861" cy="15290"/>
            </a:xfrm>
            <a:custGeom>
              <a:rect b="b" l="l" r="r" t="t"/>
              <a:pathLst>
                <a:path extrusionOk="0" h="476" w="1023">
                  <a:moveTo>
                    <a:pt x="239" y="1"/>
                  </a:moveTo>
                  <a:cubicBezTo>
                    <a:pt x="222" y="1"/>
                    <a:pt x="206" y="5"/>
                    <a:pt x="191" y="14"/>
                  </a:cubicBezTo>
                  <a:lnTo>
                    <a:pt x="0" y="134"/>
                  </a:lnTo>
                  <a:lnTo>
                    <a:pt x="475" y="431"/>
                  </a:lnTo>
                  <a:cubicBezTo>
                    <a:pt x="524" y="460"/>
                    <a:pt x="578" y="475"/>
                    <a:pt x="631" y="475"/>
                  </a:cubicBezTo>
                  <a:cubicBezTo>
                    <a:pt x="685" y="475"/>
                    <a:pt x="739" y="460"/>
                    <a:pt x="786" y="431"/>
                  </a:cubicBezTo>
                  <a:lnTo>
                    <a:pt x="1022" y="284"/>
                  </a:lnTo>
                  <a:lnTo>
                    <a:pt x="1022" y="284"/>
                  </a:lnTo>
                  <a:cubicBezTo>
                    <a:pt x="976" y="311"/>
                    <a:pt x="924" y="325"/>
                    <a:pt x="873" y="325"/>
                  </a:cubicBezTo>
                  <a:cubicBezTo>
                    <a:pt x="819" y="325"/>
                    <a:pt x="765" y="310"/>
                    <a:pt x="717" y="280"/>
                  </a:cubicBezTo>
                  <a:lnTo>
                    <a:pt x="290" y="14"/>
                  </a:lnTo>
                  <a:cubicBezTo>
                    <a:pt x="274" y="5"/>
                    <a:pt x="257" y="1"/>
                    <a:pt x="2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27"/>
            <p:cNvSpPr/>
            <p:nvPr/>
          </p:nvSpPr>
          <p:spPr>
            <a:xfrm>
              <a:off x="1644381" y="1720167"/>
              <a:ext cx="33343" cy="120106"/>
            </a:xfrm>
            <a:custGeom>
              <a:rect b="b" l="l" r="r" t="t"/>
              <a:pathLst>
                <a:path extrusionOk="0" h="3739" w="1038">
                  <a:moveTo>
                    <a:pt x="700" y="1"/>
                  </a:moveTo>
                  <a:cubicBezTo>
                    <a:pt x="601" y="1"/>
                    <a:pt x="505" y="50"/>
                    <a:pt x="448" y="140"/>
                  </a:cubicBezTo>
                  <a:lnTo>
                    <a:pt x="243" y="473"/>
                  </a:lnTo>
                  <a:lnTo>
                    <a:pt x="135" y="657"/>
                  </a:lnTo>
                  <a:cubicBezTo>
                    <a:pt x="76" y="752"/>
                    <a:pt x="28" y="998"/>
                    <a:pt x="89" y="1094"/>
                  </a:cubicBezTo>
                  <a:lnTo>
                    <a:pt x="353" y="1563"/>
                  </a:lnTo>
                  <a:lnTo>
                    <a:pt x="243" y="1739"/>
                  </a:lnTo>
                  <a:lnTo>
                    <a:pt x="60" y="2051"/>
                  </a:lnTo>
                  <a:cubicBezTo>
                    <a:pt x="1" y="2145"/>
                    <a:pt x="43" y="2278"/>
                    <a:pt x="104" y="2373"/>
                  </a:cubicBezTo>
                  <a:lnTo>
                    <a:pt x="353" y="2828"/>
                  </a:lnTo>
                  <a:lnTo>
                    <a:pt x="243" y="3005"/>
                  </a:lnTo>
                  <a:lnTo>
                    <a:pt x="146" y="3168"/>
                  </a:lnTo>
                  <a:cubicBezTo>
                    <a:pt x="114" y="3216"/>
                    <a:pt x="24" y="3397"/>
                    <a:pt x="24" y="3450"/>
                  </a:cubicBezTo>
                  <a:cubicBezTo>
                    <a:pt x="24" y="3547"/>
                    <a:pt x="70" y="3647"/>
                    <a:pt x="163" y="3699"/>
                  </a:cubicBezTo>
                  <a:cubicBezTo>
                    <a:pt x="210" y="3726"/>
                    <a:pt x="254" y="3738"/>
                    <a:pt x="296" y="3738"/>
                  </a:cubicBezTo>
                  <a:cubicBezTo>
                    <a:pt x="480" y="3738"/>
                    <a:pt x="616" y="3513"/>
                    <a:pt x="687" y="3401"/>
                  </a:cubicBezTo>
                  <a:lnTo>
                    <a:pt x="741" y="3322"/>
                  </a:lnTo>
                  <a:lnTo>
                    <a:pt x="951" y="2983"/>
                  </a:lnTo>
                  <a:cubicBezTo>
                    <a:pt x="1010" y="2887"/>
                    <a:pt x="1010" y="2767"/>
                    <a:pt x="951" y="2672"/>
                  </a:cubicBezTo>
                  <a:lnTo>
                    <a:pt x="671" y="2224"/>
                  </a:lnTo>
                  <a:cubicBezTo>
                    <a:pt x="661" y="2207"/>
                    <a:pt x="661" y="2182"/>
                    <a:pt x="671" y="2165"/>
                  </a:cubicBezTo>
                  <a:lnTo>
                    <a:pt x="951" y="1718"/>
                  </a:lnTo>
                  <a:cubicBezTo>
                    <a:pt x="1010" y="1622"/>
                    <a:pt x="1010" y="1503"/>
                    <a:pt x="951" y="1406"/>
                  </a:cubicBezTo>
                  <a:lnTo>
                    <a:pt x="671" y="961"/>
                  </a:lnTo>
                  <a:cubicBezTo>
                    <a:pt x="661" y="942"/>
                    <a:pt x="661" y="919"/>
                    <a:pt x="671" y="900"/>
                  </a:cubicBezTo>
                  <a:lnTo>
                    <a:pt x="951" y="454"/>
                  </a:lnTo>
                  <a:cubicBezTo>
                    <a:pt x="1037" y="313"/>
                    <a:pt x="994" y="133"/>
                    <a:pt x="856" y="46"/>
                  </a:cubicBezTo>
                  <a:cubicBezTo>
                    <a:pt x="807" y="15"/>
                    <a:pt x="753" y="1"/>
                    <a:pt x="70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27"/>
            <p:cNvSpPr/>
            <p:nvPr/>
          </p:nvSpPr>
          <p:spPr>
            <a:xfrm>
              <a:off x="1644702" y="1816668"/>
              <a:ext cx="23482" cy="24124"/>
            </a:xfrm>
            <a:custGeom>
              <a:rect b="b" l="l" r="r" t="t"/>
              <a:pathLst>
                <a:path extrusionOk="0" h="751" w="731">
                  <a:moveTo>
                    <a:pt x="233" y="1"/>
                  </a:moveTo>
                  <a:cubicBezTo>
                    <a:pt x="232" y="2"/>
                    <a:pt x="230" y="4"/>
                    <a:pt x="229" y="6"/>
                  </a:cubicBezTo>
                  <a:lnTo>
                    <a:pt x="229" y="6"/>
                  </a:lnTo>
                  <a:lnTo>
                    <a:pt x="233" y="1"/>
                  </a:lnTo>
                  <a:close/>
                  <a:moveTo>
                    <a:pt x="229" y="6"/>
                  </a:moveTo>
                  <a:lnTo>
                    <a:pt x="191" y="70"/>
                  </a:lnTo>
                  <a:lnTo>
                    <a:pt x="46" y="302"/>
                  </a:lnTo>
                  <a:cubicBezTo>
                    <a:pt x="15" y="349"/>
                    <a:pt x="1" y="405"/>
                    <a:pt x="1" y="457"/>
                  </a:cubicBezTo>
                  <a:cubicBezTo>
                    <a:pt x="1" y="557"/>
                    <a:pt x="52" y="653"/>
                    <a:pt x="143" y="709"/>
                  </a:cubicBezTo>
                  <a:cubicBezTo>
                    <a:pt x="190" y="737"/>
                    <a:pt x="241" y="751"/>
                    <a:pt x="292" y="751"/>
                  </a:cubicBezTo>
                  <a:cubicBezTo>
                    <a:pt x="394" y="751"/>
                    <a:pt x="493" y="698"/>
                    <a:pt x="551" y="606"/>
                  </a:cubicBezTo>
                  <a:lnTo>
                    <a:pt x="731" y="318"/>
                  </a:lnTo>
                  <a:lnTo>
                    <a:pt x="731" y="318"/>
                  </a:lnTo>
                  <a:cubicBezTo>
                    <a:pt x="674" y="404"/>
                    <a:pt x="579" y="452"/>
                    <a:pt x="482" y="452"/>
                  </a:cubicBezTo>
                  <a:cubicBezTo>
                    <a:pt x="429" y="452"/>
                    <a:pt x="375" y="438"/>
                    <a:pt x="327" y="407"/>
                  </a:cubicBezTo>
                  <a:cubicBezTo>
                    <a:pt x="237" y="352"/>
                    <a:pt x="188" y="255"/>
                    <a:pt x="188" y="157"/>
                  </a:cubicBezTo>
                  <a:cubicBezTo>
                    <a:pt x="188" y="105"/>
                    <a:pt x="201" y="54"/>
                    <a:pt x="229" y="6"/>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27"/>
            <p:cNvSpPr/>
            <p:nvPr/>
          </p:nvSpPr>
          <p:spPr>
            <a:xfrm>
              <a:off x="1644253" y="1776159"/>
              <a:ext cx="17057" cy="34917"/>
            </a:xfrm>
            <a:custGeom>
              <a:rect b="b" l="l" r="r" t="t"/>
              <a:pathLst>
                <a:path extrusionOk="0" h="1087" w="531">
                  <a:moveTo>
                    <a:pt x="247" y="1"/>
                  </a:moveTo>
                  <a:cubicBezTo>
                    <a:pt x="246" y="1"/>
                    <a:pt x="246" y="1"/>
                    <a:pt x="246" y="1"/>
                  </a:cubicBezTo>
                  <a:lnTo>
                    <a:pt x="246" y="1"/>
                  </a:lnTo>
                  <a:lnTo>
                    <a:pt x="247" y="1"/>
                  </a:lnTo>
                  <a:close/>
                  <a:moveTo>
                    <a:pt x="246" y="1"/>
                  </a:moveTo>
                  <a:lnTo>
                    <a:pt x="60" y="297"/>
                  </a:lnTo>
                  <a:cubicBezTo>
                    <a:pt x="1" y="393"/>
                    <a:pt x="1" y="513"/>
                    <a:pt x="60" y="609"/>
                  </a:cubicBezTo>
                  <a:lnTo>
                    <a:pt x="357" y="1086"/>
                  </a:lnTo>
                  <a:lnTo>
                    <a:pt x="513" y="836"/>
                  </a:lnTo>
                  <a:cubicBezTo>
                    <a:pt x="530" y="806"/>
                    <a:pt x="530" y="768"/>
                    <a:pt x="513" y="739"/>
                  </a:cubicBezTo>
                  <a:lnTo>
                    <a:pt x="247" y="312"/>
                  </a:lnTo>
                  <a:cubicBezTo>
                    <a:pt x="187" y="215"/>
                    <a:pt x="187" y="95"/>
                    <a:pt x="24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27"/>
            <p:cNvSpPr/>
            <p:nvPr/>
          </p:nvSpPr>
          <p:spPr>
            <a:xfrm>
              <a:off x="1644253" y="1724600"/>
              <a:ext cx="17057" cy="45839"/>
            </a:xfrm>
            <a:custGeom>
              <a:rect b="b" l="l" r="r" t="t"/>
              <a:pathLst>
                <a:path extrusionOk="0" h="1427" w="531">
                  <a:moveTo>
                    <a:pt x="457" y="0"/>
                  </a:moveTo>
                  <a:cubicBezTo>
                    <a:pt x="456" y="1"/>
                    <a:pt x="456" y="1"/>
                    <a:pt x="455" y="2"/>
                  </a:cubicBezTo>
                  <a:lnTo>
                    <a:pt x="455" y="2"/>
                  </a:lnTo>
                  <a:lnTo>
                    <a:pt x="457" y="0"/>
                  </a:lnTo>
                  <a:close/>
                  <a:moveTo>
                    <a:pt x="455" y="2"/>
                  </a:moveTo>
                  <a:lnTo>
                    <a:pt x="454" y="5"/>
                  </a:lnTo>
                  <a:lnTo>
                    <a:pt x="454" y="5"/>
                  </a:lnTo>
                  <a:cubicBezTo>
                    <a:pt x="455" y="4"/>
                    <a:pt x="455" y="3"/>
                    <a:pt x="455" y="2"/>
                  </a:cubicBezTo>
                  <a:close/>
                  <a:moveTo>
                    <a:pt x="454" y="5"/>
                  </a:moveTo>
                  <a:cubicBezTo>
                    <a:pt x="454" y="5"/>
                    <a:pt x="454" y="5"/>
                    <a:pt x="454" y="5"/>
                  </a:cubicBezTo>
                  <a:lnTo>
                    <a:pt x="60" y="637"/>
                  </a:lnTo>
                  <a:cubicBezTo>
                    <a:pt x="1" y="733"/>
                    <a:pt x="1" y="853"/>
                    <a:pt x="60" y="948"/>
                  </a:cubicBezTo>
                  <a:lnTo>
                    <a:pt x="357" y="1426"/>
                  </a:lnTo>
                  <a:lnTo>
                    <a:pt x="513" y="1174"/>
                  </a:lnTo>
                  <a:cubicBezTo>
                    <a:pt x="530" y="1144"/>
                    <a:pt x="530" y="1106"/>
                    <a:pt x="513" y="1077"/>
                  </a:cubicBezTo>
                  <a:lnTo>
                    <a:pt x="247" y="650"/>
                  </a:lnTo>
                  <a:cubicBezTo>
                    <a:pt x="187" y="555"/>
                    <a:pt x="187" y="433"/>
                    <a:pt x="247" y="339"/>
                  </a:cubicBezTo>
                  <a:lnTo>
                    <a:pt x="454" y="5"/>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27"/>
            <p:cNvSpPr/>
            <p:nvPr/>
          </p:nvSpPr>
          <p:spPr>
            <a:xfrm>
              <a:off x="1747082" y="1732888"/>
              <a:ext cx="98455" cy="97588"/>
            </a:xfrm>
            <a:custGeom>
              <a:rect b="b" l="l" r="r" t="t"/>
              <a:pathLst>
                <a:path extrusionOk="0" h="3038" w="3065">
                  <a:moveTo>
                    <a:pt x="2911" y="0"/>
                  </a:moveTo>
                  <a:cubicBezTo>
                    <a:pt x="2876" y="0"/>
                    <a:pt x="2840" y="14"/>
                    <a:pt x="2813" y="41"/>
                  </a:cubicBezTo>
                  <a:lnTo>
                    <a:pt x="55" y="2798"/>
                  </a:lnTo>
                  <a:cubicBezTo>
                    <a:pt x="0" y="2853"/>
                    <a:pt x="0" y="2942"/>
                    <a:pt x="55" y="2997"/>
                  </a:cubicBezTo>
                  <a:cubicBezTo>
                    <a:pt x="83" y="3023"/>
                    <a:pt x="119" y="3037"/>
                    <a:pt x="155" y="3037"/>
                  </a:cubicBezTo>
                  <a:cubicBezTo>
                    <a:pt x="191" y="3037"/>
                    <a:pt x="228" y="3026"/>
                    <a:pt x="252" y="2997"/>
                  </a:cubicBezTo>
                  <a:lnTo>
                    <a:pt x="3010" y="239"/>
                  </a:lnTo>
                  <a:cubicBezTo>
                    <a:pt x="3065" y="184"/>
                    <a:pt x="3065" y="96"/>
                    <a:pt x="3010" y="41"/>
                  </a:cubicBezTo>
                  <a:cubicBezTo>
                    <a:pt x="2983" y="14"/>
                    <a:pt x="2947" y="0"/>
                    <a:pt x="291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27"/>
            <p:cNvSpPr/>
            <p:nvPr/>
          </p:nvSpPr>
          <p:spPr>
            <a:xfrm>
              <a:off x="1777022" y="1750846"/>
              <a:ext cx="80467" cy="79632"/>
            </a:xfrm>
            <a:custGeom>
              <a:rect b="b" l="l" r="r" t="t"/>
              <a:pathLst>
                <a:path extrusionOk="0" h="2479" w="2505">
                  <a:moveTo>
                    <a:pt x="2352" y="0"/>
                  </a:moveTo>
                  <a:cubicBezTo>
                    <a:pt x="2316" y="0"/>
                    <a:pt x="2281" y="14"/>
                    <a:pt x="2253" y="42"/>
                  </a:cubicBezTo>
                  <a:lnTo>
                    <a:pt x="56" y="2239"/>
                  </a:lnTo>
                  <a:cubicBezTo>
                    <a:pt x="1" y="2294"/>
                    <a:pt x="1" y="2383"/>
                    <a:pt x="56" y="2438"/>
                  </a:cubicBezTo>
                  <a:cubicBezTo>
                    <a:pt x="82" y="2464"/>
                    <a:pt x="118" y="2478"/>
                    <a:pt x="154" y="2478"/>
                  </a:cubicBezTo>
                  <a:cubicBezTo>
                    <a:pt x="190" y="2478"/>
                    <a:pt x="226" y="2467"/>
                    <a:pt x="254" y="2438"/>
                  </a:cubicBezTo>
                  <a:lnTo>
                    <a:pt x="2451" y="239"/>
                  </a:lnTo>
                  <a:cubicBezTo>
                    <a:pt x="2505" y="184"/>
                    <a:pt x="2505" y="95"/>
                    <a:pt x="2451" y="42"/>
                  </a:cubicBezTo>
                  <a:cubicBezTo>
                    <a:pt x="2424" y="14"/>
                    <a:pt x="2388" y="0"/>
                    <a:pt x="235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25" name="Google Shape;4025;p27"/>
          <p:cNvGrpSpPr/>
          <p:nvPr/>
        </p:nvGrpSpPr>
        <p:grpSpPr>
          <a:xfrm>
            <a:off x="6023056" y="2835061"/>
            <a:ext cx="276073" cy="297658"/>
            <a:chOff x="6023056" y="2835061"/>
            <a:chExt cx="276073" cy="297658"/>
          </a:xfrm>
        </p:grpSpPr>
        <p:sp>
          <p:nvSpPr>
            <p:cNvPr id="4026" name="Google Shape;4026;p27"/>
            <p:cNvSpPr/>
            <p:nvPr/>
          </p:nvSpPr>
          <p:spPr>
            <a:xfrm>
              <a:off x="6078759" y="3050099"/>
              <a:ext cx="85735" cy="22711"/>
            </a:xfrm>
            <a:custGeom>
              <a:rect b="b" l="l" r="r" t="t"/>
              <a:pathLst>
                <a:path extrusionOk="0" h="707" w="2669">
                  <a:moveTo>
                    <a:pt x="0" y="0"/>
                  </a:moveTo>
                  <a:lnTo>
                    <a:pt x="267" y="610"/>
                  </a:lnTo>
                  <a:cubicBezTo>
                    <a:pt x="300" y="669"/>
                    <a:pt x="364" y="707"/>
                    <a:pt x="432" y="707"/>
                  </a:cubicBezTo>
                  <a:lnTo>
                    <a:pt x="2149" y="707"/>
                  </a:lnTo>
                  <a:cubicBezTo>
                    <a:pt x="2218" y="707"/>
                    <a:pt x="2282" y="669"/>
                    <a:pt x="2312" y="610"/>
                  </a:cubicBezTo>
                  <a:lnTo>
                    <a:pt x="2467" y="429"/>
                  </a:lnTo>
                  <a:lnTo>
                    <a:pt x="2668" y="55"/>
                  </a:lnTo>
                  <a:lnTo>
                    <a:pt x="2589" y="16"/>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27"/>
            <p:cNvSpPr/>
            <p:nvPr/>
          </p:nvSpPr>
          <p:spPr>
            <a:xfrm>
              <a:off x="6075868" y="3050002"/>
              <a:ext cx="82234" cy="23963"/>
            </a:xfrm>
            <a:custGeom>
              <a:rect b="b" l="l" r="r" t="t"/>
              <a:pathLst>
                <a:path extrusionOk="0" h="746" w="2560">
                  <a:moveTo>
                    <a:pt x="161" y="0"/>
                  </a:moveTo>
                  <a:lnTo>
                    <a:pt x="1" y="57"/>
                  </a:lnTo>
                  <a:lnTo>
                    <a:pt x="320" y="649"/>
                  </a:lnTo>
                  <a:cubicBezTo>
                    <a:pt x="354" y="708"/>
                    <a:pt x="417" y="746"/>
                    <a:pt x="485" y="746"/>
                  </a:cubicBezTo>
                  <a:lnTo>
                    <a:pt x="2278" y="746"/>
                  </a:lnTo>
                  <a:cubicBezTo>
                    <a:pt x="2346" y="746"/>
                    <a:pt x="2409" y="708"/>
                    <a:pt x="2441" y="649"/>
                  </a:cubicBezTo>
                  <a:lnTo>
                    <a:pt x="2560" y="430"/>
                  </a:lnTo>
                  <a:lnTo>
                    <a:pt x="1927" y="430"/>
                  </a:lnTo>
                  <a:cubicBezTo>
                    <a:pt x="1774" y="336"/>
                    <a:pt x="1593" y="281"/>
                    <a:pt x="1398" y="281"/>
                  </a:cubicBezTo>
                  <a:cubicBezTo>
                    <a:pt x="1204" y="281"/>
                    <a:pt x="1021" y="336"/>
                    <a:pt x="868" y="430"/>
                  </a:cubicBezTo>
                  <a:lnTo>
                    <a:pt x="652" y="430"/>
                  </a:lnTo>
                  <a:cubicBezTo>
                    <a:pt x="617" y="430"/>
                    <a:pt x="587" y="412"/>
                    <a:pt x="571" y="381"/>
                  </a:cubicBezTo>
                  <a:lnTo>
                    <a:pt x="396" y="57"/>
                  </a:lnTo>
                  <a:lnTo>
                    <a:pt x="16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27"/>
            <p:cNvSpPr/>
            <p:nvPr/>
          </p:nvSpPr>
          <p:spPr>
            <a:xfrm>
              <a:off x="6190455" y="3050613"/>
              <a:ext cx="86056" cy="21040"/>
            </a:xfrm>
            <a:custGeom>
              <a:rect b="b" l="l" r="r" t="t"/>
              <a:pathLst>
                <a:path extrusionOk="0" h="655" w="2679">
                  <a:moveTo>
                    <a:pt x="2609" y="0"/>
                  </a:moveTo>
                  <a:lnTo>
                    <a:pt x="1" y="2"/>
                  </a:lnTo>
                  <a:lnTo>
                    <a:pt x="290" y="558"/>
                  </a:lnTo>
                  <a:cubicBezTo>
                    <a:pt x="322" y="617"/>
                    <a:pt x="386" y="655"/>
                    <a:pt x="455" y="655"/>
                  </a:cubicBezTo>
                  <a:lnTo>
                    <a:pt x="2102" y="655"/>
                  </a:lnTo>
                  <a:cubicBezTo>
                    <a:pt x="2172" y="655"/>
                    <a:pt x="2233" y="617"/>
                    <a:pt x="2266" y="556"/>
                  </a:cubicBezTo>
                  <a:lnTo>
                    <a:pt x="2477" y="411"/>
                  </a:lnTo>
                  <a:lnTo>
                    <a:pt x="2679" y="38"/>
                  </a:lnTo>
                  <a:lnTo>
                    <a:pt x="26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27"/>
            <p:cNvSpPr/>
            <p:nvPr/>
          </p:nvSpPr>
          <p:spPr>
            <a:xfrm>
              <a:off x="6187949" y="3050613"/>
              <a:ext cx="82234" cy="23353"/>
            </a:xfrm>
            <a:custGeom>
              <a:rect b="b" l="l" r="r" t="t"/>
              <a:pathLst>
                <a:path extrusionOk="0" h="727" w="2560">
                  <a:moveTo>
                    <a:pt x="165" y="0"/>
                  </a:moveTo>
                  <a:lnTo>
                    <a:pt x="0" y="38"/>
                  </a:lnTo>
                  <a:lnTo>
                    <a:pt x="320" y="630"/>
                  </a:lnTo>
                  <a:cubicBezTo>
                    <a:pt x="354" y="689"/>
                    <a:pt x="416" y="727"/>
                    <a:pt x="485" y="727"/>
                  </a:cubicBezTo>
                  <a:lnTo>
                    <a:pt x="2277" y="727"/>
                  </a:lnTo>
                  <a:cubicBezTo>
                    <a:pt x="2346" y="727"/>
                    <a:pt x="2409" y="689"/>
                    <a:pt x="2441" y="630"/>
                  </a:cubicBezTo>
                  <a:lnTo>
                    <a:pt x="2560" y="411"/>
                  </a:lnTo>
                  <a:lnTo>
                    <a:pt x="1908" y="411"/>
                  </a:lnTo>
                  <a:cubicBezTo>
                    <a:pt x="1753" y="317"/>
                    <a:pt x="1572" y="262"/>
                    <a:pt x="1380" y="262"/>
                  </a:cubicBezTo>
                  <a:cubicBezTo>
                    <a:pt x="1186" y="262"/>
                    <a:pt x="1004" y="317"/>
                    <a:pt x="849" y="411"/>
                  </a:cubicBezTo>
                  <a:lnTo>
                    <a:pt x="652" y="411"/>
                  </a:lnTo>
                  <a:cubicBezTo>
                    <a:pt x="617" y="411"/>
                    <a:pt x="587" y="393"/>
                    <a:pt x="571" y="362"/>
                  </a:cubicBezTo>
                  <a:lnTo>
                    <a:pt x="396" y="38"/>
                  </a:lnTo>
                  <a:lnTo>
                    <a:pt x="16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27"/>
            <p:cNvSpPr/>
            <p:nvPr/>
          </p:nvSpPr>
          <p:spPr>
            <a:xfrm>
              <a:off x="6090709" y="3067381"/>
              <a:ext cx="62767" cy="64117"/>
            </a:xfrm>
            <a:custGeom>
              <a:rect b="b" l="l" r="r" t="t"/>
              <a:pathLst>
                <a:path extrusionOk="0" h="1996" w="1954">
                  <a:moveTo>
                    <a:pt x="937" y="1"/>
                  </a:moveTo>
                  <a:cubicBezTo>
                    <a:pt x="727" y="1"/>
                    <a:pt x="535" y="64"/>
                    <a:pt x="372" y="173"/>
                  </a:cubicBezTo>
                  <a:cubicBezTo>
                    <a:pt x="372" y="173"/>
                    <a:pt x="0" y="541"/>
                    <a:pt x="0" y="891"/>
                  </a:cubicBezTo>
                  <a:cubicBezTo>
                    <a:pt x="0" y="1453"/>
                    <a:pt x="416" y="1996"/>
                    <a:pt x="977" y="1996"/>
                  </a:cubicBezTo>
                  <a:cubicBezTo>
                    <a:pt x="1331" y="1996"/>
                    <a:pt x="1782" y="1580"/>
                    <a:pt x="1782" y="1580"/>
                  </a:cubicBezTo>
                  <a:cubicBezTo>
                    <a:pt x="1889" y="1419"/>
                    <a:pt x="1953" y="1225"/>
                    <a:pt x="1953" y="1016"/>
                  </a:cubicBezTo>
                  <a:cubicBezTo>
                    <a:pt x="1953" y="455"/>
                    <a:pt x="1499" y="1"/>
                    <a:pt x="93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27"/>
            <p:cNvSpPr/>
            <p:nvPr/>
          </p:nvSpPr>
          <p:spPr>
            <a:xfrm>
              <a:off x="6088204" y="3072939"/>
              <a:ext cx="59780" cy="59780"/>
            </a:xfrm>
            <a:custGeom>
              <a:rect b="b" l="l" r="r" t="t"/>
              <a:pathLst>
                <a:path extrusionOk="0" h="1861" w="1861">
                  <a:moveTo>
                    <a:pt x="450" y="0"/>
                  </a:moveTo>
                  <a:cubicBezTo>
                    <a:pt x="180" y="182"/>
                    <a:pt x="0" y="492"/>
                    <a:pt x="0" y="845"/>
                  </a:cubicBezTo>
                  <a:cubicBezTo>
                    <a:pt x="0" y="1406"/>
                    <a:pt x="455" y="1860"/>
                    <a:pt x="1015" y="1860"/>
                  </a:cubicBezTo>
                  <a:cubicBezTo>
                    <a:pt x="1368" y="1860"/>
                    <a:pt x="1678" y="1681"/>
                    <a:pt x="1860" y="1410"/>
                  </a:cubicBezTo>
                  <a:lnTo>
                    <a:pt x="1860" y="1410"/>
                  </a:lnTo>
                  <a:cubicBezTo>
                    <a:pt x="1698" y="1516"/>
                    <a:pt x="1504" y="1579"/>
                    <a:pt x="1294" y="1579"/>
                  </a:cubicBezTo>
                  <a:cubicBezTo>
                    <a:pt x="733" y="1579"/>
                    <a:pt x="278" y="1125"/>
                    <a:pt x="278" y="565"/>
                  </a:cubicBezTo>
                  <a:cubicBezTo>
                    <a:pt x="278" y="355"/>
                    <a:pt x="342" y="161"/>
                    <a:pt x="45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27"/>
            <p:cNvSpPr/>
            <p:nvPr/>
          </p:nvSpPr>
          <p:spPr>
            <a:xfrm>
              <a:off x="6112458" y="3090928"/>
              <a:ext cx="17443" cy="17507"/>
            </a:xfrm>
            <a:custGeom>
              <a:rect b="b" l="l" r="r" t="t"/>
              <a:pathLst>
                <a:path extrusionOk="0" h="545" w="543">
                  <a:moveTo>
                    <a:pt x="260" y="0"/>
                  </a:moveTo>
                  <a:cubicBezTo>
                    <a:pt x="231" y="0"/>
                    <a:pt x="205" y="5"/>
                    <a:pt x="177" y="13"/>
                  </a:cubicBezTo>
                  <a:cubicBezTo>
                    <a:pt x="177" y="13"/>
                    <a:pt x="1" y="161"/>
                    <a:pt x="1" y="288"/>
                  </a:cubicBezTo>
                  <a:cubicBezTo>
                    <a:pt x="1" y="445"/>
                    <a:pt x="107" y="545"/>
                    <a:pt x="261" y="545"/>
                  </a:cubicBezTo>
                  <a:cubicBezTo>
                    <a:pt x="389" y="545"/>
                    <a:pt x="529" y="364"/>
                    <a:pt x="529" y="364"/>
                  </a:cubicBezTo>
                  <a:cubicBezTo>
                    <a:pt x="538" y="340"/>
                    <a:pt x="542" y="314"/>
                    <a:pt x="542" y="283"/>
                  </a:cubicBezTo>
                  <a:cubicBezTo>
                    <a:pt x="542" y="128"/>
                    <a:pt x="416" y="0"/>
                    <a:pt x="26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27"/>
            <p:cNvSpPr/>
            <p:nvPr/>
          </p:nvSpPr>
          <p:spPr>
            <a:xfrm>
              <a:off x="6111719" y="3091346"/>
              <a:ext cx="17796" cy="17732"/>
            </a:xfrm>
            <a:custGeom>
              <a:rect b="b" l="l" r="r" t="t"/>
              <a:pathLst>
                <a:path extrusionOk="0" h="552" w="554">
                  <a:moveTo>
                    <a:pt x="200" y="0"/>
                  </a:moveTo>
                  <a:lnTo>
                    <a:pt x="200" y="0"/>
                  </a:lnTo>
                  <a:cubicBezTo>
                    <a:pt x="85" y="37"/>
                    <a:pt x="1" y="144"/>
                    <a:pt x="1" y="270"/>
                  </a:cubicBezTo>
                  <a:cubicBezTo>
                    <a:pt x="1" y="426"/>
                    <a:pt x="128" y="552"/>
                    <a:pt x="283" y="552"/>
                  </a:cubicBezTo>
                  <a:cubicBezTo>
                    <a:pt x="410" y="552"/>
                    <a:pt x="517" y="469"/>
                    <a:pt x="554" y="354"/>
                  </a:cubicBezTo>
                  <a:lnTo>
                    <a:pt x="554" y="354"/>
                  </a:lnTo>
                  <a:cubicBezTo>
                    <a:pt x="526" y="362"/>
                    <a:pt x="499" y="367"/>
                    <a:pt x="470" y="367"/>
                  </a:cubicBezTo>
                  <a:cubicBezTo>
                    <a:pt x="313" y="367"/>
                    <a:pt x="187" y="239"/>
                    <a:pt x="187" y="84"/>
                  </a:cubicBezTo>
                  <a:cubicBezTo>
                    <a:pt x="187" y="55"/>
                    <a:pt x="192" y="28"/>
                    <a:pt x="20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27"/>
            <p:cNvSpPr/>
            <p:nvPr/>
          </p:nvSpPr>
          <p:spPr>
            <a:xfrm>
              <a:off x="6202116" y="3067381"/>
              <a:ext cx="62767" cy="64117"/>
            </a:xfrm>
            <a:custGeom>
              <a:rect b="b" l="l" r="r" t="t"/>
              <a:pathLst>
                <a:path extrusionOk="0" h="1996" w="1954">
                  <a:moveTo>
                    <a:pt x="939" y="1"/>
                  </a:moveTo>
                  <a:cubicBezTo>
                    <a:pt x="728" y="1"/>
                    <a:pt x="535" y="64"/>
                    <a:pt x="373" y="173"/>
                  </a:cubicBezTo>
                  <a:cubicBezTo>
                    <a:pt x="373" y="173"/>
                    <a:pt x="1" y="541"/>
                    <a:pt x="1" y="891"/>
                  </a:cubicBezTo>
                  <a:cubicBezTo>
                    <a:pt x="1" y="1453"/>
                    <a:pt x="416" y="1996"/>
                    <a:pt x="978" y="1996"/>
                  </a:cubicBezTo>
                  <a:cubicBezTo>
                    <a:pt x="1331" y="1996"/>
                    <a:pt x="1783" y="1580"/>
                    <a:pt x="1783" y="1580"/>
                  </a:cubicBezTo>
                  <a:cubicBezTo>
                    <a:pt x="1890" y="1419"/>
                    <a:pt x="1954" y="1225"/>
                    <a:pt x="1954" y="1016"/>
                  </a:cubicBezTo>
                  <a:cubicBezTo>
                    <a:pt x="1954" y="455"/>
                    <a:pt x="1499" y="1"/>
                    <a:pt x="93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27"/>
            <p:cNvSpPr/>
            <p:nvPr/>
          </p:nvSpPr>
          <p:spPr>
            <a:xfrm>
              <a:off x="6199610" y="3072939"/>
              <a:ext cx="59780" cy="59780"/>
            </a:xfrm>
            <a:custGeom>
              <a:rect b="b" l="l" r="r" t="t"/>
              <a:pathLst>
                <a:path extrusionOk="0" h="1861" w="1861">
                  <a:moveTo>
                    <a:pt x="452" y="0"/>
                  </a:moveTo>
                  <a:lnTo>
                    <a:pt x="452" y="0"/>
                  </a:lnTo>
                  <a:cubicBezTo>
                    <a:pt x="180" y="182"/>
                    <a:pt x="1" y="492"/>
                    <a:pt x="1" y="845"/>
                  </a:cubicBezTo>
                  <a:cubicBezTo>
                    <a:pt x="1" y="1406"/>
                    <a:pt x="455" y="1860"/>
                    <a:pt x="1017" y="1860"/>
                  </a:cubicBezTo>
                  <a:cubicBezTo>
                    <a:pt x="1369" y="1860"/>
                    <a:pt x="1679" y="1681"/>
                    <a:pt x="1861" y="1410"/>
                  </a:cubicBezTo>
                  <a:lnTo>
                    <a:pt x="1861" y="1410"/>
                  </a:lnTo>
                  <a:cubicBezTo>
                    <a:pt x="1699" y="1516"/>
                    <a:pt x="1503" y="1579"/>
                    <a:pt x="1295" y="1579"/>
                  </a:cubicBezTo>
                  <a:cubicBezTo>
                    <a:pt x="735" y="1579"/>
                    <a:pt x="280" y="1125"/>
                    <a:pt x="280" y="565"/>
                  </a:cubicBezTo>
                  <a:cubicBezTo>
                    <a:pt x="280" y="355"/>
                    <a:pt x="344" y="161"/>
                    <a:pt x="45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27"/>
            <p:cNvSpPr/>
            <p:nvPr/>
          </p:nvSpPr>
          <p:spPr>
            <a:xfrm>
              <a:off x="6223896" y="3090928"/>
              <a:ext cx="17378" cy="17507"/>
            </a:xfrm>
            <a:custGeom>
              <a:rect b="b" l="l" r="r" t="t"/>
              <a:pathLst>
                <a:path extrusionOk="0" h="545" w="541">
                  <a:moveTo>
                    <a:pt x="258" y="0"/>
                  </a:moveTo>
                  <a:cubicBezTo>
                    <a:pt x="229" y="0"/>
                    <a:pt x="203" y="5"/>
                    <a:pt x="176" y="13"/>
                  </a:cubicBezTo>
                  <a:cubicBezTo>
                    <a:pt x="176" y="13"/>
                    <a:pt x="0" y="161"/>
                    <a:pt x="0" y="288"/>
                  </a:cubicBezTo>
                  <a:cubicBezTo>
                    <a:pt x="0" y="445"/>
                    <a:pt x="105" y="545"/>
                    <a:pt x="261" y="545"/>
                  </a:cubicBezTo>
                  <a:cubicBezTo>
                    <a:pt x="387" y="545"/>
                    <a:pt x="527" y="364"/>
                    <a:pt x="527" y="364"/>
                  </a:cubicBezTo>
                  <a:cubicBezTo>
                    <a:pt x="537" y="340"/>
                    <a:pt x="540" y="314"/>
                    <a:pt x="540" y="283"/>
                  </a:cubicBezTo>
                  <a:cubicBezTo>
                    <a:pt x="540" y="128"/>
                    <a:pt x="414" y="0"/>
                    <a:pt x="25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27"/>
            <p:cNvSpPr/>
            <p:nvPr/>
          </p:nvSpPr>
          <p:spPr>
            <a:xfrm>
              <a:off x="6223093" y="3091346"/>
              <a:ext cx="17796" cy="17732"/>
            </a:xfrm>
            <a:custGeom>
              <a:rect b="b" l="l" r="r" t="t"/>
              <a:pathLst>
                <a:path extrusionOk="0" h="552" w="554">
                  <a:moveTo>
                    <a:pt x="201" y="0"/>
                  </a:moveTo>
                  <a:cubicBezTo>
                    <a:pt x="85" y="37"/>
                    <a:pt x="1" y="144"/>
                    <a:pt x="1" y="270"/>
                  </a:cubicBezTo>
                  <a:cubicBezTo>
                    <a:pt x="1" y="426"/>
                    <a:pt x="128" y="552"/>
                    <a:pt x="283" y="552"/>
                  </a:cubicBezTo>
                  <a:cubicBezTo>
                    <a:pt x="410" y="552"/>
                    <a:pt x="518" y="469"/>
                    <a:pt x="554" y="354"/>
                  </a:cubicBezTo>
                  <a:lnTo>
                    <a:pt x="554" y="354"/>
                  </a:lnTo>
                  <a:cubicBezTo>
                    <a:pt x="528" y="362"/>
                    <a:pt x="499" y="367"/>
                    <a:pt x="470" y="367"/>
                  </a:cubicBezTo>
                  <a:cubicBezTo>
                    <a:pt x="315" y="367"/>
                    <a:pt x="188" y="239"/>
                    <a:pt x="188" y="84"/>
                  </a:cubicBezTo>
                  <a:cubicBezTo>
                    <a:pt x="188" y="55"/>
                    <a:pt x="192" y="28"/>
                    <a:pt x="20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27"/>
            <p:cNvSpPr/>
            <p:nvPr/>
          </p:nvSpPr>
          <p:spPr>
            <a:xfrm>
              <a:off x="6218596" y="2996163"/>
              <a:ext cx="73689" cy="36555"/>
            </a:xfrm>
            <a:custGeom>
              <a:rect b="b" l="l" r="r" t="t"/>
              <a:pathLst>
                <a:path extrusionOk="0" h="1138" w="2294">
                  <a:moveTo>
                    <a:pt x="2156" y="0"/>
                  </a:moveTo>
                  <a:cubicBezTo>
                    <a:pt x="2013" y="1"/>
                    <a:pt x="332" y="32"/>
                    <a:pt x="129" y="84"/>
                  </a:cubicBezTo>
                  <a:cubicBezTo>
                    <a:pt x="0" y="119"/>
                    <a:pt x="74" y="222"/>
                    <a:pt x="74" y="222"/>
                  </a:cubicBezTo>
                  <a:cubicBezTo>
                    <a:pt x="254" y="511"/>
                    <a:pt x="325" y="706"/>
                    <a:pt x="451" y="1138"/>
                  </a:cubicBezTo>
                  <a:lnTo>
                    <a:pt x="1953" y="1122"/>
                  </a:lnTo>
                  <a:lnTo>
                    <a:pt x="2078" y="877"/>
                  </a:lnTo>
                  <a:lnTo>
                    <a:pt x="2293" y="62"/>
                  </a:lnTo>
                  <a:lnTo>
                    <a:pt x="2156"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27"/>
            <p:cNvSpPr/>
            <p:nvPr/>
          </p:nvSpPr>
          <p:spPr>
            <a:xfrm>
              <a:off x="6218178" y="2999182"/>
              <a:ext cx="67232" cy="36523"/>
            </a:xfrm>
            <a:custGeom>
              <a:rect b="b" l="l" r="r" t="t"/>
              <a:pathLst>
                <a:path extrusionOk="0" h="1137" w="2093">
                  <a:moveTo>
                    <a:pt x="153" y="1"/>
                  </a:moveTo>
                  <a:cubicBezTo>
                    <a:pt x="137" y="1"/>
                    <a:pt x="122" y="3"/>
                    <a:pt x="109" y="7"/>
                  </a:cubicBezTo>
                  <a:cubicBezTo>
                    <a:pt x="92" y="15"/>
                    <a:pt x="0" y="139"/>
                    <a:pt x="0" y="139"/>
                  </a:cubicBezTo>
                  <a:cubicBezTo>
                    <a:pt x="178" y="429"/>
                    <a:pt x="274" y="652"/>
                    <a:pt x="403" y="1080"/>
                  </a:cubicBezTo>
                  <a:lnTo>
                    <a:pt x="424" y="1137"/>
                  </a:lnTo>
                  <a:lnTo>
                    <a:pt x="1988" y="1137"/>
                  </a:lnTo>
                  <a:lnTo>
                    <a:pt x="2013" y="1080"/>
                  </a:lnTo>
                  <a:lnTo>
                    <a:pt x="2092" y="782"/>
                  </a:lnTo>
                  <a:lnTo>
                    <a:pt x="678" y="782"/>
                  </a:lnTo>
                  <a:cubicBezTo>
                    <a:pt x="636" y="782"/>
                    <a:pt x="600" y="754"/>
                    <a:pt x="587" y="717"/>
                  </a:cubicBezTo>
                  <a:cubicBezTo>
                    <a:pt x="500" y="430"/>
                    <a:pt x="424" y="239"/>
                    <a:pt x="325" y="48"/>
                  </a:cubicBezTo>
                  <a:cubicBezTo>
                    <a:pt x="325" y="48"/>
                    <a:pt x="230" y="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27"/>
            <p:cNvSpPr/>
            <p:nvPr/>
          </p:nvSpPr>
          <p:spPr>
            <a:xfrm>
              <a:off x="6042909" y="3041008"/>
              <a:ext cx="35078" cy="42980"/>
            </a:xfrm>
            <a:custGeom>
              <a:rect b="b" l="l" r="r" t="t"/>
              <a:pathLst>
                <a:path extrusionOk="0" h="1338" w="1092">
                  <a:moveTo>
                    <a:pt x="662" y="1"/>
                  </a:moveTo>
                  <a:lnTo>
                    <a:pt x="0" y="1145"/>
                  </a:lnTo>
                  <a:lnTo>
                    <a:pt x="372" y="1337"/>
                  </a:lnTo>
                  <a:lnTo>
                    <a:pt x="707" y="891"/>
                  </a:lnTo>
                  <a:lnTo>
                    <a:pt x="1092" y="2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27"/>
            <p:cNvSpPr/>
            <p:nvPr/>
          </p:nvSpPr>
          <p:spPr>
            <a:xfrm>
              <a:off x="6041238" y="3039209"/>
              <a:ext cx="29135" cy="45775"/>
            </a:xfrm>
            <a:custGeom>
              <a:rect b="b" l="l" r="r" t="t"/>
              <a:pathLst>
                <a:path extrusionOk="0" h="1425" w="907">
                  <a:moveTo>
                    <a:pt x="660" y="1"/>
                  </a:moveTo>
                  <a:lnTo>
                    <a:pt x="0" y="1144"/>
                  </a:lnTo>
                  <a:lnTo>
                    <a:pt x="485" y="1425"/>
                  </a:lnTo>
                  <a:lnTo>
                    <a:pt x="760" y="947"/>
                  </a:lnTo>
                  <a:lnTo>
                    <a:pt x="602" y="856"/>
                  </a:lnTo>
                  <a:cubicBezTo>
                    <a:pt x="557" y="831"/>
                    <a:pt x="543" y="775"/>
                    <a:pt x="569" y="730"/>
                  </a:cubicBezTo>
                  <a:lnTo>
                    <a:pt x="906" y="144"/>
                  </a:lnTo>
                  <a:lnTo>
                    <a:pt x="66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27"/>
            <p:cNvSpPr/>
            <p:nvPr/>
          </p:nvSpPr>
          <p:spPr>
            <a:xfrm>
              <a:off x="6024630" y="3066610"/>
              <a:ext cx="45742" cy="35817"/>
            </a:xfrm>
            <a:custGeom>
              <a:rect b="b" l="l" r="r" t="t"/>
              <a:pathLst>
                <a:path extrusionOk="0" h="1115" w="1424">
                  <a:moveTo>
                    <a:pt x="433" y="1"/>
                  </a:moveTo>
                  <a:cubicBezTo>
                    <a:pt x="336" y="1"/>
                    <a:pt x="241" y="51"/>
                    <a:pt x="190" y="141"/>
                  </a:cubicBezTo>
                  <a:lnTo>
                    <a:pt x="76" y="311"/>
                  </a:lnTo>
                  <a:cubicBezTo>
                    <a:pt x="0" y="445"/>
                    <a:pt x="45" y="615"/>
                    <a:pt x="178" y="692"/>
                  </a:cubicBezTo>
                  <a:lnTo>
                    <a:pt x="836" y="1079"/>
                  </a:lnTo>
                  <a:cubicBezTo>
                    <a:pt x="879" y="1103"/>
                    <a:pt x="927" y="1115"/>
                    <a:pt x="974" y="1115"/>
                  </a:cubicBezTo>
                  <a:cubicBezTo>
                    <a:pt x="1071" y="1115"/>
                    <a:pt x="1165" y="1065"/>
                    <a:pt x="1216" y="973"/>
                  </a:cubicBezTo>
                  <a:lnTo>
                    <a:pt x="1241" y="967"/>
                  </a:lnTo>
                  <a:lnTo>
                    <a:pt x="1348" y="783"/>
                  </a:lnTo>
                  <a:cubicBezTo>
                    <a:pt x="1423" y="649"/>
                    <a:pt x="1378" y="479"/>
                    <a:pt x="1245" y="401"/>
                  </a:cubicBezTo>
                  <a:lnTo>
                    <a:pt x="601" y="31"/>
                  </a:lnTo>
                  <a:lnTo>
                    <a:pt x="572" y="38"/>
                  </a:lnTo>
                  <a:cubicBezTo>
                    <a:pt x="528" y="13"/>
                    <a:pt x="480" y="1"/>
                    <a:pt x="43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27"/>
            <p:cNvSpPr/>
            <p:nvPr/>
          </p:nvSpPr>
          <p:spPr>
            <a:xfrm>
              <a:off x="6023056" y="3065261"/>
              <a:ext cx="41438" cy="38354"/>
            </a:xfrm>
            <a:custGeom>
              <a:rect b="b" l="l" r="r" t="t"/>
              <a:pathLst>
                <a:path extrusionOk="0" h="1194" w="1290">
                  <a:moveTo>
                    <a:pt x="453" y="0"/>
                  </a:moveTo>
                  <a:cubicBezTo>
                    <a:pt x="356" y="0"/>
                    <a:pt x="262" y="51"/>
                    <a:pt x="210" y="141"/>
                  </a:cubicBezTo>
                  <a:lnTo>
                    <a:pt x="78" y="369"/>
                  </a:lnTo>
                  <a:cubicBezTo>
                    <a:pt x="0" y="503"/>
                    <a:pt x="46" y="673"/>
                    <a:pt x="181" y="752"/>
                  </a:cubicBezTo>
                  <a:lnTo>
                    <a:pt x="883" y="1157"/>
                  </a:lnTo>
                  <a:cubicBezTo>
                    <a:pt x="927" y="1182"/>
                    <a:pt x="974" y="1194"/>
                    <a:pt x="1021" y="1194"/>
                  </a:cubicBezTo>
                  <a:cubicBezTo>
                    <a:pt x="1118" y="1194"/>
                    <a:pt x="1213" y="1143"/>
                    <a:pt x="1265" y="1053"/>
                  </a:cubicBezTo>
                  <a:lnTo>
                    <a:pt x="1290" y="1009"/>
                  </a:lnTo>
                  <a:lnTo>
                    <a:pt x="485" y="545"/>
                  </a:lnTo>
                  <a:cubicBezTo>
                    <a:pt x="442" y="521"/>
                    <a:pt x="427" y="463"/>
                    <a:pt x="452" y="419"/>
                  </a:cubicBezTo>
                  <a:lnTo>
                    <a:pt x="651" y="73"/>
                  </a:lnTo>
                  <a:lnTo>
                    <a:pt x="592" y="38"/>
                  </a:lnTo>
                  <a:cubicBezTo>
                    <a:pt x="548" y="12"/>
                    <a:pt x="500" y="0"/>
                    <a:pt x="4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27"/>
            <p:cNvSpPr/>
            <p:nvPr/>
          </p:nvSpPr>
          <p:spPr>
            <a:xfrm>
              <a:off x="6048370" y="2855620"/>
              <a:ext cx="248371" cy="175903"/>
            </a:xfrm>
            <a:custGeom>
              <a:rect b="b" l="l" r="r" t="t"/>
              <a:pathLst>
                <a:path extrusionOk="0" h="5476" w="7732">
                  <a:moveTo>
                    <a:pt x="5430" y="0"/>
                  </a:moveTo>
                  <a:lnTo>
                    <a:pt x="4509" y="89"/>
                  </a:lnTo>
                  <a:cubicBezTo>
                    <a:pt x="4509" y="89"/>
                    <a:pt x="4426" y="2173"/>
                    <a:pt x="3105" y="3159"/>
                  </a:cubicBezTo>
                  <a:cubicBezTo>
                    <a:pt x="3105" y="3159"/>
                    <a:pt x="2397" y="3557"/>
                    <a:pt x="2120" y="3557"/>
                  </a:cubicBezTo>
                  <a:lnTo>
                    <a:pt x="1679" y="3501"/>
                  </a:lnTo>
                  <a:lnTo>
                    <a:pt x="699" y="3676"/>
                  </a:lnTo>
                  <a:cubicBezTo>
                    <a:pt x="577" y="3700"/>
                    <a:pt x="466" y="3748"/>
                    <a:pt x="369" y="3812"/>
                  </a:cubicBezTo>
                  <a:cubicBezTo>
                    <a:pt x="105" y="3983"/>
                    <a:pt x="7" y="4557"/>
                    <a:pt x="7" y="4885"/>
                  </a:cubicBezTo>
                  <a:lnTo>
                    <a:pt x="1" y="5475"/>
                  </a:lnTo>
                  <a:lnTo>
                    <a:pt x="3319" y="5456"/>
                  </a:lnTo>
                  <a:lnTo>
                    <a:pt x="4890" y="4680"/>
                  </a:lnTo>
                  <a:cubicBezTo>
                    <a:pt x="5321" y="4458"/>
                    <a:pt x="5799" y="4382"/>
                    <a:pt x="6284" y="4382"/>
                  </a:cubicBezTo>
                  <a:lnTo>
                    <a:pt x="7037" y="4382"/>
                  </a:lnTo>
                  <a:lnTo>
                    <a:pt x="7469" y="4371"/>
                  </a:lnTo>
                  <a:cubicBezTo>
                    <a:pt x="7684" y="3686"/>
                    <a:pt x="7731" y="3147"/>
                    <a:pt x="7523" y="2460"/>
                  </a:cubicBezTo>
                  <a:cubicBezTo>
                    <a:pt x="7523" y="2460"/>
                    <a:pt x="7327" y="1590"/>
                    <a:pt x="7327" y="1144"/>
                  </a:cubicBezTo>
                  <a:lnTo>
                    <a:pt x="7325" y="765"/>
                  </a:lnTo>
                  <a:cubicBezTo>
                    <a:pt x="7320" y="634"/>
                    <a:pt x="7230" y="520"/>
                    <a:pt x="7103" y="491"/>
                  </a:cubicBezTo>
                  <a:lnTo>
                    <a:pt x="6848" y="323"/>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27"/>
            <p:cNvSpPr/>
            <p:nvPr/>
          </p:nvSpPr>
          <p:spPr>
            <a:xfrm>
              <a:off x="6046282" y="2978013"/>
              <a:ext cx="231378" cy="57692"/>
            </a:xfrm>
            <a:custGeom>
              <a:rect b="b" l="l" r="r" t="t"/>
              <a:pathLst>
                <a:path extrusionOk="0" h="1796" w="7203">
                  <a:moveTo>
                    <a:pt x="432" y="0"/>
                  </a:moveTo>
                  <a:lnTo>
                    <a:pt x="432" y="0"/>
                  </a:lnTo>
                  <a:cubicBezTo>
                    <a:pt x="170" y="171"/>
                    <a:pt x="1" y="465"/>
                    <a:pt x="1" y="792"/>
                  </a:cubicBezTo>
                  <a:lnTo>
                    <a:pt x="1" y="1738"/>
                  </a:lnTo>
                  <a:lnTo>
                    <a:pt x="83" y="1793"/>
                  </a:lnTo>
                  <a:lnTo>
                    <a:pt x="3383" y="1796"/>
                  </a:lnTo>
                  <a:lnTo>
                    <a:pt x="3458" y="1738"/>
                  </a:lnTo>
                  <a:lnTo>
                    <a:pt x="3998" y="1457"/>
                  </a:lnTo>
                  <a:lnTo>
                    <a:pt x="4952" y="963"/>
                  </a:lnTo>
                  <a:cubicBezTo>
                    <a:pt x="5382" y="740"/>
                    <a:pt x="5859" y="624"/>
                    <a:pt x="6344" y="624"/>
                  </a:cubicBezTo>
                  <a:lnTo>
                    <a:pt x="7097" y="624"/>
                  </a:lnTo>
                  <a:lnTo>
                    <a:pt x="7203" y="472"/>
                  </a:lnTo>
                  <a:lnTo>
                    <a:pt x="7174" y="348"/>
                  </a:lnTo>
                  <a:lnTo>
                    <a:pt x="6272" y="348"/>
                  </a:lnTo>
                  <a:cubicBezTo>
                    <a:pt x="5787" y="348"/>
                    <a:pt x="5309" y="464"/>
                    <a:pt x="4879" y="685"/>
                  </a:cubicBezTo>
                  <a:lnTo>
                    <a:pt x="3446" y="1428"/>
                  </a:lnTo>
                  <a:cubicBezTo>
                    <a:pt x="3406" y="1448"/>
                    <a:pt x="3362" y="1458"/>
                    <a:pt x="3317" y="1458"/>
                  </a:cubicBezTo>
                  <a:lnTo>
                    <a:pt x="373" y="1458"/>
                  </a:lnTo>
                  <a:cubicBezTo>
                    <a:pt x="322" y="1458"/>
                    <a:pt x="279" y="1416"/>
                    <a:pt x="279" y="1364"/>
                  </a:cubicBezTo>
                  <a:lnTo>
                    <a:pt x="279" y="514"/>
                  </a:lnTo>
                  <a:cubicBezTo>
                    <a:pt x="279" y="326"/>
                    <a:pt x="335" y="150"/>
                    <a:pt x="43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27"/>
            <p:cNvSpPr/>
            <p:nvPr/>
          </p:nvSpPr>
          <p:spPr>
            <a:xfrm>
              <a:off x="6107157" y="2835061"/>
              <a:ext cx="112011" cy="145900"/>
            </a:xfrm>
            <a:custGeom>
              <a:rect b="b" l="l" r="r" t="t"/>
              <a:pathLst>
                <a:path extrusionOk="0" h="4542" w="3487">
                  <a:moveTo>
                    <a:pt x="2693" y="0"/>
                  </a:moveTo>
                  <a:cubicBezTo>
                    <a:pt x="2544" y="0"/>
                    <a:pt x="2421" y="116"/>
                    <a:pt x="2414" y="264"/>
                  </a:cubicBezTo>
                  <a:cubicBezTo>
                    <a:pt x="2350" y="1374"/>
                    <a:pt x="1900" y="2707"/>
                    <a:pt x="1166" y="3483"/>
                  </a:cubicBezTo>
                  <a:cubicBezTo>
                    <a:pt x="885" y="3780"/>
                    <a:pt x="525" y="3989"/>
                    <a:pt x="131" y="4086"/>
                  </a:cubicBezTo>
                  <a:cubicBezTo>
                    <a:pt x="83" y="4097"/>
                    <a:pt x="1" y="4141"/>
                    <a:pt x="1" y="4141"/>
                  </a:cubicBezTo>
                  <a:cubicBezTo>
                    <a:pt x="94" y="4395"/>
                    <a:pt x="325" y="4541"/>
                    <a:pt x="580" y="4541"/>
                  </a:cubicBezTo>
                  <a:cubicBezTo>
                    <a:pt x="645" y="4541"/>
                    <a:pt x="713" y="4531"/>
                    <a:pt x="780" y="4511"/>
                  </a:cubicBezTo>
                  <a:cubicBezTo>
                    <a:pt x="1095" y="4417"/>
                    <a:pt x="1428" y="4265"/>
                    <a:pt x="1825" y="3970"/>
                  </a:cubicBezTo>
                  <a:cubicBezTo>
                    <a:pt x="2753" y="3281"/>
                    <a:pt x="3338" y="2163"/>
                    <a:pt x="3461" y="624"/>
                  </a:cubicBezTo>
                  <a:cubicBezTo>
                    <a:pt x="3487" y="288"/>
                    <a:pt x="3222" y="0"/>
                    <a:pt x="288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27"/>
            <p:cNvSpPr/>
            <p:nvPr/>
          </p:nvSpPr>
          <p:spPr>
            <a:xfrm>
              <a:off x="6175389" y="2869851"/>
              <a:ext cx="46481" cy="14584"/>
            </a:xfrm>
            <a:custGeom>
              <a:rect b="b" l="l" r="r" t="t"/>
              <a:pathLst>
                <a:path extrusionOk="0" h="454" w="1447">
                  <a:moveTo>
                    <a:pt x="150" y="0"/>
                  </a:moveTo>
                  <a:cubicBezTo>
                    <a:pt x="82" y="0"/>
                    <a:pt x="21" y="49"/>
                    <a:pt x="12" y="119"/>
                  </a:cubicBezTo>
                  <a:cubicBezTo>
                    <a:pt x="0" y="194"/>
                    <a:pt x="53" y="267"/>
                    <a:pt x="129" y="278"/>
                  </a:cubicBezTo>
                  <a:lnTo>
                    <a:pt x="1276" y="452"/>
                  </a:lnTo>
                  <a:cubicBezTo>
                    <a:pt x="1283" y="453"/>
                    <a:pt x="1290" y="453"/>
                    <a:pt x="1298" y="453"/>
                  </a:cubicBezTo>
                  <a:cubicBezTo>
                    <a:pt x="1366" y="453"/>
                    <a:pt x="1425" y="404"/>
                    <a:pt x="1435" y="335"/>
                  </a:cubicBezTo>
                  <a:cubicBezTo>
                    <a:pt x="1447" y="258"/>
                    <a:pt x="1395" y="186"/>
                    <a:pt x="1318" y="175"/>
                  </a:cubicBezTo>
                  <a:lnTo>
                    <a:pt x="171" y="2"/>
                  </a:lnTo>
                  <a:cubicBezTo>
                    <a:pt x="164" y="1"/>
                    <a:pt x="157" y="0"/>
                    <a:pt x="15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27"/>
            <p:cNvSpPr/>
            <p:nvPr/>
          </p:nvSpPr>
          <p:spPr>
            <a:xfrm>
              <a:off x="6167261" y="2895647"/>
              <a:ext cx="42723" cy="21554"/>
            </a:xfrm>
            <a:custGeom>
              <a:rect b="b" l="l" r="r" t="t"/>
              <a:pathLst>
                <a:path extrusionOk="0" h="671" w="1330">
                  <a:moveTo>
                    <a:pt x="159" y="1"/>
                  </a:moveTo>
                  <a:cubicBezTo>
                    <a:pt x="103" y="1"/>
                    <a:pt x="50" y="35"/>
                    <a:pt x="29" y="90"/>
                  </a:cubicBezTo>
                  <a:cubicBezTo>
                    <a:pt x="0" y="163"/>
                    <a:pt x="36" y="244"/>
                    <a:pt x="109" y="271"/>
                  </a:cubicBezTo>
                  <a:lnTo>
                    <a:pt x="1119" y="662"/>
                  </a:lnTo>
                  <a:cubicBezTo>
                    <a:pt x="1135" y="668"/>
                    <a:pt x="1152" y="671"/>
                    <a:pt x="1170" y="671"/>
                  </a:cubicBezTo>
                  <a:cubicBezTo>
                    <a:pt x="1225" y="671"/>
                    <a:pt x="1278" y="636"/>
                    <a:pt x="1300" y="583"/>
                  </a:cubicBezTo>
                  <a:cubicBezTo>
                    <a:pt x="1329" y="510"/>
                    <a:pt x="1293" y="429"/>
                    <a:pt x="1221" y="402"/>
                  </a:cubicBezTo>
                  <a:lnTo>
                    <a:pt x="210" y="11"/>
                  </a:lnTo>
                  <a:cubicBezTo>
                    <a:pt x="193" y="4"/>
                    <a:pt x="176" y="1"/>
                    <a:pt x="15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27"/>
            <p:cNvSpPr/>
            <p:nvPr/>
          </p:nvSpPr>
          <p:spPr>
            <a:xfrm>
              <a:off x="6155986" y="2919836"/>
              <a:ext cx="35303" cy="26340"/>
            </a:xfrm>
            <a:custGeom>
              <a:rect b="b" l="l" r="r" t="t"/>
              <a:pathLst>
                <a:path extrusionOk="0" h="820" w="1099">
                  <a:moveTo>
                    <a:pt x="159" y="1"/>
                  </a:moveTo>
                  <a:cubicBezTo>
                    <a:pt x="115" y="1"/>
                    <a:pt x="71" y="22"/>
                    <a:pt x="44" y="61"/>
                  </a:cubicBezTo>
                  <a:cubicBezTo>
                    <a:pt x="1" y="125"/>
                    <a:pt x="17" y="212"/>
                    <a:pt x="80" y="255"/>
                  </a:cubicBezTo>
                  <a:lnTo>
                    <a:pt x="862" y="794"/>
                  </a:lnTo>
                  <a:cubicBezTo>
                    <a:pt x="887" y="813"/>
                    <a:pt x="914" y="820"/>
                    <a:pt x="942" y="820"/>
                  </a:cubicBezTo>
                  <a:cubicBezTo>
                    <a:pt x="985" y="820"/>
                    <a:pt x="1029" y="798"/>
                    <a:pt x="1055" y="758"/>
                  </a:cubicBezTo>
                  <a:cubicBezTo>
                    <a:pt x="1098" y="694"/>
                    <a:pt x="1082" y="607"/>
                    <a:pt x="1019" y="564"/>
                  </a:cubicBezTo>
                  <a:lnTo>
                    <a:pt x="237" y="25"/>
                  </a:lnTo>
                  <a:cubicBezTo>
                    <a:pt x="213" y="9"/>
                    <a:pt x="186" y="1"/>
                    <a:pt x="15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27"/>
            <p:cNvSpPr/>
            <p:nvPr/>
          </p:nvSpPr>
          <p:spPr>
            <a:xfrm>
              <a:off x="6119396" y="2957036"/>
              <a:ext cx="23289" cy="25666"/>
            </a:xfrm>
            <a:custGeom>
              <a:rect b="b" l="l" r="r" t="t"/>
              <a:pathLst>
                <a:path extrusionOk="0" h="799" w="725">
                  <a:moveTo>
                    <a:pt x="159" y="0"/>
                  </a:moveTo>
                  <a:cubicBezTo>
                    <a:pt x="128" y="0"/>
                    <a:pt x="97" y="11"/>
                    <a:pt x="71" y="31"/>
                  </a:cubicBezTo>
                  <a:cubicBezTo>
                    <a:pt x="9" y="79"/>
                    <a:pt x="1" y="166"/>
                    <a:pt x="48" y="228"/>
                  </a:cubicBezTo>
                  <a:lnTo>
                    <a:pt x="457" y="745"/>
                  </a:lnTo>
                  <a:cubicBezTo>
                    <a:pt x="485" y="779"/>
                    <a:pt x="526" y="798"/>
                    <a:pt x="568" y="798"/>
                  </a:cubicBezTo>
                  <a:cubicBezTo>
                    <a:pt x="598" y="798"/>
                    <a:pt x="629" y="788"/>
                    <a:pt x="655" y="769"/>
                  </a:cubicBezTo>
                  <a:cubicBezTo>
                    <a:pt x="716" y="720"/>
                    <a:pt x="724" y="633"/>
                    <a:pt x="678" y="571"/>
                  </a:cubicBezTo>
                  <a:lnTo>
                    <a:pt x="268" y="54"/>
                  </a:lnTo>
                  <a:cubicBezTo>
                    <a:pt x="241" y="18"/>
                    <a:pt x="200" y="0"/>
                    <a:pt x="15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27"/>
            <p:cNvSpPr/>
            <p:nvPr/>
          </p:nvSpPr>
          <p:spPr>
            <a:xfrm>
              <a:off x="6140919" y="2941166"/>
              <a:ext cx="28236" cy="27144"/>
            </a:xfrm>
            <a:custGeom>
              <a:rect b="b" l="l" r="r" t="t"/>
              <a:pathLst>
                <a:path extrusionOk="0" h="845" w="879">
                  <a:moveTo>
                    <a:pt x="154" y="0"/>
                  </a:moveTo>
                  <a:cubicBezTo>
                    <a:pt x="118" y="0"/>
                    <a:pt x="82" y="14"/>
                    <a:pt x="54" y="41"/>
                  </a:cubicBezTo>
                  <a:cubicBezTo>
                    <a:pt x="1" y="95"/>
                    <a:pt x="1" y="185"/>
                    <a:pt x="54" y="238"/>
                  </a:cubicBezTo>
                  <a:lnTo>
                    <a:pt x="626" y="804"/>
                  </a:lnTo>
                  <a:cubicBezTo>
                    <a:pt x="654" y="832"/>
                    <a:pt x="688" y="845"/>
                    <a:pt x="725" y="845"/>
                  </a:cubicBezTo>
                  <a:cubicBezTo>
                    <a:pt x="759" y="845"/>
                    <a:pt x="796" y="830"/>
                    <a:pt x="824" y="804"/>
                  </a:cubicBezTo>
                  <a:cubicBezTo>
                    <a:pt x="878" y="751"/>
                    <a:pt x="878" y="662"/>
                    <a:pt x="824" y="607"/>
                  </a:cubicBezTo>
                  <a:lnTo>
                    <a:pt x="253" y="41"/>
                  </a:lnTo>
                  <a:cubicBezTo>
                    <a:pt x="225" y="14"/>
                    <a:pt x="189" y="0"/>
                    <a:pt x="15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27"/>
            <p:cNvSpPr/>
            <p:nvPr/>
          </p:nvSpPr>
          <p:spPr>
            <a:xfrm>
              <a:off x="6102274" y="2854271"/>
              <a:ext cx="120524" cy="131060"/>
            </a:xfrm>
            <a:custGeom>
              <a:rect b="b" l="l" r="r" t="t"/>
              <a:pathLst>
                <a:path extrusionOk="0" h="4080" w="3752">
                  <a:moveTo>
                    <a:pt x="3557" y="1"/>
                  </a:moveTo>
                  <a:cubicBezTo>
                    <a:pt x="3510" y="1"/>
                    <a:pt x="3470" y="35"/>
                    <a:pt x="3465" y="84"/>
                  </a:cubicBezTo>
                  <a:cubicBezTo>
                    <a:pt x="3333" y="1496"/>
                    <a:pt x="2802" y="2586"/>
                    <a:pt x="1893" y="3260"/>
                  </a:cubicBezTo>
                  <a:cubicBezTo>
                    <a:pt x="1554" y="3512"/>
                    <a:pt x="1236" y="3676"/>
                    <a:pt x="893" y="3780"/>
                  </a:cubicBezTo>
                  <a:cubicBezTo>
                    <a:pt x="841" y="3795"/>
                    <a:pt x="789" y="3803"/>
                    <a:pt x="739" y="3803"/>
                  </a:cubicBezTo>
                  <a:cubicBezTo>
                    <a:pt x="538" y="3803"/>
                    <a:pt x="354" y="3688"/>
                    <a:pt x="280" y="3488"/>
                  </a:cubicBezTo>
                  <a:lnTo>
                    <a:pt x="1" y="3543"/>
                  </a:lnTo>
                  <a:cubicBezTo>
                    <a:pt x="117" y="3857"/>
                    <a:pt x="428" y="4080"/>
                    <a:pt x="749" y="4080"/>
                  </a:cubicBezTo>
                  <a:cubicBezTo>
                    <a:pt x="823" y="4080"/>
                    <a:pt x="900" y="4070"/>
                    <a:pt x="974" y="4045"/>
                  </a:cubicBezTo>
                  <a:cubicBezTo>
                    <a:pt x="1350" y="3934"/>
                    <a:pt x="1696" y="3754"/>
                    <a:pt x="2061" y="3483"/>
                  </a:cubicBezTo>
                  <a:cubicBezTo>
                    <a:pt x="2547" y="3121"/>
                    <a:pt x="2938" y="2648"/>
                    <a:pt x="3223" y="2079"/>
                  </a:cubicBezTo>
                  <a:cubicBezTo>
                    <a:pt x="3513" y="1496"/>
                    <a:pt x="3689" y="814"/>
                    <a:pt x="3752" y="41"/>
                  </a:cubicBezTo>
                  <a:lnTo>
                    <a:pt x="3579" y="3"/>
                  </a:lnTo>
                  <a:cubicBezTo>
                    <a:pt x="3572" y="1"/>
                    <a:pt x="3564" y="1"/>
                    <a:pt x="355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27"/>
            <p:cNvSpPr/>
            <p:nvPr/>
          </p:nvSpPr>
          <p:spPr>
            <a:xfrm>
              <a:off x="6047535" y="3033876"/>
              <a:ext cx="235297" cy="16800"/>
            </a:xfrm>
            <a:custGeom>
              <a:rect b="b" l="l" r="r" t="t"/>
              <a:pathLst>
                <a:path extrusionOk="0" h="523" w="7325">
                  <a:moveTo>
                    <a:pt x="241" y="0"/>
                  </a:moveTo>
                  <a:lnTo>
                    <a:pt x="1" y="39"/>
                  </a:lnTo>
                  <a:lnTo>
                    <a:pt x="12" y="321"/>
                  </a:lnTo>
                  <a:cubicBezTo>
                    <a:pt x="12" y="426"/>
                    <a:pt x="99" y="508"/>
                    <a:pt x="205" y="508"/>
                  </a:cubicBezTo>
                  <a:lnTo>
                    <a:pt x="7094" y="523"/>
                  </a:lnTo>
                  <a:cubicBezTo>
                    <a:pt x="7200" y="523"/>
                    <a:pt x="7287" y="437"/>
                    <a:pt x="7287" y="336"/>
                  </a:cubicBezTo>
                  <a:lnTo>
                    <a:pt x="7325" y="281"/>
                  </a:lnTo>
                  <a:lnTo>
                    <a:pt x="7325"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27"/>
            <p:cNvSpPr/>
            <p:nvPr/>
          </p:nvSpPr>
          <p:spPr>
            <a:xfrm>
              <a:off x="6046282" y="3033876"/>
              <a:ext cx="236550" cy="17956"/>
            </a:xfrm>
            <a:custGeom>
              <a:rect b="b" l="l" r="r" t="t"/>
              <a:pathLst>
                <a:path extrusionOk="0" h="559" w="7364">
                  <a:moveTo>
                    <a:pt x="1" y="0"/>
                  </a:moveTo>
                  <a:lnTo>
                    <a:pt x="1" y="372"/>
                  </a:lnTo>
                  <a:cubicBezTo>
                    <a:pt x="1" y="476"/>
                    <a:pt x="88" y="559"/>
                    <a:pt x="195" y="559"/>
                  </a:cubicBezTo>
                  <a:lnTo>
                    <a:pt x="7170" y="559"/>
                  </a:lnTo>
                  <a:cubicBezTo>
                    <a:pt x="7277" y="559"/>
                    <a:pt x="7364" y="476"/>
                    <a:pt x="7364" y="372"/>
                  </a:cubicBezTo>
                  <a:lnTo>
                    <a:pt x="7364" y="278"/>
                  </a:lnTo>
                  <a:lnTo>
                    <a:pt x="376" y="278"/>
                  </a:lnTo>
                  <a:cubicBezTo>
                    <a:pt x="374" y="278"/>
                    <a:pt x="372" y="278"/>
                    <a:pt x="371" y="278"/>
                  </a:cubicBezTo>
                  <a:cubicBezTo>
                    <a:pt x="320" y="278"/>
                    <a:pt x="280" y="237"/>
                    <a:pt x="280" y="187"/>
                  </a:cubicBezTo>
                  <a:lnTo>
                    <a:pt x="280" y="0"/>
                  </a:lnTo>
                  <a:close/>
                </a:path>
              </a:pathLst>
            </a:custGeom>
            <a:solidFill>
              <a:srgbClr val="FFA44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27"/>
            <p:cNvSpPr/>
            <p:nvPr/>
          </p:nvSpPr>
          <p:spPr>
            <a:xfrm>
              <a:off x="6268291" y="2865900"/>
              <a:ext cx="30838" cy="131349"/>
            </a:xfrm>
            <a:custGeom>
              <a:rect b="b" l="l" r="r" t="t"/>
              <a:pathLst>
                <a:path extrusionOk="0" h="4089" w="960">
                  <a:moveTo>
                    <a:pt x="1" y="0"/>
                  </a:moveTo>
                  <a:lnTo>
                    <a:pt x="1" y="695"/>
                  </a:lnTo>
                  <a:cubicBezTo>
                    <a:pt x="1" y="1141"/>
                    <a:pt x="66" y="1584"/>
                    <a:pt x="196" y="2011"/>
                  </a:cubicBezTo>
                  <a:cubicBezTo>
                    <a:pt x="377" y="2604"/>
                    <a:pt x="399" y="3233"/>
                    <a:pt x="263" y="3835"/>
                  </a:cubicBezTo>
                  <a:lnTo>
                    <a:pt x="248" y="4088"/>
                  </a:lnTo>
                  <a:lnTo>
                    <a:pt x="667" y="4081"/>
                  </a:lnTo>
                  <a:lnTo>
                    <a:pt x="822" y="3835"/>
                  </a:lnTo>
                  <a:cubicBezTo>
                    <a:pt x="959" y="3234"/>
                    <a:pt x="937" y="2607"/>
                    <a:pt x="757" y="2014"/>
                  </a:cubicBezTo>
                  <a:cubicBezTo>
                    <a:pt x="626" y="1587"/>
                    <a:pt x="561" y="1142"/>
                    <a:pt x="561" y="698"/>
                  </a:cubicBezTo>
                  <a:lnTo>
                    <a:pt x="561" y="352"/>
                  </a:lnTo>
                  <a:cubicBezTo>
                    <a:pt x="561" y="222"/>
                    <a:pt x="471" y="107"/>
                    <a:pt x="343" y="78"/>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27"/>
            <p:cNvSpPr/>
            <p:nvPr/>
          </p:nvSpPr>
          <p:spPr>
            <a:xfrm>
              <a:off x="6274299" y="2989160"/>
              <a:ext cx="20462" cy="9026"/>
            </a:xfrm>
            <a:custGeom>
              <a:rect b="b" l="l" r="r" t="t"/>
              <a:pathLst>
                <a:path extrusionOk="0" h="281" w="637">
                  <a:moveTo>
                    <a:pt x="77" y="1"/>
                  </a:moveTo>
                  <a:cubicBezTo>
                    <a:pt x="56" y="95"/>
                    <a:pt x="31" y="186"/>
                    <a:pt x="1" y="280"/>
                  </a:cubicBezTo>
                  <a:lnTo>
                    <a:pt x="561" y="280"/>
                  </a:lnTo>
                  <a:cubicBezTo>
                    <a:pt x="568" y="254"/>
                    <a:pt x="577" y="228"/>
                    <a:pt x="584" y="204"/>
                  </a:cubicBezTo>
                  <a:cubicBezTo>
                    <a:pt x="604" y="135"/>
                    <a:pt x="620" y="69"/>
                    <a:pt x="636" y="1"/>
                  </a:cubicBezTo>
                  <a:close/>
                </a:path>
              </a:pathLst>
            </a:custGeom>
            <a:solidFill>
              <a:srgbClr val="FFA44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27"/>
            <p:cNvSpPr/>
            <p:nvPr/>
          </p:nvSpPr>
          <p:spPr>
            <a:xfrm>
              <a:off x="6207898" y="2870943"/>
              <a:ext cx="15547" cy="15612"/>
            </a:xfrm>
            <a:custGeom>
              <a:rect b="b" l="l" r="r" t="t"/>
              <a:pathLst>
                <a:path extrusionOk="0" h="486" w="484">
                  <a:moveTo>
                    <a:pt x="223" y="1"/>
                  </a:moveTo>
                  <a:cubicBezTo>
                    <a:pt x="199" y="1"/>
                    <a:pt x="177" y="5"/>
                    <a:pt x="158" y="11"/>
                  </a:cubicBezTo>
                  <a:cubicBezTo>
                    <a:pt x="158" y="11"/>
                    <a:pt x="0" y="141"/>
                    <a:pt x="0" y="262"/>
                  </a:cubicBezTo>
                  <a:cubicBezTo>
                    <a:pt x="0" y="406"/>
                    <a:pt x="80" y="486"/>
                    <a:pt x="225" y="486"/>
                  </a:cubicBezTo>
                  <a:cubicBezTo>
                    <a:pt x="346" y="486"/>
                    <a:pt x="478" y="330"/>
                    <a:pt x="478" y="330"/>
                  </a:cubicBezTo>
                  <a:cubicBezTo>
                    <a:pt x="480" y="308"/>
                    <a:pt x="484" y="286"/>
                    <a:pt x="484" y="262"/>
                  </a:cubicBezTo>
                  <a:cubicBezTo>
                    <a:pt x="484" y="117"/>
                    <a:pt x="365" y="1"/>
                    <a:pt x="22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27"/>
            <p:cNvSpPr/>
            <p:nvPr/>
          </p:nvSpPr>
          <p:spPr>
            <a:xfrm>
              <a:off x="6206581" y="2871297"/>
              <a:ext cx="16543" cy="16447"/>
            </a:xfrm>
            <a:custGeom>
              <a:rect b="b" l="l" r="r" t="t"/>
              <a:pathLst>
                <a:path extrusionOk="0" h="512" w="515">
                  <a:moveTo>
                    <a:pt x="196" y="0"/>
                  </a:moveTo>
                  <a:lnTo>
                    <a:pt x="196" y="0"/>
                  </a:lnTo>
                  <a:cubicBezTo>
                    <a:pt x="85" y="29"/>
                    <a:pt x="1" y="130"/>
                    <a:pt x="1" y="251"/>
                  </a:cubicBezTo>
                  <a:cubicBezTo>
                    <a:pt x="1" y="395"/>
                    <a:pt x="120" y="511"/>
                    <a:pt x="261" y="511"/>
                  </a:cubicBezTo>
                  <a:cubicBezTo>
                    <a:pt x="383" y="511"/>
                    <a:pt x="484" y="429"/>
                    <a:pt x="515" y="316"/>
                  </a:cubicBezTo>
                  <a:lnTo>
                    <a:pt x="515" y="316"/>
                  </a:lnTo>
                  <a:cubicBezTo>
                    <a:pt x="493" y="323"/>
                    <a:pt x="471" y="326"/>
                    <a:pt x="448" y="326"/>
                  </a:cubicBezTo>
                  <a:cubicBezTo>
                    <a:pt x="303" y="326"/>
                    <a:pt x="188" y="207"/>
                    <a:pt x="188" y="65"/>
                  </a:cubicBezTo>
                  <a:cubicBezTo>
                    <a:pt x="188" y="41"/>
                    <a:pt x="192" y="19"/>
                    <a:pt x="19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27"/>
            <p:cNvSpPr/>
            <p:nvPr/>
          </p:nvSpPr>
          <p:spPr>
            <a:xfrm>
              <a:off x="6197715" y="2904352"/>
              <a:ext cx="15515" cy="15644"/>
            </a:xfrm>
            <a:custGeom>
              <a:rect b="b" l="l" r="r" t="t"/>
              <a:pathLst>
                <a:path extrusionOk="0" h="487" w="483">
                  <a:moveTo>
                    <a:pt x="222" y="0"/>
                  </a:moveTo>
                  <a:cubicBezTo>
                    <a:pt x="197" y="0"/>
                    <a:pt x="176" y="3"/>
                    <a:pt x="157" y="9"/>
                  </a:cubicBezTo>
                  <a:cubicBezTo>
                    <a:pt x="157" y="9"/>
                    <a:pt x="0" y="139"/>
                    <a:pt x="0" y="261"/>
                  </a:cubicBezTo>
                  <a:cubicBezTo>
                    <a:pt x="0" y="406"/>
                    <a:pt x="80" y="487"/>
                    <a:pt x="223" y="487"/>
                  </a:cubicBezTo>
                  <a:cubicBezTo>
                    <a:pt x="345" y="487"/>
                    <a:pt x="474" y="328"/>
                    <a:pt x="474" y="328"/>
                  </a:cubicBezTo>
                  <a:cubicBezTo>
                    <a:pt x="478" y="306"/>
                    <a:pt x="482" y="283"/>
                    <a:pt x="482" y="261"/>
                  </a:cubicBezTo>
                  <a:cubicBezTo>
                    <a:pt x="482" y="116"/>
                    <a:pt x="364" y="0"/>
                    <a:pt x="22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27"/>
            <p:cNvSpPr/>
            <p:nvPr/>
          </p:nvSpPr>
          <p:spPr>
            <a:xfrm>
              <a:off x="6196462" y="2904642"/>
              <a:ext cx="16543" cy="16479"/>
            </a:xfrm>
            <a:custGeom>
              <a:rect b="b" l="l" r="r" t="t"/>
              <a:pathLst>
                <a:path extrusionOk="0" h="513" w="515">
                  <a:moveTo>
                    <a:pt x="196" y="0"/>
                  </a:moveTo>
                  <a:lnTo>
                    <a:pt x="196" y="0"/>
                  </a:lnTo>
                  <a:cubicBezTo>
                    <a:pt x="83" y="29"/>
                    <a:pt x="0" y="130"/>
                    <a:pt x="0" y="252"/>
                  </a:cubicBezTo>
                  <a:cubicBezTo>
                    <a:pt x="0" y="397"/>
                    <a:pt x="118" y="513"/>
                    <a:pt x="261" y="513"/>
                  </a:cubicBezTo>
                  <a:cubicBezTo>
                    <a:pt x="381" y="513"/>
                    <a:pt x="482" y="429"/>
                    <a:pt x="514" y="317"/>
                  </a:cubicBezTo>
                  <a:lnTo>
                    <a:pt x="514" y="317"/>
                  </a:lnTo>
                  <a:cubicBezTo>
                    <a:pt x="490" y="323"/>
                    <a:pt x="468" y="326"/>
                    <a:pt x="446" y="326"/>
                  </a:cubicBezTo>
                  <a:cubicBezTo>
                    <a:pt x="301" y="326"/>
                    <a:pt x="186" y="209"/>
                    <a:pt x="186" y="65"/>
                  </a:cubicBezTo>
                  <a:cubicBezTo>
                    <a:pt x="186" y="42"/>
                    <a:pt x="190" y="20"/>
                    <a:pt x="19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27"/>
            <p:cNvSpPr/>
            <p:nvPr/>
          </p:nvSpPr>
          <p:spPr>
            <a:xfrm>
              <a:off x="6179757" y="2933682"/>
              <a:ext cx="15708" cy="15676"/>
            </a:xfrm>
            <a:custGeom>
              <a:rect b="b" l="l" r="r" t="t"/>
              <a:pathLst>
                <a:path extrusionOk="0" h="488" w="489">
                  <a:moveTo>
                    <a:pt x="228" y="1"/>
                  </a:moveTo>
                  <a:cubicBezTo>
                    <a:pt x="205" y="1"/>
                    <a:pt x="183" y="5"/>
                    <a:pt x="163" y="10"/>
                  </a:cubicBezTo>
                  <a:cubicBezTo>
                    <a:pt x="163" y="10"/>
                    <a:pt x="1" y="146"/>
                    <a:pt x="1" y="267"/>
                  </a:cubicBezTo>
                  <a:cubicBezTo>
                    <a:pt x="1" y="412"/>
                    <a:pt x="86" y="487"/>
                    <a:pt x="231" y="487"/>
                  </a:cubicBezTo>
                  <a:cubicBezTo>
                    <a:pt x="351" y="487"/>
                    <a:pt x="481" y="328"/>
                    <a:pt x="481" y="328"/>
                  </a:cubicBezTo>
                  <a:cubicBezTo>
                    <a:pt x="487" y="305"/>
                    <a:pt x="488" y="283"/>
                    <a:pt x="488" y="261"/>
                  </a:cubicBezTo>
                  <a:cubicBezTo>
                    <a:pt x="488" y="117"/>
                    <a:pt x="371" y="1"/>
                    <a:pt x="22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27"/>
            <p:cNvSpPr/>
            <p:nvPr/>
          </p:nvSpPr>
          <p:spPr>
            <a:xfrm>
              <a:off x="6178697" y="2933971"/>
              <a:ext cx="16479" cy="16479"/>
            </a:xfrm>
            <a:custGeom>
              <a:rect b="b" l="l" r="r" t="t"/>
              <a:pathLst>
                <a:path extrusionOk="0" h="513" w="513">
                  <a:moveTo>
                    <a:pt x="196" y="1"/>
                  </a:moveTo>
                  <a:lnTo>
                    <a:pt x="196" y="1"/>
                  </a:lnTo>
                  <a:cubicBezTo>
                    <a:pt x="84" y="29"/>
                    <a:pt x="0" y="131"/>
                    <a:pt x="0" y="252"/>
                  </a:cubicBezTo>
                  <a:cubicBezTo>
                    <a:pt x="0" y="397"/>
                    <a:pt x="119" y="513"/>
                    <a:pt x="261" y="513"/>
                  </a:cubicBezTo>
                  <a:cubicBezTo>
                    <a:pt x="382" y="513"/>
                    <a:pt x="484" y="429"/>
                    <a:pt x="513" y="318"/>
                  </a:cubicBezTo>
                  <a:lnTo>
                    <a:pt x="513" y="318"/>
                  </a:lnTo>
                  <a:cubicBezTo>
                    <a:pt x="492" y="323"/>
                    <a:pt x="471" y="326"/>
                    <a:pt x="448" y="326"/>
                  </a:cubicBezTo>
                  <a:cubicBezTo>
                    <a:pt x="303" y="326"/>
                    <a:pt x="187" y="209"/>
                    <a:pt x="187" y="66"/>
                  </a:cubicBezTo>
                  <a:cubicBezTo>
                    <a:pt x="187" y="43"/>
                    <a:pt x="191" y="21"/>
                    <a:pt x="19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27"/>
            <p:cNvSpPr/>
            <p:nvPr/>
          </p:nvSpPr>
          <p:spPr>
            <a:xfrm>
              <a:off x="6089141" y="3072589"/>
              <a:ext cx="59780" cy="59780"/>
            </a:xfrm>
            <a:custGeom>
              <a:rect b="b" l="l" r="r" t="t"/>
              <a:pathLst>
                <a:path extrusionOk="0" h="1861" w="1861">
                  <a:moveTo>
                    <a:pt x="450" y="0"/>
                  </a:moveTo>
                  <a:cubicBezTo>
                    <a:pt x="180" y="182"/>
                    <a:pt x="0" y="492"/>
                    <a:pt x="0" y="845"/>
                  </a:cubicBezTo>
                  <a:cubicBezTo>
                    <a:pt x="0" y="1406"/>
                    <a:pt x="455" y="1860"/>
                    <a:pt x="1015" y="1860"/>
                  </a:cubicBezTo>
                  <a:cubicBezTo>
                    <a:pt x="1368" y="1860"/>
                    <a:pt x="1678" y="1681"/>
                    <a:pt x="1860" y="1410"/>
                  </a:cubicBezTo>
                  <a:lnTo>
                    <a:pt x="1860" y="1410"/>
                  </a:lnTo>
                  <a:cubicBezTo>
                    <a:pt x="1698" y="1516"/>
                    <a:pt x="1504" y="1579"/>
                    <a:pt x="1294" y="1579"/>
                  </a:cubicBezTo>
                  <a:cubicBezTo>
                    <a:pt x="733" y="1579"/>
                    <a:pt x="278" y="1125"/>
                    <a:pt x="278" y="565"/>
                  </a:cubicBezTo>
                  <a:cubicBezTo>
                    <a:pt x="278" y="355"/>
                    <a:pt x="342" y="161"/>
                    <a:pt x="45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27"/>
            <p:cNvSpPr/>
            <p:nvPr/>
          </p:nvSpPr>
          <p:spPr>
            <a:xfrm>
              <a:off x="6200548" y="3072589"/>
              <a:ext cx="59780" cy="59780"/>
            </a:xfrm>
            <a:custGeom>
              <a:rect b="b" l="l" r="r" t="t"/>
              <a:pathLst>
                <a:path extrusionOk="0" h="1861" w="1861">
                  <a:moveTo>
                    <a:pt x="452" y="0"/>
                  </a:moveTo>
                  <a:lnTo>
                    <a:pt x="452" y="0"/>
                  </a:lnTo>
                  <a:cubicBezTo>
                    <a:pt x="180" y="182"/>
                    <a:pt x="1" y="492"/>
                    <a:pt x="1" y="845"/>
                  </a:cubicBezTo>
                  <a:cubicBezTo>
                    <a:pt x="1" y="1406"/>
                    <a:pt x="455" y="1860"/>
                    <a:pt x="1017" y="1860"/>
                  </a:cubicBezTo>
                  <a:cubicBezTo>
                    <a:pt x="1369" y="1860"/>
                    <a:pt x="1679" y="1681"/>
                    <a:pt x="1861" y="1410"/>
                  </a:cubicBezTo>
                  <a:lnTo>
                    <a:pt x="1861" y="1410"/>
                  </a:lnTo>
                  <a:cubicBezTo>
                    <a:pt x="1699" y="1516"/>
                    <a:pt x="1503" y="1579"/>
                    <a:pt x="1295" y="1579"/>
                  </a:cubicBezTo>
                  <a:cubicBezTo>
                    <a:pt x="735" y="1579"/>
                    <a:pt x="280" y="1125"/>
                    <a:pt x="280" y="565"/>
                  </a:cubicBezTo>
                  <a:cubicBezTo>
                    <a:pt x="280" y="355"/>
                    <a:pt x="344" y="161"/>
                    <a:pt x="45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27"/>
            <p:cNvSpPr/>
            <p:nvPr/>
          </p:nvSpPr>
          <p:spPr>
            <a:xfrm>
              <a:off x="6219115" y="2998832"/>
              <a:ext cx="67232" cy="36523"/>
            </a:xfrm>
            <a:custGeom>
              <a:rect b="b" l="l" r="r" t="t"/>
              <a:pathLst>
                <a:path extrusionOk="0" h="1137" w="2093">
                  <a:moveTo>
                    <a:pt x="153" y="1"/>
                  </a:moveTo>
                  <a:cubicBezTo>
                    <a:pt x="137" y="1"/>
                    <a:pt x="122" y="3"/>
                    <a:pt x="109" y="7"/>
                  </a:cubicBezTo>
                  <a:cubicBezTo>
                    <a:pt x="92" y="15"/>
                    <a:pt x="0" y="139"/>
                    <a:pt x="0" y="139"/>
                  </a:cubicBezTo>
                  <a:cubicBezTo>
                    <a:pt x="178" y="429"/>
                    <a:pt x="274" y="652"/>
                    <a:pt x="403" y="1080"/>
                  </a:cubicBezTo>
                  <a:lnTo>
                    <a:pt x="424" y="1137"/>
                  </a:lnTo>
                  <a:lnTo>
                    <a:pt x="1988" y="1137"/>
                  </a:lnTo>
                  <a:lnTo>
                    <a:pt x="2013" y="1080"/>
                  </a:lnTo>
                  <a:lnTo>
                    <a:pt x="2092" y="782"/>
                  </a:lnTo>
                  <a:lnTo>
                    <a:pt x="678" y="782"/>
                  </a:lnTo>
                  <a:cubicBezTo>
                    <a:pt x="636" y="782"/>
                    <a:pt x="600" y="754"/>
                    <a:pt x="587" y="717"/>
                  </a:cubicBezTo>
                  <a:cubicBezTo>
                    <a:pt x="500" y="430"/>
                    <a:pt x="424" y="239"/>
                    <a:pt x="325" y="48"/>
                  </a:cubicBezTo>
                  <a:cubicBezTo>
                    <a:pt x="325" y="48"/>
                    <a:pt x="230" y="1"/>
                    <a:pt x="15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27"/>
            <p:cNvSpPr/>
            <p:nvPr/>
          </p:nvSpPr>
          <p:spPr>
            <a:xfrm>
              <a:off x="6047219" y="3033526"/>
              <a:ext cx="236550" cy="17956"/>
            </a:xfrm>
            <a:custGeom>
              <a:rect b="b" l="l" r="r" t="t"/>
              <a:pathLst>
                <a:path extrusionOk="0" h="559" w="7364">
                  <a:moveTo>
                    <a:pt x="1" y="0"/>
                  </a:moveTo>
                  <a:lnTo>
                    <a:pt x="1" y="372"/>
                  </a:lnTo>
                  <a:cubicBezTo>
                    <a:pt x="1" y="476"/>
                    <a:pt x="88" y="559"/>
                    <a:pt x="195" y="559"/>
                  </a:cubicBezTo>
                  <a:lnTo>
                    <a:pt x="7170" y="559"/>
                  </a:lnTo>
                  <a:cubicBezTo>
                    <a:pt x="7277" y="559"/>
                    <a:pt x="7364" y="476"/>
                    <a:pt x="7364" y="372"/>
                  </a:cubicBezTo>
                  <a:lnTo>
                    <a:pt x="7364" y="278"/>
                  </a:lnTo>
                  <a:lnTo>
                    <a:pt x="376" y="278"/>
                  </a:lnTo>
                  <a:cubicBezTo>
                    <a:pt x="374" y="278"/>
                    <a:pt x="372" y="278"/>
                    <a:pt x="371" y="278"/>
                  </a:cubicBezTo>
                  <a:cubicBezTo>
                    <a:pt x="320" y="278"/>
                    <a:pt x="280" y="237"/>
                    <a:pt x="280" y="187"/>
                  </a:cubicBezTo>
                  <a:lnTo>
                    <a:pt x="280"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27"/>
            <p:cNvSpPr/>
            <p:nvPr/>
          </p:nvSpPr>
          <p:spPr>
            <a:xfrm>
              <a:off x="6275236" y="2988810"/>
              <a:ext cx="20462" cy="9026"/>
            </a:xfrm>
            <a:custGeom>
              <a:rect b="b" l="l" r="r" t="t"/>
              <a:pathLst>
                <a:path extrusionOk="0" h="281" w="637">
                  <a:moveTo>
                    <a:pt x="77" y="1"/>
                  </a:moveTo>
                  <a:cubicBezTo>
                    <a:pt x="56" y="95"/>
                    <a:pt x="31" y="186"/>
                    <a:pt x="1" y="280"/>
                  </a:cubicBezTo>
                  <a:lnTo>
                    <a:pt x="561" y="280"/>
                  </a:lnTo>
                  <a:cubicBezTo>
                    <a:pt x="568" y="254"/>
                    <a:pt x="577" y="228"/>
                    <a:pt x="584" y="204"/>
                  </a:cubicBezTo>
                  <a:cubicBezTo>
                    <a:pt x="604" y="135"/>
                    <a:pt x="620" y="69"/>
                    <a:pt x="63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68" name="Google Shape;4068;p27"/>
          <p:cNvGrpSpPr/>
          <p:nvPr/>
        </p:nvGrpSpPr>
        <p:grpSpPr>
          <a:xfrm>
            <a:off x="5436759" y="2834475"/>
            <a:ext cx="179514" cy="297896"/>
            <a:chOff x="5436759" y="2834475"/>
            <a:chExt cx="179514" cy="297896"/>
          </a:xfrm>
        </p:grpSpPr>
        <p:sp>
          <p:nvSpPr>
            <p:cNvPr id="4069" name="Google Shape;4069;p27"/>
            <p:cNvSpPr/>
            <p:nvPr/>
          </p:nvSpPr>
          <p:spPr>
            <a:xfrm>
              <a:off x="5518290" y="3094590"/>
              <a:ext cx="16768" cy="21008"/>
            </a:xfrm>
            <a:custGeom>
              <a:rect b="b" l="l" r="r" t="t"/>
              <a:pathLst>
                <a:path extrusionOk="0" h="654" w="522">
                  <a:moveTo>
                    <a:pt x="0" y="1"/>
                  </a:moveTo>
                  <a:lnTo>
                    <a:pt x="0" y="654"/>
                  </a:lnTo>
                  <a:lnTo>
                    <a:pt x="485" y="654"/>
                  </a:lnTo>
                  <a:lnTo>
                    <a:pt x="521" y="420"/>
                  </a:lnTo>
                  <a:lnTo>
                    <a:pt x="52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27"/>
            <p:cNvSpPr/>
            <p:nvPr/>
          </p:nvSpPr>
          <p:spPr>
            <a:xfrm>
              <a:off x="5517070" y="3094366"/>
              <a:ext cx="17989" cy="21618"/>
            </a:xfrm>
            <a:custGeom>
              <a:rect b="b" l="l" r="r" t="t"/>
              <a:pathLst>
                <a:path extrusionOk="0" h="673" w="560">
                  <a:moveTo>
                    <a:pt x="1" y="0"/>
                  </a:moveTo>
                  <a:lnTo>
                    <a:pt x="1" y="672"/>
                  </a:lnTo>
                  <a:lnTo>
                    <a:pt x="559" y="672"/>
                  </a:lnTo>
                  <a:lnTo>
                    <a:pt x="559" y="429"/>
                  </a:lnTo>
                  <a:lnTo>
                    <a:pt x="242" y="429"/>
                  </a:lnTo>
                  <a:cubicBezTo>
                    <a:pt x="212" y="427"/>
                    <a:pt x="187" y="404"/>
                    <a:pt x="187" y="374"/>
                  </a:cubicBezTo>
                  <a:lnTo>
                    <a:pt x="18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27"/>
            <p:cNvSpPr/>
            <p:nvPr/>
          </p:nvSpPr>
          <p:spPr>
            <a:xfrm>
              <a:off x="5518290" y="3048782"/>
              <a:ext cx="16768" cy="15612"/>
            </a:xfrm>
            <a:custGeom>
              <a:rect b="b" l="l" r="r" t="t"/>
              <a:pathLst>
                <a:path extrusionOk="0" h="486" w="522">
                  <a:moveTo>
                    <a:pt x="0" y="1"/>
                  </a:moveTo>
                  <a:lnTo>
                    <a:pt x="0" y="486"/>
                  </a:lnTo>
                  <a:lnTo>
                    <a:pt x="485" y="486"/>
                  </a:lnTo>
                  <a:lnTo>
                    <a:pt x="521" y="290"/>
                  </a:lnTo>
                  <a:lnTo>
                    <a:pt x="52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27"/>
            <p:cNvSpPr/>
            <p:nvPr/>
          </p:nvSpPr>
          <p:spPr>
            <a:xfrm>
              <a:off x="5517070" y="3048525"/>
              <a:ext cx="17989" cy="16768"/>
            </a:xfrm>
            <a:custGeom>
              <a:rect b="b" l="l" r="r" t="t"/>
              <a:pathLst>
                <a:path extrusionOk="0" h="522" w="560">
                  <a:moveTo>
                    <a:pt x="1" y="0"/>
                  </a:moveTo>
                  <a:lnTo>
                    <a:pt x="1" y="521"/>
                  </a:lnTo>
                  <a:lnTo>
                    <a:pt x="559" y="521"/>
                  </a:lnTo>
                  <a:lnTo>
                    <a:pt x="559" y="297"/>
                  </a:lnTo>
                  <a:lnTo>
                    <a:pt x="242" y="297"/>
                  </a:lnTo>
                  <a:cubicBezTo>
                    <a:pt x="242" y="297"/>
                    <a:pt x="241" y="297"/>
                    <a:pt x="240" y="297"/>
                  </a:cubicBezTo>
                  <a:cubicBezTo>
                    <a:pt x="211" y="297"/>
                    <a:pt x="187" y="273"/>
                    <a:pt x="187" y="242"/>
                  </a:cubicBezTo>
                  <a:lnTo>
                    <a:pt x="18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27"/>
            <p:cNvSpPr/>
            <p:nvPr/>
          </p:nvSpPr>
          <p:spPr>
            <a:xfrm>
              <a:off x="5442542" y="2952827"/>
              <a:ext cx="167101" cy="120299"/>
            </a:xfrm>
            <a:custGeom>
              <a:rect b="b" l="l" r="r" t="t"/>
              <a:pathLst>
                <a:path extrusionOk="0" h="3745" w="5202">
                  <a:moveTo>
                    <a:pt x="32" y="1"/>
                  </a:moveTo>
                  <a:cubicBezTo>
                    <a:pt x="12" y="1"/>
                    <a:pt x="0" y="10"/>
                    <a:pt x="0" y="43"/>
                  </a:cubicBezTo>
                  <a:lnTo>
                    <a:pt x="0" y="3046"/>
                  </a:lnTo>
                  <a:cubicBezTo>
                    <a:pt x="0" y="3431"/>
                    <a:pt x="314" y="3745"/>
                    <a:pt x="698" y="3745"/>
                  </a:cubicBezTo>
                  <a:lnTo>
                    <a:pt x="4505" y="3745"/>
                  </a:lnTo>
                  <a:cubicBezTo>
                    <a:pt x="4887" y="3745"/>
                    <a:pt x="5201" y="3431"/>
                    <a:pt x="5201" y="3046"/>
                  </a:cubicBezTo>
                  <a:lnTo>
                    <a:pt x="5201" y="43"/>
                  </a:lnTo>
                  <a:cubicBezTo>
                    <a:pt x="5201" y="11"/>
                    <a:pt x="5190" y="1"/>
                    <a:pt x="5170" y="1"/>
                  </a:cubicBezTo>
                  <a:cubicBezTo>
                    <a:pt x="5145" y="1"/>
                    <a:pt x="5106" y="17"/>
                    <a:pt x="5062" y="17"/>
                  </a:cubicBezTo>
                  <a:cubicBezTo>
                    <a:pt x="5019" y="17"/>
                    <a:pt x="4979" y="1"/>
                    <a:pt x="4954" y="1"/>
                  </a:cubicBezTo>
                  <a:cubicBezTo>
                    <a:pt x="4934" y="1"/>
                    <a:pt x="4922" y="10"/>
                    <a:pt x="4922" y="43"/>
                  </a:cubicBezTo>
                  <a:lnTo>
                    <a:pt x="4922" y="3046"/>
                  </a:lnTo>
                  <a:cubicBezTo>
                    <a:pt x="4922" y="3277"/>
                    <a:pt x="4734" y="3465"/>
                    <a:pt x="4505" y="3465"/>
                  </a:cubicBezTo>
                  <a:lnTo>
                    <a:pt x="3347" y="3465"/>
                  </a:lnTo>
                  <a:lnTo>
                    <a:pt x="2590" y="3539"/>
                  </a:lnTo>
                  <a:lnTo>
                    <a:pt x="1856" y="3465"/>
                  </a:lnTo>
                  <a:lnTo>
                    <a:pt x="698" y="3465"/>
                  </a:lnTo>
                  <a:cubicBezTo>
                    <a:pt x="466" y="3465"/>
                    <a:pt x="279" y="3277"/>
                    <a:pt x="279" y="3046"/>
                  </a:cubicBezTo>
                  <a:lnTo>
                    <a:pt x="279" y="43"/>
                  </a:lnTo>
                  <a:cubicBezTo>
                    <a:pt x="279" y="11"/>
                    <a:pt x="268" y="1"/>
                    <a:pt x="248" y="1"/>
                  </a:cubicBezTo>
                  <a:cubicBezTo>
                    <a:pt x="223" y="1"/>
                    <a:pt x="184" y="17"/>
                    <a:pt x="141" y="17"/>
                  </a:cubicBezTo>
                  <a:cubicBezTo>
                    <a:pt x="97" y="17"/>
                    <a:pt x="57" y="1"/>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27"/>
            <p:cNvSpPr/>
            <p:nvPr/>
          </p:nvSpPr>
          <p:spPr>
            <a:xfrm>
              <a:off x="5437819" y="2939560"/>
              <a:ext cx="36234" cy="16768"/>
            </a:xfrm>
            <a:custGeom>
              <a:rect b="b" l="l" r="r" t="t"/>
              <a:pathLst>
                <a:path extrusionOk="0" h="522" w="1128">
                  <a:moveTo>
                    <a:pt x="251" y="0"/>
                  </a:moveTo>
                  <a:cubicBezTo>
                    <a:pt x="189" y="0"/>
                    <a:pt x="133" y="21"/>
                    <a:pt x="88" y="54"/>
                  </a:cubicBezTo>
                  <a:cubicBezTo>
                    <a:pt x="15" y="104"/>
                    <a:pt x="1" y="200"/>
                    <a:pt x="1" y="294"/>
                  </a:cubicBezTo>
                  <a:cubicBezTo>
                    <a:pt x="1" y="448"/>
                    <a:pt x="151" y="521"/>
                    <a:pt x="305" y="521"/>
                  </a:cubicBezTo>
                  <a:lnTo>
                    <a:pt x="1124" y="521"/>
                  </a:lnTo>
                  <a:lnTo>
                    <a:pt x="112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27"/>
            <p:cNvSpPr/>
            <p:nvPr/>
          </p:nvSpPr>
          <p:spPr>
            <a:xfrm>
              <a:off x="5578748" y="2939560"/>
              <a:ext cx="36588" cy="16768"/>
            </a:xfrm>
            <a:custGeom>
              <a:rect b="b" l="l" r="r" t="t"/>
              <a:pathLst>
                <a:path extrusionOk="0" h="522" w="1139">
                  <a:moveTo>
                    <a:pt x="0" y="0"/>
                  </a:moveTo>
                  <a:lnTo>
                    <a:pt x="0" y="521"/>
                  </a:lnTo>
                  <a:lnTo>
                    <a:pt x="822" y="521"/>
                  </a:lnTo>
                  <a:cubicBezTo>
                    <a:pt x="976" y="521"/>
                    <a:pt x="1138" y="437"/>
                    <a:pt x="1138" y="281"/>
                  </a:cubicBezTo>
                  <a:cubicBezTo>
                    <a:pt x="1138" y="126"/>
                    <a:pt x="1012" y="0"/>
                    <a:pt x="85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27"/>
            <p:cNvSpPr/>
            <p:nvPr/>
          </p:nvSpPr>
          <p:spPr>
            <a:xfrm>
              <a:off x="5436759" y="2941166"/>
              <a:ext cx="37198" cy="16415"/>
            </a:xfrm>
            <a:custGeom>
              <a:rect b="b" l="l" r="r" t="t"/>
              <a:pathLst>
                <a:path extrusionOk="0" h="511" w="1158">
                  <a:moveTo>
                    <a:pt x="119" y="1"/>
                  </a:moveTo>
                  <a:cubicBezTo>
                    <a:pt x="48" y="52"/>
                    <a:pt x="1" y="136"/>
                    <a:pt x="1" y="230"/>
                  </a:cubicBezTo>
                  <a:cubicBezTo>
                    <a:pt x="1" y="383"/>
                    <a:pt x="127" y="510"/>
                    <a:pt x="281" y="510"/>
                  </a:cubicBezTo>
                  <a:lnTo>
                    <a:pt x="1157" y="510"/>
                  </a:lnTo>
                  <a:lnTo>
                    <a:pt x="1157" y="230"/>
                  </a:lnTo>
                  <a:lnTo>
                    <a:pt x="394" y="230"/>
                  </a:lnTo>
                  <a:cubicBezTo>
                    <a:pt x="258" y="230"/>
                    <a:pt x="144" y="131"/>
                    <a:pt x="11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27"/>
            <p:cNvSpPr/>
            <p:nvPr/>
          </p:nvSpPr>
          <p:spPr>
            <a:xfrm>
              <a:off x="5578748" y="2948523"/>
              <a:ext cx="36588" cy="9059"/>
            </a:xfrm>
            <a:custGeom>
              <a:rect b="b" l="l" r="r" t="t"/>
              <a:pathLst>
                <a:path extrusionOk="0" h="282" w="1139">
                  <a:moveTo>
                    <a:pt x="0" y="1"/>
                  </a:moveTo>
                  <a:lnTo>
                    <a:pt x="0" y="281"/>
                  </a:lnTo>
                  <a:lnTo>
                    <a:pt x="859" y="281"/>
                  </a:lnTo>
                  <a:cubicBezTo>
                    <a:pt x="1012" y="281"/>
                    <a:pt x="1138" y="156"/>
                    <a:pt x="113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27"/>
            <p:cNvSpPr/>
            <p:nvPr/>
          </p:nvSpPr>
          <p:spPr>
            <a:xfrm>
              <a:off x="5499626" y="3064041"/>
              <a:ext cx="53388" cy="31512"/>
            </a:xfrm>
            <a:custGeom>
              <a:rect b="b" l="l" r="r" t="t"/>
              <a:pathLst>
                <a:path extrusionOk="0" h="981" w="1662">
                  <a:moveTo>
                    <a:pt x="263" y="1"/>
                  </a:moveTo>
                  <a:lnTo>
                    <a:pt x="95" y="18"/>
                  </a:lnTo>
                  <a:cubicBezTo>
                    <a:pt x="41" y="18"/>
                    <a:pt x="1" y="61"/>
                    <a:pt x="1" y="112"/>
                  </a:cubicBezTo>
                  <a:lnTo>
                    <a:pt x="1" y="887"/>
                  </a:lnTo>
                  <a:cubicBezTo>
                    <a:pt x="1" y="939"/>
                    <a:pt x="44" y="981"/>
                    <a:pt x="95" y="981"/>
                  </a:cubicBezTo>
                  <a:lnTo>
                    <a:pt x="1550" y="981"/>
                  </a:lnTo>
                  <a:cubicBezTo>
                    <a:pt x="1602" y="981"/>
                    <a:pt x="1644" y="939"/>
                    <a:pt x="1644" y="887"/>
                  </a:cubicBezTo>
                  <a:lnTo>
                    <a:pt x="1661" y="719"/>
                  </a:lnTo>
                  <a:lnTo>
                    <a:pt x="1661" y="95"/>
                  </a:lnTo>
                  <a:cubicBezTo>
                    <a:pt x="1661" y="41"/>
                    <a:pt x="1618" y="1"/>
                    <a:pt x="1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27"/>
            <p:cNvSpPr/>
            <p:nvPr/>
          </p:nvSpPr>
          <p:spPr>
            <a:xfrm>
              <a:off x="5499112" y="3064105"/>
              <a:ext cx="53998" cy="32090"/>
            </a:xfrm>
            <a:custGeom>
              <a:rect b="b" l="l" r="r" t="t"/>
              <a:pathLst>
                <a:path extrusionOk="0" h="999" w="1681">
                  <a:moveTo>
                    <a:pt x="95" y="0"/>
                  </a:moveTo>
                  <a:cubicBezTo>
                    <a:pt x="44" y="0"/>
                    <a:pt x="1" y="41"/>
                    <a:pt x="1" y="94"/>
                  </a:cubicBezTo>
                  <a:lnTo>
                    <a:pt x="1" y="905"/>
                  </a:lnTo>
                  <a:cubicBezTo>
                    <a:pt x="1" y="955"/>
                    <a:pt x="41" y="999"/>
                    <a:pt x="95" y="999"/>
                  </a:cubicBezTo>
                  <a:lnTo>
                    <a:pt x="1586" y="999"/>
                  </a:lnTo>
                  <a:cubicBezTo>
                    <a:pt x="1637" y="999"/>
                    <a:pt x="1680" y="957"/>
                    <a:pt x="1680" y="905"/>
                  </a:cubicBezTo>
                  <a:lnTo>
                    <a:pt x="1680" y="718"/>
                  </a:lnTo>
                  <a:lnTo>
                    <a:pt x="337" y="718"/>
                  </a:lnTo>
                  <a:cubicBezTo>
                    <a:pt x="306" y="718"/>
                    <a:pt x="280" y="693"/>
                    <a:pt x="280" y="662"/>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27"/>
            <p:cNvSpPr/>
            <p:nvPr/>
          </p:nvSpPr>
          <p:spPr>
            <a:xfrm>
              <a:off x="5499626" y="3114090"/>
              <a:ext cx="53388" cy="18021"/>
            </a:xfrm>
            <a:custGeom>
              <a:rect b="b" l="l" r="r" t="t"/>
              <a:pathLst>
                <a:path extrusionOk="0" h="561" w="1662">
                  <a:moveTo>
                    <a:pt x="263" y="0"/>
                  </a:moveTo>
                  <a:lnTo>
                    <a:pt x="95" y="18"/>
                  </a:lnTo>
                  <a:cubicBezTo>
                    <a:pt x="41" y="18"/>
                    <a:pt x="1" y="61"/>
                    <a:pt x="1" y="112"/>
                  </a:cubicBezTo>
                  <a:lnTo>
                    <a:pt x="1" y="466"/>
                  </a:lnTo>
                  <a:cubicBezTo>
                    <a:pt x="1" y="520"/>
                    <a:pt x="44" y="560"/>
                    <a:pt x="95" y="560"/>
                  </a:cubicBezTo>
                  <a:lnTo>
                    <a:pt x="1550" y="560"/>
                  </a:lnTo>
                  <a:cubicBezTo>
                    <a:pt x="1602" y="560"/>
                    <a:pt x="1644" y="517"/>
                    <a:pt x="1644" y="466"/>
                  </a:cubicBezTo>
                  <a:lnTo>
                    <a:pt x="1661" y="298"/>
                  </a:lnTo>
                  <a:lnTo>
                    <a:pt x="1661" y="94"/>
                  </a:lnTo>
                  <a:cubicBezTo>
                    <a:pt x="1661" y="42"/>
                    <a:pt x="1618" y="0"/>
                    <a:pt x="156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27"/>
            <p:cNvSpPr/>
            <p:nvPr/>
          </p:nvSpPr>
          <p:spPr>
            <a:xfrm>
              <a:off x="5472931" y="2835061"/>
              <a:ext cx="107032" cy="141724"/>
            </a:xfrm>
            <a:custGeom>
              <a:rect b="b" l="l" r="r" t="t"/>
              <a:pathLst>
                <a:path extrusionOk="0" h="4412" w="3332">
                  <a:moveTo>
                    <a:pt x="350" y="0"/>
                  </a:moveTo>
                  <a:cubicBezTo>
                    <a:pt x="318" y="0"/>
                    <a:pt x="285" y="3"/>
                    <a:pt x="256" y="11"/>
                  </a:cubicBezTo>
                  <a:cubicBezTo>
                    <a:pt x="95" y="53"/>
                    <a:pt x="1" y="271"/>
                    <a:pt x="1" y="445"/>
                  </a:cubicBezTo>
                  <a:lnTo>
                    <a:pt x="23" y="4390"/>
                  </a:lnTo>
                  <a:lnTo>
                    <a:pt x="3265" y="4411"/>
                  </a:lnTo>
                  <a:lnTo>
                    <a:pt x="3332" y="4177"/>
                  </a:lnTo>
                  <a:lnTo>
                    <a:pt x="3332" y="372"/>
                  </a:lnTo>
                  <a:cubicBezTo>
                    <a:pt x="3332" y="167"/>
                    <a:pt x="3165" y="0"/>
                    <a:pt x="29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27"/>
            <p:cNvSpPr/>
            <p:nvPr/>
          </p:nvSpPr>
          <p:spPr>
            <a:xfrm>
              <a:off x="5485684" y="2848553"/>
              <a:ext cx="8962" cy="8962"/>
            </a:xfrm>
            <a:custGeom>
              <a:rect b="b" l="l" r="r" t="t"/>
              <a:pathLst>
                <a:path extrusionOk="0" h="279" w="279">
                  <a:moveTo>
                    <a:pt x="139" y="0"/>
                  </a:moveTo>
                  <a:cubicBezTo>
                    <a:pt x="63" y="0"/>
                    <a:pt x="1" y="62"/>
                    <a:pt x="1" y="139"/>
                  </a:cubicBezTo>
                  <a:cubicBezTo>
                    <a:pt x="1" y="216"/>
                    <a:pt x="63" y="278"/>
                    <a:pt x="139" y="278"/>
                  </a:cubicBezTo>
                  <a:cubicBezTo>
                    <a:pt x="216" y="278"/>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27"/>
            <p:cNvSpPr/>
            <p:nvPr/>
          </p:nvSpPr>
          <p:spPr>
            <a:xfrm>
              <a:off x="5503642" y="2848553"/>
              <a:ext cx="8962" cy="8962"/>
            </a:xfrm>
            <a:custGeom>
              <a:rect b="b" l="l" r="r" t="t"/>
              <a:pathLst>
                <a:path extrusionOk="0" h="279" w="279">
                  <a:moveTo>
                    <a:pt x="139" y="0"/>
                  </a:moveTo>
                  <a:cubicBezTo>
                    <a:pt x="63" y="0"/>
                    <a:pt x="0" y="62"/>
                    <a:pt x="0" y="139"/>
                  </a:cubicBezTo>
                  <a:cubicBezTo>
                    <a:pt x="0" y="216"/>
                    <a:pt x="63" y="278"/>
                    <a:pt x="139" y="278"/>
                  </a:cubicBezTo>
                  <a:cubicBezTo>
                    <a:pt x="216" y="278"/>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27"/>
            <p:cNvSpPr/>
            <p:nvPr/>
          </p:nvSpPr>
          <p:spPr>
            <a:xfrm>
              <a:off x="5521599" y="2848553"/>
              <a:ext cx="8994" cy="8962"/>
            </a:xfrm>
            <a:custGeom>
              <a:rect b="b" l="l" r="r" t="t"/>
              <a:pathLst>
                <a:path extrusionOk="0" h="279" w="280">
                  <a:moveTo>
                    <a:pt x="141" y="0"/>
                  </a:moveTo>
                  <a:cubicBezTo>
                    <a:pt x="62" y="0"/>
                    <a:pt x="0" y="62"/>
                    <a:pt x="0" y="139"/>
                  </a:cubicBezTo>
                  <a:cubicBezTo>
                    <a:pt x="0" y="216"/>
                    <a:pt x="62" y="278"/>
                    <a:pt x="141" y="278"/>
                  </a:cubicBezTo>
                  <a:cubicBezTo>
                    <a:pt x="217" y="278"/>
                    <a:pt x="279" y="216"/>
                    <a:pt x="279" y="139"/>
                  </a:cubicBezTo>
                  <a:cubicBezTo>
                    <a:pt x="279" y="62"/>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27"/>
            <p:cNvSpPr/>
            <p:nvPr/>
          </p:nvSpPr>
          <p:spPr>
            <a:xfrm>
              <a:off x="5539524" y="2848553"/>
              <a:ext cx="9026" cy="8962"/>
            </a:xfrm>
            <a:custGeom>
              <a:rect b="b" l="l" r="r" t="t"/>
              <a:pathLst>
                <a:path extrusionOk="0" h="279" w="281">
                  <a:moveTo>
                    <a:pt x="141" y="0"/>
                  </a:moveTo>
                  <a:cubicBezTo>
                    <a:pt x="65" y="0"/>
                    <a:pt x="1" y="62"/>
                    <a:pt x="1" y="139"/>
                  </a:cubicBezTo>
                  <a:cubicBezTo>
                    <a:pt x="1" y="216"/>
                    <a:pt x="65" y="278"/>
                    <a:pt x="141" y="278"/>
                  </a:cubicBezTo>
                  <a:cubicBezTo>
                    <a:pt x="218" y="278"/>
                    <a:pt x="280" y="216"/>
                    <a:pt x="280" y="139"/>
                  </a:cubicBezTo>
                  <a:cubicBezTo>
                    <a:pt x="280" y="62"/>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27"/>
            <p:cNvSpPr/>
            <p:nvPr/>
          </p:nvSpPr>
          <p:spPr>
            <a:xfrm>
              <a:off x="5557546" y="2848553"/>
              <a:ext cx="8962" cy="8962"/>
            </a:xfrm>
            <a:custGeom>
              <a:rect b="b" l="l" r="r" t="t"/>
              <a:pathLst>
                <a:path extrusionOk="0" h="279" w="279">
                  <a:moveTo>
                    <a:pt x="139" y="0"/>
                  </a:moveTo>
                  <a:cubicBezTo>
                    <a:pt x="62" y="0"/>
                    <a:pt x="0" y="62"/>
                    <a:pt x="0" y="139"/>
                  </a:cubicBezTo>
                  <a:cubicBezTo>
                    <a:pt x="0" y="216"/>
                    <a:pt x="62" y="278"/>
                    <a:pt x="139" y="278"/>
                  </a:cubicBezTo>
                  <a:cubicBezTo>
                    <a:pt x="216" y="278"/>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27"/>
            <p:cNvSpPr/>
            <p:nvPr/>
          </p:nvSpPr>
          <p:spPr>
            <a:xfrm>
              <a:off x="5485684" y="2884436"/>
              <a:ext cx="8962" cy="9026"/>
            </a:xfrm>
            <a:custGeom>
              <a:rect b="b" l="l" r="r" t="t"/>
              <a:pathLst>
                <a:path extrusionOk="0" h="281" w="279">
                  <a:moveTo>
                    <a:pt x="139" y="1"/>
                  </a:moveTo>
                  <a:cubicBezTo>
                    <a:pt x="63" y="1"/>
                    <a:pt x="1" y="63"/>
                    <a:pt x="1" y="140"/>
                  </a:cubicBezTo>
                  <a:cubicBezTo>
                    <a:pt x="1" y="218"/>
                    <a:pt x="63" y="280"/>
                    <a:pt x="139" y="280"/>
                  </a:cubicBezTo>
                  <a:cubicBezTo>
                    <a:pt x="216" y="280"/>
                    <a:pt x="278" y="218"/>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27"/>
            <p:cNvSpPr/>
            <p:nvPr/>
          </p:nvSpPr>
          <p:spPr>
            <a:xfrm>
              <a:off x="5503642" y="2884436"/>
              <a:ext cx="8962" cy="9026"/>
            </a:xfrm>
            <a:custGeom>
              <a:rect b="b" l="l" r="r" t="t"/>
              <a:pathLst>
                <a:path extrusionOk="0" h="281" w="279">
                  <a:moveTo>
                    <a:pt x="139" y="1"/>
                  </a:moveTo>
                  <a:cubicBezTo>
                    <a:pt x="63" y="1"/>
                    <a:pt x="0" y="63"/>
                    <a:pt x="0" y="140"/>
                  </a:cubicBezTo>
                  <a:cubicBezTo>
                    <a:pt x="0" y="218"/>
                    <a:pt x="63" y="280"/>
                    <a:pt x="139" y="280"/>
                  </a:cubicBezTo>
                  <a:cubicBezTo>
                    <a:pt x="216" y="280"/>
                    <a:pt x="278" y="218"/>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27"/>
            <p:cNvSpPr/>
            <p:nvPr/>
          </p:nvSpPr>
          <p:spPr>
            <a:xfrm>
              <a:off x="5521599" y="2884436"/>
              <a:ext cx="8994" cy="9026"/>
            </a:xfrm>
            <a:custGeom>
              <a:rect b="b" l="l" r="r" t="t"/>
              <a:pathLst>
                <a:path extrusionOk="0" h="281" w="280">
                  <a:moveTo>
                    <a:pt x="141" y="1"/>
                  </a:moveTo>
                  <a:cubicBezTo>
                    <a:pt x="62" y="1"/>
                    <a:pt x="0" y="63"/>
                    <a:pt x="0" y="140"/>
                  </a:cubicBezTo>
                  <a:cubicBezTo>
                    <a:pt x="0" y="218"/>
                    <a:pt x="62" y="280"/>
                    <a:pt x="141" y="280"/>
                  </a:cubicBezTo>
                  <a:cubicBezTo>
                    <a:pt x="217" y="280"/>
                    <a:pt x="279" y="218"/>
                    <a:pt x="279" y="140"/>
                  </a:cubicBezTo>
                  <a:cubicBezTo>
                    <a:pt x="279" y="63"/>
                    <a:pt x="217"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27"/>
            <p:cNvSpPr/>
            <p:nvPr/>
          </p:nvSpPr>
          <p:spPr>
            <a:xfrm>
              <a:off x="5539524" y="2884436"/>
              <a:ext cx="9026" cy="9026"/>
            </a:xfrm>
            <a:custGeom>
              <a:rect b="b" l="l" r="r" t="t"/>
              <a:pathLst>
                <a:path extrusionOk="0" h="281" w="281">
                  <a:moveTo>
                    <a:pt x="141" y="1"/>
                  </a:moveTo>
                  <a:cubicBezTo>
                    <a:pt x="65" y="1"/>
                    <a:pt x="1" y="63"/>
                    <a:pt x="1" y="140"/>
                  </a:cubicBezTo>
                  <a:cubicBezTo>
                    <a:pt x="1" y="218"/>
                    <a:pt x="65" y="280"/>
                    <a:pt x="141" y="280"/>
                  </a:cubicBezTo>
                  <a:cubicBezTo>
                    <a:pt x="218" y="280"/>
                    <a:pt x="280" y="218"/>
                    <a:pt x="280" y="140"/>
                  </a:cubicBezTo>
                  <a:cubicBezTo>
                    <a:pt x="280" y="63"/>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27"/>
            <p:cNvSpPr/>
            <p:nvPr/>
          </p:nvSpPr>
          <p:spPr>
            <a:xfrm>
              <a:off x="5557546" y="2884436"/>
              <a:ext cx="8962" cy="9026"/>
            </a:xfrm>
            <a:custGeom>
              <a:rect b="b" l="l" r="r" t="t"/>
              <a:pathLst>
                <a:path extrusionOk="0" h="281" w="279">
                  <a:moveTo>
                    <a:pt x="139" y="1"/>
                  </a:moveTo>
                  <a:cubicBezTo>
                    <a:pt x="62" y="1"/>
                    <a:pt x="0" y="63"/>
                    <a:pt x="0" y="140"/>
                  </a:cubicBezTo>
                  <a:cubicBezTo>
                    <a:pt x="0" y="218"/>
                    <a:pt x="62" y="280"/>
                    <a:pt x="139" y="280"/>
                  </a:cubicBezTo>
                  <a:cubicBezTo>
                    <a:pt x="216" y="280"/>
                    <a:pt x="278" y="218"/>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27"/>
            <p:cNvSpPr/>
            <p:nvPr/>
          </p:nvSpPr>
          <p:spPr>
            <a:xfrm>
              <a:off x="5485684" y="2920382"/>
              <a:ext cx="8962" cy="8962"/>
            </a:xfrm>
            <a:custGeom>
              <a:rect b="b" l="l" r="r" t="t"/>
              <a:pathLst>
                <a:path extrusionOk="0" h="279" w="279">
                  <a:moveTo>
                    <a:pt x="139" y="1"/>
                  </a:moveTo>
                  <a:cubicBezTo>
                    <a:pt x="63" y="1"/>
                    <a:pt x="1" y="63"/>
                    <a:pt x="1" y="140"/>
                  </a:cubicBezTo>
                  <a:cubicBezTo>
                    <a:pt x="1" y="217"/>
                    <a:pt x="63" y="279"/>
                    <a:pt x="139" y="279"/>
                  </a:cubicBezTo>
                  <a:cubicBezTo>
                    <a:pt x="216" y="279"/>
                    <a:pt x="278" y="217"/>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27"/>
            <p:cNvSpPr/>
            <p:nvPr/>
          </p:nvSpPr>
          <p:spPr>
            <a:xfrm>
              <a:off x="5503642" y="2920382"/>
              <a:ext cx="8962" cy="8962"/>
            </a:xfrm>
            <a:custGeom>
              <a:rect b="b" l="l" r="r" t="t"/>
              <a:pathLst>
                <a:path extrusionOk="0" h="279" w="279">
                  <a:moveTo>
                    <a:pt x="139" y="1"/>
                  </a:moveTo>
                  <a:cubicBezTo>
                    <a:pt x="63" y="1"/>
                    <a:pt x="0" y="63"/>
                    <a:pt x="0" y="140"/>
                  </a:cubicBezTo>
                  <a:cubicBezTo>
                    <a:pt x="0" y="217"/>
                    <a:pt x="63" y="279"/>
                    <a:pt x="139" y="279"/>
                  </a:cubicBezTo>
                  <a:cubicBezTo>
                    <a:pt x="216" y="279"/>
                    <a:pt x="278" y="217"/>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27"/>
            <p:cNvSpPr/>
            <p:nvPr/>
          </p:nvSpPr>
          <p:spPr>
            <a:xfrm>
              <a:off x="5521599" y="2920382"/>
              <a:ext cx="8994" cy="8962"/>
            </a:xfrm>
            <a:custGeom>
              <a:rect b="b" l="l" r="r" t="t"/>
              <a:pathLst>
                <a:path extrusionOk="0" h="279" w="280">
                  <a:moveTo>
                    <a:pt x="141" y="1"/>
                  </a:moveTo>
                  <a:cubicBezTo>
                    <a:pt x="62" y="1"/>
                    <a:pt x="0" y="63"/>
                    <a:pt x="0" y="140"/>
                  </a:cubicBezTo>
                  <a:cubicBezTo>
                    <a:pt x="0" y="217"/>
                    <a:pt x="62" y="279"/>
                    <a:pt x="141" y="279"/>
                  </a:cubicBezTo>
                  <a:cubicBezTo>
                    <a:pt x="217" y="279"/>
                    <a:pt x="279" y="217"/>
                    <a:pt x="279" y="140"/>
                  </a:cubicBezTo>
                  <a:cubicBezTo>
                    <a:pt x="279" y="63"/>
                    <a:pt x="217"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27"/>
            <p:cNvSpPr/>
            <p:nvPr/>
          </p:nvSpPr>
          <p:spPr>
            <a:xfrm>
              <a:off x="5539524" y="2920382"/>
              <a:ext cx="9026" cy="8962"/>
            </a:xfrm>
            <a:custGeom>
              <a:rect b="b" l="l" r="r" t="t"/>
              <a:pathLst>
                <a:path extrusionOk="0" h="279" w="281">
                  <a:moveTo>
                    <a:pt x="141" y="1"/>
                  </a:moveTo>
                  <a:cubicBezTo>
                    <a:pt x="65" y="1"/>
                    <a:pt x="1" y="63"/>
                    <a:pt x="1" y="140"/>
                  </a:cubicBezTo>
                  <a:cubicBezTo>
                    <a:pt x="1" y="217"/>
                    <a:pt x="65" y="279"/>
                    <a:pt x="141" y="279"/>
                  </a:cubicBezTo>
                  <a:cubicBezTo>
                    <a:pt x="218" y="279"/>
                    <a:pt x="280" y="217"/>
                    <a:pt x="280" y="140"/>
                  </a:cubicBezTo>
                  <a:cubicBezTo>
                    <a:pt x="280" y="63"/>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27"/>
            <p:cNvSpPr/>
            <p:nvPr/>
          </p:nvSpPr>
          <p:spPr>
            <a:xfrm>
              <a:off x="5557546" y="2920382"/>
              <a:ext cx="8962" cy="8962"/>
            </a:xfrm>
            <a:custGeom>
              <a:rect b="b" l="l" r="r" t="t"/>
              <a:pathLst>
                <a:path extrusionOk="0" h="279" w="279">
                  <a:moveTo>
                    <a:pt x="139" y="1"/>
                  </a:moveTo>
                  <a:cubicBezTo>
                    <a:pt x="62" y="1"/>
                    <a:pt x="0" y="63"/>
                    <a:pt x="0" y="140"/>
                  </a:cubicBezTo>
                  <a:cubicBezTo>
                    <a:pt x="0" y="217"/>
                    <a:pt x="62" y="279"/>
                    <a:pt x="139" y="279"/>
                  </a:cubicBezTo>
                  <a:cubicBezTo>
                    <a:pt x="216" y="279"/>
                    <a:pt x="278" y="217"/>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27"/>
            <p:cNvSpPr/>
            <p:nvPr/>
          </p:nvSpPr>
          <p:spPr>
            <a:xfrm>
              <a:off x="5485684" y="2956297"/>
              <a:ext cx="8962" cy="8994"/>
            </a:xfrm>
            <a:custGeom>
              <a:rect b="b" l="l" r="r" t="t"/>
              <a:pathLst>
                <a:path extrusionOk="0" h="280" w="279">
                  <a:moveTo>
                    <a:pt x="139" y="0"/>
                  </a:moveTo>
                  <a:cubicBezTo>
                    <a:pt x="63" y="0"/>
                    <a:pt x="1" y="63"/>
                    <a:pt x="1" y="141"/>
                  </a:cubicBezTo>
                  <a:cubicBezTo>
                    <a:pt x="1" y="218"/>
                    <a:pt x="63" y="280"/>
                    <a:pt x="139" y="280"/>
                  </a:cubicBezTo>
                  <a:cubicBezTo>
                    <a:pt x="216" y="280"/>
                    <a:pt x="278" y="218"/>
                    <a:pt x="278" y="141"/>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27"/>
            <p:cNvSpPr/>
            <p:nvPr/>
          </p:nvSpPr>
          <p:spPr>
            <a:xfrm>
              <a:off x="5503642" y="2956297"/>
              <a:ext cx="8962" cy="8994"/>
            </a:xfrm>
            <a:custGeom>
              <a:rect b="b" l="l" r="r" t="t"/>
              <a:pathLst>
                <a:path extrusionOk="0" h="280" w="279">
                  <a:moveTo>
                    <a:pt x="139" y="0"/>
                  </a:moveTo>
                  <a:cubicBezTo>
                    <a:pt x="63" y="0"/>
                    <a:pt x="0" y="63"/>
                    <a:pt x="0" y="141"/>
                  </a:cubicBezTo>
                  <a:cubicBezTo>
                    <a:pt x="0" y="218"/>
                    <a:pt x="63" y="280"/>
                    <a:pt x="139" y="280"/>
                  </a:cubicBezTo>
                  <a:cubicBezTo>
                    <a:pt x="216" y="280"/>
                    <a:pt x="278" y="218"/>
                    <a:pt x="278" y="141"/>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27"/>
            <p:cNvSpPr/>
            <p:nvPr/>
          </p:nvSpPr>
          <p:spPr>
            <a:xfrm>
              <a:off x="5521599" y="2956297"/>
              <a:ext cx="8994" cy="8994"/>
            </a:xfrm>
            <a:custGeom>
              <a:rect b="b" l="l" r="r" t="t"/>
              <a:pathLst>
                <a:path extrusionOk="0" h="280" w="280">
                  <a:moveTo>
                    <a:pt x="141" y="0"/>
                  </a:moveTo>
                  <a:cubicBezTo>
                    <a:pt x="62" y="0"/>
                    <a:pt x="0" y="63"/>
                    <a:pt x="0" y="141"/>
                  </a:cubicBezTo>
                  <a:cubicBezTo>
                    <a:pt x="0" y="218"/>
                    <a:pt x="62" y="280"/>
                    <a:pt x="141" y="280"/>
                  </a:cubicBezTo>
                  <a:cubicBezTo>
                    <a:pt x="217" y="280"/>
                    <a:pt x="279" y="218"/>
                    <a:pt x="279" y="141"/>
                  </a:cubicBezTo>
                  <a:cubicBezTo>
                    <a:pt x="279" y="63"/>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27"/>
            <p:cNvSpPr/>
            <p:nvPr/>
          </p:nvSpPr>
          <p:spPr>
            <a:xfrm>
              <a:off x="5539524" y="2956297"/>
              <a:ext cx="9026" cy="8994"/>
            </a:xfrm>
            <a:custGeom>
              <a:rect b="b" l="l" r="r" t="t"/>
              <a:pathLst>
                <a:path extrusionOk="0" h="280" w="281">
                  <a:moveTo>
                    <a:pt x="141" y="0"/>
                  </a:moveTo>
                  <a:cubicBezTo>
                    <a:pt x="65" y="0"/>
                    <a:pt x="1" y="63"/>
                    <a:pt x="1" y="141"/>
                  </a:cubicBezTo>
                  <a:cubicBezTo>
                    <a:pt x="1" y="218"/>
                    <a:pt x="65" y="280"/>
                    <a:pt x="141" y="280"/>
                  </a:cubicBezTo>
                  <a:cubicBezTo>
                    <a:pt x="218" y="280"/>
                    <a:pt x="280" y="218"/>
                    <a:pt x="280" y="141"/>
                  </a:cubicBezTo>
                  <a:cubicBezTo>
                    <a:pt x="280" y="63"/>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27"/>
            <p:cNvSpPr/>
            <p:nvPr/>
          </p:nvSpPr>
          <p:spPr>
            <a:xfrm>
              <a:off x="5557546" y="2956297"/>
              <a:ext cx="8962" cy="8994"/>
            </a:xfrm>
            <a:custGeom>
              <a:rect b="b" l="l" r="r" t="t"/>
              <a:pathLst>
                <a:path extrusionOk="0" h="280" w="279">
                  <a:moveTo>
                    <a:pt x="139" y="0"/>
                  </a:moveTo>
                  <a:cubicBezTo>
                    <a:pt x="62" y="0"/>
                    <a:pt x="0" y="63"/>
                    <a:pt x="0" y="141"/>
                  </a:cubicBezTo>
                  <a:cubicBezTo>
                    <a:pt x="0" y="218"/>
                    <a:pt x="62" y="280"/>
                    <a:pt x="139" y="280"/>
                  </a:cubicBezTo>
                  <a:cubicBezTo>
                    <a:pt x="216" y="280"/>
                    <a:pt x="278" y="218"/>
                    <a:pt x="278" y="141"/>
                  </a:cubicBezTo>
                  <a:cubicBezTo>
                    <a:pt x="278" y="63"/>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27"/>
            <p:cNvSpPr/>
            <p:nvPr/>
          </p:nvSpPr>
          <p:spPr>
            <a:xfrm>
              <a:off x="5494615" y="2938340"/>
              <a:ext cx="8994" cy="8994"/>
            </a:xfrm>
            <a:custGeom>
              <a:rect b="b" l="l" r="r" t="t"/>
              <a:pathLst>
                <a:path extrusionOk="0" h="280" w="280">
                  <a:moveTo>
                    <a:pt x="141" y="1"/>
                  </a:moveTo>
                  <a:cubicBezTo>
                    <a:pt x="63" y="1"/>
                    <a:pt x="0" y="63"/>
                    <a:pt x="0" y="140"/>
                  </a:cubicBezTo>
                  <a:cubicBezTo>
                    <a:pt x="0" y="216"/>
                    <a:pt x="63" y="280"/>
                    <a:pt x="141" y="280"/>
                  </a:cubicBezTo>
                  <a:cubicBezTo>
                    <a:pt x="218" y="280"/>
                    <a:pt x="280" y="216"/>
                    <a:pt x="280" y="140"/>
                  </a:cubicBezTo>
                  <a:cubicBezTo>
                    <a:pt x="280" y="63"/>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27"/>
            <p:cNvSpPr/>
            <p:nvPr/>
          </p:nvSpPr>
          <p:spPr>
            <a:xfrm>
              <a:off x="5512604" y="2938340"/>
              <a:ext cx="8962" cy="8994"/>
            </a:xfrm>
            <a:custGeom>
              <a:rect b="b" l="l" r="r" t="t"/>
              <a:pathLst>
                <a:path extrusionOk="0" h="280" w="279">
                  <a:moveTo>
                    <a:pt x="140" y="1"/>
                  </a:moveTo>
                  <a:cubicBezTo>
                    <a:pt x="63" y="1"/>
                    <a:pt x="1" y="63"/>
                    <a:pt x="1" y="140"/>
                  </a:cubicBezTo>
                  <a:cubicBezTo>
                    <a:pt x="1" y="216"/>
                    <a:pt x="63" y="280"/>
                    <a:pt x="140" y="280"/>
                  </a:cubicBezTo>
                  <a:cubicBezTo>
                    <a:pt x="216" y="280"/>
                    <a:pt x="279" y="216"/>
                    <a:pt x="279" y="140"/>
                  </a:cubicBezTo>
                  <a:cubicBezTo>
                    <a:pt x="279" y="63"/>
                    <a:pt x="216"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27"/>
            <p:cNvSpPr/>
            <p:nvPr/>
          </p:nvSpPr>
          <p:spPr>
            <a:xfrm>
              <a:off x="5530562" y="2938340"/>
              <a:ext cx="8962" cy="8994"/>
            </a:xfrm>
            <a:custGeom>
              <a:rect b="b" l="l" r="r" t="t"/>
              <a:pathLst>
                <a:path extrusionOk="0" h="280" w="279">
                  <a:moveTo>
                    <a:pt x="139" y="1"/>
                  </a:moveTo>
                  <a:cubicBezTo>
                    <a:pt x="63" y="1"/>
                    <a:pt x="0" y="63"/>
                    <a:pt x="0" y="140"/>
                  </a:cubicBezTo>
                  <a:cubicBezTo>
                    <a:pt x="0" y="216"/>
                    <a:pt x="63" y="280"/>
                    <a:pt x="139" y="280"/>
                  </a:cubicBezTo>
                  <a:cubicBezTo>
                    <a:pt x="216" y="280"/>
                    <a:pt x="278" y="216"/>
                    <a:pt x="278" y="140"/>
                  </a:cubicBezTo>
                  <a:cubicBezTo>
                    <a:pt x="278"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27"/>
            <p:cNvSpPr/>
            <p:nvPr/>
          </p:nvSpPr>
          <p:spPr>
            <a:xfrm>
              <a:off x="5548519" y="2938340"/>
              <a:ext cx="8994" cy="8994"/>
            </a:xfrm>
            <a:custGeom>
              <a:rect b="b" l="l" r="r" t="t"/>
              <a:pathLst>
                <a:path extrusionOk="0" h="280" w="280">
                  <a:moveTo>
                    <a:pt x="139" y="1"/>
                  </a:moveTo>
                  <a:cubicBezTo>
                    <a:pt x="63" y="1"/>
                    <a:pt x="0" y="63"/>
                    <a:pt x="0" y="140"/>
                  </a:cubicBezTo>
                  <a:cubicBezTo>
                    <a:pt x="0" y="216"/>
                    <a:pt x="63" y="280"/>
                    <a:pt x="139" y="280"/>
                  </a:cubicBezTo>
                  <a:cubicBezTo>
                    <a:pt x="216" y="280"/>
                    <a:pt x="280" y="216"/>
                    <a:pt x="280" y="140"/>
                  </a:cubicBezTo>
                  <a:cubicBezTo>
                    <a:pt x="280" y="63"/>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27"/>
            <p:cNvSpPr/>
            <p:nvPr/>
          </p:nvSpPr>
          <p:spPr>
            <a:xfrm>
              <a:off x="5494615" y="2902393"/>
              <a:ext cx="8994" cy="8994"/>
            </a:xfrm>
            <a:custGeom>
              <a:rect b="b" l="l" r="r" t="t"/>
              <a:pathLst>
                <a:path extrusionOk="0" h="280" w="280">
                  <a:moveTo>
                    <a:pt x="141" y="1"/>
                  </a:moveTo>
                  <a:cubicBezTo>
                    <a:pt x="63" y="1"/>
                    <a:pt x="0" y="64"/>
                    <a:pt x="0" y="141"/>
                  </a:cubicBezTo>
                  <a:cubicBezTo>
                    <a:pt x="0" y="218"/>
                    <a:pt x="63" y="280"/>
                    <a:pt x="141" y="280"/>
                  </a:cubicBezTo>
                  <a:cubicBezTo>
                    <a:pt x="218" y="280"/>
                    <a:pt x="280" y="218"/>
                    <a:pt x="280" y="141"/>
                  </a:cubicBezTo>
                  <a:cubicBezTo>
                    <a:pt x="280" y="64"/>
                    <a:pt x="218"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27"/>
            <p:cNvSpPr/>
            <p:nvPr/>
          </p:nvSpPr>
          <p:spPr>
            <a:xfrm>
              <a:off x="5512604" y="2902393"/>
              <a:ext cx="8962" cy="8994"/>
            </a:xfrm>
            <a:custGeom>
              <a:rect b="b" l="l" r="r" t="t"/>
              <a:pathLst>
                <a:path extrusionOk="0" h="280" w="279">
                  <a:moveTo>
                    <a:pt x="140" y="1"/>
                  </a:moveTo>
                  <a:cubicBezTo>
                    <a:pt x="63" y="1"/>
                    <a:pt x="1" y="64"/>
                    <a:pt x="1" y="141"/>
                  </a:cubicBezTo>
                  <a:cubicBezTo>
                    <a:pt x="1" y="218"/>
                    <a:pt x="63" y="280"/>
                    <a:pt x="140" y="280"/>
                  </a:cubicBezTo>
                  <a:cubicBezTo>
                    <a:pt x="216" y="280"/>
                    <a:pt x="279" y="218"/>
                    <a:pt x="279" y="141"/>
                  </a:cubicBezTo>
                  <a:cubicBezTo>
                    <a:pt x="279" y="64"/>
                    <a:pt x="216"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27"/>
            <p:cNvSpPr/>
            <p:nvPr/>
          </p:nvSpPr>
          <p:spPr>
            <a:xfrm>
              <a:off x="5530562" y="2902393"/>
              <a:ext cx="8962" cy="8994"/>
            </a:xfrm>
            <a:custGeom>
              <a:rect b="b" l="l" r="r" t="t"/>
              <a:pathLst>
                <a:path extrusionOk="0" h="280" w="279">
                  <a:moveTo>
                    <a:pt x="139" y="1"/>
                  </a:moveTo>
                  <a:cubicBezTo>
                    <a:pt x="63" y="1"/>
                    <a:pt x="0" y="64"/>
                    <a:pt x="0" y="141"/>
                  </a:cubicBezTo>
                  <a:cubicBezTo>
                    <a:pt x="0" y="218"/>
                    <a:pt x="63" y="280"/>
                    <a:pt x="139" y="280"/>
                  </a:cubicBezTo>
                  <a:cubicBezTo>
                    <a:pt x="216" y="280"/>
                    <a:pt x="278" y="218"/>
                    <a:pt x="278" y="141"/>
                  </a:cubicBezTo>
                  <a:cubicBezTo>
                    <a:pt x="278" y="64"/>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27"/>
            <p:cNvSpPr/>
            <p:nvPr/>
          </p:nvSpPr>
          <p:spPr>
            <a:xfrm>
              <a:off x="5548519" y="2902393"/>
              <a:ext cx="8994" cy="8994"/>
            </a:xfrm>
            <a:custGeom>
              <a:rect b="b" l="l" r="r" t="t"/>
              <a:pathLst>
                <a:path extrusionOk="0" h="280" w="280">
                  <a:moveTo>
                    <a:pt x="139" y="1"/>
                  </a:moveTo>
                  <a:cubicBezTo>
                    <a:pt x="63" y="1"/>
                    <a:pt x="0" y="64"/>
                    <a:pt x="0" y="141"/>
                  </a:cubicBezTo>
                  <a:cubicBezTo>
                    <a:pt x="0" y="218"/>
                    <a:pt x="63" y="280"/>
                    <a:pt x="139" y="280"/>
                  </a:cubicBezTo>
                  <a:cubicBezTo>
                    <a:pt x="216" y="280"/>
                    <a:pt x="280" y="218"/>
                    <a:pt x="280" y="141"/>
                  </a:cubicBezTo>
                  <a:cubicBezTo>
                    <a:pt x="280" y="64"/>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27"/>
            <p:cNvSpPr/>
            <p:nvPr/>
          </p:nvSpPr>
          <p:spPr>
            <a:xfrm>
              <a:off x="5494615" y="2866510"/>
              <a:ext cx="8994" cy="8930"/>
            </a:xfrm>
            <a:custGeom>
              <a:rect b="b" l="l" r="r" t="t"/>
              <a:pathLst>
                <a:path extrusionOk="0" h="278" w="280">
                  <a:moveTo>
                    <a:pt x="141" y="0"/>
                  </a:moveTo>
                  <a:cubicBezTo>
                    <a:pt x="63" y="0"/>
                    <a:pt x="0" y="62"/>
                    <a:pt x="0" y="139"/>
                  </a:cubicBezTo>
                  <a:cubicBezTo>
                    <a:pt x="0" y="216"/>
                    <a:pt x="63" y="278"/>
                    <a:pt x="141" y="278"/>
                  </a:cubicBezTo>
                  <a:cubicBezTo>
                    <a:pt x="218" y="278"/>
                    <a:pt x="280" y="216"/>
                    <a:pt x="280" y="139"/>
                  </a:cubicBezTo>
                  <a:cubicBezTo>
                    <a:pt x="280" y="62"/>
                    <a:pt x="218"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27"/>
            <p:cNvSpPr/>
            <p:nvPr/>
          </p:nvSpPr>
          <p:spPr>
            <a:xfrm>
              <a:off x="5512604" y="2866510"/>
              <a:ext cx="8962" cy="8930"/>
            </a:xfrm>
            <a:custGeom>
              <a:rect b="b" l="l" r="r" t="t"/>
              <a:pathLst>
                <a:path extrusionOk="0" h="278" w="279">
                  <a:moveTo>
                    <a:pt x="140" y="0"/>
                  </a:moveTo>
                  <a:cubicBezTo>
                    <a:pt x="63" y="0"/>
                    <a:pt x="1" y="62"/>
                    <a:pt x="1" y="139"/>
                  </a:cubicBezTo>
                  <a:cubicBezTo>
                    <a:pt x="1" y="216"/>
                    <a:pt x="63" y="278"/>
                    <a:pt x="140" y="278"/>
                  </a:cubicBezTo>
                  <a:cubicBezTo>
                    <a:pt x="216" y="278"/>
                    <a:pt x="279" y="216"/>
                    <a:pt x="279" y="139"/>
                  </a:cubicBezTo>
                  <a:cubicBezTo>
                    <a:pt x="279" y="62"/>
                    <a:pt x="216"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27"/>
            <p:cNvSpPr/>
            <p:nvPr/>
          </p:nvSpPr>
          <p:spPr>
            <a:xfrm>
              <a:off x="5530562" y="2866510"/>
              <a:ext cx="8962" cy="8930"/>
            </a:xfrm>
            <a:custGeom>
              <a:rect b="b" l="l" r="r" t="t"/>
              <a:pathLst>
                <a:path extrusionOk="0" h="278" w="279">
                  <a:moveTo>
                    <a:pt x="139" y="0"/>
                  </a:moveTo>
                  <a:cubicBezTo>
                    <a:pt x="63" y="0"/>
                    <a:pt x="0" y="62"/>
                    <a:pt x="0" y="139"/>
                  </a:cubicBezTo>
                  <a:cubicBezTo>
                    <a:pt x="0" y="216"/>
                    <a:pt x="63" y="278"/>
                    <a:pt x="139" y="278"/>
                  </a:cubicBezTo>
                  <a:cubicBezTo>
                    <a:pt x="216" y="278"/>
                    <a:pt x="278" y="216"/>
                    <a:pt x="278" y="139"/>
                  </a:cubicBezTo>
                  <a:cubicBezTo>
                    <a:pt x="278"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27"/>
            <p:cNvSpPr/>
            <p:nvPr/>
          </p:nvSpPr>
          <p:spPr>
            <a:xfrm>
              <a:off x="5548519" y="2866510"/>
              <a:ext cx="8994" cy="8930"/>
            </a:xfrm>
            <a:custGeom>
              <a:rect b="b" l="l" r="r" t="t"/>
              <a:pathLst>
                <a:path extrusionOk="0" h="278" w="280">
                  <a:moveTo>
                    <a:pt x="139" y="0"/>
                  </a:moveTo>
                  <a:cubicBezTo>
                    <a:pt x="63" y="0"/>
                    <a:pt x="0" y="62"/>
                    <a:pt x="0" y="139"/>
                  </a:cubicBezTo>
                  <a:cubicBezTo>
                    <a:pt x="0" y="216"/>
                    <a:pt x="63" y="278"/>
                    <a:pt x="139" y="278"/>
                  </a:cubicBezTo>
                  <a:cubicBezTo>
                    <a:pt x="216" y="278"/>
                    <a:pt x="280" y="216"/>
                    <a:pt x="280" y="139"/>
                  </a:cubicBezTo>
                  <a:cubicBezTo>
                    <a:pt x="280" y="62"/>
                    <a:pt x="216"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27"/>
            <p:cNvSpPr/>
            <p:nvPr/>
          </p:nvSpPr>
          <p:spPr>
            <a:xfrm>
              <a:off x="5465253" y="2978398"/>
              <a:ext cx="122290" cy="71344"/>
            </a:xfrm>
            <a:custGeom>
              <a:rect b="b" l="l" r="r" t="t"/>
              <a:pathLst>
                <a:path extrusionOk="0" h="2221" w="3807">
                  <a:moveTo>
                    <a:pt x="263" y="0"/>
                  </a:moveTo>
                  <a:lnTo>
                    <a:pt x="95" y="19"/>
                  </a:lnTo>
                  <a:cubicBezTo>
                    <a:pt x="43" y="19"/>
                    <a:pt x="1" y="62"/>
                    <a:pt x="1" y="113"/>
                  </a:cubicBezTo>
                  <a:lnTo>
                    <a:pt x="1" y="2127"/>
                  </a:lnTo>
                  <a:cubicBezTo>
                    <a:pt x="1" y="2179"/>
                    <a:pt x="44" y="2221"/>
                    <a:pt x="95" y="2221"/>
                  </a:cubicBezTo>
                  <a:lnTo>
                    <a:pt x="3692" y="2221"/>
                  </a:lnTo>
                  <a:cubicBezTo>
                    <a:pt x="3743" y="2221"/>
                    <a:pt x="3785" y="2179"/>
                    <a:pt x="3788" y="2128"/>
                  </a:cubicBezTo>
                  <a:lnTo>
                    <a:pt x="3807" y="1960"/>
                  </a:lnTo>
                  <a:lnTo>
                    <a:pt x="3807" y="1679"/>
                  </a:lnTo>
                  <a:lnTo>
                    <a:pt x="3769" y="1636"/>
                  </a:lnTo>
                  <a:lnTo>
                    <a:pt x="3769" y="612"/>
                  </a:lnTo>
                  <a:lnTo>
                    <a:pt x="3807" y="562"/>
                  </a:lnTo>
                  <a:lnTo>
                    <a:pt x="3807" y="94"/>
                  </a:lnTo>
                  <a:cubicBezTo>
                    <a:pt x="3807" y="42"/>
                    <a:pt x="3763" y="0"/>
                    <a:pt x="371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p27"/>
            <p:cNvSpPr/>
            <p:nvPr/>
          </p:nvSpPr>
          <p:spPr>
            <a:xfrm>
              <a:off x="5465318" y="2996420"/>
              <a:ext cx="122194" cy="35945"/>
            </a:xfrm>
            <a:custGeom>
              <a:rect b="b" l="l" r="r" t="t"/>
              <a:pathLst>
                <a:path extrusionOk="0" h="1119" w="3804">
                  <a:moveTo>
                    <a:pt x="261" y="1"/>
                  </a:moveTo>
                  <a:lnTo>
                    <a:pt x="0" y="18"/>
                  </a:lnTo>
                  <a:lnTo>
                    <a:pt x="0" y="1101"/>
                  </a:lnTo>
                  <a:lnTo>
                    <a:pt x="261" y="1118"/>
                  </a:lnTo>
                  <a:lnTo>
                    <a:pt x="3803" y="1118"/>
                  </a:lnTo>
                  <a:lnTo>
                    <a:pt x="3803"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p27"/>
            <p:cNvSpPr/>
            <p:nvPr/>
          </p:nvSpPr>
          <p:spPr>
            <a:xfrm>
              <a:off x="5512283" y="3009944"/>
              <a:ext cx="27561" cy="9026"/>
            </a:xfrm>
            <a:custGeom>
              <a:rect b="b" l="l" r="r" t="t"/>
              <a:pathLst>
                <a:path extrusionOk="0" h="281" w="858">
                  <a:moveTo>
                    <a:pt x="141" y="1"/>
                  </a:moveTo>
                  <a:cubicBezTo>
                    <a:pt x="64" y="1"/>
                    <a:pt x="1" y="65"/>
                    <a:pt x="1" y="140"/>
                  </a:cubicBezTo>
                  <a:cubicBezTo>
                    <a:pt x="1" y="217"/>
                    <a:pt x="63" y="280"/>
                    <a:pt x="141" y="280"/>
                  </a:cubicBezTo>
                  <a:lnTo>
                    <a:pt x="717" y="280"/>
                  </a:lnTo>
                  <a:cubicBezTo>
                    <a:pt x="795" y="280"/>
                    <a:pt x="858" y="217"/>
                    <a:pt x="858" y="140"/>
                  </a:cubicBezTo>
                  <a:cubicBezTo>
                    <a:pt x="858" y="65"/>
                    <a:pt x="795" y="1"/>
                    <a:pt x="71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27"/>
            <p:cNvSpPr/>
            <p:nvPr/>
          </p:nvSpPr>
          <p:spPr>
            <a:xfrm>
              <a:off x="5437697" y="2940816"/>
              <a:ext cx="37198" cy="16415"/>
            </a:xfrm>
            <a:custGeom>
              <a:rect b="b" l="l" r="r" t="t"/>
              <a:pathLst>
                <a:path extrusionOk="0" h="511" w="1158">
                  <a:moveTo>
                    <a:pt x="119" y="1"/>
                  </a:moveTo>
                  <a:cubicBezTo>
                    <a:pt x="48" y="52"/>
                    <a:pt x="1" y="136"/>
                    <a:pt x="1" y="230"/>
                  </a:cubicBezTo>
                  <a:cubicBezTo>
                    <a:pt x="1" y="383"/>
                    <a:pt x="127" y="510"/>
                    <a:pt x="281" y="510"/>
                  </a:cubicBezTo>
                  <a:lnTo>
                    <a:pt x="1157" y="510"/>
                  </a:lnTo>
                  <a:lnTo>
                    <a:pt x="1157" y="230"/>
                  </a:lnTo>
                  <a:lnTo>
                    <a:pt x="394" y="230"/>
                  </a:lnTo>
                  <a:cubicBezTo>
                    <a:pt x="258" y="230"/>
                    <a:pt x="144" y="131"/>
                    <a:pt x="11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27"/>
            <p:cNvSpPr/>
            <p:nvPr/>
          </p:nvSpPr>
          <p:spPr>
            <a:xfrm>
              <a:off x="5579685" y="2948173"/>
              <a:ext cx="36588" cy="9059"/>
            </a:xfrm>
            <a:custGeom>
              <a:rect b="b" l="l" r="r" t="t"/>
              <a:pathLst>
                <a:path extrusionOk="0" h="282" w="1139">
                  <a:moveTo>
                    <a:pt x="0" y="1"/>
                  </a:moveTo>
                  <a:lnTo>
                    <a:pt x="0" y="281"/>
                  </a:lnTo>
                  <a:lnTo>
                    <a:pt x="859" y="281"/>
                  </a:lnTo>
                  <a:cubicBezTo>
                    <a:pt x="1012" y="281"/>
                    <a:pt x="1138" y="156"/>
                    <a:pt x="113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27"/>
            <p:cNvSpPr/>
            <p:nvPr/>
          </p:nvSpPr>
          <p:spPr>
            <a:xfrm>
              <a:off x="5500050" y="3113740"/>
              <a:ext cx="53998" cy="18631"/>
            </a:xfrm>
            <a:custGeom>
              <a:rect b="b" l="l" r="r" t="t"/>
              <a:pathLst>
                <a:path extrusionOk="0" h="580" w="1681">
                  <a:moveTo>
                    <a:pt x="95" y="0"/>
                  </a:moveTo>
                  <a:cubicBezTo>
                    <a:pt x="44" y="0"/>
                    <a:pt x="1" y="42"/>
                    <a:pt x="1" y="94"/>
                  </a:cubicBezTo>
                  <a:lnTo>
                    <a:pt x="1" y="485"/>
                  </a:lnTo>
                  <a:cubicBezTo>
                    <a:pt x="1" y="536"/>
                    <a:pt x="41" y="579"/>
                    <a:pt x="95" y="579"/>
                  </a:cubicBezTo>
                  <a:lnTo>
                    <a:pt x="1586" y="579"/>
                  </a:lnTo>
                  <a:cubicBezTo>
                    <a:pt x="1637" y="579"/>
                    <a:pt x="1680" y="537"/>
                    <a:pt x="1680" y="485"/>
                  </a:cubicBezTo>
                  <a:lnTo>
                    <a:pt x="1680" y="298"/>
                  </a:lnTo>
                  <a:lnTo>
                    <a:pt x="337" y="298"/>
                  </a:lnTo>
                  <a:cubicBezTo>
                    <a:pt x="306" y="298"/>
                    <a:pt x="280" y="274"/>
                    <a:pt x="280" y="242"/>
                  </a:cubicBezTo>
                  <a:lnTo>
                    <a:pt x="28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27"/>
            <p:cNvSpPr/>
            <p:nvPr/>
          </p:nvSpPr>
          <p:spPr>
            <a:xfrm>
              <a:off x="5475408" y="2834475"/>
              <a:ext cx="107835" cy="145804"/>
            </a:xfrm>
            <a:custGeom>
              <a:rect b="b" l="l" r="r" t="t"/>
              <a:pathLst>
                <a:path extrusionOk="0" h="4539" w="3357">
                  <a:moveTo>
                    <a:pt x="282" y="0"/>
                  </a:moveTo>
                  <a:cubicBezTo>
                    <a:pt x="128" y="36"/>
                    <a:pt x="1" y="185"/>
                    <a:pt x="1" y="362"/>
                  </a:cubicBezTo>
                  <a:lnTo>
                    <a:pt x="1" y="4538"/>
                  </a:lnTo>
                  <a:lnTo>
                    <a:pt x="3356" y="4538"/>
                  </a:lnTo>
                  <a:lnTo>
                    <a:pt x="3356" y="4166"/>
                  </a:lnTo>
                  <a:lnTo>
                    <a:pt x="376" y="4166"/>
                  </a:lnTo>
                  <a:cubicBezTo>
                    <a:pt x="325" y="4166"/>
                    <a:pt x="282" y="4124"/>
                    <a:pt x="282" y="4072"/>
                  </a:cubicBezTo>
                  <a:lnTo>
                    <a:pt x="28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27"/>
            <p:cNvSpPr/>
            <p:nvPr/>
          </p:nvSpPr>
          <p:spPr>
            <a:xfrm>
              <a:off x="5463586" y="2978712"/>
              <a:ext cx="122933" cy="71987"/>
            </a:xfrm>
            <a:custGeom>
              <a:rect b="b" l="l" r="r" t="t"/>
              <a:pathLst>
                <a:path extrusionOk="0" h="2241" w="3827">
                  <a:moveTo>
                    <a:pt x="95" y="1"/>
                  </a:moveTo>
                  <a:cubicBezTo>
                    <a:pt x="44" y="1"/>
                    <a:pt x="1" y="41"/>
                    <a:pt x="1" y="95"/>
                  </a:cubicBezTo>
                  <a:lnTo>
                    <a:pt x="1" y="561"/>
                  </a:lnTo>
                  <a:lnTo>
                    <a:pt x="38" y="612"/>
                  </a:lnTo>
                  <a:lnTo>
                    <a:pt x="41" y="1644"/>
                  </a:lnTo>
                  <a:lnTo>
                    <a:pt x="2" y="1680"/>
                  </a:lnTo>
                  <a:lnTo>
                    <a:pt x="2" y="2146"/>
                  </a:lnTo>
                  <a:cubicBezTo>
                    <a:pt x="2" y="2197"/>
                    <a:pt x="44" y="2240"/>
                    <a:pt x="98" y="2240"/>
                  </a:cubicBezTo>
                  <a:lnTo>
                    <a:pt x="3733" y="2240"/>
                  </a:lnTo>
                  <a:cubicBezTo>
                    <a:pt x="3783" y="2240"/>
                    <a:pt x="3827" y="2198"/>
                    <a:pt x="3827" y="2146"/>
                  </a:cubicBezTo>
                  <a:lnTo>
                    <a:pt x="3827" y="1960"/>
                  </a:lnTo>
                  <a:lnTo>
                    <a:pt x="338" y="1960"/>
                  </a:lnTo>
                  <a:lnTo>
                    <a:pt x="338" y="1958"/>
                  </a:lnTo>
                  <a:cubicBezTo>
                    <a:pt x="306" y="1958"/>
                    <a:pt x="282" y="1934"/>
                    <a:pt x="282" y="1902"/>
                  </a:cubicBezTo>
                  <a:lnTo>
                    <a:pt x="28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5" name="Shape 4125"/>
        <p:cNvGrpSpPr/>
        <p:nvPr/>
      </p:nvGrpSpPr>
      <p:grpSpPr>
        <a:xfrm>
          <a:off x="0" y="0"/>
          <a:ext cx="0" cy="0"/>
          <a:chOff x="0" y="0"/>
          <a:chExt cx="0" cy="0"/>
        </a:xfrm>
      </p:grpSpPr>
      <p:sp>
        <p:nvSpPr>
          <p:cNvPr id="4126" name="Google Shape;4126;p28"/>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Computer</a:t>
            </a:r>
            <a:r>
              <a:rPr lang="en"/>
              <a:t> icon pack</a:t>
            </a:r>
            <a:endParaRPr/>
          </a:p>
        </p:txBody>
      </p:sp>
      <p:grpSp>
        <p:nvGrpSpPr>
          <p:cNvPr id="4127" name="Google Shape;4127;p28"/>
          <p:cNvGrpSpPr/>
          <p:nvPr/>
        </p:nvGrpSpPr>
        <p:grpSpPr>
          <a:xfrm>
            <a:off x="7320358" y="4151260"/>
            <a:ext cx="328266" cy="319894"/>
            <a:chOff x="7320358" y="4151260"/>
            <a:chExt cx="328266" cy="319894"/>
          </a:xfrm>
        </p:grpSpPr>
        <p:sp>
          <p:nvSpPr>
            <p:cNvPr id="4128" name="Google Shape;4128;p28"/>
            <p:cNvSpPr/>
            <p:nvPr/>
          </p:nvSpPr>
          <p:spPr>
            <a:xfrm>
              <a:off x="7320358" y="4151260"/>
              <a:ext cx="70756" cy="88123"/>
            </a:xfrm>
            <a:custGeom>
              <a:rect b="b" l="l" r="r" t="t"/>
              <a:pathLst>
                <a:path extrusionOk="0" h="2482" w="1993">
                  <a:moveTo>
                    <a:pt x="1004" y="1"/>
                  </a:moveTo>
                  <a:cubicBezTo>
                    <a:pt x="919" y="1"/>
                    <a:pt x="839" y="41"/>
                    <a:pt x="785" y="109"/>
                  </a:cubicBezTo>
                  <a:lnTo>
                    <a:pt x="94" y="995"/>
                  </a:lnTo>
                  <a:cubicBezTo>
                    <a:pt x="1" y="1116"/>
                    <a:pt x="22" y="1290"/>
                    <a:pt x="143" y="1385"/>
                  </a:cubicBezTo>
                  <a:cubicBezTo>
                    <a:pt x="194" y="1425"/>
                    <a:pt x="254" y="1443"/>
                    <a:pt x="314" y="1443"/>
                  </a:cubicBezTo>
                  <a:cubicBezTo>
                    <a:pt x="396" y="1443"/>
                    <a:pt x="478" y="1407"/>
                    <a:pt x="533" y="1338"/>
                  </a:cubicBezTo>
                  <a:lnTo>
                    <a:pt x="719" y="1100"/>
                  </a:lnTo>
                  <a:lnTo>
                    <a:pt x="719" y="2203"/>
                  </a:lnTo>
                  <a:cubicBezTo>
                    <a:pt x="719" y="2355"/>
                    <a:pt x="843" y="2482"/>
                    <a:pt x="998" y="2482"/>
                  </a:cubicBezTo>
                  <a:cubicBezTo>
                    <a:pt x="1152" y="2482"/>
                    <a:pt x="1277" y="2357"/>
                    <a:pt x="1277" y="2203"/>
                  </a:cubicBezTo>
                  <a:lnTo>
                    <a:pt x="1277" y="1103"/>
                  </a:lnTo>
                  <a:lnTo>
                    <a:pt x="1459" y="1346"/>
                  </a:lnTo>
                  <a:cubicBezTo>
                    <a:pt x="1512" y="1420"/>
                    <a:pt x="1597" y="1457"/>
                    <a:pt x="1682" y="1457"/>
                  </a:cubicBezTo>
                  <a:cubicBezTo>
                    <a:pt x="1739" y="1457"/>
                    <a:pt x="1798" y="1440"/>
                    <a:pt x="1847" y="1403"/>
                  </a:cubicBezTo>
                  <a:cubicBezTo>
                    <a:pt x="1968" y="1310"/>
                    <a:pt x="1992" y="1136"/>
                    <a:pt x="1900" y="1014"/>
                  </a:cubicBezTo>
                  <a:lnTo>
                    <a:pt x="1228" y="112"/>
                  </a:lnTo>
                  <a:cubicBezTo>
                    <a:pt x="1176" y="43"/>
                    <a:pt x="1094" y="1"/>
                    <a:pt x="1008" y="1"/>
                  </a:cubicBezTo>
                  <a:cubicBezTo>
                    <a:pt x="1007" y="1"/>
                    <a:pt x="1005" y="1"/>
                    <a:pt x="10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28"/>
            <p:cNvSpPr/>
            <p:nvPr/>
          </p:nvSpPr>
          <p:spPr>
            <a:xfrm>
              <a:off x="7408975" y="4151260"/>
              <a:ext cx="70721" cy="88123"/>
            </a:xfrm>
            <a:custGeom>
              <a:rect b="b" l="l" r="r" t="t"/>
              <a:pathLst>
                <a:path extrusionOk="0" h="2482" w="1992">
                  <a:moveTo>
                    <a:pt x="1003" y="1"/>
                  </a:moveTo>
                  <a:cubicBezTo>
                    <a:pt x="918" y="1"/>
                    <a:pt x="838" y="41"/>
                    <a:pt x="784" y="109"/>
                  </a:cubicBezTo>
                  <a:lnTo>
                    <a:pt x="94" y="995"/>
                  </a:lnTo>
                  <a:cubicBezTo>
                    <a:pt x="0" y="1116"/>
                    <a:pt x="22" y="1290"/>
                    <a:pt x="143" y="1385"/>
                  </a:cubicBezTo>
                  <a:cubicBezTo>
                    <a:pt x="193" y="1425"/>
                    <a:pt x="253" y="1443"/>
                    <a:pt x="313" y="1443"/>
                  </a:cubicBezTo>
                  <a:cubicBezTo>
                    <a:pt x="396" y="1443"/>
                    <a:pt x="477" y="1407"/>
                    <a:pt x="533" y="1338"/>
                  </a:cubicBezTo>
                  <a:lnTo>
                    <a:pt x="718" y="1100"/>
                  </a:lnTo>
                  <a:lnTo>
                    <a:pt x="718" y="2203"/>
                  </a:lnTo>
                  <a:cubicBezTo>
                    <a:pt x="718" y="2355"/>
                    <a:pt x="842" y="2482"/>
                    <a:pt x="997" y="2482"/>
                  </a:cubicBezTo>
                  <a:cubicBezTo>
                    <a:pt x="1150" y="2482"/>
                    <a:pt x="1275" y="2357"/>
                    <a:pt x="1275" y="2203"/>
                  </a:cubicBezTo>
                  <a:lnTo>
                    <a:pt x="1275" y="1103"/>
                  </a:lnTo>
                  <a:lnTo>
                    <a:pt x="1458" y="1346"/>
                  </a:lnTo>
                  <a:cubicBezTo>
                    <a:pt x="1511" y="1420"/>
                    <a:pt x="1596" y="1457"/>
                    <a:pt x="1681" y="1457"/>
                  </a:cubicBezTo>
                  <a:cubicBezTo>
                    <a:pt x="1738" y="1457"/>
                    <a:pt x="1797" y="1440"/>
                    <a:pt x="1846" y="1403"/>
                  </a:cubicBezTo>
                  <a:cubicBezTo>
                    <a:pt x="1966" y="1310"/>
                    <a:pt x="1992" y="1136"/>
                    <a:pt x="1900" y="1014"/>
                  </a:cubicBezTo>
                  <a:lnTo>
                    <a:pt x="1228" y="112"/>
                  </a:lnTo>
                  <a:cubicBezTo>
                    <a:pt x="1174" y="43"/>
                    <a:pt x="1094" y="1"/>
                    <a:pt x="1007" y="1"/>
                  </a:cubicBezTo>
                  <a:cubicBezTo>
                    <a:pt x="1006" y="1"/>
                    <a:pt x="1004" y="1"/>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28"/>
            <p:cNvSpPr/>
            <p:nvPr/>
          </p:nvSpPr>
          <p:spPr>
            <a:xfrm>
              <a:off x="7497557" y="4151260"/>
              <a:ext cx="70721" cy="88123"/>
            </a:xfrm>
            <a:custGeom>
              <a:rect b="b" l="l" r="r" t="t"/>
              <a:pathLst>
                <a:path extrusionOk="0" h="2482" w="1992">
                  <a:moveTo>
                    <a:pt x="1003" y="1"/>
                  </a:moveTo>
                  <a:cubicBezTo>
                    <a:pt x="918" y="1"/>
                    <a:pt x="837" y="41"/>
                    <a:pt x="785" y="109"/>
                  </a:cubicBezTo>
                  <a:lnTo>
                    <a:pt x="94" y="995"/>
                  </a:lnTo>
                  <a:cubicBezTo>
                    <a:pt x="0" y="1116"/>
                    <a:pt x="22" y="1290"/>
                    <a:pt x="143" y="1385"/>
                  </a:cubicBezTo>
                  <a:cubicBezTo>
                    <a:pt x="193" y="1425"/>
                    <a:pt x="253" y="1443"/>
                    <a:pt x="313" y="1443"/>
                  </a:cubicBezTo>
                  <a:cubicBezTo>
                    <a:pt x="395" y="1443"/>
                    <a:pt x="478" y="1407"/>
                    <a:pt x="533" y="1338"/>
                  </a:cubicBezTo>
                  <a:lnTo>
                    <a:pt x="718" y="1100"/>
                  </a:lnTo>
                  <a:lnTo>
                    <a:pt x="718" y="2203"/>
                  </a:lnTo>
                  <a:cubicBezTo>
                    <a:pt x="718" y="2355"/>
                    <a:pt x="842" y="2482"/>
                    <a:pt x="996" y="2482"/>
                  </a:cubicBezTo>
                  <a:cubicBezTo>
                    <a:pt x="1150" y="2482"/>
                    <a:pt x="1275" y="2357"/>
                    <a:pt x="1275" y="2203"/>
                  </a:cubicBezTo>
                  <a:lnTo>
                    <a:pt x="1275" y="1103"/>
                  </a:lnTo>
                  <a:lnTo>
                    <a:pt x="1457" y="1346"/>
                  </a:lnTo>
                  <a:cubicBezTo>
                    <a:pt x="1511" y="1420"/>
                    <a:pt x="1596" y="1457"/>
                    <a:pt x="1680" y="1457"/>
                  </a:cubicBezTo>
                  <a:cubicBezTo>
                    <a:pt x="1737" y="1457"/>
                    <a:pt x="1798" y="1440"/>
                    <a:pt x="1845" y="1403"/>
                  </a:cubicBezTo>
                  <a:cubicBezTo>
                    <a:pt x="1965" y="1310"/>
                    <a:pt x="1992" y="1136"/>
                    <a:pt x="1900" y="1014"/>
                  </a:cubicBezTo>
                  <a:lnTo>
                    <a:pt x="1226" y="112"/>
                  </a:lnTo>
                  <a:cubicBezTo>
                    <a:pt x="1175" y="43"/>
                    <a:pt x="1094" y="1"/>
                    <a:pt x="1008" y="1"/>
                  </a:cubicBezTo>
                  <a:cubicBezTo>
                    <a:pt x="1006" y="1"/>
                    <a:pt x="1005" y="1"/>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28"/>
            <p:cNvSpPr/>
            <p:nvPr/>
          </p:nvSpPr>
          <p:spPr>
            <a:xfrm>
              <a:off x="7349577" y="4194113"/>
              <a:ext cx="15976" cy="45162"/>
            </a:xfrm>
            <a:custGeom>
              <a:rect b="b" l="l" r="r" t="t"/>
              <a:pathLst>
                <a:path extrusionOk="0" h="1272" w="450">
                  <a:moveTo>
                    <a:pt x="213" y="0"/>
                  </a:moveTo>
                  <a:cubicBezTo>
                    <a:pt x="158" y="0"/>
                    <a:pt x="106" y="44"/>
                    <a:pt x="106" y="106"/>
                  </a:cubicBezTo>
                  <a:lnTo>
                    <a:pt x="106" y="993"/>
                  </a:lnTo>
                  <a:cubicBezTo>
                    <a:pt x="106" y="1082"/>
                    <a:pt x="66" y="1161"/>
                    <a:pt x="1" y="1211"/>
                  </a:cubicBezTo>
                  <a:cubicBezTo>
                    <a:pt x="47" y="1249"/>
                    <a:pt x="106" y="1271"/>
                    <a:pt x="170" y="1271"/>
                  </a:cubicBezTo>
                  <a:cubicBezTo>
                    <a:pt x="177" y="1271"/>
                    <a:pt x="185" y="1271"/>
                    <a:pt x="192" y="1270"/>
                  </a:cubicBezTo>
                  <a:cubicBezTo>
                    <a:pt x="339" y="1260"/>
                    <a:pt x="450" y="1134"/>
                    <a:pt x="450" y="987"/>
                  </a:cubicBezTo>
                  <a:lnTo>
                    <a:pt x="450" y="138"/>
                  </a:lnTo>
                  <a:cubicBezTo>
                    <a:pt x="387" y="125"/>
                    <a:pt x="328" y="89"/>
                    <a:pt x="289" y="31"/>
                  </a:cubicBezTo>
                  <a:lnTo>
                    <a:pt x="276" y="21"/>
                  </a:lnTo>
                  <a:cubicBezTo>
                    <a:pt x="256" y="7"/>
                    <a:pt x="234" y="0"/>
                    <a:pt x="21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28"/>
            <p:cNvSpPr/>
            <p:nvPr/>
          </p:nvSpPr>
          <p:spPr>
            <a:xfrm>
              <a:off x="7349897" y="4151331"/>
              <a:ext cx="41218" cy="51695"/>
            </a:xfrm>
            <a:custGeom>
              <a:rect b="b" l="l" r="r" t="t"/>
              <a:pathLst>
                <a:path extrusionOk="0" h="1456" w="1161">
                  <a:moveTo>
                    <a:pt x="170" y="0"/>
                  </a:moveTo>
                  <a:cubicBezTo>
                    <a:pt x="108" y="0"/>
                    <a:pt x="49" y="22"/>
                    <a:pt x="1" y="59"/>
                  </a:cubicBezTo>
                  <a:cubicBezTo>
                    <a:pt x="19" y="74"/>
                    <a:pt x="37" y="92"/>
                    <a:pt x="51" y="111"/>
                  </a:cubicBezTo>
                  <a:lnTo>
                    <a:pt x="723" y="1013"/>
                  </a:lnTo>
                  <a:cubicBezTo>
                    <a:pt x="814" y="1134"/>
                    <a:pt x="789" y="1303"/>
                    <a:pt x="673" y="1396"/>
                  </a:cubicBezTo>
                  <a:cubicBezTo>
                    <a:pt x="722" y="1437"/>
                    <a:pt x="782" y="1455"/>
                    <a:pt x="845" y="1455"/>
                  </a:cubicBezTo>
                  <a:cubicBezTo>
                    <a:pt x="903" y="1455"/>
                    <a:pt x="960" y="1438"/>
                    <a:pt x="1011" y="1401"/>
                  </a:cubicBezTo>
                  <a:cubicBezTo>
                    <a:pt x="1136" y="1308"/>
                    <a:pt x="1160" y="1134"/>
                    <a:pt x="1068" y="1013"/>
                  </a:cubicBezTo>
                  <a:lnTo>
                    <a:pt x="396" y="111"/>
                  </a:lnTo>
                  <a:cubicBezTo>
                    <a:pt x="343" y="42"/>
                    <a:pt x="262" y="2"/>
                    <a:pt x="176" y="0"/>
                  </a:cubicBezTo>
                  <a:cubicBezTo>
                    <a:pt x="174" y="0"/>
                    <a:pt x="172" y="0"/>
                    <a:pt x="1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28"/>
            <p:cNvSpPr/>
            <p:nvPr/>
          </p:nvSpPr>
          <p:spPr>
            <a:xfrm>
              <a:off x="7438124" y="4194113"/>
              <a:ext cx="16047" cy="45162"/>
            </a:xfrm>
            <a:custGeom>
              <a:rect b="b" l="l" r="r" t="t"/>
              <a:pathLst>
                <a:path extrusionOk="0" h="1272" w="452">
                  <a:moveTo>
                    <a:pt x="212" y="0"/>
                  </a:moveTo>
                  <a:cubicBezTo>
                    <a:pt x="157" y="0"/>
                    <a:pt x="106" y="44"/>
                    <a:pt x="106" y="106"/>
                  </a:cubicBezTo>
                  <a:lnTo>
                    <a:pt x="106" y="993"/>
                  </a:lnTo>
                  <a:cubicBezTo>
                    <a:pt x="106" y="1082"/>
                    <a:pt x="66" y="1161"/>
                    <a:pt x="1" y="1211"/>
                  </a:cubicBezTo>
                  <a:cubicBezTo>
                    <a:pt x="49" y="1249"/>
                    <a:pt x="107" y="1271"/>
                    <a:pt x="171" y="1271"/>
                  </a:cubicBezTo>
                  <a:cubicBezTo>
                    <a:pt x="179" y="1271"/>
                    <a:pt x="186" y="1271"/>
                    <a:pt x="194" y="1270"/>
                  </a:cubicBezTo>
                  <a:cubicBezTo>
                    <a:pt x="339" y="1260"/>
                    <a:pt x="451" y="1134"/>
                    <a:pt x="451" y="987"/>
                  </a:cubicBezTo>
                  <a:lnTo>
                    <a:pt x="451" y="138"/>
                  </a:lnTo>
                  <a:cubicBezTo>
                    <a:pt x="388" y="125"/>
                    <a:pt x="329" y="89"/>
                    <a:pt x="287" y="31"/>
                  </a:cubicBezTo>
                  <a:lnTo>
                    <a:pt x="274" y="21"/>
                  </a:lnTo>
                  <a:cubicBezTo>
                    <a:pt x="255" y="7"/>
                    <a:pt x="233" y="0"/>
                    <a:pt x="21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28"/>
            <p:cNvSpPr/>
            <p:nvPr/>
          </p:nvSpPr>
          <p:spPr>
            <a:xfrm>
              <a:off x="7438479" y="4151331"/>
              <a:ext cx="41218" cy="51695"/>
            </a:xfrm>
            <a:custGeom>
              <a:rect b="b" l="l" r="r" t="t"/>
              <a:pathLst>
                <a:path extrusionOk="0" h="1456" w="1161">
                  <a:moveTo>
                    <a:pt x="170" y="0"/>
                  </a:moveTo>
                  <a:cubicBezTo>
                    <a:pt x="108" y="0"/>
                    <a:pt x="48" y="22"/>
                    <a:pt x="1" y="59"/>
                  </a:cubicBezTo>
                  <a:cubicBezTo>
                    <a:pt x="20" y="74"/>
                    <a:pt x="37" y="92"/>
                    <a:pt x="50" y="111"/>
                  </a:cubicBezTo>
                  <a:lnTo>
                    <a:pt x="723" y="1013"/>
                  </a:lnTo>
                  <a:cubicBezTo>
                    <a:pt x="812" y="1134"/>
                    <a:pt x="789" y="1303"/>
                    <a:pt x="673" y="1396"/>
                  </a:cubicBezTo>
                  <a:cubicBezTo>
                    <a:pt x="722" y="1437"/>
                    <a:pt x="785" y="1455"/>
                    <a:pt x="846" y="1455"/>
                  </a:cubicBezTo>
                  <a:cubicBezTo>
                    <a:pt x="903" y="1455"/>
                    <a:pt x="961" y="1438"/>
                    <a:pt x="1011" y="1401"/>
                  </a:cubicBezTo>
                  <a:cubicBezTo>
                    <a:pt x="1135" y="1308"/>
                    <a:pt x="1161" y="1134"/>
                    <a:pt x="1069" y="1013"/>
                  </a:cubicBezTo>
                  <a:lnTo>
                    <a:pt x="397" y="111"/>
                  </a:lnTo>
                  <a:cubicBezTo>
                    <a:pt x="343" y="42"/>
                    <a:pt x="263" y="2"/>
                    <a:pt x="176" y="0"/>
                  </a:cubicBezTo>
                  <a:cubicBezTo>
                    <a:pt x="174" y="0"/>
                    <a:pt x="172" y="0"/>
                    <a:pt x="1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28"/>
            <p:cNvSpPr/>
            <p:nvPr/>
          </p:nvSpPr>
          <p:spPr>
            <a:xfrm>
              <a:off x="7526670" y="4194113"/>
              <a:ext cx="16083" cy="45162"/>
            </a:xfrm>
            <a:custGeom>
              <a:rect b="b" l="l" r="r" t="t"/>
              <a:pathLst>
                <a:path extrusionOk="0" h="1272" w="453">
                  <a:moveTo>
                    <a:pt x="211" y="0"/>
                  </a:moveTo>
                  <a:cubicBezTo>
                    <a:pt x="156" y="0"/>
                    <a:pt x="104" y="44"/>
                    <a:pt x="104" y="106"/>
                  </a:cubicBezTo>
                  <a:lnTo>
                    <a:pt x="104" y="993"/>
                  </a:lnTo>
                  <a:cubicBezTo>
                    <a:pt x="104" y="1082"/>
                    <a:pt x="65" y="1161"/>
                    <a:pt x="1" y="1211"/>
                  </a:cubicBezTo>
                  <a:cubicBezTo>
                    <a:pt x="48" y="1250"/>
                    <a:pt x="108" y="1271"/>
                    <a:pt x="173" y="1271"/>
                  </a:cubicBezTo>
                  <a:cubicBezTo>
                    <a:pt x="178" y="1271"/>
                    <a:pt x="184" y="1271"/>
                    <a:pt x="191" y="1270"/>
                  </a:cubicBezTo>
                  <a:cubicBezTo>
                    <a:pt x="339" y="1262"/>
                    <a:pt x="452" y="1134"/>
                    <a:pt x="452" y="987"/>
                  </a:cubicBezTo>
                  <a:lnTo>
                    <a:pt x="452" y="138"/>
                  </a:lnTo>
                  <a:cubicBezTo>
                    <a:pt x="389" y="125"/>
                    <a:pt x="330" y="89"/>
                    <a:pt x="287" y="31"/>
                  </a:cubicBezTo>
                  <a:lnTo>
                    <a:pt x="274" y="21"/>
                  </a:lnTo>
                  <a:cubicBezTo>
                    <a:pt x="254" y="7"/>
                    <a:pt x="232" y="0"/>
                    <a:pt x="21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28"/>
            <p:cNvSpPr/>
            <p:nvPr/>
          </p:nvSpPr>
          <p:spPr>
            <a:xfrm>
              <a:off x="7527025" y="4151331"/>
              <a:ext cx="41254" cy="51695"/>
            </a:xfrm>
            <a:custGeom>
              <a:rect b="b" l="l" r="r" t="t"/>
              <a:pathLst>
                <a:path extrusionOk="0" h="1456" w="1162">
                  <a:moveTo>
                    <a:pt x="172" y="0"/>
                  </a:moveTo>
                  <a:cubicBezTo>
                    <a:pt x="109" y="0"/>
                    <a:pt x="49" y="22"/>
                    <a:pt x="1" y="59"/>
                  </a:cubicBezTo>
                  <a:cubicBezTo>
                    <a:pt x="19" y="74"/>
                    <a:pt x="37" y="92"/>
                    <a:pt x="51" y="111"/>
                  </a:cubicBezTo>
                  <a:lnTo>
                    <a:pt x="725" y="1013"/>
                  </a:lnTo>
                  <a:cubicBezTo>
                    <a:pt x="814" y="1134"/>
                    <a:pt x="791" y="1303"/>
                    <a:pt x="674" y="1396"/>
                  </a:cubicBezTo>
                  <a:cubicBezTo>
                    <a:pt x="723" y="1437"/>
                    <a:pt x="785" y="1455"/>
                    <a:pt x="847" y="1455"/>
                  </a:cubicBezTo>
                  <a:cubicBezTo>
                    <a:pt x="904" y="1455"/>
                    <a:pt x="962" y="1438"/>
                    <a:pt x="1012" y="1401"/>
                  </a:cubicBezTo>
                  <a:cubicBezTo>
                    <a:pt x="1135" y="1308"/>
                    <a:pt x="1162" y="1134"/>
                    <a:pt x="1070" y="1013"/>
                  </a:cubicBezTo>
                  <a:lnTo>
                    <a:pt x="396" y="111"/>
                  </a:lnTo>
                  <a:cubicBezTo>
                    <a:pt x="345" y="42"/>
                    <a:pt x="264" y="2"/>
                    <a:pt x="178" y="0"/>
                  </a:cubicBezTo>
                  <a:cubicBezTo>
                    <a:pt x="176" y="0"/>
                    <a:pt x="174" y="0"/>
                    <a:pt x="1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28"/>
            <p:cNvSpPr/>
            <p:nvPr/>
          </p:nvSpPr>
          <p:spPr>
            <a:xfrm>
              <a:off x="7388063" y="4225144"/>
              <a:ext cx="260553" cy="135842"/>
            </a:xfrm>
            <a:custGeom>
              <a:rect b="b" l="l" r="r" t="t"/>
              <a:pathLst>
                <a:path extrusionOk="0" h="3826" w="7339">
                  <a:moveTo>
                    <a:pt x="143" y="1"/>
                  </a:moveTo>
                  <a:cubicBezTo>
                    <a:pt x="64" y="1"/>
                    <a:pt x="1" y="64"/>
                    <a:pt x="1" y="143"/>
                  </a:cubicBezTo>
                  <a:lnTo>
                    <a:pt x="1" y="3683"/>
                  </a:lnTo>
                  <a:cubicBezTo>
                    <a:pt x="1" y="3762"/>
                    <a:pt x="64" y="3826"/>
                    <a:pt x="143" y="3826"/>
                  </a:cubicBezTo>
                  <a:lnTo>
                    <a:pt x="7196" y="3826"/>
                  </a:lnTo>
                  <a:cubicBezTo>
                    <a:pt x="7275" y="3826"/>
                    <a:pt x="7338" y="3762"/>
                    <a:pt x="7338" y="3683"/>
                  </a:cubicBezTo>
                  <a:lnTo>
                    <a:pt x="7338" y="143"/>
                  </a:lnTo>
                  <a:cubicBezTo>
                    <a:pt x="7338" y="64"/>
                    <a:pt x="7275" y="1"/>
                    <a:pt x="719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28"/>
            <p:cNvSpPr/>
            <p:nvPr/>
          </p:nvSpPr>
          <p:spPr>
            <a:xfrm>
              <a:off x="7630092" y="4225144"/>
              <a:ext cx="18532" cy="135842"/>
            </a:xfrm>
            <a:custGeom>
              <a:rect b="b" l="l" r="r" t="t"/>
              <a:pathLst>
                <a:path extrusionOk="0" h="3826" w="522">
                  <a:moveTo>
                    <a:pt x="0" y="1"/>
                  </a:moveTo>
                  <a:cubicBezTo>
                    <a:pt x="79" y="1"/>
                    <a:pt x="141" y="64"/>
                    <a:pt x="141" y="143"/>
                  </a:cubicBezTo>
                  <a:lnTo>
                    <a:pt x="141" y="3683"/>
                  </a:lnTo>
                  <a:cubicBezTo>
                    <a:pt x="141" y="3762"/>
                    <a:pt x="79" y="3826"/>
                    <a:pt x="0" y="3826"/>
                  </a:cubicBezTo>
                  <a:lnTo>
                    <a:pt x="379" y="3826"/>
                  </a:lnTo>
                  <a:cubicBezTo>
                    <a:pt x="458" y="3826"/>
                    <a:pt x="521" y="3762"/>
                    <a:pt x="521" y="3683"/>
                  </a:cubicBezTo>
                  <a:lnTo>
                    <a:pt x="521" y="143"/>
                  </a:lnTo>
                  <a:cubicBezTo>
                    <a:pt x="521" y="64"/>
                    <a:pt x="458" y="1"/>
                    <a:pt x="37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28"/>
            <p:cNvSpPr/>
            <p:nvPr/>
          </p:nvSpPr>
          <p:spPr>
            <a:xfrm>
              <a:off x="7410431" y="4245239"/>
              <a:ext cx="215749" cy="95615"/>
            </a:xfrm>
            <a:custGeom>
              <a:rect b="b" l="l" r="r" t="t"/>
              <a:pathLst>
                <a:path extrusionOk="0" h="2693" w="6077">
                  <a:moveTo>
                    <a:pt x="605" y="0"/>
                  </a:moveTo>
                  <a:cubicBezTo>
                    <a:pt x="569" y="0"/>
                    <a:pt x="536" y="22"/>
                    <a:pt x="526" y="55"/>
                  </a:cubicBezTo>
                  <a:cubicBezTo>
                    <a:pt x="454" y="269"/>
                    <a:pt x="280" y="435"/>
                    <a:pt x="61" y="492"/>
                  </a:cubicBezTo>
                  <a:cubicBezTo>
                    <a:pt x="25" y="504"/>
                    <a:pt x="1" y="536"/>
                    <a:pt x="1" y="573"/>
                  </a:cubicBezTo>
                  <a:lnTo>
                    <a:pt x="1" y="2119"/>
                  </a:lnTo>
                  <a:cubicBezTo>
                    <a:pt x="1" y="2156"/>
                    <a:pt x="25" y="2191"/>
                    <a:pt x="61" y="2199"/>
                  </a:cubicBezTo>
                  <a:cubicBezTo>
                    <a:pt x="281" y="2260"/>
                    <a:pt x="456" y="2425"/>
                    <a:pt x="526" y="2637"/>
                  </a:cubicBezTo>
                  <a:cubicBezTo>
                    <a:pt x="536" y="2671"/>
                    <a:pt x="569" y="2693"/>
                    <a:pt x="605" y="2693"/>
                  </a:cubicBezTo>
                  <a:lnTo>
                    <a:pt x="5472" y="2693"/>
                  </a:lnTo>
                  <a:cubicBezTo>
                    <a:pt x="5508" y="2693"/>
                    <a:pt x="5541" y="2671"/>
                    <a:pt x="5551" y="2637"/>
                  </a:cubicBezTo>
                  <a:cubicBezTo>
                    <a:pt x="5623" y="2422"/>
                    <a:pt x="5799" y="2257"/>
                    <a:pt x="6016" y="2199"/>
                  </a:cubicBezTo>
                  <a:cubicBezTo>
                    <a:pt x="6052" y="2189"/>
                    <a:pt x="6076" y="2156"/>
                    <a:pt x="6076" y="2119"/>
                  </a:cubicBezTo>
                  <a:lnTo>
                    <a:pt x="6076" y="573"/>
                  </a:lnTo>
                  <a:cubicBezTo>
                    <a:pt x="6076" y="537"/>
                    <a:pt x="6052" y="504"/>
                    <a:pt x="6016" y="492"/>
                  </a:cubicBezTo>
                  <a:cubicBezTo>
                    <a:pt x="5796" y="433"/>
                    <a:pt x="5622" y="268"/>
                    <a:pt x="5551" y="55"/>
                  </a:cubicBezTo>
                  <a:cubicBezTo>
                    <a:pt x="5541" y="20"/>
                    <a:pt x="5508" y="0"/>
                    <a:pt x="547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28"/>
            <p:cNvSpPr/>
            <p:nvPr/>
          </p:nvSpPr>
          <p:spPr>
            <a:xfrm>
              <a:off x="7591393" y="4245274"/>
              <a:ext cx="34792" cy="95579"/>
            </a:xfrm>
            <a:custGeom>
              <a:rect b="b" l="l" r="r" t="t"/>
              <a:pathLst>
                <a:path extrusionOk="0" h="2692" w="980">
                  <a:moveTo>
                    <a:pt x="1" y="1"/>
                  </a:moveTo>
                  <a:cubicBezTo>
                    <a:pt x="37" y="1"/>
                    <a:pt x="70" y="22"/>
                    <a:pt x="80" y="57"/>
                  </a:cubicBezTo>
                  <a:cubicBezTo>
                    <a:pt x="152" y="268"/>
                    <a:pt x="328" y="605"/>
                    <a:pt x="545" y="663"/>
                  </a:cubicBezTo>
                  <a:cubicBezTo>
                    <a:pt x="581" y="673"/>
                    <a:pt x="605" y="706"/>
                    <a:pt x="605" y="743"/>
                  </a:cubicBezTo>
                  <a:lnTo>
                    <a:pt x="605" y="1949"/>
                  </a:lnTo>
                  <a:cubicBezTo>
                    <a:pt x="605" y="1987"/>
                    <a:pt x="581" y="2021"/>
                    <a:pt x="545" y="2030"/>
                  </a:cubicBezTo>
                  <a:cubicBezTo>
                    <a:pt x="325" y="2087"/>
                    <a:pt x="151" y="2424"/>
                    <a:pt x="80" y="2636"/>
                  </a:cubicBezTo>
                  <a:cubicBezTo>
                    <a:pt x="70" y="2670"/>
                    <a:pt x="37" y="2692"/>
                    <a:pt x="1" y="2692"/>
                  </a:cubicBezTo>
                  <a:lnTo>
                    <a:pt x="375" y="2692"/>
                  </a:lnTo>
                  <a:cubicBezTo>
                    <a:pt x="411" y="2692"/>
                    <a:pt x="444" y="2670"/>
                    <a:pt x="454" y="2636"/>
                  </a:cubicBezTo>
                  <a:cubicBezTo>
                    <a:pt x="526" y="2421"/>
                    <a:pt x="702" y="2256"/>
                    <a:pt x="919" y="2198"/>
                  </a:cubicBezTo>
                  <a:cubicBezTo>
                    <a:pt x="955" y="2188"/>
                    <a:pt x="979" y="2155"/>
                    <a:pt x="979" y="2118"/>
                  </a:cubicBezTo>
                  <a:lnTo>
                    <a:pt x="979" y="572"/>
                  </a:lnTo>
                  <a:cubicBezTo>
                    <a:pt x="979" y="535"/>
                    <a:pt x="955" y="503"/>
                    <a:pt x="919" y="493"/>
                  </a:cubicBezTo>
                  <a:cubicBezTo>
                    <a:pt x="699" y="434"/>
                    <a:pt x="525" y="268"/>
                    <a:pt x="454" y="57"/>
                  </a:cubicBezTo>
                  <a:cubicBezTo>
                    <a:pt x="444" y="22"/>
                    <a:pt x="411" y="1"/>
                    <a:pt x="37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28"/>
            <p:cNvSpPr/>
            <p:nvPr/>
          </p:nvSpPr>
          <p:spPr>
            <a:xfrm>
              <a:off x="7400738" y="4239239"/>
              <a:ext cx="9834" cy="9906"/>
            </a:xfrm>
            <a:custGeom>
              <a:rect b="b" l="l" r="r" t="t"/>
              <a:pathLst>
                <a:path extrusionOk="0" h="279" w="277">
                  <a:moveTo>
                    <a:pt x="139" y="1"/>
                  </a:moveTo>
                  <a:cubicBezTo>
                    <a:pt x="62" y="1"/>
                    <a:pt x="0" y="63"/>
                    <a:pt x="0" y="141"/>
                  </a:cubicBezTo>
                  <a:cubicBezTo>
                    <a:pt x="0" y="217"/>
                    <a:pt x="62" y="279"/>
                    <a:pt x="139" y="279"/>
                  </a:cubicBezTo>
                  <a:cubicBezTo>
                    <a:pt x="215" y="279"/>
                    <a:pt x="277" y="217"/>
                    <a:pt x="277" y="141"/>
                  </a:cubicBezTo>
                  <a:cubicBezTo>
                    <a:pt x="277" y="63"/>
                    <a:pt x="215"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28"/>
            <p:cNvSpPr/>
            <p:nvPr/>
          </p:nvSpPr>
          <p:spPr>
            <a:xfrm>
              <a:off x="7626080" y="4239239"/>
              <a:ext cx="9870" cy="9906"/>
            </a:xfrm>
            <a:custGeom>
              <a:rect b="b" l="l" r="r" t="t"/>
              <a:pathLst>
                <a:path extrusionOk="0" h="279" w="278">
                  <a:moveTo>
                    <a:pt x="139" y="1"/>
                  </a:moveTo>
                  <a:cubicBezTo>
                    <a:pt x="63" y="1"/>
                    <a:pt x="1" y="63"/>
                    <a:pt x="1" y="141"/>
                  </a:cubicBezTo>
                  <a:cubicBezTo>
                    <a:pt x="1" y="217"/>
                    <a:pt x="63" y="279"/>
                    <a:pt x="139" y="279"/>
                  </a:cubicBezTo>
                  <a:cubicBezTo>
                    <a:pt x="215" y="279"/>
                    <a:pt x="277" y="217"/>
                    <a:pt x="277" y="141"/>
                  </a:cubicBezTo>
                  <a:cubicBezTo>
                    <a:pt x="277" y="63"/>
                    <a:pt x="215"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28"/>
            <p:cNvSpPr/>
            <p:nvPr/>
          </p:nvSpPr>
          <p:spPr>
            <a:xfrm>
              <a:off x="7626080" y="4336981"/>
              <a:ext cx="9870" cy="9870"/>
            </a:xfrm>
            <a:custGeom>
              <a:rect b="b" l="l" r="r" t="t"/>
              <a:pathLst>
                <a:path extrusionOk="0" h="278" w="278">
                  <a:moveTo>
                    <a:pt x="139" y="1"/>
                  </a:moveTo>
                  <a:cubicBezTo>
                    <a:pt x="63" y="1"/>
                    <a:pt x="1" y="63"/>
                    <a:pt x="1" y="139"/>
                  </a:cubicBezTo>
                  <a:cubicBezTo>
                    <a:pt x="1" y="215"/>
                    <a:pt x="63" y="277"/>
                    <a:pt x="139" y="277"/>
                  </a:cubicBezTo>
                  <a:cubicBezTo>
                    <a:pt x="215" y="277"/>
                    <a:pt x="277" y="215"/>
                    <a:pt x="277" y="139"/>
                  </a:cubicBezTo>
                  <a:cubicBezTo>
                    <a:pt x="277" y="63"/>
                    <a:pt x="215"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28"/>
            <p:cNvSpPr/>
            <p:nvPr/>
          </p:nvSpPr>
          <p:spPr>
            <a:xfrm>
              <a:off x="7321601" y="4335312"/>
              <a:ext cx="260517" cy="135842"/>
            </a:xfrm>
            <a:custGeom>
              <a:rect b="b" l="l" r="r" t="t"/>
              <a:pathLst>
                <a:path extrusionOk="0" h="3826" w="7338">
                  <a:moveTo>
                    <a:pt x="143" y="0"/>
                  </a:moveTo>
                  <a:cubicBezTo>
                    <a:pt x="64" y="0"/>
                    <a:pt x="0" y="64"/>
                    <a:pt x="0" y="143"/>
                  </a:cubicBezTo>
                  <a:lnTo>
                    <a:pt x="0" y="3683"/>
                  </a:lnTo>
                  <a:cubicBezTo>
                    <a:pt x="0" y="3762"/>
                    <a:pt x="64" y="3825"/>
                    <a:pt x="143" y="3825"/>
                  </a:cubicBezTo>
                  <a:lnTo>
                    <a:pt x="7195" y="3825"/>
                  </a:lnTo>
                  <a:cubicBezTo>
                    <a:pt x="7275" y="3825"/>
                    <a:pt x="7338" y="3762"/>
                    <a:pt x="7338" y="3683"/>
                  </a:cubicBezTo>
                  <a:lnTo>
                    <a:pt x="7338" y="143"/>
                  </a:lnTo>
                  <a:cubicBezTo>
                    <a:pt x="7338" y="64"/>
                    <a:pt x="7275" y="0"/>
                    <a:pt x="719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28"/>
            <p:cNvSpPr/>
            <p:nvPr/>
          </p:nvSpPr>
          <p:spPr>
            <a:xfrm>
              <a:off x="7563558" y="4335312"/>
              <a:ext cx="18568" cy="135842"/>
            </a:xfrm>
            <a:custGeom>
              <a:rect b="b" l="l" r="r" t="t"/>
              <a:pathLst>
                <a:path extrusionOk="0" h="3826" w="523">
                  <a:moveTo>
                    <a:pt x="1" y="0"/>
                  </a:moveTo>
                  <a:cubicBezTo>
                    <a:pt x="80" y="0"/>
                    <a:pt x="143" y="64"/>
                    <a:pt x="143" y="143"/>
                  </a:cubicBezTo>
                  <a:lnTo>
                    <a:pt x="143" y="3683"/>
                  </a:lnTo>
                  <a:cubicBezTo>
                    <a:pt x="143" y="3762"/>
                    <a:pt x="80" y="3825"/>
                    <a:pt x="1" y="3825"/>
                  </a:cubicBezTo>
                  <a:lnTo>
                    <a:pt x="380" y="3825"/>
                  </a:lnTo>
                  <a:cubicBezTo>
                    <a:pt x="460" y="3825"/>
                    <a:pt x="523" y="3762"/>
                    <a:pt x="523" y="3683"/>
                  </a:cubicBezTo>
                  <a:lnTo>
                    <a:pt x="523" y="143"/>
                  </a:lnTo>
                  <a:cubicBezTo>
                    <a:pt x="523" y="64"/>
                    <a:pt x="460" y="0"/>
                    <a:pt x="38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28"/>
            <p:cNvSpPr/>
            <p:nvPr/>
          </p:nvSpPr>
          <p:spPr>
            <a:xfrm>
              <a:off x="7343968" y="4355443"/>
              <a:ext cx="215749" cy="95615"/>
            </a:xfrm>
            <a:custGeom>
              <a:rect b="b" l="l" r="r" t="t"/>
              <a:pathLst>
                <a:path extrusionOk="0" h="2693" w="6077">
                  <a:moveTo>
                    <a:pt x="605" y="0"/>
                  </a:moveTo>
                  <a:cubicBezTo>
                    <a:pt x="569" y="0"/>
                    <a:pt x="536" y="22"/>
                    <a:pt x="526" y="56"/>
                  </a:cubicBezTo>
                  <a:cubicBezTo>
                    <a:pt x="454" y="271"/>
                    <a:pt x="278" y="436"/>
                    <a:pt x="61" y="494"/>
                  </a:cubicBezTo>
                  <a:cubicBezTo>
                    <a:pt x="25" y="504"/>
                    <a:pt x="1" y="537"/>
                    <a:pt x="1" y="574"/>
                  </a:cubicBezTo>
                  <a:lnTo>
                    <a:pt x="1" y="2120"/>
                  </a:lnTo>
                  <a:cubicBezTo>
                    <a:pt x="1" y="2157"/>
                    <a:pt x="25" y="2192"/>
                    <a:pt x="61" y="2201"/>
                  </a:cubicBezTo>
                  <a:cubicBezTo>
                    <a:pt x="281" y="2260"/>
                    <a:pt x="455" y="2425"/>
                    <a:pt x="526" y="2638"/>
                  </a:cubicBezTo>
                  <a:cubicBezTo>
                    <a:pt x="536" y="2671"/>
                    <a:pt x="569" y="2693"/>
                    <a:pt x="605" y="2693"/>
                  </a:cubicBezTo>
                  <a:lnTo>
                    <a:pt x="5472" y="2693"/>
                  </a:lnTo>
                  <a:cubicBezTo>
                    <a:pt x="5508" y="2693"/>
                    <a:pt x="5541" y="2671"/>
                    <a:pt x="5551" y="2638"/>
                  </a:cubicBezTo>
                  <a:cubicBezTo>
                    <a:pt x="5623" y="2424"/>
                    <a:pt x="5797" y="2258"/>
                    <a:pt x="6016" y="2201"/>
                  </a:cubicBezTo>
                  <a:cubicBezTo>
                    <a:pt x="6052" y="2189"/>
                    <a:pt x="6076" y="2157"/>
                    <a:pt x="6076" y="2120"/>
                  </a:cubicBezTo>
                  <a:lnTo>
                    <a:pt x="6076" y="574"/>
                  </a:lnTo>
                  <a:cubicBezTo>
                    <a:pt x="6076" y="537"/>
                    <a:pt x="6052" y="503"/>
                    <a:pt x="6016" y="494"/>
                  </a:cubicBezTo>
                  <a:cubicBezTo>
                    <a:pt x="5796" y="433"/>
                    <a:pt x="5621" y="268"/>
                    <a:pt x="5551" y="56"/>
                  </a:cubicBezTo>
                  <a:cubicBezTo>
                    <a:pt x="5541" y="22"/>
                    <a:pt x="5508" y="0"/>
                    <a:pt x="547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28"/>
            <p:cNvSpPr/>
            <p:nvPr/>
          </p:nvSpPr>
          <p:spPr>
            <a:xfrm>
              <a:off x="7524930" y="4355443"/>
              <a:ext cx="34792" cy="95615"/>
            </a:xfrm>
            <a:custGeom>
              <a:rect b="b" l="l" r="r" t="t"/>
              <a:pathLst>
                <a:path extrusionOk="0" h="2693" w="980">
                  <a:moveTo>
                    <a:pt x="1" y="0"/>
                  </a:moveTo>
                  <a:cubicBezTo>
                    <a:pt x="37" y="0"/>
                    <a:pt x="70" y="22"/>
                    <a:pt x="80" y="56"/>
                  </a:cubicBezTo>
                  <a:cubicBezTo>
                    <a:pt x="152" y="268"/>
                    <a:pt x="326" y="605"/>
                    <a:pt x="545" y="662"/>
                  </a:cubicBezTo>
                  <a:cubicBezTo>
                    <a:pt x="581" y="674"/>
                    <a:pt x="605" y="705"/>
                    <a:pt x="605" y="743"/>
                  </a:cubicBezTo>
                  <a:lnTo>
                    <a:pt x="605" y="1950"/>
                  </a:lnTo>
                  <a:cubicBezTo>
                    <a:pt x="605" y="1988"/>
                    <a:pt x="581" y="2022"/>
                    <a:pt x="545" y="2031"/>
                  </a:cubicBezTo>
                  <a:cubicBezTo>
                    <a:pt x="324" y="2088"/>
                    <a:pt x="150" y="2425"/>
                    <a:pt x="80" y="2638"/>
                  </a:cubicBezTo>
                  <a:cubicBezTo>
                    <a:pt x="70" y="2671"/>
                    <a:pt x="37" y="2693"/>
                    <a:pt x="1" y="2693"/>
                  </a:cubicBezTo>
                  <a:lnTo>
                    <a:pt x="375" y="2693"/>
                  </a:lnTo>
                  <a:cubicBezTo>
                    <a:pt x="411" y="2693"/>
                    <a:pt x="444" y="2671"/>
                    <a:pt x="454" y="2638"/>
                  </a:cubicBezTo>
                  <a:cubicBezTo>
                    <a:pt x="526" y="2424"/>
                    <a:pt x="700" y="2258"/>
                    <a:pt x="919" y="2201"/>
                  </a:cubicBezTo>
                  <a:cubicBezTo>
                    <a:pt x="955" y="2189"/>
                    <a:pt x="979" y="2157"/>
                    <a:pt x="979" y="2120"/>
                  </a:cubicBezTo>
                  <a:lnTo>
                    <a:pt x="979" y="574"/>
                  </a:lnTo>
                  <a:cubicBezTo>
                    <a:pt x="979" y="537"/>
                    <a:pt x="955" y="503"/>
                    <a:pt x="919" y="494"/>
                  </a:cubicBezTo>
                  <a:cubicBezTo>
                    <a:pt x="699" y="433"/>
                    <a:pt x="524" y="268"/>
                    <a:pt x="454" y="56"/>
                  </a:cubicBezTo>
                  <a:cubicBezTo>
                    <a:pt x="444" y="22"/>
                    <a:pt x="411" y="0"/>
                    <a:pt x="37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28"/>
            <p:cNvSpPr/>
            <p:nvPr/>
          </p:nvSpPr>
          <p:spPr>
            <a:xfrm>
              <a:off x="7493651" y="4260648"/>
              <a:ext cx="44236" cy="58193"/>
            </a:xfrm>
            <a:custGeom>
              <a:rect b="b" l="l" r="r" t="t"/>
              <a:pathLst>
                <a:path extrusionOk="0" h="1639" w="1246">
                  <a:moveTo>
                    <a:pt x="1037" y="1"/>
                  </a:moveTo>
                  <a:cubicBezTo>
                    <a:pt x="794" y="1"/>
                    <a:pt x="565" y="107"/>
                    <a:pt x="408" y="294"/>
                  </a:cubicBezTo>
                  <a:cubicBezTo>
                    <a:pt x="364" y="348"/>
                    <a:pt x="328" y="405"/>
                    <a:pt x="299" y="467"/>
                  </a:cubicBezTo>
                  <a:lnTo>
                    <a:pt x="135" y="467"/>
                  </a:lnTo>
                  <a:cubicBezTo>
                    <a:pt x="61" y="467"/>
                    <a:pt x="1" y="528"/>
                    <a:pt x="1" y="602"/>
                  </a:cubicBezTo>
                  <a:cubicBezTo>
                    <a:pt x="1" y="676"/>
                    <a:pt x="61" y="736"/>
                    <a:pt x="135" y="736"/>
                  </a:cubicBezTo>
                  <a:lnTo>
                    <a:pt x="223" y="736"/>
                  </a:lnTo>
                  <a:cubicBezTo>
                    <a:pt x="218" y="791"/>
                    <a:pt x="218" y="847"/>
                    <a:pt x="223" y="902"/>
                  </a:cubicBezTo>
                  <a:lnTo>
                    <a:pt x="135" y="902"/>
                  </a:lnTo>
                  <a:cubicBezTo>
                    <a:pt x="61" y="902"/>
                    <a:pt x="1" y="964"/>
                    <a:pt x="1" y="1037"/>
                  </a:cubicBezTo>
                  <a:cubicBezTo>
                    <a:pt x="1" y="1110"/>
                    <a:pt x="61" y="1172"/>
                    <a:pt x="135" y="1172"/>
                  </a:cubicBezTo>
                  <a:lnTo>
                    <a:pt x="299" y="1172"/>
                  </a:lnTo>
                  <a:cubicBezTo>
                    <a:pt x="433" y="1449"/>
                    <a:pt x="721" y="1639"/>
                    <a:pt x="1039" y="1639"/>
                  </a:cubicBezTo>
                  <a:lnTo>
                    <a:pt x="1051" y="1639"/>
                  </a:lnTo>
                  <a:cubicBezTo>
                    <a:pt x="1075" y="1639"/>
                    <a:pt x="1098" y="1636"/>
                    <a:pt x="1119" y="1634"/>
                  </a:cubicBezTo>
                  <a:cubicBezTo>
                    <a:pt x="1191" y="1627"/>
                    <a:pt x="1246" y="1561"/>
                    <a:pt x="1239" y="1487"/>
                  </a:cubicBezTo>
                  <a:cubicBezTo>
                    <a:pt x="1232" y="1417"/>
                    <a:pt x="1172" y="1366"/>
                    <a:pt x="1104" y="1366"/>
                  </a:cubicBezTo>
                  <a:cubicBezTo>
                    <a:pt x="1099" y="1366"/>
                    <a:pt x="1095" y="1366"/>
                    <a:pt x="1090" y="1367"/>
                  </a:cubicBezTo>
                  <a:cubicBezTo>
                    <a:pt x="1076" y="1368"/>
                    <a:pt x="1060" y="1368"/>
                    <a:pt x="1046" y="1368"/>
                  </a:cubicBezTo>
                  <a:cubicBezTo>
                    <a:pt x="1041" y="1368"/>
                    <a:pt x="1037" y="1368"/>
                    <a:pt x="1032" y="1368"/>
                  </a:cubicBezTo>
                  <a:cubicBezTo>
                    <a:pt x="868" y="1368"/>
                    <a:pt x="718" y="1291"/>
                    <a:pt x="615" y="1172"/>
                  </a:cubicBezTo>
                  <a:lnTo>
                    <a:pt x="936" y="1172"/>
                  </a:lnTo>
                  <a:cubicBezTo>
                    <a:pt x="1010" y="1172"/>
                    <a:pt x="1070" y="1110"/>
                    <a:pt x="1070" y="1037"/>
                  </a:cubicBezTo>
                  <a:cubicBezTo>
                    <a:pt x="1070" y="964"/>
                    <a:pt x="1010" y="902"/>
                    <a:pt x="936" y="902"/>
                  </a:cubicBezTo>
                  <a:lnTo>
                    <a:pt x="493" y="902"/>
                  </a:lnTo>
                  <a:cubicBezTo>
                    <a:pt x="484" y="847"/>
                    <a:pt x="484" y="791"/>
                    <a:pt x="493" y="736"/>
                  </a:cubicBezTo>
                  <a:lnTo>
                    <a:pt x="936" y="736"/>
                  </a:lnTo>
                  <a:cubicBezTo>
                    <a:pt x="1010" y="736"/>
                    <a:pt x="1070" y="676"/>
                    <a:pt x="1070" y="602"/>
                  </a:cubicBezTo>
                  <a:cubicBezTo>
                    <a:pt x="1070" y="528"/>
                    <a:pt x="1010" y="467"/>
                    <a:pt x="936" y="467"/>
                  </a:cubicBezTo>
                  <a:lnTo>
                    <a:pt x="615" y="467"/>
                  </a:lnTo>
                  <a:cubicBezTo>
                    <a:pt x="721" y="343"/>
                    <a:pt x="873" y="271"/>
                    <a:pt x="1037" y="271"/>
                  </a:cubicBezTo>
                  <a:cubicBezTo>
                    <a:pt x="1110" y="271"/>
                    <a:pt x="1171" y="210"/>
                    <a:pt x="1171" y="136"/>
                  </a:cubicBezTo>
                  <a:cubicBezTo>
                    <a:pt x="1171" y="63"/>
                    <a:pt x="1110" y="1"/>
                    <a:pt x="103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28"/>
            <p:cNvSpPr/>
            <p:nvPr/>
          </p:nvSpPr>
          <p:spPr>
            <a:xfrm>
              <a:off x="7432266" y="4364993"/>
              <a:ext cx="39727" cy="76620"/>
            </a:xfrm>
            <a:custGeom>
              <a:rect b="b" l="l" r="r" t="t"/>
              <a:pathLst>
                <a:path extrusionOk="0" h="2158" w="1119">
                  <a:moveTo>
                    <a:pt x="409" y="510"/>
                  </a:moveTo>
                  <a:lnTo>
                    <a:pt x="409" y="790"/>
                  </a:lnTo>
                  <a:cubicBezTo>
                    <a:pt x="395" y="783"/>
                    <a:pt x="382" y="775"/>
                    <a:pt x="372" y="766"/>
                  </a:cubicBezTo>
                  <a:cubicBezTo>
                    <a:pt x="338" y="740"/>
                    <a:pt x="327" y="688"/>
                    <a:pt x="337" y="631"/>
                  </a:cubicBezTo>
                  <a:cubicBezTo>
                    <a:pt x="344" y="589"/>
                    <a:pt x="367" y="543"/>
                    <a:pt x="409" y="510"/>
                  </a:cubicBezTo>
                  <a:close/>
                  <a:moveTo>
                    <a:pt x="679" y="1203"/>
                  </a:moveTo>
                  <a:cubicBezTo>
                    <a:pt x="823" y="1265"/>
                    <a:pt x="821" y="1390"/>
                    <a:pt x="812" y="1442"/>
                  </a:cubicBezTo>
                  <a:cubicBezTo>
                    <a:pt x="799" y="1516"/>
                    <a:pt x="754" y="1592"/>
                    <a:pt x="679" y="1635"/>
                  </a:cubicBezTo>
                  <a:lnTo>
                    <a:pt x="679" y="1203"/>
                  </a:lnTo>
                  <a:close/>
                  <a:moveTo>
                    <a:pt x="544" y="0"/>
                  </a:moveTo>
                  <a:cubicBezTo>
                    <a:pt x="471" y="0"/>
                    <a:pt x="409" y="62"/>
                    <a:pt x="409" y="136"/>
                  </a:cubicBezTo>
                  <a:lnTo>
                    <a:pt x="409" y="221"/>
                  </a:lnTo>
                  <a:cubicBezTo>
                    <a:pt x="400" y="222"/>
                    <a:pt x="393" y="223"/>
                    <a:pt x="384" y="228"/>
                  </a:cubicBezTo>
                  <a:cubicBezTo>
                    <a:pt x="223" y="277"/>
                    <a:pt x="105" y="413"/>
                    <a:pt x="72" y="583"/>
                  </a:cubicBezTo>
                  <a:cubicBezTo>
                    <a:pt x="43" y="740"/>
                    <a:pt x="94" y="893"/>
                    <a:pt x="206" y="982"/>
                  </a:cubicBezTo>
                  <a:cubicBezTo>
                    <a:pt x="258" y="1022"/>
                    <a:pt x="323" y="1061"/>
                    <a:pt x="409" y="1100"/>
                  </a:cubicBezTo>
                  <a:lnTo>
                    <a:pt x="409" y="1668"/>
                  </a:lnTo>
                  <a:cubicBezTo>
                    <a:pt x="349" y="1660"/>
                    <a:pt x="302" y="1639"/>
                    <a:pt x="229" y="1592"/>
                  </a:cubicBezTo>
                  <a:cubicBezTo>
                    <a:pt x="206" y="1577"/>
                    <a:pt x="180" y="1569"/>
                    <a:pt x="154" y="1569"/>
                  </a:cubicBezTo>
                  <a:cubicBezTo>
                    <a:pt x="111" y="1569"/>
                    <a:pt x="68" y="1591"/>
                    <a:pt x="42" y="1631"/>
                  </a:cubicBezTo>
                  <a:cubicBezTo>
                    <a:pt x="0" y="1694"/>
                    <a:pt x="19" y="1776"/>
                    <a:pt x="82" y="1818"/>
                  </a:cubicBezTo>
                  <a:cubicBezTo>
                    <a:pt x="209" y="1900"/>
                    <a:pt x="300" y="1932"/>
                    <a:pt x="409" y="1940"/>
                  </a:cubicBezTo>
                  <a:lnTo>
                    <a:pt x="409" y="2024"/>
                  </a:lnTo>
                  <a:cubicBezTo>
                    <a:pt x="409" y="2097"/>
                    <a:pt x="471" y="2157"/>
                    <a:pt x="544" y="2157"/>
                  </a:cubicBezTo>
                  <a:cubicBezTo>
                    <a:pt x="618" y="2157"/>
                    <a:pt x="679" y="2097"/>
                    <a:pt x="679" y="2024"/>
                  </a:cubicBezTo>
                  <a:lnTo>
                    <a:pt x="679" y="1926"/>
                  </a:lnTo>
                  <a:cubicBezTo>
                    <a:pt x="903" y="1868"/>
                    <a:pt x="1046" y="1678"/>
                    <a:pt x="1078" y="1488"/>
                  </a:cubicBezTo>
                  <a:cubicBezTo>
                    <a:pt x="1118" y="1244"/>
                    <a:pt x="986" y="1025"/>
                    <a:pt x="749" y="942"/>
                  </a:cubicBezTo>
                  <a:cubicBezTo>
                    <a:pt x="726" y="933"/>
                    <a:pt x="703" y="926"/>
                    <a:pt x="677" y="917"/>
                  </a:cubicBezTo>
                  <a:lnTo>
                    <a:pt x="677" y="488"/>
                  </a:lnTo>
                  <a:cubicBezTo>
                    <a:pt x="720" y="505"/>
                    <a:pt x="747" y="527"/>
                    <a:pt x="753" y="530"/>
                  </a:cubicBezTo>
                  <a:lnTo>
                    <a:pt x="756" y="534"/>
                  </a:lnTo>
                  <a:lnTo>
                    <a:pt x="787" y="559"/>
                  </a:lnTo>
                  <a:cubicBezTo>
                    <a:pt x="812" y="581"/>
                    <a:pt x="843" y="591"/>
                    <a:pt x="874" y="591"/>
                  </a:cubicBezTo>
                  <a:cubicBezTo>
                    <a:pt x="912" y="591"/>
                    <a:pt x="950" y="575"/>
                    <a:pt x="977" y="544"/>
                  </a:cubicBezTo>
                  <a:cubicBezTo>
                    <a:pt x="1026" y="488"/>
                    <a:pt x="1019" y="402"/>
                    <a:pt x="963" y="353"/>
                  </a:cubicBezTo>
                  <a:lnTo>
                    <a:pt x="933" y="328"/>
                  </a:lnTo>
                  <a:cubicBezTo>
                    <a:pt x="913" y="313"/>
                    <a:pt x="821" y="239"/>
                    <a:pt x="679" y="209"/>
                  </a:cubicBezTo>
                  <a:lnTo>
                    <a:pt x="679" y="136"/>
                  </a:lnTo>
                  <a:cubicBezTo>
                    <a:pt x="679" y="62"/>
                    <a:pt x="618" y="0"/>
                    <a:pt x="54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28"/>
            <p:cNvSpPr/>
            <p:nvPr/>
          </p:nvSpPr>
          <p:spPr>
            <a:xfrm>
              <a:off x="7334204" y="4349443"/>
              <a:ext cx="9905" cy="9870"/>
            </a:xfrm>
            <a:custGeom>
              <a:rect b="b" l="l" r="r" t="t"/>
              <a:pathLst>
                <a:path extrusionOk="0" h="278" w="279">
                  <a:moveTo>
                    <a:pt x="140" y="1"/>
                  </a:moveTo>
                  <a:cubicBezTo>
                    <a:pt x="64" y="1"/>
                    <a:pt x="1" y="63"/>
                    <a:pt x="1" y="139"/>
                  </a:cubicBezTo>
                  <a:cubicBezTo>
                    <a:pt x="1" y="215"/>
                    <a:pt x="64" y="277"/>
                    <a:pt x="140" y="277"/>
                  </a:cubicBezTo>
                  <a:cubicBezTo>
                    <a:pt x="217" y="277"/>
                    <a:pt x="278" y="215"/>
                    <a:pt x="278" y="139"/>
                  </a:cubicBezTo>
                  <a:cubicBezTo>
                    <a:pt x="278" y="63"/>
                    <a:pt x="217"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28"/>
            <p:cNvSpPr/>
            <p:nvPr/>
          </p:nvSpPr>
          <p:spPr>
            <a:xfrm>
              <a:off x="7559617" y="4349443"/>
              <a:ext cx="9870" cy="9870"/>
            </a:xfrm>
            <a:custGeom>
              <a:rect b="b" l="l" r="r" t="t"/>
              <a:pathLst>
                <a:path extrusionOk="0" h="278" w="278">
                  <a:moveTo>
                    <a:pt x="139" y="1"/>
                  </a:moveTo>
                  <a:cubicBezTo>
                    <a:pt x="63" y="1"/>
                    <a:pt x="1" y="63"/>
                    <a:pt x="1" y="139"/>
                  </a:cubicBezTo>
                  <a:cubicBezTo>
                    <a:pt x="1" y="215"/>
                    <a:pt x="63" y="277"/>
                    <a:pt x="139" y="277"/>
                  </a:cubicBezTo>
                  <a:cubicBezTo>
                    <a:pt x="215" y="277"/>
                    <a:pt x="277" y="215"/>
                    <a:pt x="277" y="139"/>
                  </a:cubicBezTo>
                  <a:cubicBezTo>
                    <a:pt x="277" y="63"/>
                    <a:pt x="215"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28"/>
            <p:cNvSpPr/>
            <p:nvPr/>
          </p:nvSpPr>
          <p:spPr>
            <a:xfrm>
              <a:off x="7334204" y="4447149"/>
              <a:ext cx="9905" cy="9835"/>
            </a:xfrm>
            <a:custGeom>
              <a:rect b="b" l="l" r="r" t="t"/>
              <a:pathLst>
                <a:path extrusionOk="0" h="277" w="279">
                  <a:moveTo>
                    <a:pt x="140" y="0"/>
                  </a:moveTo>
                  <a:cubicBezTo>
                    <a:pt x="64" y="0"/>
                    <a:pt x="1" y="62"/>
                    <a:pt x="1" y="138"/>
                  </a:cubicBezTo>
                  <a:cubicBezTo>
                    <a:pt x="1" y="215"/>
                    <a:pt x="64" y="277"/>
                    <a:pt x="140" y="277"/>
                  </a:cubicBezTo>
                  <a:cubicBezTo>
                    <a:pt x="217" y="277"/>
                    <a:pt x="278" y="215"/>
                    <a:pt x="278" y="138"/>
                  </a:cubicBezTo>
                  <a:cubicBezTo>
                    <a:pt x="278" y="62"/>
                    <a:pt x="217" y="0"/>
                    <a:pt x="1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28"/>
            <p:cNvSpPr/>
            <p:nvPr/>
          </p:nvSpPr>
          <p:spPr>
            <a:xfrm>
              <a:off x="7559617" y="4447149"/>
              <a:ext cx="9870" cy="9835"/>
            </a:xfrm>
            <a:custGeom>
              <a:rect b="b" l="l" r="r" t="t"/>
              <a:pathLst>
                <a:path extrusionOk="0" h="277" w="278">
                  <a:moveTo>
                    <a:pt x="139" y="0"/>
                  </a:moveTo>
                  <a:cubicBezTo>
                    <a:pt x="63" y="0"/>
                    <a:pt x="1" y="62"/>
                    <a:pt x="1" y="138"/>
                  </a:cubicBezTo>
                  <a:cubicBezTo>
                    <a:pt x="1" y="215"/>
                    <a:pt x="63" y="277"/>
                    <a:pt x="139" y="277"/>
                  </a:cubicBezTo>
                  <a:cubicBezTo>
                    <a:pt x="215" y="277"/>
                    <a:pt x="277" y="215"/>
                    <a:pt x="277" y="138"/>
                  </a:cubicBezTo>
                  <a:cubicBezTo>
                    <a:pt x="277" y="62"/>
                    <a:pt x="215"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54" name="Google Shape;4154;p28"/>
          <p:cNvGrpSpPr/>
          <p:nvPr/>
        </p:nvGrpSpPr>
        <p:grpSpPr>
          <a:xfrm>
            <a:off x="6713920" y="4147710"/>
            <a:ext cx="247673" cy="327001"/>
            <a:chOff x="6713920" y="4147710"/>
            <a:chExt cx="247673" cy="327001"/>
          </a:xfrm>
        </p:grpSpPr>
        <p:sp>
          <p:nvSpPr>
            <p:cNvPr id="4155" name="Google Shape;4155;p28"/>
            <p:cNvSpPr/>
            <p:nvPr/>
          </p:nvSpPr>
          <p:spPr>
            <a:xfrm>
              <a:off x="6713920" y="4147710"/>
              <a:ext cx="247665" cy="327001"/>
            </a:xfrm>
            <a:custGeom>
              <a:rect b="b" l="l" r="r" t="t"/>
              <a:pathLst>
                <a:path extrusionOk="0" h="9210" w="6976">
                  <a:moveTo>
                    <a:pt x="360" y="0"/>
                  </a:moveTo>
                  <a:cubicBezTo>
                    <a:pt x="163" y="0"/>
                    <a:pt x="0" y="161"/>
                    <a:pt x="0" y="360"/>
                  </a:cubicBezTo>
                  <a:lnTo>
                    <a:pt x="0" y="8850"/>
                  </a:lnTo>
                  <a:cubicBezTo>
                    <a:pt x="0" y="9047"/>
                    <a:pt x="163" y="9210"/>
                    <a:pt x="360" y="9210"/>
                  </a:cubicBezTo>
                  <a:lnTo>
                    <a:pt x="6616" y="9210"/>
                  </a:lnTo>
                  <a:cubicBezTo>
                    <a:pt x="6813" y="9210"/>
                    <a:pt x="6975" y="9047"/>
                    <a:pt x="6975" y="8850"/>
                  </a:cubicBezTo>
                  <a:lnTo>
                    <a:pt x="6975" y="1419"/>
                  </a:lnTo>
                  <a:lnTo>
                    <a:pt x="5539"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28"/>
            <p:cNvSpPr/>
            <p:nvPr/>
          </p:nvSpPr>
          <p:spPr>
            <a:xfrm>
              <a:off x="6935605" y="4185060"/>
              <a:ext cx="25988" cy="289579"/>
            </a:xfrm>
            <a:custGeom>
              <a:rect b="b" l="l" r="r" t="t"/>
              <a:pathLst>
                <a:path extrusionOk="0" h="8156" w="732">
                  <a:moveTo>
                    <a:pt x="360" y="0"/>
                  </a:moveTo>
                  <a:lnTo>
                    <a:pt x="360" y="7795"/>
                  </a:lnTo>
                  <a:cubicBezTo>
                    <a:pt x="360" y="7994"/>
                    <a:pt x="200" y="8155"/>
                    <a:pt x="0" y="8155"/>
                  </a:cubicBezTo>
                  <a:lnTo>
                    <a:pt x="372" y="8155"/>
                  </a:lnTo>
                  <a:cubicBezTo>
                    <a:pt x="569" y="8155"/>
                    <a:pt x="731" y="7995"/>
                    <a:pt x="731" y="7797"/>
                  </a:cubicBezTo>
                  <a:lnTo>
                    <a:pt x="731" y="367"/>
                  </a:lnTo>
                  <a:lnTo>
                    <a:pt x="360" y="0"/>
                  </a:lnTo>
                  <a:close/>
                </a:path>
              </a:pathLst>
            </a:custGeom>
            <a:solidFill>
              <a:srgbClr val="E8ED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28"/>
            <p:cNvSpPr/>
            <p:nvPr/>
          </p:nvSpPr>
          <p:spPr>
            <a:xfrm>
              <a:off x="6910610" y="4147710"/>
              <a:ext cx="50982" cy="50417"/>
            </a:xfrm>
            <a:custGeom>
              <a:rect b="b" l="l" r="r" t="t"/>
              <a:pathLst>
                <a:path extrusionOk="0" h="1420" w="1436">
                  <a:moveTo>
                    <a:pt x="1" y="0"/>
                  </a:moveTo>
                  <a:lnTo>
                    <a:pt x="1" y="1239"/>
                  </a:lnTo>
                  <a:cubicBezTo>
                    <a:pt x="1" y="1338"/>
                    <a:pt x="83" y="1419"/>
                    <a:pt x="181" y="1419"/>
                  </a:cubicBezTo>
                  <a:lnTo>
                    <a:pt x="1435" y="1419"/>
                  </a:lnTo>
                  <a:lnTo>
                    <a:pt x="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28"/>
            <p:cNvSpPr/>
            <p:nvPr/>
          </p:nvSpPr>
          <p:spPr>
            <a:xfrm>
              <a:off x="6910610" y="4179237"/>
              <a:ext cx="50982" cy="18889"/>
            </a:xfrm>
            <a:custGeom>
              <a:rect b="b" l="l" r="r" t="t"/>
              <a:pathLst>
                <a:path extrusionOk="0" h="532" w="1436">
                  <a:moveTo>
                    <a:pt x="1" y="0"/>
                  </a:moveTo>
                  <a:lnTo>
                    <a:pt x="1" y="350"/>
                  </a:lnTo>
                  <a:cubicBezTo>
                    <a:pt x="1" y="450"/>
                    <a:pt x="83" y="531"/>
                    <a:pt x="181" y="531"/>
                  </a:cubicBezTo>
                  <a:lnTo>
                    <a:pt x="1435" y="531"/>
                  </a:lnTo>
                  <a:lnTo>
                    <a:pt x="1015" y="114"/>
                  </a:lnTo>
                  <a:lnTo>
                    <a:pt x="168" y="114"/>
                  </a:lnTo>
                  <a:cubicBezTo>
                    <a:pt x="93" y="114"/>
                    <a:pt x="28" y="68"/>
                    <a:pt x="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28"/>
            <p:cNvSpPr/>
            <p:nvPr/>
          </p:nvSpPr>
          <p:spPr>
            <a:xfrm>
              <a:off x="6747541" y="4174231"/>
              <a:ext cx="57621" cy="57589"/>
            </a:xfrm>
            <a:custGeom>
              <a:rect b="b" l="l" r="r" t="t"/>
              <a:pathLst>
                <a:path extrusionOk="0" h="1622" w="1623">
                  <a:moveTo>
                    <a:pt x="812" y="0"/>
                  </a:moveTo>
                  <a:cubicBezTo>
                    <a:pt x="363" y="0"/>
                    <a:pt x="0" y="363"/>
                    <a:pt x="0" y="810"/>
                  </a:cubicBezTo>
                  <a:cubicBezTo>
                    <a:pt x="0" y="1259"/>
                    <a:pt x="363" y="1622"/>
                    <a:pt x="812" y="1622"/>
                  </a:cubicBezTo>
                  <a:cubicBezTo>
                    <a:pt x="1260" y="1622"/>
                    <a:pt x="1622" y="1259"/>
                    <a:pt x="1622" y="810"/>
                  </a:cubicBezTo>
                  <a:cubicBezTo>
                    <a:pt x="1622" y="363"/>
                    <a:pt x="1260"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28"/>
            <p:cNvSpPr/>
            <p:nvPr/>
          </p:nvSpPr>
          <p:spPr>
            <a:xfrm>
              <a:off x="6755956" y="4175509"/>
              <a:ext cx="49206" cy="56275"/>
            </a:xfrm>
            <a:custGeom>
              <a:rect b="b" l="l" r="r" t="t"/>
              <a:pathLst>
                <a:path extrusionOk="0" h="1585" w="1386">
                  <a:moveTo>
                    <a:pt x="808" y="0"/>
                  </a:moveTo>
                  <a:lnTo>
                    <a:pt x="808" y="0"/>
                  </a:lnTo>
                  <a:cubicBezTo>
                    <a:pt x="952" y="145"/>
                    <a:pt x="1043" y="347"/>
                    <a:pt x="1043" y="570"/>
                  </a:cubicBezTo>
                  <a:cubicBezTo>
                    <a:pt x="1043" y="1016"/>
                    <a:pt x="680" y="1379"/>
                    <a:pt x="232" y="1379"/>
                  </a:cubicBezTo>
                  <a:cubicBezTo>
                    <a:pt x="152" y="1379"/>
                    <a:pt x="74" y="1367"/>
                    <a:pt x="1" y="1346"/>
                  </a:cubicBezTo>
                  <a:lnTo>
                    <a:pt x="1" y="1346"/>
                  </a:lnTo>
                  <a:cubicBezTo>
                    <a:pt x="148" y="1492"/>
                    <a:pt x="352" y="1584"/>
                    <a:pt x="576" y="1584"/>
                  </a:cubicBezTo>
                  <a:cubicBezTo>
                    <a:pt x="1023" y="1584"/>
                    <a:pt x="1385" y="1223"/>
                    <a:pt x="1385" y="774"/>
                  </a:cubicBezTo>
                  <a:cubicBezTo>
                    <a:pt x="1385" y="407"/>
                    <a:pt x="1141" y="96"/>
                    <a:pt x="80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28"/>
            <p:cNvSpPr/>
            <p:nvPr/>
          </p:nvSpPr>
          <p:spPr>
            <a:xfrm>
              <a:off x="6866372" y="4387254"/>
              <a:ext cx="61597" cy="58867"/>
            </a:xfrm>
            <a:custGeom>
              <a:rect b="b" l="l" r="r" t="t"/>
              <a:pathLst>
                <a:path extrusionOk="0" h="1658" w="1735">
                  <a:moveTo>
                    <a:pt x="1107" y="1"/>
                  </a:moveTo>
                  <a:cubicBezTo>
                    <a:pt x="1033" y="1"/>
                    <a:pt x="946" y="74"/>
                    <a:pt x="868" y="74"/>
                  </a:cubicBezTo>
                  <a:cubicBezTo>
                    <a:pt x="789" y="74"/>
                    <a:pt x="701" y="1"/>
                    <a:pt x="627" y="1"/>
                  </a:cubicBezTo>
                  <a:cubicBezTo>
                    <a:pt x="618" y="1"/>
                    <a:pt x="608" y="2"/>
                    <a:pt x="599" y="5"/>
                  </a:cubicBezTo>
                  <a:cubicBezTo>
                    <a:pt x="517" y="31"/>
                    <a:pt x="491" y="168"/>
                    <a:pt x="424" y="218"/>
                  </a:cubicBezTo>
                  <a:cubicBezTo>
                    <a:pt x="355" y="268"/>
                    <a:pt x="216" y="253"/>
                    <a:pt x="166" y="320"/>
                  </a:cubicBezTo>
                  <a:cubicBezTo>
                    <a:pt x="116" y="389"/>
                    <a:pt x="175" y="515"/>
                    <a:pt x="149" y="595"/>
                  </a:cubicBezTo>
                  <a:cubicBezTo>
                    <a:pt x="123" y="674"/>
                    <a:pt x="1" y="742"/>
                    <a:pt x="1" y="830"/>
                  </a:cubicBezTo>
                  <a:cubicBezTo>
                    <a:pt x="1" y="917"/>
                    <a:pt x="123" y="984"/>
                    <a:pt x="149" y="1063"/>
                  </a:cubicBezTo>
                  <a:cubicBezTo>
                    <a:pt x="175" y="1145"/>
                    <a:pt x="116" y="1270"/>
                    <a:pt x="166" y="1339"/>
                  </a:cubicBezTo>
                  <a:cubicBezTo>
                    <a:pt x="216" y="1408"/>
                    <a:pt x="355" y="1391"/>
                    <a:pt x="424" y="1441"/>
                  </a:cubicBezTo>
                  <a:cubicBezTo>
                    <a:pt x="491" y="1490"/>
                    <a:pt x="519" y="1627"/>
                    <a:pt x="599" y="1653"/>
                  </a:cubicBezTo>
                  <a:cubicBezTo>
                    <a:pt x="609" y="1656"/>
                    <a:pt x="619" y="1658"/>
                    <a:pt x="630" y="1658"/>
                  </a:cubicBezTo>
                  <a:cubicBezTo>
                    <a:pt x="704" y="1658"/>
                    <a:pt x="790" y="1585"/>
                    <a:pt x="868" y="1585"/>
                  </a:cubicBezTo>
                  <a:cubicBezTo>
                    <a:pt x="945" y="1585"/>
                    <a:pt x="1032" y="1657"/>
                    <a:pt x="1106" y="1657"/>
                  </a:cubicBezTo>
                  <a:cubicBezTo>
                    <a:pt x="1116" y="1657"/>
                    <a:pt x="1126" y="1656"/>
                    <a:pt x="1136" y="1653"/>
                  </a:cubicBezTo>
                  <a:cubicBezTo>
                    <a:pt x="1218" y="1628"/>
                    <a:pt x="1244" y="1492"/>
                    <a:pt x="1312" y="1441"/>
                  </a:cubicBezTo>
                  <a:cubicBezTo>
                    <a:pt x="1381" y="1391"/>
                    <a:pt x="1519" y="1407"/>
                    <a:pt x="1569" y="1339"/>
                  </a:cubicBezTo>
                  <a:cubicBezTo>
                    <a:pt x="1619" y="1270"/>
                    <a:pt x="1560" y="1145"/>
                    <a:pt x="1588" y="1063"/>
                  </a:cubicBezTo>
                  <a:cubicBezTo>
                    <a:pt x="1612" y="984"/>
                    <a:pt x="1735" y="917"/>
                    <a:pt x="1735" y="830"/>
                  </a:cubicBezTo>
                  <a:cubicBezTo>
                    <a:pt x="1735" y="743"/>
                    <a:pt x="1612" y="677"/>
                    <a:pt x="1588" y="595"/>
                  </a:cubicBezTo>
                  <a:cubicBezTo>
                    <a:pt x="1560" y="515"/>
                    <a:pt x="1619" y="389"/>
                    <a:pt x="1569" y="320"/>
                  </a:cubicBezTo>
                  <a:cubicBezTo>
                    <a:pt x="1519" y="250"/>
                    <a:pt x="1381" y="268"/>
                    <a:pt x="1312" y="218"/>
                  </a:cubicBezTo>
                  <a:cubicBezTo>
                    <a:pt x="1244" y="169"/>
                    <a:pt x="1217" y="32"/>
                    <a:pt x="1136" y="5"/>
                  </a:cubicBezTo>
                  <a:cubicBezTo>
                    <a:pt x="1126" y="2"/>
                    <a:pt x="1117" y="1"/>
                    <a:pt x="110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28"/>
            <p:cNvSpPr/>
            <p:nvPr/>
          </p:nvSpPr>
          <p:spPr>
            <a:xfrm>
              <a:off x="6874716" y="4389420"/>
              <a:ext cx="53254" cy="56808"/>
            </a:xfrm>
            <a:custGeom>
              <a:rect b="b" l="l" r="r" t="t"/>
              <a:pathLst>
                <a:path extrusionOk="0" h="1600" w="1500">
                  <a:moveTo>
                    <a:pt x="967" y="0"/>
                  </a:moveTo>
                  <a:cubicBezTo>
                    <a:pt x="960" y="56"/>
                    <a:pt x="953" y="112"/>
                    <a:pt x="967" y="157"/>
                  </a:cubicBezTo>
                  <a:cubicBezTo>
                    <a:pt x="996" y="245"/>
                    <a:pt x="1134" y="321"/>
                    <a:pt x="1134" y="419"/>
                  </a:cubicBezTo>
                  <a:cubicBezTo>
                    <a:pt x="1134" y="518"/>
                    <a:pt x="996" y="595"/>
                    <a:pt x="967" y="682"/>
                  </a:cubicBezTo>
                  <a:cubicBezTo>
                    <a:pt x="937" y="774"/>
                    <a:pt x="1003" y="915"/>
                    <a:pt x="947" y="993"/>
                  </a:cubicBezTo>
                  <a:cubicBezTo>
                    <a:pt x="892" y="1071"/>
                    <a:pt x="735" y="1052"/>
                    <a:pt x="658" y="1108"/>
                  </a:cubicBezTo>
                  <a:cubicBezTo>
                    <a:pt x="583" y="1164"/>
                    <a:pt x="551" y="1318"/>
                    <a:pt x="461" y="1350"/>
                  </a:cubicBezTo>
                  <a:cubicBezTo>
                    <a:pt x="450" y="1353"/>
                    <a:pt x="439" y="1355"/>
                    <a:pt x="427" y="1355"/>
                  </a:cubicBezTo>
                  <a:cubicBezTo>
                    <a:pt x="343" y="1355"/>
                    <a:pt x="245" y="1272"/>
                    <a:pt x="158" y="1272"/>
                  </a:cubicBezTo>
                  <a:cubicBezTo>
                    <a:pt x="108" y="1272"/>
                    <a:pt x="52" y="1300"/>
                    <a:pt x="0" y="1323"/>
                  </a:cubicBezTo>
                  <a:cubicBezTo>
                    <a:pt x="61" y="1343"/>
                    <a:pt x="141" y="1346"/>
                    <a:pt x="189" y="1380"/>
                  </a:cubicBezTo>
                  <a:cubicBezTo>
                    <a:pt x="256" y="1431"/>
                    <a:pt x="282" y="1567"/>
                    <a:pt x="364" y="1595"/>
                  </a:cubicBezTo>
                  <a:cubicBezTo>
                    <a:pt x="374" y="1598"/>
                    <a:pt x="383" y="1599"/>
                    <a:pt x="394" y="1599"/>
                  </a:cubicBezTo>
                  <a:cubicBezTo>
                    <a:pt x="467" y="1599"/>
                    <a:pt x="555" y="1526"/>
                    <a:pt x="633" y="1526"/>
                  </a:cubicBezTo>
                  <a:cubicBezTo>
                    <a:pt x="711" y="1526"/>
                    <a:pt x="799" y="1599"/>
                    <a:pt x="873" y="1599"/>
                  </a:cubicBezTo>
                  <a:cubicBezTo>
                    <a:pt x="882" y="1599"/>
                    <a:pt x="892" y="1598"/>
                    <a:pt x="901" y="1595"/>
                  </a:cubicBezTo>
                  <a:cubicBezTo>
                    <a:pt x="983" y="1567"/>
                    <a:pt x="1009" y="1431"/>
                    <a:pt x="1077" y="1380"/>
                  </a:cubicBezTo>
                  <a:cubicBezTo>
                    <a:pt x="1146" y="1331"/>
                    <a:pt x="1284" y="1347"/>
                    <a:pt x="1334" y="1280"/>
                  </a:cubicBezTo>
                  <a:cubicBezTo>
                    <a:pt x="1383" y="1210"/>
                    <a:pt x="1325" y="1085"/>
                    <a:pt x="1353" y="1005"/>
                  </a:cubicBezTo>
                  <a:cubicBezTo>
                    <a:pt x="1377" y="926"/>
                    <a:pt x="1500" y="858"/>
                    <a:pt x="1500" y="770"/>
                  </a:cubicBezTo>
                  <a:cubicBezTo>
                    <a:pt x="1500" y="682"/>
                    <a:pt x="1377" y="616"/>
                    <a:pt x="1353" y="537"/>
                  </a:cubicBezTo>
                  <a:cubicBezTo>
                    <a:pt x="1325" y="455"/>
                    <a:pt x="1384" y="330"/>
                    <a:pt x="1334" y="261"/>
                  </a:cubicBezTo>
                  <a:cubicBezTo>
                    <a:pt x="1284" y="192"/>
                    <a:pt x="1146" y="209"/>
                    <a:pt x="1077" y="159"/>
                  </a:cubicBezTo>
                  <a:cubicBezTo>
                    <a:pt x="1032" y="124"/>
                    <a:pt x="1005" y="52"/>
                    <a:pt x="96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28"/>
            <p:cNvSpPr/>
            <p:nvPr/>
          </p:nvSpPr>
          <p:spPr>
            <a:xfrm>
              <a:off x="6822490" y="4226883"/>
              <a:ext cx="108460" cy="9835"/>
            </a:xfrm>
            <a:custGeom>
              <a:rect b="b" l="l" r="r" t="t"/>
              <a:pathLst>
                <a:path extrusionOk="0" h="277" w="3055">
                  <a:moveTo>
                    <a:pt x="140" y="1"/>
                  </a:moveTo>
                  <a:cubicBezTo>
                    <a:pt x="62" y="1"/>
                    <a:pt x="0" y="64"/>
                    <a:pt x="0" y="139"/>
                  </a:cubicBezTo>
                  <a:cubicBezTo>
                    <a:pt x="0" y="215"/>
                    <a:pt x="62" y="277"/>
                    <a:pt x="140" y="277"/>
                  </a:cubicBezTo>
                  <a:lnTo>
                    <a:pt x="2914" y="277"/>
                  </a:lnTo>
                  <a:cubicBezTo>
                    <a:pt x="2992" y="277"/>
                    <a:pt x="3054" y="215"/>
                    <a:pt x="3054" y="139"/>
                  </a:cubicBezTo>
                  <a:cubicBezTo>
                    <a:pt x="3054" y="61"/>
                    <a:pt x="2991" y="1"/>
                    <a:pt x="291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28"/>
            <p:cNvSpPr/>
            <p:nvPr/>
          </p:nvSpPr>
          <p:spPr>
            <a:xfrm>
              <a:off x="6822490" y="4204516"/>
              <a:ext cx="67419" cy="9906"/>
            </a:xfrm>
            <a:custGeom>
              <a:rect b="b" l="l" r="r" t="t"/>
              <a:pathLst>
                <a:path extrusionOk="0" h="279" w="1899">
                  <a:moveTo>
                    <a:pt x="140" y="0"/>
                  </a:moveTo>
                  <a:cubicBezTo>
                    <a:pt x="62" y="0"/>
                    <a:pt x="0" y="64"/>
                    <a:pt x="0" y="140"/>
                  </a:cubicBezTo>
                  <a:cubicBezTo>
                    <a:pt x="0" y="216"/>
                    <a:pt x="62" y="278"/>
                    <a:pt x="140" y="278"/>
                  </a:cubicBezTo>
                  <a:lnTo>
                    <a:pt x="1760" y="278"/>
                  </a:lnTo>
                  <a:cubicBezTo>
                    <a:pt x="1838" y="278"/>
                    <a:pt x="1899" y="215"/>
                    <a:pt x="1899" y="140"/>
                  </a:cubicBezTo>
                  <a:cubicBezTo>
                    <a:pt x="1899" y="62"/>
                    <a:pt x="1835" y="0"/>
                    <a:pt x="176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28"/>
            <p:cNvSpPr/>
            <p:nvPr/>
          </p:nvSpPr>
          <p:spPr>
            <a:xfrm>
              <a:off x="6782726" y="4278577"/>
              <a:ext cx="71928" cy="9906"/>
            </a:xfrm>
            <a:custGeom>
              <a:rect b="b" l="l" r="r" t="t"/>
              <a:pathLst>
                <a:path extrusionOk="0" h="279" w="2026">
                  <a:moveTo>
                    <a:pt x="139" y="1"/>
                  </a:moveTo>
                  <a:cubicBezTo>
                    <a:pt x="61" y="1"/>
                    <a:pt x="1" y="64"/>
                    <a:pt x="1" y="141"/>
                  </a:cubicBezTo>
                  <a:cubicBezTo>
                    <a:pt x="1" y="215"/>
                    <a:pt x="61" y="279"/>
                    <a:pt x="139" y="279"/>
                  </a:cubicBezTo>
                  <a:lnTo>
                    <a:pt x="1887" y="279"/>
                  </a:lnTo>
                  <a:cubicBezTo>
                    <a:pt x="1965" y="279"/>
                    <a:pt x="2026" y="215"/>
                    <a:pt x="2026" y="141"/>
                  </a:cubicBezTo>
                  <a:cubicBezTo>
                    <a:pt x="2026" y="64"/>
                    <a:pt x="1962" y="1"/>
                    <a:pt x="188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28"/>
            <p:cNvSpPr/>
            <p:nvPr/>
          </p:nvSpPr>
          <p:spPr>
            <a:xfrm>
              <a:off x="6742677" y="4278577"/>
              <a:ext cx="27124" cy="9906"/>
            </a:xfrm>
            <a:custGeom>
              <a:rect b="b" l="l" r="r" t="t"/>
              <a:pathLst>
                <a:path extrusionOk="0" h="279" w="764">
                  <a:moveTo>
                    <a:pt x="139" y="1"/>
                  </a:moveTo>
                  <a:cubicBezTo>
                    <a:pt x="61" y="1"/>
                    <a:pt x="1" y="64"/>
                    <a:pt x="1" y="141"/>
                  </a:cubicBezTo>
                  <a:cubicBezTo>
                    <a:pt x="1" y="215"/>
                    <a:pt x="61" y="279"/>
                    <a:pt x="139" y="279"/>
                  </a:cubicBezTo>
                  <a:lnTo>
                    <a:pt x="625" y="279"/>
                  </a:lnTo>
                  <a:cubicBezTo>
                    <a:pt x="701" y="279"/>
                    <a:pt x="763" y="215"/>
                    <a:pt x="763" y="141"/>
                  </a:cubicBezTo>
                  <a:cubicBezTo>
                    <a:pt x="763" y="64"/>
                    <a:pt x="700" y="1"/>
                    <a:pt x="62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28"/>
            <p:cNvSpPr/>
            <p:nvPr/>
          </p:nvSpPr>
          <p:spPr>
            <a:xfrm>
              <a:off x="6816916" y="4304495"/>
              <a:ext cx="37739" cy="9835"/>
            </a:xfrm>
            <a:custGeom>
              <a:rect b="b" l="l" r="r" t="t"/>
              <a:pathLst>
                <a:path extrusionOk="0" h="277" w="1063">
                  <a:moveTo>
                    <a:pt x="140" y="1"/>
                  </a:moveTo>
                  <a:cubicBezTo>
                    <a:pt x="62" y="1"/>
                    <a:pt x="1" y="62"/>
                    <a:pt x="1" y="139"/>
                  </a:cubicBezTo>
                  <a:cubicBezTo>
                    <a:pt x="1" y="216"/>
                    <a:pt x="64" y="277"/>
                    <a:pt x="140" y="277"/>
                  </a:cubicBezTo>
                  <a:lnTo>
                    <a:pt x="924" y="277"/>
                  </a:lnTo>
                  <a:cubicBezTo>
                    <a:pt x="1002" y="277"/>
                    <a:pt x="1063" y="214"/>
                    <a:pt x="1063" y="139"/>
                  </a:cubicBezTo>
                  <a:cubicBezTo>
                    <a:pt x="1063" y="62"/>
                    <a:pt x="1002" y="1"/>
                    <a:pt x="92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28"/>
            <p:cNvSpPr/>
            <p:nvPr/>
          </p:nvSpPr>
          <p:spPr>
            <a:xfrm>
              <a:off x="6742642" y="4304566"/>
              <a:ext cx="60958" cy="9835"/>
            </a:xfrm>
            <a:custGeom>
              <a:rect b="b" l="l" r="r" t="t"/>
              <a:pathLst>
                <a:path extrusionOk="0" h="277" w="1717">
                  <a:moveTo>
                    <a:pt x="140" y="0"/>
                  </a:moveTo>
                  <a:cubicBezTo>
                    <a:pt x="62" y="0"/>
                    <a:pt x="2" y="63"/>
                    <a:pt x="2" y="138"/>
                  </a:cubicBezTo>
                  <a:cubicBezTo>
                    <a:pt x="0" y="214"/>
                    <a:pt x="62" y="276"/>
                    <a:pt x="140" y="276"/>
                  </a:cubicBezTo>
                  <a:lnTo>
                    <a:pt x="1579" y="276"/>
                  </a:lnTo>
                  <a:cubicBezTo>
                    <a:pt x="1657" y="276"/>
                    <a:pt x="1717" y="214"/>
                    <a:pt x="1717" y="138"/>
                  </a:cubicBezTo>
                  <a:cubicBezTo>
                    <a:pt x="1717" y="60"/>
                    <a:pt x="1655" y="0"/>
                    <a:pt x="157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28"/>
            <p:cNvSpPr/>
            <p:nvPr/>
          </p:nvSpPr>
          <p:spPr>
            <a:xfrm>
              <a:off x="6742677" y="4330413"/>
              <a:ext cx="188270" cy="9870"/>
            </a:xfrm>
            <a:custGeom>
              <a:rect b="b" l="l" r="r" t="t"/>
              <a:pathLst>
                <a:path extrusionOk="0" h="278" w="5303">
                  <a:moveTo>
                    <a:pt x="139" y="0"/>
                  </a:moveTo>
                  <a:cubicBezTo>
                    <a:pt x="61" y="0"/>
                    <a:pt x="1" y="63"/>
                    <a:pt x="1" y="138"/>
                  </a:cubicBezTo>
                  <a:cubicBezTo>
                    <a:pt x="1" y="215"/>
                    <a:pt x="64" y="278"/>
                    <a:pt x="139" y="278"/>
                  </a:cubicBezTo>
                  <a:lnTo>
                    <a:pt x="5162" y="278"/>
                  </a:lnTo>
                  <a:cubicBezTo>
                    <a:pt x="5240" y="278"/>
                    <a:pt x="5302" y="215"/>
                    <a:pt x="5302" y="138"/>
                  </a:cubicBezTo>
                  <a:cubicBezTo>
                    <a:pt x="5302" y="63"/>
                    <a:pt x="5240" y="0"/>
                    <a:pt x="516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28"/>
            <p:cNvSpPr/>
            <p:nvPr/>
          </p:nvSpPr>
          <p:spPr>
            <a:xfrm>
              <a:off x="6863426" y="4356259"/>
              <a:ext cx="67526" cy="9906"/>
            </a:xfrm>
            <a:custGeom>
              <a:rect b="b" l="l" r="r" t="t"/>
              <a:pathLst>
                <a:path extrusionOk="0" h="279" w="1902">
                  <a:moveTo>
                    <a:pt x="140" y="0"/>
                  </a:moveTo>
                  <a:cubicBezTo>
                    <a:pt x="62" y="0"/>
                    <a:pt x="0" y="64"/>
                    <a:pt x="0" y="140"/>
                  </a:cubicBezTo>
                  <a:cubicBezTo>
                    <a:pt x="0" y="215"/>
                    <a:pt x="63" y="278"/>
                    <a:pt x="140" y="278"/>
                  </a:cubicBezTo>
                  <a:lnTo>
                    <a:pt x="1761" y="278"/>
                  </a:lnTo>
                  <a:cubicBezTo>
                    <a:pt x="1839" y="278"/>
                    <a:pt x="1901" y="215"/>
                    <a:pt x="1901" y="140"/>
                  </a:cubicBezTo>
                  <a:cubicBezTo>
                    <a:pt x="1901" y="64"/>
                    <a:pt x="1839" y="0"/>
                    <a:pt x="176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28"/>
            <p:cNvSpPr/>
            <p:nvPr/>
          </p:nvSpPr>
          <p:spPr>
            <a:xfrm>
              <a:off x="6742677" y="4356259"/>
              <a:ext cx="107786" cy="9906"/>
            </a:xfrm>
            <a:custGeom>
              <a:rect b="b" l="l" r="r" t="t"/>
              <a:pathLst>
                <a:path extrusionOk="0" h="279" w="3036">
                  <a:moveTo>
                    <a:pt x="139" y="0"/>
                  </a:moveTo>
                  <a:cubicBezTo>
                    <a:pt x="61" y="0"/>
                    <a:pt x="1" y="64"/>
                    <a:pt x="1" y="140"/>
                  </a:cubicBezTo>
                  <a:cubicBezTo>
                    <a:pt x="1" y="215"/>
                    <a:pt x="64" y="278"/>
                    <a:pt x="139" y="278"/>
                  </a:cubicBezTo>
                  <a:lnTo>
                    <a:pt x="2896" y="278"/>
                  </a:lnTo>
                  <a:cubicBezTo>
                    <a:pt x="2974" y="278"/>
                    <a:pt x="3036" y="215"/>
                    <a:pt x="3036" y="140"/>
                  </a:cubicBezTo>
                  <a:cubicBezTo>
                    <a:pt x="3036" y="64"/>
                    <a:pt x="2972" y="0"/>
                    <a:pt x="28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28"/>
            <p:cNvSpPr/>
            <p:nvPr/>
          </p:nvSpPr>
          <p:spPr>
            <a:xfrm>
              <a:off x="6742216" y="4380047"/>
              <a:ext cx="104271" cy="72963"/>
            </a:xfrm>
            <a:custGeom>
              <a:rect b="b" l="l" r="r" t="t"/>
              <a:pathLst>
                <a:path extrusionOk="0" h="2055" w="2937">
                  <a:moveTo>
                    <a:pt x="1080" y="279"/>
                  </a:moveTo>
                  <a:cubicBezTo>
                    <a:pt x="1103" y="279"/>
                    <a:pt x="1127" y="286"/>
                    <a:pt x="1149" y="305"/>
                  </a:cubicBezTo>
                  <a:cubicBezTo>
                    <a:pt x="1195" y="345"/>
                    <a:pt x="1221" y="438"/>
                    <a:pt x="1178" y="536"/>
                  </a:cubicBezTo>
                  <a:cubicBezTo>
                    <a:pt x="1093" y="722"/>
                    <a:pt x="933" y="854"/>
                    <a:pt x="746" y="952"/>
                  </a:cubicBezTo>
                  <a:cubicBezTo>
                    <a:pt x="771" y="687"/>
                    <a:pt x="850" y="392"/>
                    <a:pt x="979" y="313"/>
                  </a:cubicBezTo>
                  <a:cubicBezTo>
                    <a:pt x="1008" y="294"/>
                    <a:pt x="1044" y="279"/>
                    <a:pt x="1080" y="279"/>
                  </a:cubicBezTo>
                  <a:close/>
                  <a:moveTo>
                    <a:pt x="1085" y="1"/>
                  </a:moveTo>
                  <a:cubicBezTo>
                    <a:pt x="1003" y="1"/>
                    <a:pt x="917" y="26"/>
                    <a:pt x="835" y="76"/>
                  </a:cubicBezTo>
                  <a:cubicBezTo>
                    <a:pt x="706" y="155"/>
                    <a:pt x="607" y="309"/>
                    <a:pt x="542" y="533"/>
                  </a:cubicBezTo>
                  <a:cubicBezTo>
                    <a:pt x="487" y="725"/>
                    <a:pt x="470" y="915"/>
                    <a:pt x="466" y="1013"/>
                  </a:cubicBezTo>
                  <a:cubicBezTo>
                    <a:pt x="463" y="1033"/>
                    <a:pt x="463" y="1051"/>
                    <a:pt x="463" y="1072"/>
                  </a:cubicBezTo>
                  <a:cubicBezTo>
                    <a:pt x="376" y="1102"/>
                    <a:pt x="290" y="1126"/>
                    <a:pt x="208" y="1149"/>
                  </a:cubicBezTo>
                  <a:cubicBezTo>
                    <a:pt x="179" y="1156"/>
                    <a:pt x="150" y="1164"/>
                    <a:pt x="123" y="1169"/>
                  </a:cubicBezTo>
                  <a:cubicBezTo>
                    <a:pt x="48" y="1185"/>
                    <a:pt x="1" y="1259"/>
                    <a:pt x="17" y="1335"/>
                  </a:cubicBezTo>
                  <a:cubicBezTo>
                    <a:pt x="31" y="1399"/>
                    <a:pt x="89" y="1443"/>
                    <a:pt x="152" y="1443"/>
                  </a:cubicBezTo>
                  <a:cubicBezTo>
                    <a:pt x="162" y="1443"/>
                    <a:pt x="172" y="1442"/>
                    <a:pt x="182" y="1440"/>
                  </a:cubicBezTo>
                  <a:cubicBezTo>
                    <a:pt x="214" y="1434"/>
                    <a:pt x="245" y="1426"/>
                    <a:pt x="278" y="1417"/>
                  </a:cubicBezTo>
                  <a:cubicBezTo>
                    <a:pt x="340" y="1401"/>
                    <a:pt x="409" y="1381"/>
                    <a:pt x="480" y="1358"/>
                  </a:cubicBezTo>
                  <a:cubicBezTo>
                    <a:pt x="520" y="1617"/>
                    <a:pt x="621" y="1748"/>
                    <a:pt x="674" y="1800"/>
                  </a:cubicBezTo>
                  <a:cubicBezTo>
                    <a:pt x="763" y="1890"/>
                    <a:pt x="880" y="1936"/>
                    <a:pt x="1011" y="1936"/>
                  </a:cubicBezTo>
                  <a:cubicBezTo>
                    <a:pt x="1023" y="1936"/>
                    <a:pt x="1034" y="1936"/>
                    <a:pt x="1045" y="1935"/>
                  </a:cubicBezTo>
                  <a:cubicBezTo>
                    <a:pt x="1122" y="1932"/>
                    <a:pt x="1194" y="1902"/>
                    <a:pt x="1258" y="1857"/>
                  </a:cubicBezTo>
                  <a:cubicBezTo>
                    <a:pt x="1266" y="1870"/>
                    <a:pt x="1274" y="1882"/>
                    <a:pt x="1283" y="1893"/>
                  </a:cubicBezTo>
                  <a:cubicBezTo>
                    <a:pt x="1341" y="1959"/>
                    <a:pt x="1418" y="1996"/>
                    <a:pt x="1500" y="1996"/>
                  </a:cubicBezTo>
                  <a:cubicBezTo>
                    <a:pt x="1506" y="1996"/>
                    <a:pt x="1512" y="1996"/>
                    <a:pt x="1517" y="1995"/>
                  </a:cubicBezTo>
                  <a:cubicBezTo>
                    <a:pt x="1611" y="1990"/>
                    <a:pt x="1684" y="1946"/>
                    <a:pt x="1742" y="1893"/>
                  </a:cubicBezTo>
                  <a:cubicBezTo>
                    <a:pt x="1746" y="1899"/>
                    <a:pt x="1749" y="1905"/>
                    <a:pt x="1755" y="1908"/>
                  </a:cubicBezTo>
                  <a:cubicBezTo>
                    <a:pt x="1801" y="1961"/>
                    <a:pt x="1866" y="1990"/>
                    <a:pt x="1935" y="1990"/>
                  </a:cubicBezTo>
                  <a:lnTo>
                    <a:pt x="1936" y="1990"/>
                  </a:lnTo>
                  <a:cubicBezTo>
                    <a:pt x="2010" y="1990"/>
                    <a:pt x="2080" y="1959"/>
                    <a:pt x="2149" y="1902"/>
                  </a:cubicBezTo>
                  <a:cubicBezTo>
                    <a:pt x="2153" y="1908"/>
                    <a:pt x="2161" y="1918"/>
                    <a:pt x="2168" y="1925"/>
                  </a:cubicBezTo>
                  <a:cubicBezTo>
                    <a:pt x="2240" y="2007"/>
                    <a:pt x="2355" y="2054"/>
                    <a:pt x="2482" y="2054"/>
                  </a:cubicBezTo>
                  <a:lnTo>
                    <a:pt x="2483" y="2054"/>
                  </a:lnTo>
                  <a:cubicBezTo>
                    <a:pt x="2607" y="2054"/>
                    <a:pt x="2719" y="2007"/>
                    <a:pt x="2791" y="1928"/>
                  </a:cubicBezTo>
                  <a:cubicBezTo>
                    <a:pt x="2854" y="1856"/>
                    <a:pt x="2897" y="1767"/>
                    <a:pt x="2920" y="1659"/>
                  </a:cubicBezTo>
                  <a:cubicBezTo>
                    <a:pt x="2936" y="1587"/>
                    <a:pt x="2890" y="1513"/>
                    <a:pt x="2814" y="1496"/>
                  </a:cubicBezTo>
                  <a:cubicBezTo>
                    <a:pt x="2804" y="1494"/>
                    <a:pt x="2795" y="1493"/>
                    <a:pt x="2785" y="1493"/>
                  </a:cubicBezTo>
                  <a:cubicBezTo>
                    <a:pt x="2721" y="1493"/>
                    <a:pt x="2662" y="1537"/>
                    <a:pt x="2649" y="1603"/>
                  </a:cubicBezTo>
                  <a:cubicBezTo>
                    <a:pt x="2636" y="1662"/>
                    <a:pt x="2613" y="1712"/>
                    <a:pt x="2581" y="1748"/>
                  </a:cubicBezTo>
                  <a:cubicBezTo>
                    <a:pt x="2566" y="1764"/>
                    <a:pt x="2531" y="1781"/>
                    <a:pt x="2482" y="1781"/>
                  </a:cubicBezTo>
                  <a:cubicBezTo>
                    <a:pt x="2431" y="1781"/>
                    <a:pt x="2391" y="1762"/>
                    <a:pt x="2377" y="1745"/>
                  </a:cubicBezTo>
                  <a:cubicBezTo>
                    <a:pt x="2339" y="1702"/>
                    <a:pt x="2358" y="1628"/>
                    <a:pt x="2395" y="1529"/>
                  </a:cubicBezTo>
                  <a:cubicBezTo>
                    <a:pt x="2410" y="1496"/>
                    <a:pt x="2420" y="1464"/>
                    <a:pt x="2433" y="1434"/>
                  </a:cubicBezTo>
                  <a:lnTo>
                    <a:pt x="2433" y="1431"/>
                  </a:lnTo>
                  <a:cubicBezTo>
                    <a:pt x="2460" y="1359"/>
                    <a:pt x="2425" y="1279"/>
                    <a:pt x="2354" y="1251"/>
                  </a:cubicBezTo>
                  <a:cubicBezTo>
                    <a:pt x="2337" y="1245"/>
                    <a:pt x="2320" y="1242"/>
                    <a:pt x="2303" y="1242"/>
                  </a:cubicBezTo>
                  <a:cubicBezTo>
                    <a:pt x="2247" y="1242"/>
                    <a:pt x="2195" y="1275"/>
                    <a:pt x="2174" y="1331"/>
                  </a:cubicBezTo>
                  <a:cubicBezTo>
                    <a:pt x="2168" y="1345"/>
                    <a:pt x="2164" y="1358"/>
                    <a:pt x="2158" y="1372"/>
                  </a:cubicBezTo>
                  <a:cubicBezTo>
                    <a:pt x="2151" y="1388"/>
                    <a:pt x="2143" y="1407"/>
                    <a:pt x="2136" y="1426"/>
                  </a:cubicBezTo>
                  <a:cubicBezTo>
                    <a:pt x="2096" y="1523"/>
                    <a:pt x="2048" y="1618"/>
                    <a:pt x="1976" y="1685"/>
                  </a:cubicBezTo>
                  <a:cubicBezTo>
                    <a:pt x="1966" y="1692"/>
                    <a:pt x="1959" y="1699"/>
                    <a:pt x="1955" y="1703"/>
                  </a:cubicBezTo>
                  <a:cubicBezTo>
                    <a:pt x="1951" y="1689"/>
                    <a:pt x="1951" y="1670"/>
                    <a:pt x="1952" y="1654"/>
                  </a:cubicBezTo>
                  <a:cubicBezTo>
                    <a:pt x="1956" y="1624"/>
                    <a:pt x="1965" y="1591"/>
                    <a:pt x="1978" y="1559"/>
                  </a:cubicBezTo>
                  <a:cubicBezTo>
                    <a:pt x="1998" y="1515"/>
                    <a:pt x="2015" y="1466"/>
                    <a:pt x="2034" y="1411"/>
                  </a:cubicBezTo>
                  <a:cubicBezTo>
                    <a:pt x="2057" y="1339"/>
                    <a:pt x="2020" y="1260"/>
                    <a:pt x="1945" y="1236"/>
                  </a:cubicBezTo>
                  <a:cubicBezTo>
                    <a:pt x="1930" y="1230"/>
                    <a:pt x="1915" y="1228"/>
                    <a:pt x="1900" y="1228"/>
                  </a:cubicBezTo>
                  <a:cubicBezTo>
                    <a:pt x="1843" y="1228"/>
                    <a:pt x="1789" y="1265"/>
                    <a:pt x="1769" y="1323"/>
                  </a:cubicBezTo>
                  <a:cubicBezTo>
                    <a:pt x="1761" y="1349"/>
                    <a:pt x="1751" y="1374"/>
                    <a:pt x="1740" y="1401"/>
                  </a:cubicBezTo>
                  <a:cubicBezTo>
                    <a:pt x="1733" y="1418"/>
                    <a:pt x="1726" y="1436"/>
                    <a:pt x="1719" y="1454"/>
                  </a:cubicBezTo>
                  <a:cubicBezTo>
                    <a:pt x="1693" y="1512"/>
                    <a:pt x="1667" y="1559"/>
                    <a:pt x="1635" y="1598"/>
                  </a:cubicBezTo>
                  <a:cubicBezTo>
                    <a:pt x="1599" y="1647"/>
                    <a:pt x="1545" y="1719"/>
                    <a:pt x="1502" y="1721"/>
                  </a:cubicBezTo>
                  <a:lnTo>
                    <a:pt x="1496" y="1716"/>
                  </a:lnTo>
                  <a:cubicBezTo>
                    <a:pt x="1492" y="1706"/>
                    <a:pt x="1489" y="1677"/>
                    <a:pt x="1499" y="1640"/>
                  </a:cubicBezTo>
                  <a:cubicBezTo>
                    <a:pt x="1510" y="1598"/>
                    <a:pt x="1532" y="1555"/>
                    <a:pt x="1553" y="1515"/>
                  </a:cubicBezTo>
                  <a:cubicBezTo>
                    <a:pt x="1589" y="1446"/>
                    <a:pt x="1562" y="1361"/>
                    <a:pt x="1494" y="1328"/>
                  </a:cubicBezTo>
                  <a:cubicBezTo>
                    <a:pt x="1473" y="1317"/>
                    <a:pt x="1451" y="1311"/>
                    <a:pt x="1429" y="1311"/>
                  </a:cubicBezTo>
                  <a:cubicBezTo>
                    <a:pt x="1378" y="1311"/>
                    <a:pt x="1330" y="1339"/>
                    <a:pt x="1307" y="1387"/>
                  </a:cubicBezTo>
                  <a:cubicBezTo>
                    <a:pt x="1233" y="1531"/>
                    <a:pt x="1106" y="1656"/>
                    <a:pt x="1031" y="1660"/>
                  </a:cubicBezTo>
                  <a:cubicBezTo>
                    <a:pt x="1026" y="1660"/>
                    <a:pt x="1021" y="1660"/>
                    <a:pt x="1016" y="1660"/>
                  </a:cubicBezTo>
                  <a:cubicBezTo>
                    <a:pt x="956" y="1660"/>
                    <a:pt x="910" y="1644"/>
                    <a:pt x="871" y="1605"/>
                  </a:cubicBezTo>
                  <a:cubicBezTo>
                    <a:pt x="799" y="1533"/>
                    <a:pt x="762" y="1401"/>
                    <a:pt x="748" y="1259"/>
                  </a:cubicBezTo>
                  <a:cubicBezTo>
                    <a:pt x="1028" y="1135"/>
                    <a:pt x="1297" y="949"/>
                    <a:pt x="1433" y="651"/>
                  </a:cubicBezTo>
                  <a:cubicBezTo>
                    <a:pt x="1523" y="453"/>
                    <a:pt x="1481" y="224"/>
                    <a:pt x="1336" y="94"/>
                  </a:cubicBezTo>
                  <a:cubicBezTo>
                    <a:pt x="1265" y="32"/>
                    <a:pt x="1177" y="1"/>
                    <a:pt x="108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73" name="Google Shape;4173;p28"/>
          <p:cNvGrpSpPr/>
          <p:nvPr/>
        </p:nvGrpSpPr>
        <p:grpSpPr>
          <a:xfrm>
            <a:off x="6062391" y="4147710"/>
            <a:ext cx="256052" cy="327001"/>
            <a:chOff x="6062391" y="4147710"/>
            <a:chExt cx="256052" cy="327001"/>
          </a:xfrm>
        </p:grpSpPr>
        <p:sp>
          <p:nvSpPr>
            <p:cNvPr id="4174" name="Google Shape;4174;p28"/>
            <p:cNvSpPr/>
            <p:nvPr/>
          </p:nvSpPr>
          <p:spPr>
            <a:xfrm>
              <a:off x="6062391" y="4147745"/>
              <a:ext cx="256044" cy="326966"/>
            </a:xfrm>
            <a:custGeom>
              <a:rect b="b" l="l" r="r" t="t"/>
              <a:pathLst>
                <a:path extrusionOk="0" h="9209" w="7212">
                  <a:moveTo>
                    <a:pt x="438" y="1"/>
                  </a:moveTo>
                  <a:cubicBezTo>
                    <a:pt x="197" y="1"/>
                    <a:pt x="1" y="196"/>
                    <a:pt x="1" y="438"/>
                  </a:cubicBezTo>
                  <a:lnTo>
                    <a:pt x="1" y="8772"/>
                  </a:lnTo>
                  <a:cubicBezTo>
                    <a:pt x="1" y="9013"/>
                    <a:pt x="197" y="9209"/>
                    <a:pt x="438" y="9209"/>
                  </a:cubicBezTo>
                  <a:lnTo>
                    <a:pt x="6774" y="9209"/>
                  </a:lnTo>
                  <a:cubicBezTo>
                    <a:pt x="7016" y="9209"/>
                    <a:pt x="7212" y="9013"/>
                    <a:pt x="7212" y="8772"/>
                  </a:cubicBezTo>
                  <a:lnTo>
                    <a:pt x="7212" y="438"/>
                  </a:lnTo>
                  <a:cubicBezTo>
                    <a:pt x="7212" y="196"/>
                    <a:pt x="7016" y="1"/>
                    <a:pt x="677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28"/>
            <p:cNvSpPr/>
            <p:nvPr/>
          </p:nvSpPr>
          <p:spPr>
            <a:xfrm>
              <a:off x="6289757" y="4147710"/>
              <a:ext cx="28686" cy="326930"/>
            </a:xfrm>
            <a:custGeom>
              <a:rect b="b" l="l" r="r" t="t"/>
              <a:pathLst>
                <a:path extrusionOk="0" h="9208" w="808">
                  <a:moveTo>
                    <a:pt x="1" y="0"/>
                  </a:moveTo>
                  <a:cubicBezTo>
                    <a:pt x="241" y="0"/>
                    <a:pt x="438" y="194"/>
                    <a:pt x="438" y="436"/>
                  </a:cubicBezTo>
                  <a:lnTo>
                    <a:pt x="438" y="8771"/>
                  </a:lnTo>
                  <a:cubicBezTo>
                    <a:pt x="438" y="9011"/>
                    <a:pt x="241" y="9207"/>
                    <a:pt x="1" y="9207"/>
                  </a:cubicBezTo>
                  <a:lnTo>
                    <a:pt x="370" y="9207"/>
                  </a:lnTo>
                  <a:cubicBezTo>
                    <a:pt x="612" y="9207"/>
                    <a:pt x="808" y="9014"/>
                    <a:pt x="808" y="8771"/>
                  </a:cubicBezTo>
                  <a:lnTo>
                    <a:pt x="808" y="438"/>
                  </a:lnTo>
                  <a:cubicBezTo>
                    <a:pt x="808" y="196"/>
                    <a:pt x="612" y="0"/>
                    <a:pt x="3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28"/>
            <p:cNvSpPr/>
            <p:nvPr/>
          </p:nvSpPr>
          <p:spPr>
            <a:xfrm>
              <a:off x="6084972" y="4170397"/>
              <a:ext cx="210885" cy="266110"/>
            </a:xfrm>
            <a:custGeom>
              <a:rect b="b" l="l" r="r" t="t"/>
              <a:pathLst>
                <a:path extrusionOk="0" h="7495" w="5940">
                  <a:moveTo>
                    <a:pt x="223" y="0"/>
                  </a:moveTo>
                  <a:cubicBezTo>
                    <a:pt x="100" y="0"/>
                    <a:pt x="1" y="98"/>
                    <a:pt x="1" y="220"/>
                  </a:cubicBezTo>
                  <a:lnTo>
                    <a:pt x="1" y="7274"/>
                  </a:lnTo>
                  <a:cubicBezTo>
                    <a:pt x="1" y="7397"/>
                    <a:pt x="100" y="7495"/>
                    <a:pt x="223" y="7495"/>
                  </a:cubicBezTo>
                  <a:lnTo>
                    <a:pt x="5718" y="7495"/>
                  </a:lnTo>
                  <a:cubicBezTo>
                    <a:pt x="5841" y="7495"/>
                    <a:pt x="5940" y="7397"/>
                    <a:pt x="5938" y="7274"/>
                  </a:cubicBezTo>
                  <a:lnTo>
                    <a:pt x="5938" y="220"/>
                  </a:lnTo>
                  <a:cubicBezTo>
                    <a:pt x="5938" y="98"/>
                    <a:pt x="5841" y="0"/>
                    <a:pt x="57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28"/>
            <p:cNvSpPr/>
            <p:nvPr/>
          </p:nvSpPr>
          <p:spPr>
            <a:xfrm>
              <a:off x="6275307" y="4170397"/>
              <a:ext cx="20556" cy="266110"/>
            </a:xfrm>
            <a:custGeom>
              <a:rect b="b" l="l" r="r" t="t"/>
              <a:pathLst>
                <a:path extrusionOk="0" h="7495" w="579">
                  <a:moveTo>
                    <a:pt x="0" y="0"/>
                  </a:moveTo>
                  <a:cubicBezTo>
                    <a:pt x="123" y="0"/>
                    <a:pt x="222" y="98"/>
                    <a:pt x="222" y="220"/>
                  </a:cubicBezTo>
                  <a:lnTo>
                    <a:pt x="222" y="7274"/>
                  </a:lnTo>
                  <a:cubicBezTo>
                    <a:pt x="222" y="7397"/>
                    <a:pt x="123" y="7495"/>
                    <a:pt x="0" y="7495"/>
                  </a:cubicBezTo>
                  <a:lnTo>
                    <a:pt x="357" y="7495"/>
                  </a:lnTo>
                  <a:cubicBezTo>
                    <a:pt x="480" y="7495"/>
                    <a:pt x="579" y="7397"/>
                    <a:pt x="579" y="7274"/>
                  </a:cubicBezTo>
                  <a:lnTo>
                    <a:pt x="579" y="220"/>
                  </a:lnTo>
                  <a:cubicBezTo>
                    <a:pt x="579" y="98"/>
                    <a:pt x="480" y="0"/>
                    <a:pt x="35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28"/>
            <p:cNvSpPr/>
            <p:nvPr/>
          </p:nvSpPr>
          <p:spPr>
            <a:xfrm>
              <a:off x="6176181" y="4450664"/>
              <a:ext cx="28402" cy="9835"/>
            </a:xfrm>
            <a:custGeom>
              <a:rect b="b" l="l" r="r" t="t"/>
              <a:pathLst>
                <a:path extrusionOk="0" h="277" w="800">
                  <a:moveTo>
                    <a:pt x="140" y="1"/>
                  </a:moveTo>
                  <a:cubicBezTo>
                    <a:pt x="64" y="1"/>
                    <a:pt x="1" y="64"/>
                    <a:pt x="1" y="139"/>
                  </a:cubicBezTo>
                  <a:cubicBezTo>
                    <a:pt x="1" y="215"/>
                    <a:pt x="63" y="277"/>
                    <a:pt x="140" y="277"/>
                  </a:cubicBezTo>
                  <a:lnTo>
                    <a:pt x="661" y="277"/>
                  </a:lnTo>
                  <a:cubicBezTo>
                    <a:pt x="739" y="277"/>
                    <a:pt x="799" y="216"/>
                    <a:pt x="799" y="139"/>
                  </a:cubicBezTo>
                  <a:cubicBezTo>
                    <a:pt x="799" y="64"/>
                    <a:pt x="739" y="1"/>
                    <a:pt x="6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28"/>
            <p:cNvSpPr/>
            <p:nvPr/>
          </p:nvSpPr>
          <p:spPr>
            <a:xfrm>
              <a:off x="6144476" y="4229688"/>
              <a:ext cx="91880" cy="94514"/>
            </a:xfrm>
            <a:custGeom>
              <a:rect b="b" l="l" r="r" t="t"/>
              <a:pathLst>
                <a:path extrusionOk="0" h="2662" w="2588">
                  <a:moveTo>
                    <a:pt x="1294" y="1"/>
                  </a:moveTo>
                  <a:cubicBezTo>
                    <a:pt x="579" y="1"/>
                    <a:pt x="0" y="579"/>
                    <a:pt x="0" y="1295"/>
                  </a:cubicBezTo>
                  <a:lnTo>
                    <a:pt x="0" y="2384"/>
                  </a:lnTo>
                  <a:cubicBezTo>
                    <a:pt x="0" y="2537"/>
                    <a:pt x="124" y="2662"/>
                    <a:pt x="278" y="2662"/>
                  </a:cubicBezTo>
                  <a:cubicBezTo>
                    <a:pt x="282" y="2662"/>
                    <a:pt x="286" y="2662"/>
                    <a:pt x="291" y="2662"/>
                  </a:cubicBezTo>
                  <a:cubicBezTo>
                    <a:pt x="440" y="2654"/>
                    <a:pt x="555" y="2525"/>
                    <a:pt x="555" y="2375"/>
                  </a:cubicBezTo>
                  <a:lnTo>
                    <a:pt x="555" y="1292"/>
                  </a:lnTo>
                  <a:cubicBezTo>
                    <a:pt x="555" y="886"/>
                    <a:pt x="886" y="555"/>
                    <a:pt x="1294" y="555"/>
                  </a:cubicBezTo>
                  <a:cubicBezTo>
                    <a:pt x="1700" y="555"/>
                    <a:pt x="2031" y="884"/>
                    <a:pt x="2031" y="1292"/>
                  </a:cubicBezTo>
                  <a:lnTo>
                    <a:pt x="2031" y="2375"/>
                  </a:lnTo>
                  <a:cubicBezTo>
                    <a:pt x="2031" y="2526"/>
                    <a:pt x="2146" y="2654"/>
                    <a:pt x="2295" y="2662"/>
                  </a:cubicBezTo>
                  <a:cubicBezTo>
                    <a:pt x="2300" y="2662"/>
                    <a:pt x="2304" y="2662"/>
                    <a:pt x="2308" y="2662"/>
                  </a:cubicBezTo>
                  <a:cubicBezTo>
                    <a:pt x="2462" y="2662"/>
                    <a:pt x="2587" y="2537"/>
                    <a:pt x="2586" y="2384"/>
                  </a:cubicBezTo>
                  <a:lnTo>
                    <a:pt x="2586" y="1295"/>
                  </a:lnTo>
                  <a:cubicBezTo>
                    <a:pt x="2586" y="579"/>
                    <a:pt x="2007" y="1"/>
                    <a:pt x="129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28"/>
            <p:cNvSpPr/>
            <p:nvPr/>
          </p:nvSpPr>
          <p:spPr>
            <a:xfrm>
              <a:off x="6148843" y="4249357"/>
              <a:ext cx="36177" cy="74845"/>
            </a:xfrm>
            <a:custGeom>
              <a:rect b="b" l="l" r="r" t="t"/>
              <a:pathLst>
                <a:path extrusionOk="0" h="2108" w="1019">
                  <a:moveTo>
                    <a:pt x="864" y="1"/>
                  </a:moveTo>
                  <a:cubicBezTo>
                    <a:pt x="660" y="1"/>
                    <a:pt x="476" y="83"/>
                    <a:pt x="343" y="217"/>
                  </a:cubicBezTo>
                  <a:cubicBezTo>
                    <a:pt x="209" y="349"/>
                    <a:pt x="127" y="535"/>
                    <a:pt x="127" y="738"/>
                  </a:cubicBezTo>
                  <a:lnTo>
                    <a:pt x="127" y="1821"/>
                  </a:lnTo>
                  <a:cubicBezTo>
                    <a:pt x="127" y="1919"/>
                    <a:pt x="77" y="2008"/>
                    <a:pt x="1" y="2060"/>
                  </a:cubicBezTo>
                  <a:cubicBezTo>
                    <a:pt x="45" y="2091"/>
                    <a:pt x="98" y="2108"/>
                    <a:pt x="154" y="2108"/>
                  </a:cubicBezTo>
                  <a:cubicBezTo>
                    <a:pt x="159" y="2108"/>
                    <a:pt x="163" y="2108"/>
                    <a:pt x="168" y="2108"/>
                  </a:cubicBezTo>
                  <a:cubicBezTo>
                    <a:pt x="317" y="2100"/>
                    <a:pt x="432" y="1971"/>
                    <a:pt x="432" y="1821"/>
                  </a:cubicBezTo>
                  <a:lnTo>
                    <a:pt x="432" y="738"/>
                  </a:lnTo>
                  <a:cubicBezTo>
                    <a:pt x="432" y="535"/>
                    <a:pt x="516" y="349"/>
                    <a:pt x="648" y="217"/>
                  </a:cubicBezTo>
                  <a:cubicBezTo>
                    <a:pt x="748" y="117"/>
                    <a:pt x="876" y="47"/>
                    <a:pt x="1018" y="17"/>
                  </a:cubicBezTo>
                  <a:cubicBezTo>
                    <a:pt x="969" y="7"/>
                    <a:pt x="917" y="1"/>
                    <a:pt x="86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28"/>
            <p:cNvSpPr/>
            <p:nvPr/>
          </p:nvSpPr>
          <p:spPr>
            <a:xfrm>
              <a:off x="6184915" y="4229546"/>
              <a:ext cx="51443" cy="94656"/>
            </a:xfrm>
            <a:custGeom>
              <a:rect b="b" l="l" r="r" t="t"/>
              <a:pathLst>
                <a:path extrusionOk="0" h="2666" w="1449">
                  <a:moveTo>
                    <a:pt x="155" y="1"/>
                  </a:moveTo>
                  <a:cubicBezTo>
                    <a:pt x="101" y="1"/>
                    <a:pt x="51" y="5"/>
                    <a:pt x="1" y="11"/>
                  </a:cubicBezTo>
                  <a:cubicBezTo>
                    <a:pt x="296" y="47"/>
                    <a:pt x="562" y="180"/>
                    <a:pt x="762" y="380"/>
                  </a:cubicBezTo>
                  <a:cubicBezTo>
                    <a:pt x="997" y="616"/>
                    <a:pt x="1142" y="939"/>
                    <a:pt x="1142" y="1296"/>
                  </a:cubicBezTo>
                  <a:lnTo>
                    <a:pt x="1142" y="2386"/>
                  </a:lnTo>
                  <a:cubicBezTo>
                    <a:pt x="1142" y="2483"/>
                    <a:pt x="1092" y="2568"/>
                    <a:pt x="1018" y="2618"/>
                  </a:cubicBezTo>
                  <a:cubicBezTo>
                    <a:pt x="1057" y="2645"/>
                    <a:pt x="1104" y="2663"/>
                    <a:pt x="1156" y="2666"/>
                  </a:cubicBezTo>
                  <a:cubicBezTo>
                    <a:pt x="1161" y="2666"/>
                    <a:pt x="1166" y="2666"/>
                    <a:pt x="1172" y="2666"/>
                  </a:cubicBezTo>
                  <a:cubicBezTo>
                    <a:pt x="1324" y="2666"/>
                    <a:pt x="1448" y="2541"/>
                    <a:pt x="1448" y="2388"/>
                  </a:cubicBezTo>
                  <a:lnTo>
                    <a:pt x="1448" y="1299"/>
                  </a:lnTo>
                  <a:cubicBezTo>
                    <a:pt x="1448" y="940"/>
                    <a:pt x="1305" y="616"/>
                    <a:pt x="1070" y="380"/>
                  </a:cubicBezTo>
                  <a:cubicBezTo>
                    <a:pt x="834" y="147"/>
                    <a:pt x="512" y="1"/>
                    <a:pt x="15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28"/>
            <p:cNvSpPr/>
            <p:nvPr/>
          </p:nvSpPr>
          <p:spPr>
            <a:xfrm>
              <a:off x="6129280" y="4285784"/>
              <a:ext cx="122235" cy="122315"/>
            </a:xfrm>
            <a:custGeom>
              <a:rect b="b" l="l" r="r" t="t"/>
              <a:pathLst>
                <a:path extrusionOk="0" h="3445" w="3443">
                  <a:moveTo>
                    <a:pt x="1722" y="1"/>
                  </a:moveTo>
                  <a:cubicBezTo>
                    <a:pt x="771" y="1"/>
                    <a:pt x="1" y="772"/>
                    <a:pt x="1" y="1723"/>
                  </a:cubicBezTo>
                  <a:cubicBezTo>
                    <a:pt x="1" y="2673"/>
                    <a:pt x="771" y="3444"/>
                    <a:pt x="1722" y="3444"/>
                  </a:cubicBezTo>
                  <a:cubicBezTo>
                    <a:pt x="2671" y="3444"/>
                    <a:pt x="3443" y="2673"/>
                    <a:pt x="3443" y="1723"/>
                  </a:cubicBezTo>
                  <a:cubicBezTo>
                    <a:pt x="3443" y="772"/>
                    <a:pt x="2671" y="1"/>
                    <a:pt x="172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28"/>
            <p:cNvSpPr/>
            <p:nvPr/>
          </p:nvSpPr>
          <p:spPr>
            <a:xfrm>
              <a:off x="6155127" y="4290435"/>
              <a:ext cx="96389" cy="117628"/>
            </a:xfrm>
            <a:custGeom>
              <a:rect b="b" l="l" r="r" t="t"/>
              <a:pathLst>
                <a:path extrusionOk="0" h="3313" w="2715">
                  <a:moveTo>
                    <a:pt x="1650" y="1"/>
                  </a:moveTo>
                  <a:lnTo>
                    <a:pt x="1650" y="1"/>
                  </a:lnTo>
                  <a:cubicBezTo>
                    <a:pt x="2090" y="312"/>
                    <a:pt x="2378" y="824"/>
                    <a:pt x="2378" y="1405"/>
                  </a:cubicBezTo>
                  <a:cubicBezTo>
                    <a:pt x="2378" y="2357"/>
                    <a:pt x="1607" y="3126"/>
                    <a:pt x="657" y="3126"/>
                  </a:cubicBezTo>
                  <a:cubicBezTo>
                    <a:pt x="425" y="3126"/>
                    <a:pt x="202" y="3080"/>
                    <a:pt x="1" y="2997"/>
                  </a:cubicBezTo>
                  <a:lnTo>
                    <a:pt x="1" y="2997"/>
                  </a:lnTo>
                  <a:cubicBezTo>
                    <a:pt x="281" y="3195"/>
                    <a:pt x="625" y="3312"/>
                    <a:pt x="994" y="3312"/>
                  </a:cubicBezTo>
                  <a:cubicBezTo>
                    <a:pt x="1945" y="3312"/>
                    <a:pt x="2715" y="2542"/>
                    <a:pt x="2715" y="1592"/>
                  </a:cubicBezTo>
                  <a:cubicBezTo>
                    <a:pt x="2715" y="874"/>
                    <a:pt x="2274" y="260"/>
                    <a:pt x="165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28"/>
            <p:cNvSpPr/>
            <p:nvPr/>
          </p:nvSpPr>
          <p:spPr>
            <a:xfrm>
              <a:off x="6175613" y="4323489"/>
              <a:ext cx="29574" cy="46938"/>
            </a:xfrm>
            <a:custGeom>
              <a:rect b="b" l="l" r="r" t="t"/>
              <a:pathLst>
                <a:path extrusionOk="0" h="1322" w="833">
                  <a:moveTo>
                    <a:pt x="417" y="1"/>
                  </a:moveTo>
                  <a:cubicBezTo>
                    <a:pt x="186" y="1"/>
                    <a:pt x="1" y="187"/>
                    <a:pt x="1" y="417"/>
                  </a:cubicBezTo>
                  <a:cubicBezTo>
                    <a:pt x="1" y="553"/>
                    <a:pt x="67" y="674"/>
                    <a:pt x="168" y="749"/>
                  </a:cubicBezTo>
                  <a:lnTo>
                    <a:pt x="168" y="1073"/>
                  </a:lnTo>
                  <a:cubicBezTo>
                    <a:pt x="168" y="1210"/>
                    <a:pt x="280" y="1322"/>
                    <a:pt x="417" y="1322"/>
                  </a:cubicBezTo>
                  <a:cubicBezTo>
                    <a:pt x="553" y="1322"/>
                    <a:pt x="664" y="1210"/>
                    <a:pt x="664" y="1073"/>
                  </a:cubicBezTo>
                  <a:lnTo>
                    <a:pt x="664" y="749"/>
                  </a:lnTo>
                  <a:cubicBezTo>
                    <a:pt x="768" y="674"/>
                    <a:pt x="833" y="553"/>
                    <a:pt x="833" y="417"/>
                  </a:cubicBezTo>
                  <a:cubicBezTo>
                    <a:pt x="833" y="187"/>
                    <a:pt x="647"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28"/>
            <p:cNvSpPr/>
            <p:nvPr/>
          </p:nvSpPr>
          <p:spPr>
            <a:xfrm>
              <a:off x="6185696" y="4323489"/>
              <a:ext cx="19917" cy="46973"/>
            </a:xfrm>
            <a:custGeom>
              <a:rect b="b" l="l" r="r" t="t"/>
              <a:pathLst>
                <a:path extrusionOk="0" h="1323" w="561">
                  <a:moveTo>
                    <a:pt x="136" y="1"/>
                  </a:moveTo>
                  <a:cubicBezTo>
                    <a:pt x="90" y="1"/>
                    <a:pt x="45" y="8"/>
                    <a:pt x="3" y="22"/>
                  </a:cubicBezTo>
                  <a:cubicBezTo>
                    <a:pt x="169" y="77"/>
                    <a:pt x="290" y="233"/>
                    <a:pt x="290" y="417"/>
                  </a:cubicBezTo>
                  <a:cubicBezTo>
                    <a:pt x="290" y="520"/>
                    <a:pt x="249" y="564"/>
                    <a:pt x="186" y="612"/>
                  </a:cubicBezTo>
                  <a:cubicBezTo>
                    <a:pt x="143" y="643"/>
                    <a:pt x="120" y="693"/>
                    <a:pt x="120" y="746"/>
                  </a:cubicBezTo>
                  <a:lnTo>
                    <a:pt x="120" y="1073"/>
                  </a:lnTo>
                  <a:cubicBezTo>
                    <a:pt x="120" y="1164"/>
                    <a:pt x="71" y="1243"/>
                    <a:pt x="0" y="1286"/>
                  </a:cubicBezTo>
                  <a:cubicBezTo>
                    <a:pt x="41" y="1308"/>
                    <a:pt x="87" y="1322"/>
                    <a:pt x="135" y="1322"/>
                  </a:cubicBezTo>
                  <a:cubicBezTo>
                    <a:pt x="140" y="1322"/>
                    <a:pt x="144" y="1322"/>
                    <a:pt x="149" y="1322"/>
                  </a:cubicBezTo>
                  <a:cubicBezTo>
                    <a:pt x="280" y="1315"/>
                    <a:pt x="380" y="1200"/>
                    <a:pt x="380" y="1067"/>
                  </a:cubicBezTo>
                  <a:lnTo>
                    <a:pt x="380" y="751"/>
                  </a:lnTo>
                  <a:cubicBezTo>
                    <a:pt x="492" y="669"/>
                    <a:pt x="560" y="532"/>
                    <a:pt x="546" y="379"/>
                  </a:cubicBezTo>
                  <a:cubicBezTo>
                    <a:pt x="528" y="166"/>
                    <a:pt x="349" y="2"/>
                    <a:pt x="13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28"/>
            <p:cNvSpPr/>
            <p:nvPr/>
          </p:nvSpPr>
          <p:spPr>
            <a:xfrm>
              <a:off x="6214702" y="4193936"/>
              <a:ext cx="56591" cy="53542"/>
            </a:xfrm>
            <a:custGeom>
              <a:rect b="b" l="l" r="r" t="t"/>
              <a:pathLst>
                <a:path extrusionOk="0" h="1508" w="1594">
                  <a:moveTo>
                    <a:pt x="428" y="0"/>
                  </a:moveTo>
                  <a:cubicBezTo>
                    <a:pt x="323" y="0"/>
                    <a:pt x="218" y="15"/>
                    <a:pt x="114" y="47"/>
                  </a:cubicBezTo>
                  <a:cubicBezTo>
                    <a:pt x="42" y="68"/>
                    <a:pt x="1" y="146"/>
                    <a:pt x="22" y="219"/>
                  </a:cubicBezTo>
                  <a:cubicBezTo>
                    <a:pt x="40" y="278"/>
                    <a:pt x="96" y="317"/>
                    <a:pt x="156" y="317"/>
                  </a:cubicBezTo>
                  <a:cubicBezTo>
                    <a:pt x="169" y="317"/>
                    <a:pt x="182" y="315"/>
                    <a:pt x="195" y="311"/>
                  </a:cubicBezTo>
                  <a:cubicBezTo>
                    <a:pt x="272" y="288"/>
                    <a:pt x="351" y="277"/>
                    <a:pt x="429" y="277"/>
                  </a:cubicBezTo>
                  <a:cubicBezTo>
                    <a:pt x="642" y="277"/>
                    <a:pt x="851" y="361"/>
                    <a:pt x="1008" y="519"/>
                  </a:cubicBezTo>
                  <a:cubicBezTo>
                    <a:pt x="1220" y="730"/>
                    <a:pt x="1299" y="1042"/>
                    <a:pt x="1212" y="1330"/>
                  </a:cubicBezTo>
                  <a:cubicBezTo>
                    <a:pt x="1191" y="1404"/>
                    <a:pt x="1233" y="1481"/>
                    <a:pt x="1306" y="1503"/>
                  </a:cubicBezTo>
                  <a:cubicBezTo>
                    <a:pt x="1319" y="1506"/>
                    <a:pt x="1333" y="1507"/>
                    <a:pt x="1346" y="1507"/>
                  </a:cubicBezTo>
                  <a:cubicBezTo>
                    <a:pt x="1407" y="1507"/>
                    <a:pt x="1461" y="1470"/>
                    <a:pt x="1477" y="1411"/>
                  </a:cubicBezTo>
                  <a:cubicBezTo>
                    <a:pt x="1594" y="1024"/>
                    <a:pt x="1489" y="606"/>
                    <a:pt x="1204" y="321"/>
                  </a:cubicBezTo>
                  <a:cubicBezTo>
                    <a:pt x="993" y="113"/>
                    <a:pt x="713" y="0"/>
                    <a:pt x="42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28"/>
            <p:cNvSpPr/>
            <p:nvPr/>
          </p:nvSpPr>
          <p:spPr>
            <a:xfrm>
              <a:off x="6223401" y="4216552"/>
              <a:ext cx="23822" cy="22333"/>
            </a:xfrm>
            <a:custGeom>
              <a:rect b="b" l="l" r="r" t="t"/>
              <a:pathLst>
                <a:path extrusionOk="0" h="629" w="671">
                  <a:moveTo>
                    <a:pt x="233" y="0"/>
                  </a:moveTo>
                  <a:cubicBezTo>
                    <a:pt x="193" y="0"/>
                    <a:pt x="153" y="6"/>
                    <a:pt x="114" y="18"/>
                  </a:cubicBezTo>
                  <a:cubicBezTo>
                    <a:pt x="42" y="40"/>
                    <a:pt x="0" y="118"/>
                    <a:pt x="22" y="191"/>
                  </a:cubicBezTo>
                  <a:cubicBezTo>
                    <a:pt x="40" y="250"/>
                    <a:pt x="95" y="289"/>
                    <a:pt x="155" y="289"/>
                  </a:cubicBezTo>
                  <a:cubicBezTo>
                    <a:pt x="168" y="289"/>
                    <a:pt x="181" y="287"/>
                    <a:pt x="195" y="283"/>
                  </a:cubicBezTo>
                  <a:cubicBezTo>
                    <a:pt x="208" y="279"/>
                    <a:pt x="221" y="277"/>
                    <a:pt x="235" y="277"/>
                  </a:cubicBezTo>
                  <a:cubicBezTo>
                    <a:pt x="269" y="277"/>
                    <a:pt x="303" y="290"/>
                    <a:pt x="328" y="316"/>
                  </a:cubicBezTo>
                  <a:cubicBezTo>
                    <a:pt x="364" y="351"/>
                    <a:pt x="376" y="402"/>
                    <a:pt x="362" y="450"/>
                  </a:cubicBezTo>
                  <a:cubicBezTo>
                    <a:pt x="340" y="523"/>
                    <a:pt x="382" y="601"/>
                    <a:pt x="455" y="623"/>
                  </a:cubicBezTo>
                  <a:cubicBezTo>
                    <a:pt x="468" y="626"/>
                    <a:pt x="482" y="628"/>
                    <a:pt x="495" y="628"/>
                  </a:cubicBezTo>
                  <a:cubicBezTo>
                    <a:pt x="554" y="628"/>
                    <a:pt x="610" y="588"/>
                    <a:pt x="626" y="532"/>
                  </a:cubicBezTo>
                  <a:cubicBezTo>
                    <a:pt x="671" y="387"/>
                    <a:pt x="632" y="230"/>
                    <a:pt x="524" y="122"/>
                  </a:cubicBezTo>
                  <a:cubicBezTo>
                    <a:pt x="445" y="43"/>
                    <a:pt x="341" y="0"/>
                    <a:pt x="23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88" name="Google Shape;4188;p28"/>
          <p:cNvGrpSpPr/>
          <p:nvPr/>
        </p:nvGrpSpPr>
        <p:grpSpPr>
          <a:xfrm>
            <a:off x="5403585" y="4147710"/>
            <a:ext cx="278952" cy="326996"/>
            <a:chOff x="5403585" y="4147710"/>
            <a:chExt cx="278952" cy="326996"/>
          </a:xfrm>
        </p:grpSpPr>
        <p:sp>
          <p:nvSpPr>
            <p:cNvPr id="4189" name="Google Shape;4189;p28"/>
            <p:cNvSpPr/>
            <p:nvPr/>
          </p:nvSpPr>
          <p:spPr>
            <a:xfrm>
              <a:off x="5530901" y="4338614"/>
              <a:ext cx="24319" cy="124800"/>
            </a:xfrm>
            <a:custGeom>
              <a:rect b="b" l="l" r="r" t="t"/>
              <a:pathLst>
                <a:path extrusionOk="0" h="3515" w="685">
                  <a:moveTo>
                    <a:pt x="1" y="1"/>
                  </a:moveTo>
                  <a:lnTo>
                    <a:pt x="1" y="3172"/>
                  </a:lnTo>
                  <a:cubicBezTo>
                    <a:pt x="1" y="3361"/>
                    <a:pt x="155" y="3515"/>
                    <a:pt x="343" y="3515"/>
                  </a:cubicBezTo>
                  <a:cubicBezTo>
                    <a:pt x="532" y="3515"/>
                    <a:pt x="684" y="3360"/>
                    <a:pt x="684" y="3172"/>
                  </a:cubicBezTo>
                  <a:lnTo>
                    <a:pt x="68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28"/>
            <p:cNvSpPr/>
            <p:nvPr/>
          </p:nvSpPr>
          <p:spPr>
            <a:xfrm>
              <a:off x="5536972" y="4338614"/>
              <a:ext cx="18248" cy="124800"/>
            </a:xfrm>
            <a:custGeom>
              <a:rect b="b" l="l" r="r" t="t"/>
              <a:pathLst>
                <a:path extrusionOk="0" h="3515" w="514">
                  <a:moveTo>
                    <a:pt x="172" y="1"/>
                  </a:moveTo>
                  <a:lnTo>
                    <a:pt x="172" y="3172"/>
                  </a:lnTo>
                  <a:cubicBezTo>
                    <a:pt x="172" y="3301"/>
                    <a:pt x="103" y="3410"/>
                    <a:pt x="1" y="3469"/>
                  </a:cubicBezTo>
                  <a:cubicBezTo>
                    <a:pt x="51" y="3498"/>
                    <a:pt x="109" y="3515"/>
                    <a:pt x="172" y="3515"/>
                  </a:cubicBezTo>
                  <a:cubicBezTo>
                    <a:pt x="361" y="3515"/>
                    <a:pt x="513" y="3361"/>
                    <a:pt x="513" y="3172"/>
                  </a:cubicBezTo>
                  <a:lnTo>
                    <a:pt x="51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28"/>
            <p:cNvSpPr/>
            <p:nvPr/>
          </p:nvSpPr>
          <p:spPr>
            <a:xfrm>
              <a:off x="5551848" y="4318341"/>
              <a:ext cx="105123" cy="156329"/>
            </a:xfrm>
            <a:custGeom>
              <a:rect b="b" l="l" r="r" t="t"/>
              <a:pathLst>
                <a:path extrusionOk="0" h="4403" w="2961">
                  <a:moveTo>
                    <a:pt x="594" y="1"/>
                  </a:moveTo>
                  <a:lnTo>
                    <a:pt x="1" y="342"/>
                  </a:lnTo>
                  <a:lnTo>
                    <a:pt x="2273" y="4231"/>
                  </a:lnTo>
                  <a:cubicBezTo>
                    <a:pt x="2337" y="4341"/>
                    <a:pt x="2451" y="4402"/>
                    <a:pt x="2569" y="4402"/>
                  </a:cubicBezTo>
                  <a:cubicBezTo>
                    <a:pt x="2628" y="4402"/>
                    <a:pt x="2687" y="4387"/>
                    <a:pt x="2741" y="4356"/>
                  </a:cubicBezTo>
                  <a:cubicBezTo>
                    <a:pt x="2905" y="4263"/>
                    <a:pt x="2961" y="4054"/>
                    <a:pt x="2864" y="3889"/>
                  </a:cubicBezTo>
                  <a:lnTo>
                    <a:pt x="5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28"/>
            <p:cNvSpPr/>
            <p:nvPr/>
          </p:nvSpPr>
          <p:spPr>
            <a:xfrm>
              <a:off x="5562287" y="4318377"/>
              <a:ext cx="94685" cy="156329"/>
            </a:xfrm>
            <a:custGeom>
              <a:rect b="b" l="l" r="r" t="t"/>
              <a:pathLst>
                <a:path extrusionOk="0" h="4403" w="2667">
                  <a:moveTo>
                    <a:pt x="300" y="1"/>
                  </a:moveTo>
                  <a:lnTo>
                    <a:pt x="0" y="174"/>
                  </a:lnTo>
                  <a:lnTo>
                    <a:pt x="2245" y="4016"/>
                  </a:lnTo>
                  <a:cubicBezTo>
                    <a:pt x="2317" y="4140"/>
                    <a:pt x="2303" y="4291"/>
                    <a:pt x="2218" y="4397"/>
                  </a:cubicBezTo>
                  <a:cubicBezTo>
                    <a:pt x="2237" y="4400"/>
                    <a:pt x="2256" y="4402"/>
                    <a:pt x="2275" y="4402"/>
                  </a:cubicBezTo>
                  <a:cubicBezTo>
                    <a:pt x="2333" y="4402"/>
                    <a:pt x="2392" y="4387"/>
                    <a:pt x="2447" y="4355"/>
                  </a:cubicBezTo>
                  <a:cubicBezTo>
                    <a:pt x="2611" y="4262"/>
                    <a:pt x="2667" y="4053"/>
                    <a:pt x="2570" y="3889"/>
                  </a:cubicBezTo>
                  <a:lnTo>
                    <a:pt x="30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28"/>
            <p:cNvSpPr/>
            <p:nvPr/>
          </p:nvSpPr>
          <p:spPr>
            <a:xfrm>
              <a:off x="5429148" y="4318341"/>
              <a:ext cx="105052" cy="156329"/>
            </a:xfrm>
            <a:custGeom>
              <a:rect b="b" l="l" r="r" t="t"/>
              <a:pathLst>
                <a:path extrusionOk="0" h="4403" w="2959">
                  <a:moveTo>
                    <a:pt x="2367" y="1"/>
                  </a:moveTo>
                  <a:lnTo>
                    <a:pt x="95" y="3889"/>
                  </a:lnTo>
                  <a:cubicBezTo>
                    <a:pt x="0" y="4054"/>
                    <a:pt x="56" y="4263"/>
                    <a:pt x="219" y="4356"/>
                  </a:cubicBezTo>
                  <a:cubicBezTo>
                    <a:pt x="273" y="4387"/>
                    <a:pt x="332" y="4402"/>
                    <a:pt x="390" y="4402"/>
                  </a:cubicBezTo>
                  <a:cubicBezTo>
                    <a:pt x="508" y="4402"/>
                    <a:pt x="623" y="4341"/>
                    <a:pt x="687" y="4231"/>
                  </a:cubicBezTo>
                  <a:lnTo>
                    <a:pt x="2959" y="342"/>
                  </a:lnTo>
                  <a:lnTo>
                    <a:pt x="23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28"/>
            <p:cNvSpPr/>
            <p:nvPr/>
          </p:nvSpPr>
          <p:spPr>
            <a:xfrm>
              <a:off x="5431775" y="4324235"/>
              <a:ext cx="102389" cy="150470"/>
            </a:xfrm>
            <a:custGeom>
              <a:rect b="b" l="l" r="r" t="t"/>
              <a:pathLst>
                <a:path extrusionOk="0" h="4238" w="2884">
                  <a:moveTo>
                    <a:pt x="2574" y="0"/>
                  </a:moveTo>
                  <a:lnTo>
                    <a:pt x="318" y="3861"/>
                  </a:lnTo>
                  <a:cubicBezTo>
                    <a:pt x="255" y="3973"/>
                    <a:pt x="139" y="4033"/>
                    <a:pt x="21" y="4033"/>
                  </a:cubicBezTo>
                  <a:cubicBezTo>
                    <a:pt x="14" y="4033"/>
                    <a:pt x="8" y="4033"/>
                    <a:pt x="1" y="4032"/>
                  </a:cubicBezTo>
                  <a:lnTo>
                    <a:pt x="1" y="4032"/>
                  </a:lnTo>
                  <a:cubicBezTo>
                    <a:pt x="30" y="4097"/>
                    <a:pt x="79" y="4153"/>
                    <a:pt x="143" y="4190"/>
                  </a:cubicBezTo>
                  <a:cubicBezTo>
                    <a:pt x="198" y="4223"/>
                    <a:pt x="257" y="4238"/>
                    <a:pt x="316" y="4238"/>
                  </a:cubicBezTo>
                  <a:cubicBezTo>
                    <a:pt x="434" y="4238"/>
                    <a:pt x="548" y="4176"/>
                    <a:pt x="611" y="4067"/>
                  </a:cubicBezTo>
                  <a:lnTo>
                    <a:pt x="2883" y="178"/>
                  </a:lnTo>
                  <a:lnTo>
                    <a:pt x="257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28"/>
            <p:cNvSpPr/>
            <p:nvPr/>
          </p:nvSpPr>
          <p:spPr>
            <a:xfrm>
              <a:off x="5508321" y="4309394"/>
              <a:ext cx="69514" cy="34795"/>
            </a:xfrm>
            <a:custGeom>
              <a:rect b="b" l="l" r="r" t="t"/>
              <a:pathLst>
                <a:path extrusionOk="0" h="980" w="1958">
                  <a:moveTo>
                    <a:pt x="1" y="1"/>
                  </a:moveTo>
                  <a:cubicBezTo>
                    <a:pt x="1" y="540"/>
                    <a:pt x="440" y="979"/>
                    <a:pt x="979" y="979"/>
                  </a:cubicBezTo>
                  <a:cubicBezTo>
                    <a:pt x="1519" y="979"/>
                    <a:pt x="1958" y="540"/>
                    <a:pt x="195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28"/>
            <p:cNvSpPr/>
            <p:nvPr/>
          </p:nvSpPr>
          <p:spPr>
            <a:xfrm>
              <a:off x="5524262" y="4309394"/>
              <a:ext cx="53573" cy="34795"/>
            </a:xfrm>
            <a:custGeom>
              <a:rect b="b" l="l" r="r" t="t"/>
              <a:pathLst>
                <a:path extrusionOk="0" h="980" w="1509">
                  <a:moveTo>
                    <a:pt x="1158" y="1"/>
                  </a:moveTo>
                  <a:cubicBezTo>
                    <a:pt x="1091" y="477"/>
                    <a:pt x="683" y="843"/>
                    <a:pt x="188" y="843"/>
                  </a:cubicBezTo>
                  <a:cubicBezTo>
                    <a:pt x="123" y="843"/>
                    <a:pt x="63" y="835"/>
                    <a:pt x="1" y="824"/>
                  </a:cubicBezTo>
                  <a:lnTo>
                    <a:pt x="1" y="824"/>
                  </a:lnTo>
                  <a:cubicBezTo>
                    <a:pt x="155" y="922"/>
                    <a:pt x="336" y="979"/>
                    <a:pt x="530" y="979"/>
                  </a:cubicBezTo>
                  <a:cubicBezTo>
                    <a:pt x="1070" y="979"/>
                    <a:pt x="1509" y="540"/>
                    <a:pt x="150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28"/>
            <p:cNvSpPr/>
            <p:nvPr/>
          </p:nvSpPr>
          <p:spPr>
            <a:xfrm>
              <a:off x="5491670" y="4279855"/>
              <a:ext cx="102815" cy="29576"/>
            </a:xfrm>
            <a:custGeom>
              <a:rect b="b" l="l" r="r" t="t"/>
              <a:pathLst>
                <a:path extrusionOk="0" h="833" w="2896">
                  <a:moveTo>
                    <a:pt x="1" y="1"/>
                  </a:moveTo>
                  <a:lnTo>
                    <a:pt x="1" y="594"/>
                  </a:lnTo>
                  <a:cubicBezTo>
                    <a:pt x="1" y="725"/>
                    <a:pt x="106" y="833"/>
                    <a:pt x="239" y="833"/>
                  </a:cubicBezTo>
                  <a:lnTo>
                    <a:pt x="2656" y="833"/>
                  </a:lnTo>
                  <a:cubicBezTo>
                    <a:pt x="2788" y="833"/>
                    <a:pt x="2896" y="725"/>
                    <a:pt x="2896" y="594"/>
                  </a:cubicBezTo>
                  <a:lnTo>
                    <a:pt x="2896"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28"/>
            <p:cNvSpPr/>
            <p:nvPr/>
          </p:nvSpPr>
          <p:spPr>
            <a:xfrm>
              <a:off x="5572796" y="4288767"/>
              <a:ext cx="21692" cy="20664"/>
            </a:xfrm>
            <a:custGeom>
              <a:rect b="b" l="l" r="r" t="t"/>
              <a:pathLst>
                <a:path extrusionOk="0" h="582" w="611">
                  <a:moveTo>
                    <a:pt x="240" y="0"/>
                  </a:moveTo>
                  <a:lnTo>
                    <a:pt x="240" y="343"/>
                  </a:lnTo>
                  <a:cubicBezTo>
                    <a:pt x="240" y="474"/>
                    <a:pt x="135" y="582"/>
                    <a:pt x="1" y="582"/>
                  </a:cubicBezTo>
                  <a:lnTo>
                    <a:pt x="372" y="582"/>
                  </a:lnTo>
                  <a:cubicBezTo>
                    <a:pt x="503" y="582"/>
                    <a:pt x="611" y="475"/>
                    <a:pt x="611" y="343"/>
                  </a:cubicBezTo>
                  <a:lnTo>
                    <a:pt x="61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28"/>
            <p:cNvSpPr/>
            <p:nvPr/>
          </p:nvSpPr>
          <p:spPr>
            <a:xfrm>
              <a:off x="5403585" y="4147745"/>
              <a:ext cx="278943" cy="141061"/>
            </a:xfrm>
            <a:custGeom>
              <a:rect b="b" l="l" r="r" t="t"/>
              <a:pathLst>
                <a:path extrusionOk="0" h="3973" w="7857">
                  <a:moveTo>
                    <a:pt x="306" y="1"/>
                  </a:moveTo>
                  <a:cubicBezTo>
                    <a:pt x="137" y="1"/>
                    <a:pt x="1" y="137"/>
                    <a:pt x="1" y="307"/>
                  </a:cubicBezTo>
                  <a:lnTo>
                    <a:pt x="1" y="3667"/>
                  </a:lnTo>
                  <a:cubicBezTo>
                    <a:pt x="1" y="3836"/>
                    <a:pt x="137" y="3972"/>
                    <a:pt x="306" y="3972"/>
                  </a:cubicBezTo>
                  <a:lnTo>
                    <a:pt x="7550" y="3972"/>
                  </a:lnTo>
                  <a:cubicBezTo>
                    <a:pt x="7720" y="3972"/>
                    <a:pt x="7856" y="3834"/>
                    <a:pt x="7856" y="3669"/>
                  </a:cubicBezTo>
                  <a:lnTo>
                    <a:pt x="7856" y="3051"/>
                  </a:lnTo>
                  <a:lnTo>
                    <a:pt x="7671" y="1988"/>
                  </a:lnTo>
                  <a:lnTo>
                    <a:pt x="7856" y="923"/>
                  </a:lnTo>
                  <a:lnTo>
                    <a:pt x="7856" y="307"/>
                  </a:lnTo>
                  <a:cubicBezTo>
                    <a:pt x="7856" y="137"/>
                    <a:pt x="7720" y="1"/>
                    <a:pt x="755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28"/>
            <p:cNvSpPr/>
            <p:nvPr/>
          </p:nvSpPr>
          <p:spPr>
            <a:xfrm>
              <a:off x="5658644" y="4147710"/>
              <a:ext cx="23893" cy="141026"/>
            </a:xfrm>
            <a:custGeom>
              <a:rect b="b" l="l" r="r" t="t"/>
              <a:pathLst>
                <a:path extrusionOk="0" h="3972" w="673">
                  <a:moveTo>
                    <a:pt x="0" y="0"/>
                  </a:moveTo>
                  <a:cubicBezTo>
                    <a:pt x="170" y="0"/>
                    <a:pt x="307" y="137"/>
                    <a:pt x="307" y="305"/>
                  </a:cubicBezTo>
                  <a:lnTo>
                    <a:pt x="307" y="3665"/>
                  </a:lnTo>
                  <a:cubicBezTo>
                    <a:pt x="307" y="3835"/>
                    <a:pt x="170" y="3972"/>
                    <a:pt x="0" y="3972"/>
                  </a:cubicBezTo>
                  <a:lnTo>
                    <a:pt x="366" y="3972"/>
                  </a:lnTo>
                  <a:cubicBezTo>
                    <a:pt x="536" y="3972"/>
                    <a:pt x="672" y="3835"/>
                    <a:pt x="672" y="3665"/>
                  </a:cubicBezTo>
                  <a:lnTo>
                    <a:pt x="672" y="305"/>
                  </a:lnTo>
                  <a:cubicBezTo>
                    <a:pt x="672" y="137"/>
                    <a:pt x="536" y="0"/>
                    <a:pt x="36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28"/>
            <p:cNvSpPr/>
            <p:nvPr/>
          </p:nvSpPr>
          <p:spPr>
            <a:xfrm>
              <a:off x="5660525" y="4180444"/>
              <a:ext cx="22012" cy="75590"/>
            </a:xfrm>
            <a:custGeom>
              <a:rect b="b" l="l" r="r" t="t"/>
              <a:pathLst>
                <a:path extrusionOk="0" h="2129" w="620">
                  <a:moveTo>
                    <a:pt x="619" y="1"/>
                  </a:moveTo>
                  <a:lnTo>
                    <a:pt x="159" y="143"/>
                  </a:lnTo>
                  <a:cubicBezTo>
                    <a:pt x="65" y="172"/>
                    <a:pt x="1" y="260"/>
                    <a:pt x="1" y="356"/>
                  </a:cubicBezTo>
                  <a:lnTo>
                    <a:pt x="1" y="1772"/>
                  </a:lnTo>
                  <a:cubicBezTo>
                    <a:pt x="1" y="1871"/>
                    <a:pt x="65" y="1958"/>
                    <a:pt x="159" y="1986"/>
                  </a:cubicBezTo>
                  <a:lnTo>
                    <a:pt x="619" y="2129"/>
                  </a:lnTo>
                  <a:lnTo>
                    <a:pt x="619"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28"/>
            <p:cNvSpPr/>
            <p:nvPr/>
          </p:nvSpPr>
          <p:spPr>
            <a:xfrm>
              <a:off x="5511126" y="4174302"/>
              <a:ext cx="63904" cy="63909"/>
            </a:xfrm>
            <a:custGeom>
              <a:rect b="b" l="l" r="r" t="t"/>
              <a:pathLst>
                <a:path extrusionOk="0" h="1800" w="1800">
                  <a:moveTo>
                    <a:pt x="900" y="1"/>
                  </a:moveTo>
                  <a:cubicBezTo>
                    <a:pt x="404" y="1"/>
                    <a:pt x="1" y="404"/>
                    <a:pt x="1" y="900"/>
                  </a:cubicBezTo>
                  <a:cubicBezTo>
                    <a:pt x="1" y="1397"/>
                    <a:pt x="404" y="1800"/>
                    <a:pt x="900" y="1800"/>
                  </a:cubicBezTo>
                  <a:cubicBezTo>
                    <a:pt x="1397" y="1800"/>
                    <a:pt x="1800" y="1397"/>
                    <a:pt x="1800" y="900"/>
                  </a:cubicBezTo>
                  <a:cubicBezTo>
                    <a:pt x="1800" y="404"/>
                    <a:pt x="1397" y="1"/>
                    <a:pt x="90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28"/>
            <p:cNvSpPr/>
            <p:nvPr/>
          </p:nvSpPr>
          <p:spPr>
            <a:xfrm>
              <a:off x="5522238" y="4175545"/>
              <a:ext cx="52792" cy="62666"/>
            </a:xfrm>
            <a:custGeom>
              <a:rect b="b" l="l" r="r" t="t"/>
              <a:pathLst>
                <a:path extrusionOk="0" h="1765" w="1487">
                  <a:moveTo>
                    <a:pt x="830" y="0"/>
                  </a:moveTo>
                  <a:cubicBezTo>
                    <a:pt x="1022" y="166"/>
                    <a:pt x="1144" y="411"/>
                    <a:pt x="1144" y="684"/>
                  </a:cubicBezTo>
                  <a:cubicBezTo>
                    <a:pt x="1144" y="1180"/>
                    <a:pt x="741" y="1583"/>
                    <a:pt x="245" y="1583"/>
                  </a:cubicBezTo>
                  <a:cubicBezTo>
                    <a:pt x="160" y="1583"/>
                    <a:pt x="78" y="1570"/>
                    <a:pt x="0" y="1549"/>
                  </a:cubicBezTo>
                  <a:lnTo>
                    <a:pt x="0" y="1549"/>
                  </a:lnTo>
                  <a:cubicBezTo>
                    <a:pt x="158" y="1684"/>
                    <a:pt x="364" y="1765"/>
                    <a:pt x="587" y="1765"/>
                  </a:cubicBezTo>
                  <a:cubicBezTo>
                    <a:pt x="1084" y="1765"/>
                    <a:pt x="1487" y="1362"/>
                    <a:pt x="1487" y="865"/>
                  </a:cubicBezTo>
                  <a:cubicBezTo>
                    <a:pt x="1487" y="454"/>
                    <a:pt x="1209" y="107"/>
                    <a:pt x="8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28"/>
            <p:cNvSpPr/>
            <p:nvPr/>
          </p:nvSpPr>
          <p:spPr>
            <a:xfrm>
              <a:off x="5534736" y="4194291"/>
              <a:ext cx="22012" cy="24072"/>
            </a:xfrm>
            <a:custGeom>
              <a:rect b="b" l="l" r="r" t="t"/>
              <a:pathLst>
                <a:path extrusionOk="0" h="678" w="620">
                  <a:moveTo>
                    <a:pt x="133" y="1"/>
                  </a:moveTo>
                  <a:cubicBezTo>
                    <a:pt x="64" y="1"/>
                    <a:pt x="1" y="56"/>
                    <a:pt x="1" y="134"/>
                  </a:cubicBezTo>
                  <a:lnTo>
                    <a:pt x="1" y="545"/>
                  </a:lnTo>
                  <a:cubicBezTo>
                    <a:pt x="1" y="622"/>
                    <a:pt x="64" y="678"/>
                    <a:pt x="133" y="678"/>
                  </a:cubicBezTo>
                  <a:cubicBezTo>
                    <a:pt x="154" y="678"/>
                    <a:pt x="176" y="673"/>
                    <a:pt x="196" y="661"/>
                  </a:cubicBezTo>
                  <a:lnTo>
                    <a:pt x="527" y="480"/>
                  </a:lnTo>
                  <a:cubicBezTo>
                    <a:pt x="615" y="429"/>
                    <a:pt x="619" y="307"/>
                    <a:pt x="539" y="251"/>
                  </a:cubicBezTo>
                  <a:lnTo>
                    <a:pt x="208" y="25"/>
                  </a:lnTo>
                  <a:cubicBezTo>
                    <a:pt x="184" y="8"/>
                    <a:pt x="158" y="1"/>
                    <a:pt x="13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28"/>
            <p:cNvSpPr/>
            <p:nvPr/>
          </p:nvSpPr>
          <p:spPr>
            <a:xfrm>
              <a:off x="5534700" y="4200930"/>
              <a:ext cx="22047" cy="17397"/>
            </a:xfrm>
            <a:custGeom>
              <a:rect b="b" l="l" r="r" t="t"/>
              <a:pathLst>
                <a:path extrusionOk="0" h="490" w="621">
                  <a:moveTo>
                    <a:pt x="445" y="1"/>
                  </a:moveTo>
                  <a:cubicBezTo>
                    <a:pt x="432" y="22"/>
                    <a:pt x="413" y="42"/>
                    <a:pt x="390" y="55"/>
                  </a:cubicBezTo>
                  <a:lnTo>
                    <a:pt x="59" y="237"/>
                  </a:lnTo>
                  <a:cubicBezTo>
                    <a:pt x="40" y="248"/>
                    <a:pt x="20" y="252"/>
                    <a:pt x="0" y="252"/>
                  </a:cubicBezTo>
                  <a:lnTo>
                    <a:pt x="0" y="356"/>
                  </a:lnTo>
                  <a:cubicBezTo>
                    <a:pt x="0" y="433"/>
                    <a:pt x="64" y="489"/>
                    <a:pt x="133" y="489"/>
                  </a:cubicBezTo>
                  <a:cubicBezTo>
                    <a:pt x="154" y="489"/>
                    <a:pt x="175" y="484"/>
                    <a:pt x="196" y="473"/>
                  </a:cubicBezTo>
                  <a:lnTo>
                    <a:pt x="527" y="291"/>
                  </a:lnTo>
                  <a:cubicBezTo>
                    <a:pt x="616" y="242"/>
                    <a:pt x="620" y="120"/>
                    <a:pt x="538" y="65"/>
                  </a:cubicBezTo>
                  <a:lnTo>
                    <a:pt x="44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28"/>
            <p:cNvSpPr/>
            <p:nvPr/>
          </p:nvSpPr>
          <p:spPr>
            <a:xfrm>
              <a:off x="5430000" y="4254541"/>
              <a:ext cx="226044" cy="20628"/>
            </a:xfrm>
            <a:custGeom>
              <a:rect b="b" l="l" r="r" t="t"/>
              <a:pathLst>
                <a:path extrusionOk="0" h="581" w="6367">
                  <a:moveTo>
                    <a:pt x="1263" y="0"/>
                  </a:moveTo>
                  <a:cubicBezTo>
                    <a:pt x="1185" y="0"/>
                    <a:pt x="1123" y="64"/>
                    <a:pt x="1123" y="138"/>
                  </a:cubicBezTo>
                  <a:lnTo>
                    <a:pt x="1123" y="151"/>
                  </a:lnTo>
                  <a:lnTo>
                    <a:pt x="139" y="151"/>
                  </a:lnTo>
                  <a:cubicBezTo>
                    <a:pt x="62" y="151"/>
                    <a:pt x="1" y="215"/>
                    <a:pt x="1" y="289"/>
                  </a:cubicBezTo>
                  <a:cubicBezTo>
                    <a:pt x="1" y="367"/>
                    <a:pt x="64" y="429"/>
                    <a:pt x="139" y="429"/>
                  </a:cubicBezTo>
                  <a:lnTo>
                    <a:pt x="1123" y="429"/>
                  </a:lnTo>
                  <a:lnTo>
                    <a:pt x="1123" y="441"/>
                  </a:lnTo>
                  <a:cubicBezTo>
                    <a:pt x="1123" y="518"/>
                    <a:pt x="1186" y="580"/>
                    <a:pt x="1263" y="580"/>
                  </a:cubicBezTo>
                  <a:cubicBezTo>
                    <a:pt x="1339" y="580"/>
                    <a:pt x="1401" y="517"/>
                    <a:pt x="1401" y="441"/>
                  </a:cubicBezTo>
                  <a:lnTo>
                    <a:pt x="1401" y="429"/>
                  </a:lnTo>
                  <a:lnTo>
                    <a:pt x="6229" y="429"/>
                  </a:lnTo>
                  <a:cubicBezTo>
                    <a:pt x="6306" y="429"/>
                    <a:pt x="6367" y="366"/>
                    <a:pt x="6367" y="289"/>
                  </a:cubicBezTo>
                  <a:cubicBezTo>
                    <a:pt x="6367" y="215"/>
                    <a:pt x="6306" y="151"/>
                    <a:pt x="6229" y="151"/>
                  </a:cubicBezTo>
                  <a:lnTo>
                    <a:pt x="1401" y="151"/>
                  </a:lnTo>
                  <a:lnTo>
                    <a:pt x="1401" y="138"/>
                  </a:lnTo>
                  <a:cubicBezTo>
                    <a:pt x="1401" y="62"/>
                    <a:pt x="1337" y="0"/>
                    <a:pt x="126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07" name="Google Shape;4207;p28"/>
          <p:cNvGrpSpPr/>
          <p:nvPr/>
        </p:nvGrpSpPr>
        <p:grpSpPr>
          <a:xfrm>
            <a:off x="4733275" y="4147674"/>
            <a:ext cx="326100" cy="327035"/>
            <a:chOff x="4733275" y="4147674"/>
            <a:chExt cx="326100" cy="327035"/>
          </a:xfrm>
        </p:grpSpPr>
        <p:sp>
          <p:nvSpPr>
            <p:cNvPr id="4208" name="Google Shape;4208;p28"/>
            <p:cNvSpPr/>
            <p:nvPr/>
          </p:nvSpPr>
          <p:spPr>
            <a:xfrm>
              <a:off x="4733489" y="4147674"/>
              <a:ext cx="72816" cy="87023"/>
            </a:xfrm>
            <a:custGeom>
              <a:rect b="b" l="l" r="r" t="t"/>
              <a:pathLst>
                <a:path extrusionOk="0" h="2451" w="2051">
                  <a:moveTo>
                    <a:pt x="727" y="1"/>
                  </a:moveTo>
                  <a:cubicBezTo>
                    <a:pt x="610" y="1"/>
                    <a:pt x="503" y="80"/>
                    <a:pt x="472" y="198"/>
                  </a:cubicBezTo>
                  <a:cubicBezTo>
                    <a:pt x="439" y="339"/>
                    <a:pt x="523" y="482"/>
                    <a:pt x="664" y="518"/>
                  </a:cubicBezTo>
                  <a:lnTo>
                    <a:pt x="1239" y="663"/>
                  </a:lnTo>
                  <a:lnTo>
                    <a:pt x="98" y="1719"/>
                  </a:lnTo>
                  <a:cubicBezTo>
                    <a:pt x="29" y="1784"/>
                    <a:pt x="0" y="1882"/>
                    <a:pt x="23" y="1976"/>
                  </a:cubicBezTo>
                  <a:cubicBezTo>
                    <a:pt x="48" y="2069"/>
                    <a:pt x="120" y="2141"/>
                    <a:pt x="213" y="2165"/>
                  </a:cubicBezTo>
                  <a:lnTo>
                    <a:pt x="1318" y="2443"/>
                  </a:lnTo>
                  <a:cubicBezTo>
                    <a:pt x="1340" y="2449"/>
                    <a:pt x="1362" y="2450"/>
                    <a:pt x="1383" y="2450"/>
                  </a:cubicBezTo>
                  <a:cubicBezTo>
                    <a:pt x="1500" y="2450"/>
                    <a:pt x="1608" y="2371"/>
                    <a:pt x="1636" y="2252"/>
                  </a:cubicBezTo>
                  <a:cubicBezTo>
                    <a:pt x="1671" y="2111"/>
                    <a:pt x="1586" y="1968"/>
                    <a:pt x="1447" y="1932"/>
                  </a:cubicBezTo>
                  <a:lnTo>
                    <a:pt x="810" y="1773"/>
                  </a:lnTo>
                  <a:lnTo>
                    <a:pt x="1952" y="716"/>
                  </a:lnTo>
                  <a:cubicBezTo>
                    <a:pt x="2022" y="652"/>
                    <a:pt x="2051" y="554"/>
                    <a:pt x="2026" y="460"/>
                  </a:cubicBezTo>
                  <a:cubicBezTo>
                    <a:pt x="2002" y="367"/>
                    <a:pt x="1930" y="295"/>
                    <a:pt x="1836" y="270"/>
                  </a:cubicBezTo>
                  <a:lnTo>
                    <a:pt x="790" y="8"/>
                  </a:lnTo>
                  <a:cubicBezTo>
                    <a:pt x="769" y="3"/>
                    <a:pt x="748" y="1"/>
                    <a:pt x="72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28"/>
            <p:cNvSpPr/>
            <p:nvPr/>
          </p:nvSpPr>
          <p:spPr>
            <a:xfrm>
              <a:off x="4748862" y="4155414"/>
              <a:ext cx="57514" cy="79283"/>
            </a:xfrm>
            <a:custGeom>
              <a:rect b="b" l="l" r="r" t="t"/>
              <a:pathLst>
                <a:path extrusionOk="0" h="2233" w="1620">
                  <a:moveTo>
                    <a:pt x="1193" y="0"/>
                  </a:moveTo>
                  <a:lnTo>
                    <a:pt x="1193" y="0"/>
                  </a:lnTo>
                  <a:cubicBezTo>
                    <a:pt x="1239" y="36"/>
                    <a:pt x="1274" y="88"/>
                    <a:pt x="1288" y="147"/>
                  </a:cubicBezTo>
                  <a:cubicBezTo>
                    <a:pt x="1313" y="248"/>
                    <a:pt x="1281" y="354"/>
                    <a:pt x="1205" y="425"/>
                  </a:cubicBezTo>
                  <a:lnTo>
                    <a:pt x="116" y="1425"/>
                  </a:lnTo>
                  <a:cubicBezTo>
                    <a:pt x="0" y="1532"/>
                    <a:pt x="49" y="1726"/>
                    <a:pt x="202" y="1763"/>
                  </a:cubicBezTo>
                  <a:lnTo>
                    <a:pt x="531" y="1847"/>
                  </a:lnTo>
                  <a:cubicBezTo>
                    <a:pt x="680" y="1884"/>
                    <a:pt x="772" y="2037"/>
                    <a:pt x="736" y="2186"/>
                  </a:cubicBezTo>
                  <a:lnTo>
                    <a:pt x="885" y="2224"/>
                  </a:lnTo>
                  <a:cubicBezTo>
                    <a:pt x="907" y="2231"/>
                    <a:pt x="929" y="2232"/>
                    <a:pt x="950" y="2232"/>
                  </a:cubicBezTo>
                  <a:cubicBezTo>
                    <a:pt x="1067" y="2232"/>
                    <a:pt x="1173" y="2153"/>
                    <a:pt x="1203" y="2035"/>
                  </a:cubicBezTo>
                  <a:cubicBezTo>
                    <a:pt x="1238" y="1894"/>
                    <a:pt x="1153" y="1753"/>
                    <a:pt x="1014" y="1717"/>
                  </a:cubicBezTo>
                  <a:lnTo>
                    <a:pt x="377" y="1556"/>
                  </a:lnTo>
                  <a:lnTo>
                    <a:pt x="1519" y="501"/>
                  </a:lnTo>
                  <a:cubicBezTo>
                    <a:pt x="1591" y="437"/>
                    <a:pt x="1619" y="337"/>
                    <a:pt x="1593" y="244"/>
                  </a:cubicBezTo>
                  <a:cubicBezTo>
                    <a:pt x="1569" y="150"/>
                    <a:pt x="1497" y="78"/>
                    <a:pt x="1403" y="54"/>
                  </a:cubicBezTo>
                  <a:lnTo>
                    <a:pt x="119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28"/>
            <p:cNvSpPr/>
            <p:nvPr/>
          </p:nvSpPr>
          <p:spPr>
            <a:xfrm>
              <a:off x="4999766" y="4411184"/>
              <a:ext cx="59609" cy="63270"/>
            </a:xfrm>
            <a:custGeom>
              <a:rect b="b" l="l" r="r" t="t"/>
              <a:pathLst>
                <a:path extrusionOk="0" h="1782" w="1679">
                  <a:moveTo>
                    <a:pt x="898" y="0"/>
                  </a:moveTo>
                  <a:cubicBezTo>
                    <a:pt x="860" y="0"/>
                    <a:pt x="822" y="9"/>
                    <a:pt x="786" y="26"/>
                  </a:cubicBezTo>
                  <a:lnTo>
                    <a:pt x="173" y="331"/>
                  </a:lnTo>
                  <a:cubicBezTo>
                    <a:pt x="51" y="393"/>
                    <a:pt x="1" y="540"/>
                    <a:pt x="62" y="662"/>
                  </a:cubicBezTo>
                  <a:cubicBezTo>
                    <a:pt x="105" y="749"/>
                    <a:pt x="193" y="800"/>
                    <a:pt x="284" y="800"/>
                  </a:cubicBezTo>
                  <a:cubicBezTo>
                    <a:pt x="321" y="800"/>
                    <a:pt x="358" y="792"/>
                    <a:pt x="393" y="774"/>
                  </a:cubicBezTo>
                  <a:lnTo>
                    <a:pt x="598" y="672"/>
                  </a:lnTo>
                  <a:lnTo>
                    <a:pt x="598" y="672"/>
                  </a:lnTo>
                  <a:lnTo>
                    <a:pt x="501" y="1507"/>
                  </a:lnTo>
                  <a:cubicBezTo>
                    <a:pt x="491" y="1596"/>
                    <a:pt x="532" y="1684"/>
                    <a:pt x="605" y="1737"/>
                  </a:cubicBezTo>
                  <a:cubicBezTo>
                    <a:pt x="647" y="1767"/>
                    <a:pt x="696" y="1782"/>
                    <a:pt x="746" y="1782"/>
                  </a:cubicBezTo>
                  <a:cubicBezTo>
                    <a:pt x="768" y="1782"/>
                    <a:pt x="790" y="1779"/>
                    <a:pt x="812" y="1773"/>
                  </a:cubicBezTo>
                  <a:cubicBezTo>
                    <a:pt x="828" y="1767"/>
                    <a:pt x="842" y="1762"/>
                    <a:pt x="858" y="1753"/>
                  </a:cubicBezTo>
                  <a:lnTo>
                    <a:pt x="1506" y="1431"/>
                  </a:lnTo>
                  <a:cubicBezTo>
                    <a:pt x="1628" y="1370"/>
                    <a:pt x="1678" y="1222"/>
                    <a:pt x="1618" y="1100"/>
                  </a:cubicBezTo>
                  <a:cubicBezTo>
                    <a:pt x="1574" y="1013"/>
                    <a:pt x="1488" y="962"/>
                    <a:pt x="1397" y="962"/>
                  </a:cubicBezTo>
                  <a:cubicBezTo>
                    <a:pt x="1360" y="962"/>
                    <a:pt x="1323" y="971"/>
                    <a:pt x="1287" y="989"/>
                  </a:cubicBezTo>
                  <a:lnTo>
                    <a:pt x="1045" y="1108"/>
                  </a:lnTo>
                  <a:lnTo>
                    <a:pt x="1143" y="274"/>
                  </a:lnTo>
                  <a:cubicBezTo>
                    <a:pt x="1152" y="184"/>
                    <a:pt x="1113" y="97"/>
                    <a:pt x="1038" y="43"/>
                  </a:cubicBezTo>
                  <a:cubicBezTo>
                    <a:pt x="996" y="15"/>
                    <a:pt x="947" y="0"/>
                    <a:pt x="89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28"/>
            <p:cNvSpPr/>
            <p:nvPr/>
          </p:nvSpPr>
          <p:spPr>
            <a:xfrm>
              <a:off x="5000228" y="4411148"/>
              <a:ext cx="59076" cy="53400"/>
            </a:xfrm>
            <a:custGeom>
              <a:rect b="b" l="l" r="r" t="t"/>
              <a:pathLst>
                <a:path extrusionOk="0" h="1504" w="1664">
                  <a:moveTo>
                    <a:pt x="887" y="0"/>
                  </a:moveTo>
                  <a:cubicBezTo>
                    <a:pt x="849" y="0"/>
                    <a:pt x="810" y="9"/>
                    <a:pt x="775" y="27"/>
                  </a:cubicBezTo>
                  <a:lnTo>
                    <a:pt x="162" y="332"/>
                  </a:lnTo>
                  <a:cubicBezTo>
                    <a:pt x="51" y="388"/>
                    <a:pt x="0" y="516"/>
                    <a:pt x="38" y="632"/>
                  </a:cubicBezTo>
                  <a:lnTo>
                    <a:pt x="507" y="397"/>
                  </a:lnTo>
                  <a:cubicBezTo>
                    <a:pt x="541" y="379"/>
                    <a:pt x="579" y="371"/>
                    <a:pt x="617" y="371"/>
                  </a:cubicBezTo>
                  <a:cubicBezTo>
                    <a:pt x="667" y="371"/>
                    <a:pt x="717" y="386"/>
                    <a:pt x="759" y="416"/>
                  </a:cubicBezTo>
                  <a:cubicBezTo>
                    <a:pt x="832" y="468"/>
                    <a:pt x="873" y="555"/>
                    <a:pt x="861" y="646"/>
                  </a:cubicBezTo>
                  <a:lnTo>
                    <a:pt x="793" y="1230"/>
                  </a:lnTo>
                  <a:cubicBezTo>
                    <a:pt x="783" y="1315"/>
                    <a:pt x="851" y="1382"/>
                    <a:pt x="928" y="1382"/>
                  </a:cubicBezTo>
                  <a:cubicBezTo>
                    <a:pt x="948" y="1382"/>
                    <a:pt x="969" y="1377"/>
                    <a:pt x="989" y="1367"/>
                  </a:cubicBezTo>
                  <a:lnTo>
                    <a:pt x="1005" y="1360"/>
                  </a:lnTo>
                  <a:cubicBezTo>
                    <a:pt x="1040" y="1343"/>
                    <a:pt x="1077" y="1335"/>
                    <a:pt x="1114" y="1335"/>
                  </a:cubicBezTo>
                  <a:cubicBezTo>
                    <a:pt x="1205" y="1335"/>
                    <a:pt x="1293" y="1385"/>
                    <a:pt x="1336" y="1472"/>
                  </a:cubicBezTo>
                  <a:cubicBezTo>
                    <a:pt x="1342" y="1482"/>
                    <a:pt x="1346" y="1494"/>
                    <a:pt x="1349" y="1504"/>
                  </a:cubicBezTo>
                  <a:lnTo>
                    <a:pt x="1491" y="1433"/>
                  </a:lnTo>
                  <a:cubicBezTo>
                    <a:pt x="1614" y="1373"/>
                    <a:pt x="1664" y="1223"/>
                    <a:pt x="1602" y="1099"/>
                  </a:cubicBezTo>
                  <a:cubicBezTo>
                    <a:pt x="1559" y="1013"/>
                    <a:pt x="1471" y="963"/>
                    <a:pt x="1380" y="963"/>
                  </a:cubicBezTo>
                  <a:cubicBezTo>
                    <a:pt x="1344" y="963"/>
                    <a:pt x="1306" y="971"/>
                    <a:pt x="1271" y="988"/>
                  </a:cubicBezTo>
                  <a:lnTo>
                    <a:pt x="1032" y="1109"/>
                  </a:lnTo>
                  <a:lnTo>
                    <a:pt x="1032" y="1109"/>
                  </a:lnTo>
                  <a:lnTo>
                    <a:pt x="1130" y="275"/>
                  </a:lnTo>
                  <a:cubicBezTo>
                    <a:pt x="1140" y="185"/>
                    <a:pt x="1101" y="96"/>
                    <a:pt x="1027" y="44"/>
                  </a:cubicBezTo>
                  <a:cubicBezTo>
                    <a:pt x="985" y="15"/>
                    <a:pt x="936" y="0"/>
                    <a:pt x="88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28"/>
            <p:cNvSpPr/>
            <p:nvPr/>
          </p:nvSpPr>
          <p:spPr>
            <a:xfrm>
              <a:off x="4833680" y="4170752"/>
              <a:ext cx="135620" cy="71046"/>
            </a:xfrm>
            <a:custGeom>
              <a:rect b="b" l="l" r="r" t="t"/>
              <a:pathLst>
                <a:path extrusionOk="0" h="2001" w="3820">
                  <a:moveTo>
                    <a:pt x="1907" y="0"/>
                  </a:moveTo>
                  <a:cubicBezTo>
                    <a:pt x="1500" y="0"/>
                    <a:pt x="1150" y="243"/>
                    <a:pt x="995" y="592"/>
                  </a:cubicBezTo>
                  <a:cubicBezTo>
                    <a:pt x="913" y="560"/>
                    <a:pt x="822" y="541"/>
                    <a:pt x="728" y="541"/>
                  </a:cubicBezTo>
                  <a:cubicBezTo>
                    <a:pt x="325" y="541"/>
                    <a:pt x="0" y="869"/>
                    <a:pt x="0" y="1272"/>
                  </a:cubicBezTo>
                  <a:cubicBezTo>
                    <a:pt x="0" y="1675"/>
                    <a:pt x="327" y="2000"/>
                    <a:pt x="728" y="2000"/>
                  </a:cubicBezTo>
                  <a:cubicBezTo>
                    <a:pt x="941" y="2000"/>
                    <a:pt x="1131" y="1911"/>
                    <a:pt x="1265" y="1767"/>
                  </a:cubicBezTo>
                  <a:cubicBezTo>
                    <a:pt x="1439" y="1913"/>
                    <a:pt x="1662" y="2000"/>
                    <a:pt x="1908" y="2000"/>
                  </a:cubicBezTo>
                  <a:cubicBezTo>
                    <a:pt x="2153" y="2000"/>
                    <a:pt x="2378" y="1913"/>
                    <a:pt x="2553" y="1767"/>
                  </a:cubicBezTo>
                  <a:cubicBezTo>
                    <a:pt x="2685" y="1911"/>
                    <a:pt x="2877" y="2000"/>
                    <a:pt x="3088" y="2000"/>
                  </a:cubicBezTo>
                  <a:cubicBezTo>
                    <a:pt x="3491" y="2000"/>
                    <a:pt x="3819" y="1674"/>
                    <a:pt x="3819" y="1272"/>
                  </a:cubicBezTo>
                  <a:cubicBezTo>
                    <a:pt x="3815" y="869"/>
                    <a:pt x="3488" y="541"/>
                    <a:pt x="3086" y="541"/>
                  </a:cubicBezTo>
                  <a:cubicBezTo>
                    <a:pt x="2992" y="541"/>
                    <a:pt x="2901" y="560"/>
                    <a:pt x="2819" y="592"/>
                  </a:cubicBezTo>
                  <a:cubicBezTo>
                    <a:pt x="2662" y="243"/>
                    <a:pt x="2313" y="0"/>
                    <a:pt x="190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28"/>
            <p:cNvSpPr/>
            <p:nvPr/>
          </p:nvSpPr>
          <p:spPr>
            <a:xfrm>
              <a:off x="4874793" y="4170787"/>
              <a:ext cx="95111" cy="69519"/>
            </a:xfrm>
            <a:custGeom>
              <a:rect b="b" l="l" r="r" t="t"/>
              <a:pathLst>
                <a:path extrusionOk="0" h="1958" w="2679">
                  <a:moveTo>
                    <a:pt x="749" y="1"/>
                  </a:moveTo>
                  <a:cubicBezTo>
                    <a:pt x="450" y="1"/>
                    <a:pt x="183" y="130"/>
                    <a:pt x="1" y="337"/>
                  </a:cubicBezTo>
                  <a:cubicBezTo>
                    <a:pt x="126" y="280"/>
                    <a:pt x="265" y="250"/>
                    <a:pt x="411" y="250"/>
                  </a:cubicBezTo>
                  <a:cubicBezTo>
                    <a:pt x="762" y="250"/>
                    <a:pt x="1071" y="431"/>
                    <a:pt x="1248" y="704"/>
                  </a:cubicBezTo>
                  <a:cubicBezTo>
                    <a:pt x="1290" y="768"/>
                    <a:pt x="1360" y="805"/>
                    <a:pt x="1434" y="805"/>
                  </a:cubicBezTo>
                  <a:cubicBezTo>
                    <a:pt x="1446" y="805"/>
                    <a:pt x="1458" y="804"/>
                    <a:pt x="1470" y="802"/>
                  </a:cubicBezTo>
                  <a:cubicBezTo>
                    <a:pt x="1507" y="795"/>
                    <a:pt x="1546" y="792"/>
                    <a:pt x="1585" y="792"/>
                  </a:cubicBezTo>
                  <a:cubicBezTo>
                    <a:pt x="1608" y="792"/>
                    <a:pt x="1632" y="793"/>
                    <a:pt x="1656" y="795"/>
                  </a:cubicBezTo>
                  <a:cubicBezTo>
                    <a:pt x="2018" y="827"/>
                    <a:pt x="2305" y="1129"/>
                    <a:pt x="2319" y="1493"/>
                  </a:cubicBezTo>
                  <a:cubicBezTo>
                    <a:pt x="2326" y="1667"/>
                    <a:pt x="2270" y="1828"/>
                    <a:pt x="2174" y="1958"/>
                  </a:cubicBezTo>
                  <a:cubicBezTo>
                    <a:pt x="2470" y="1853"/>
                    <a:pt x="2679" y="1558"/>
                    <a:pt x="2656" y="1217"/>
                  </a:cubicBezTo>
                  <a:cubicBezTo>
                    <a:pt x="2628" y="861"/>
                    <a:pt x="2342" y="572"/>
                    <a:pt x="1987" y="545"/>
                  </a:cubicBezTo>
                  <a:cubicBezTo>
                    <a:pt x="1966" y="543"/>
                    <a:pt x="1945" y="542"/>
                    <a:pt x="1925" y="542"/>
                  </a:cubicBezTo>
                  <a:cubicBezTo>
                    <a:pt x="1831" y="542"/>
                    <a:pt x="1742" y="560"/>
                    <a:pt x="1661" y="592"/>
                  </a:cubicBezTo>
                  <a:cubicBezTo>
                    <a:pt x="1506" y="244"/>
                    <a:pt x="1155" y="1"/>
                    <a:pt x="74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28"/>
            <p:cNvSpPr/>
            <p:nvPr/>
          </p:nvSpPr>
          <p:spPr>
            <a:xfrm>
              <a:off x="4919457" y="4206256"/>
              <a:ext cx="122732" cy="64371"/>
            </a:xfrm>
            <a:custGeom>
              <a:rect b="b" l="l" r="r" t="t"/>
              <a:pathLst>
                <a:path extrusionOk="0" h="1813" w="3457">
                  <a:moveTo>
                    <a:pt x="1729" y="0"/>
                  </a:moveTo>
                  <a:cubicBezTo>
                    <a:pt x="1360" y="0"/>
                    <a:pt x="1044" y="219"/>
                    <a:pt x="901" y="537"/>
                  </a:cubicBezTo>
                  <a:cubicBezTo>
                    <a:pt x="825" y="507"/>
                    <a:pt x="744" y="491"/>
                    <a:pt x="659" y="491"/>
                  </a:cubicBezTo>
                  <a:cubicBezTo>
                    <a:pt x="295" y="491"/>
                    <a:pt x="0" y="786"/>
                    <a:pt x="0" y="1152"/>
                  </a:cubicBezTo>
                  <a:cubicBezTo>
                    <a:pt x="0" y="1517"/>
                    <a:pt x="294" y="1812"/>
                    <a:pt x="659" y="1812"/>
                  </a:cubicBezTo>
                  <a:cubicBezTo>
                    <a:pt x="852" y="1812"/>
                    <a:pt x="1025" y="1729"/>
                    <a:pt x="1146" y="1599"/>
                  </a:cubicBezTo>
                  <a:cubicBezTo>
                    <a:pt x="1304" y="1733"/>
                    <a:pt x="1507" y="1812"/>
                    <a:pt x="1729" y="1812"/>
                  </a:cubicBezTo>
                  <a:cubicBezTo>
                    <a:pt x="1949" y="1812"/>
                    <a:pt x="2153" y="1733"/>
                    <a:pt x="2311" y="1599"/>
                  </a:cubicBezTo>
                  <a:cubicBezTo>
                    <a:pt x="2432" y="1730"/>
                    <a:pt x="2604" y="1812"/>
                    <a:pt x="2796" y="1812"/>
                  </a:cubicBezTo>
                  <a:cubicBezTo>
                    <a:pt x="3162" y="1812"/>
                    <a:pt x="3457" y="1517"/>
                    <a:pt x="3457" y="1152"/>
                  </a:cubicBezTo>
                  <a:cubicBezTo>
                    <a:pt x="3457" y="786"/>
                    <a:pt x="3162" y="491"/>
                    <a:pt x="2796" y="491"/>
                  </a:cubicBezTo>
                  <a:cubicBezTo>
                    <a:pt x="2711" y="491"/>
                    <a:pt x="2629" y="507"/>
                    <a:pt x="2556" y="537"/>
                  </a:cubicBezTo>
                  <a:cubicBezTo>
                    <a:pt x="2414" y="219"/>
                    <a:pt x="2097" y="0"/>
                    <a:pt x="172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28"/>
            <p:cNvSpPr/>
            <p:nvPr/>
          </p:nvSpPr>
          <p:spPr>
            <a:xfrm>
              <a:off x="4953469" y="4206256"/>
              <a:ext cx="88721" cy="59719"/>
            </a:xfrm>
            <a:custGeom>
              <a:rect b="b" l="l" r="r" t="t"/>
              <a:pathLst>
                <a:path extrusionOk="0" h="1682" w="2499">
                  <a:moveTo>
                    <a:pt x="772" y="0"/>
                  </a:moveTo>
                  <a:cubicBezTo>
                    <a:pt x="447" y="0"/>
                    <a:pt x="160" y="173"/>
                    <a:pt x="1" y="432"/>
                  </a:cubicBezTo>
                  <a:cubicBezTo>
                    <a:pt x="137" y="354"/>
                    <a:pt x="296" y="310"/>
                    <a:pt x="464" y="310"/>
                  </a:cubicBezTo>
                  <a:cubicBezTo>
                    <a:pt x="792" y="310"/>
                    <a:pt x="1080" y="477"/>
                    <a:pt x="1248" y="733"/>
                  </a:cubicBezTo>
                  <a:cubicBezTo>
                    <a:pt x="1289" y="793"/>
                    <a:pt x="1356" y="831"/>
                    <a:pt x="1427" y="831"/>
                  </a:cubicBezTo>
                  <a:cubicBezTo>
                    <a:pt x="1438" y="831"/>
                    <a:pt x="1450" y="830"/>
                    <a:pt x="1461" y="828"/>
                  </a:cubicBezTo>
                  <a:cubicBezTo>
                    <a:pt x="1497" y="822"/>
                    <a:pt x="1535" y="819"/>
                    <a:pt x="1572" y="819"/>
                  </a:cubicBezTo>
                  <a:cubicBezTo>
                    <a:pt x="1951" y="819"/>
                    <a:pt x="2257" y="1124"/>
                    <a:pt x="2257" y="1504"/>
                  </a:cubicBezTo>
                  <a:cubicBezTo>
                    <a:pt x="2257" y="1566"/>
                    <a:pt x="2249" y="1625"/>
                    <a:pt x="2234" y="1681"/>
                  </a:cubicBezTo>
                  <a:cubicBezTo>
                    <a:pt x="2395" y="1560"/>
                    <a:pt x="2499" y="1367"/>
                    <a:pt x="2499" y="1152"/>
                  </a:cubicBezTo>
                  <a:cubicBezTo>
                    <a:pt x="2499" y="786"/>
                    <a:pt x="2204" y="491"/>
                    <a:pt x="1840" y="491"/>
                  </a:cubicBezTo>
                  <a:cubicBezTo>
                    <a:pt x="1756" y="491"/>
                    <a:pt x="1674" y="507"/>
                    <a:pt x="1600" y="537"/>
                  </a:cubicBezTo>
                  <a:cubicBezTo>
                    <a:pt x="1457" y="219"/>
                    <a:pt x="1140" y="0"/>
                    <a:pt x="7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28"/>
            <p:cNvSpPr/>
            <p:nvPr/>
          </p:nvSpPr>
          <p:spPr>
            <a:xfrm>
              <a:off x="4750885" y="4217546"/>
              <a:ext cx="257145" cy="257163"/>
            </a:xfrm>
            <a:custGeom>
              <a:rect b="b" l="l" r="r" t="t"/>
              <a:pathLst>
                <a:path extrusionOk="0" h="7243" w="7243">
                  <a:moveTo>
                    <a:pt x="3622" y="0"/>
                  </a:moveTo>
                  <a:cubicBezTo>
                    <a:pt x="1621" y="0"/>
                    <a:pt x="1" y="1622"/>
                    <a:pt x="1" y="3622"/>
                  </a:cubicBezTo>
                  <a:cubicBezTo>
                    <a:pt x="1" y="5621"/>
                    <a:pt x="1621" y="7243"/>
                    <a:pt x="3622" y="7243"/>
                  </a:cubicBezTo>
                  <a:cubicBezTo>
                    <a:pt x="5622" y="7243"/>
                    <a:pt x="7242" y="5621"/>
                    <a:pt x="7242" y="3622"/>
                  </a:cubicBezTo>
                  <a:cubicBezTo>
                    <a:pt x="7242" y="1622"/>
                    <a:pt x="5622" y="0"/>
                    <a:pt x="362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28"/>
            <p:cNvSpPr/>
            <p:nvPr/>
          </p:nvSpPr>
          <p:spPr>
            <a:xfrm>
              <a:off x="4819194" y="4226741"/>
              <a:ext cx="188838" cy="247967"/>
            </a:xfrm>
            <a:custGeom>
              <a:rect b="b" l="l" r="r" t="t"/>
              <a:pathLst>
                <a:path extrusionOk="0" h="6984" w="5319">
                  <a:moveTo>
                    <a:pt x="3045" y="0"/>
                  </a:moveTo>
                  <a:lnTo>
                    <a:pt x="3045" y="0"/>
                  </a:lnTo>
                  <a:cubicBezTo>
                    <a:pt x="4191" y="609"/>
                    <a:pt x="4970" y="1814"/>
                    <a:pt x="4970" y="3201"/>
                  </a:cubicBezTo>
                  <a:cubicBezTo>
                    <a:pt x="4970" y="5201"/>
                    <a:pt x="3350" y="6821"/>
                    <a:pt x="1349" y="6821"/>
                  </a:cubicBezTo>
                  <a:cubicBezTo>
                    <a:pt x="872" y="6821"/>
                    <a:pt x="418" y="6731"/>
                    <a:pt x="1" y="6562"/>
                  </a:cubicBezTo>
                  <a:lnTo>
                    <a:pt x="1" y="6562"/>
                  </a:lnTo>
                  <a:cubicBezTo>
                    <a:pt x="508" y="6831"/>
                    <a:pt x="1085" y="6984"/>
                    <a:pt x="1698" y="6984"/>
                  </a:cubicBezTo>
                  <a:cubicBezTo>
                    <a:pt x="3698" y="6984"/>
                    <a:pt x="5318" y="5364"/>
                    <a:pt x="5318" y="3363"/>
                  </a:cubicBezTo>
                  <a:cubicBezTo>
                    <a:pt x="5318" y="1839"/>
                    <a:pt x="4380" y="536"/>
                    <a:pt x="304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28"/>
            <p:cNvSpPr/>
            <p:nvPr/>
          </p:nvSpPr>
          <p:spPr>
            <a:xfrm>
              <a:off x="4778046" y="4254647"/>
              <a:ext cx="175631" cy="195029"/>
            </a:xfrm>
            <a:custGeom>
              <a:rect b="b" l="l" r="r" t="t"/>
              <a:pathLst>
                <a:path extrusionOk="0" h="5493" w="4947">
                  <a:moveTo>
                    <a:pt x="1884" y="0"/>
                  </a:moveTo>
                  <a:cubicBezTo>
                    <a:pt x="1867" y="0"/>
                    <a:pt x="1850" y="3"/>
                    <a:pt x="1832" y="10"/>
                  </a:cubicBezTo>
                  <a:cubicBezTo>
                    <a:pt x="764" y="416"/>
                    <a:pt x="6" y="1445"/>
                    <a:pt x="4" y="2654"/>
                  </a:cubicBezTo>
                  <a:cubicBezTo>
                    <a:pt x="0" y="4208"/>
                    <a:pt x="1266" y="5484"/>
                    <a:pt x="2821" y="5493"/>
                  </a:cubicBezTo>
                  <a:cubicBezTo>
                    <a:pt x="2824" y="5493"/>
                    <a:pt x="2828" y="5493"/>
                    <a:pt x="2831" y="5493"/>
                  </a:cubicBezTo>
                  <a:cubicBezTo>
                    <a:pt x="3626" y="5493"/>
                    <a:pt x="4343" y="5168"/>
                    <a:pt x="4858" y="4644"/>
                  </a:cubicBezTo>
                  <a:cubicBezTo>
                    <a:pt x="4947" y="4553"/>
                    <a:pt x="4883" y="4401"/>
                    <a:pt x="4764" y="4401"/>
                  </a:cubicBezTo>
                  <a:cubicBezTo>
                    <a:pt x="4758" y="4401"/>
                    <a:pt x="4753" y="4401"/>
                    <a:pt x="4747" y="4402"/>
                  </a:cubicBezTo>
                  <a:cubicBezTo>
                    <a:pt x="4661" y="4409"/>
                    <a:pt x="4575" y="4414"/>
                    <a:pt x="4488" y="4414"/>
                  </a:cubicBezTo>
                  <a:cubicBezTo>
                    <a:pt x="2923" y="4414"/>
                    <a:pt x="1655" y="3146"/>
                    <a:pt x="1655" y="1580"/>
                  </a:cubicBezTo>
                  <a:cubicBezTo>
                    <a:pt x="1655" y="1084"/>
                    <a:pt x="1783" y="617"/>
                    <a:pt x="2006" y="213"/>
                  </a:cubicBezTo>
                  <a:cubicBezTo>
                    <a:pt x="2062" y="113"/>
                    <a:pt x="1985" y="0"/>
                    <a:pt x="188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28"/>
            <p:cNvSpPr/>
            <p:nvPr/>
          </p:nvSpPr>
          <p:spPr>
            <a:xfrm>
              <a:off x="4822958" y="4254718"/>
              <a:ext cx="130685" cy="171454"/>
            </a:xfrm>
            <a:custGeom>
              <a:rect b="b" l="l" r="r" t="t"/>
              <a:pathLst>
                <a:path extrusionOk="0" h="4829" w="3681">
                  <a:moveTo>
                    <a:pt x="616" y="0"/>
                  </a:moveTo>
                  <a:cubicBezTo>
                    <a:pt x="599" y="0"/>
                    <a:pt x="582" y="3"/>
                    <a:pt x="564" y="10"/>
                  </a:cubicBezTo>
                  <a:cubicBezTo>
                    <a:pt x="512" y="30"/>
                    <a:pt x="461" y="50"/>
                    <a:pt x="410" y="73"/>
                  </a:cubicBezTo>
                  <a:cubicBezTo>
                    <a:pt x="409" y="90"/>
                    <a:pt x="402" y="107"/>
                    <a:pt x="391" y="125"/>
                  </a:cubicBezTo>
                  <a:cubicBezTo>
                    <a:pt x="142" y="578"/>
                    <a:pt x="0" y="1100"/>
                    <a:pt x="0" y="1656"/>
                  </a:cubicBezTo>
                  <a:cubicBezTo>
                    <a:pt x="0" y="3407"/>
                    <a:pt x="1420" y="4829"/>
                    <a:pt x="3173" y="4829"/>
                  </a:cubicBezTo>
                  <a:cubicBezTo>
                    <a:pt x="3251" y="4829"/>
                    <a:pt x="3327" y="4825"/>
                    <a:pt x="3403" y="4820"/>
                  </a:cubicBezTo>
                  <a:cubicBezTo>
                    <a:pt x="3470" y="4763"/>
                    <a:pt x="3533" y="4702"/>
                    <a:pt x="3593" y="4642"/>
                  </a:cubicBezTo>
                  <a:cubicBezTo>
                    <a:pt x="3681" y="4552"/>
                    <a:pt x="3619" y="4402"/>
                    <a:pt x="3500" y="4402"/>
                  </a:cubicBezTo>
                  <a:cubicBezTo>
                    <a:pt x="3494" y="4402"/>
                    <a:pt x="3488" y="4402"/>
                    <a:pt x="3481" y="4403"/>
                  </a:cubicBezTo>
                  <a:cubicBezTo>
                    <a:pt x="3395" y="4410"/>
                    <a:pt x="3310" y="4413"/>
                    <a:pt x="3222" y="4413"/>
                  </a:cubicBezTo>
                  <a:cubicBezTo>
                    <a:pt x="1656" y="4413"/>
                    <a:pt x="389" y="3145"/>
                    <a:pt x="389" y="1580"/>
                  </a:cubicBezTo>
                  <a:cubicBezTo>
                    <a:pt x="389" y="1083"/>
                    <a:pt x="517" y="618"/>
                    <a:pt x="740" y="212"/>
                  </a:cubicBezTo>
                  <a:cubicBezTo>
                    <a:pt x="795" y="112"/>
                    <a:pt x="718" y="0"/>
                    <a:pt x="61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28"/>
            <p:cNvSpPr/>
            <p:nvPr/>
          </p:nvSpPr>
          <p:spPr>
            <a:xfrm>
              <a:off x="4733275" y="4361478"/>
              <a:ext cx="113288" cy="59400"/>
            </a:xfrm>
            <a:custGeom>
              <a:rect b="b" l="l" r="r" t="t"/>
              <a:pathLst>
                <a:path extrusionOk="0" h="1673" w="3191">
                  <a:moveTo>
                    <a:pt x="1596" y="0"/>
                  </a:moveTo>
                  <a:cubicBezTo>
                    <a:pt x="1255" y="0"/>
                    <a:pt x="965" y="203"/>
                    <a:pt x="834" y="494"/>
                  </a:cubicBezTo>
                  <a:cubicBezTo>
                    <a:pt x="765" y="468"/>
                    <a:pt x="690" y="453"/>
                    <a:pt x="611" y="453"/>
                  </a:cubicBezTo>
                  <a:cubicBezTo>
                    <a:pt x="274" y="453"/>
                    <a:pt x="1" y="727"/>
                    <a:pt x="1" y="1062"/>
                  </a:cubicBezTo>
                  <a:cubicBezTo>
                    <a:pt x="1" y="1399"/>
                    <a:pt x="274" y="1672"/>
                    <a:pt x="611" y="1672"/>
                  </a:cubicBezTo>
                  <a:cubicBezTo>
                    <a:pt x="786" y="1672"/>
                    <a:pt x="946" y="1597"/>
                    <a:pt x="1058" y="1477"/>
                  </a:cubicBezTo>
                  <a:cubicBezTo>
                    <a:pt x="1204" y="1599"/>
                    <a:pt x="1391" y="1672"/>
                    <a:pt x="1596" y="1672"/>
                  </a:cubicBezTo>
                  <a:cubicBezTo>
                    <a:pt x="1801" y="1672"/>
                    <a:pt x="1988" y="1599"/>
                    <a:pt x="2133" y="1477"/>
                  </a:cubicBezTo>
                  <a:cubicBezTo>
                    <a:pt x="2245" y="1597"/>
                    <a:pt x="2404" y="1672"/>
                    <a:pt x="2582" y="1672"/>
                  </a:cubicBezTo>
                  <a:cubicBezTo>
                    <a:pt x="2917" y="1672"/>
                    <a:pt x="3191" y="1399"/>
                    <a:pt x="3191" y="1062"/>
                  </a:cubicBezTo>
                  <a:cubicBezTo>
                    <a:pt x="3191" y="724"/>
                    <a:pt x="2917" y="453"/>
                    <a:pt x="2582" y="453"/>
                  </a:cubicBezTo>
                  <a:cubicBezTo>
                    <a:pt x="2503" y="453"/>
                    <a:pt x="2428" y="468"/>
                    <a:pt x="2359" y="494"/>
                  </a:cubicBezTo>
                  <a:cubicBezTo>
                    <a:pt x="2227" y="203"/>
                    <a:pt x="1936" y="0"/>
                    <a:pt x="159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28"/>
            <p:cNvSpPr/>
            <p:nvPr/>
          </p:nvSpPr>
          <p:spPr>
            <a:xfrm>
              <a:off x="4765016" y="4361372"/>
              <a:ext cx="82224" cy="58122"/>
            </a:xfrm>
            <a:custGeom>
              <a:rect b="b" l="l" r="r" t="t"/>
              <a:pathLst>
                <a:path extrusionOk="0" h="1637" w="2316">
                  <a:moveTo>
                    <a:pt x="702" y="0"/>
                  </a:moveTo>
                  <a:cubicBezTo>
                    <a:pt x="409" y="0"/>
                    <a:pt x="150" y="154"/>
                    <a:pt x="0" y="384"/>
                  </a:cubicBezTo>
                  <a:cubicBezTo>
                    <a:pt x="112" y="328"/>
                    <a:pt x="238" y="298"/>
                    <a:pt x="371" y="298"/>
                  </a:cubicBezTo>
                  <a:cubicBezTo>
                    <a:pt x="653" y="298"/>
                    <a:pt x="901" y="438"/>
                    <a:pt x="1052" y="651"/>
                  </a:cubicBezTo>
                  <a:cubicBezTo>
                    <a:pt x="1101" y="717"/>
                    <a:pt x="1179" y="756"/>
                    <a:pt x="1259" y="756"/>
                  </a:cubicBezTo>
                  <a:cubicBezTo>
                    <a:pt x="1269" y="756"/>
                    <a:pt x="1279" y="756"/>
                    <a:pt x="1290" y="754"/>
                  </a:cubicBezTo>
                  <a:cubicBezTo>
                    <a:pt x="1312" y="752"/>
                    <a:pt x="1335" y="750"/>
                    <a:pt x="1358" y="750"/>
                  </a:cubicBezTo>
                  <a:cubicBezTo>
                    <a:pt x="1384" y="750"/>
                    <a:pt x="1410" y="752"/>
                    <a:pt x="1436" y="756"/>
                  </a:cubicBezTo>
                  <a:cubicBezTo>
                    <a:pt x="1726" y="795"/>
                    <a:pt x="1950" y="1039"/>
                    <a:pt x="1964" y="1330"/>
                  </a:cubicBezTo>
                  <a:cubicBezTo>
                    <a:pt x="1970" y="1442"/>
                    <a:pt x="1947" y="1544"/>
                    <a:pt x="1900" y="1636"/>
                  </a:cubicBezTo>
                  <a:cubicBezTo>
                    <a:pt x="2144" y="1546"/>
                    <a:pt x="2316" y="1301"/>
                    <a:pt x="2295" y="1019"/>
                  </a:cubicBezTo>
                  <a:cubicBezTo>
                    <a:pt x="2274" y="731"/>
                    <a:pt x="2048" y="492"/>
                    <a:pt x="1757" y="458"/>
                  </a:cubicBezTo>
                  <a:cubicBezTo>
                    <a:pt x="1732" y="455"/>
                    <a:pt x="1707" y="453"/>
                    <a:pt x="1683" y="453"/>
                  </a:cubicBezTo>
                  <a:cubicBezTo>
                    <a:pt x="1606" y="453"/>
                    <a:pt x="1533" y="468"/>
                    <a:pt x="1465" y="495"/>
                  </a:cubicBezTo>
                  <a:cubicBezTo>
                    <a:pt x="1333" y="205"/>
                    <a:pt x="1042" y="0"/>
                    <a:pt x="70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28"/>
            <p:cNvSpPr/>
            <p:nvPr/>
          </p:nvSpPr>
          <p:spPr>
            <a:xfrm>
              <a:off x="4874545" y="4239771"/>
              <a:ext cx="9834" cy="21658"/>
            </a:xfrm>
            <a:custGeom>
              <a:rect b="b" l="l" r="r" t="t"/>
              <a:pathLst>
                <a:path extrusionOk="0" h="610" w="277">
                  <a:moveTo>
                    <a:pt x="139" y="0"/>
                  </a:moveTo>
                  <a:cubicBezTo>
                    <a:pt x="61" y="0"/>
                    <a:pt x="0" y="64"/>
                    <a:pt x="0" y="140"/>
                  </a:cubicBezTo>
                  <a:lnTo>
                    <a:pt x="0" y="471"/>
                  </a:lnTo>
                  <a:cubicBezTo>
                    <a:pt x="0" y="547"/>
                    <a:pt x="64" y="609"/>
                    <a:pt x="139" y="609"/>
                  </a:cubicBezTo>
                  <a:cubicBezTo>
                    <a:pt x="216" y="609"/>
                    <a:pt x="277" y="546"/>
                    <a:pt x="277" y="471"/>
                  </a:cubicBezTo>
                  <a:lnTo>
                    <a:pt x="277" y="140"/>
                  </a:lnTo>
                  <a:cubicBezTo>
                    <a:pt x="277" y="62"/>
                    <a:pt x="215"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28"/>
            <p:cNvSpPr/>
            <p:nvPr/>
          </p:nvSpPr>
          <p:spPr>
            <a:xfrm>
              <a:off x="4951481" y="4385940"/>
              <a:ext cx="21444" cy="15729"/>
            </a:xfrm>
            <a:custGeom>
              <a:rect b="b" l="l" r="r" t="t"/>
              <a:pathLst>
                <a:path extrusionOk="0" h="443" w="604">
                  <a:moveTo>
                    <a:pt x="158" y="1"/>
                  </a:moveTo>
                  <a:cubicBezTo>
                    <a:pt x="110" y="1"/>
                    <a:pt x="64" y="25"/>
                    <a:pt x="38" y="69"/>
                  </a:cubicBezTo>
                  <a:cubicBezTo>
                    <a:pt x="1" y="136"/>
                    <a:pt x="22" y="221"/>
                    <a:pt x="88" y="258"/>
                  </a:cubicBezTo>
                  <a:lnTo>
                    <a:pt x="375" y="423"/>
                  </a:lnTo>
                  <a:cubicBezTo>
                    <a:pt x="396" y="436"/>
                    <a:pt x="419" y="442"/>
                    <a:pt x="442" y="442"/>
                  </a:cubicBezTo>
                  <a:cubicBezTo>
                    <a:pt x="491" y="442"/>
                    <a:pt x="539" y="416"/>
                    <a:pt x="563" y="372"/>
                  </a:cubicBezTo>
                  <a:cubicBezTo>
                    <a:pt x="604" y="308"/>
                    <a:pt x="579" y="225"/>
                    <a:pt x="513" y="185"/>
                  </a:cubicBezTo>
                  <a:lnTo>
                    <a:pt x="228" y="19"/>
                  </a:lnTo>
                  <a:cubicBezTo>
                    <a:pt x="206" y="7"/>
                    <a:pt x="182" y="1"/>
                    <a:pt x="1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28"/>
            <p:cNvSpPr/>
            <p:nvPr/>
          </p:nvSpPr>
          <p:spPr>
            <a:xfrm>
              <a:off x="4964156" y="4341170"/>
              <a:ext cx="21586" cy="9906"/>
            </a:xfrm>
            <a:custGeom>
              <a:rect b="b" l="l" r="r" t="t"/>
              <a:pathLst>
                <a:path extrusionOk="0" h="279" w="608">
                  <a:moveTo>
                    <a:pt x="139" y="1"/>
                  </a:moveTo>
                  <a:cubicBezTo>
                    <a:pt x="61" y="1"/>
                    <a:pt x="1" y="64"/>
                    <a:pt x="1" y="140"/>
                  </a:cubicBezTo>
                  <a:cubicBezTo>
                    <a:pt x="1" y="217"/>
                    <a:pt x="62" y="279"/>
                    <a:pt x="139" y="279"/>
                  </a:cubicBezTo>
                  <a:lnTo>
                    <a:pt x="470" y="279"/>
                  </a:lnTo>
                  <a:cubicBezTo>
                    <a:pt x="546" y="279"/>
                    <a:pt x="608" y="215"/>
                    <a:pt x="608" y="140"/>
                  </a:cubicBezTo>
                  <a:cubicBezTo>
                    <a:pt x="608" y="63"/>
                    <a:pt x="546" y="1"/>
                    <a:pt x="4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28"/>
            <p:cNvSpPr/>
            <p:nvPr/>
          </p:nvSpPr>
          <p:spPr>
            <a:xfrm>
              <a:off x="4951446" y="4290506"/>
              <a:ext cx="21479" cy="15729"/>
            </a:xfrm>
            <a:custGeom>
              <a:rect b="b" l="l" r="r" t="t"/>
              <a:pathLst>
                <a:path extrusionOk="0" h="443" w="605">
                  <a:moveTo>
                    <a:pt x="446" y="1"/>
                  </a:moveTo>
                  <a:cubicBezTo>
                    <a:pt x="422" y="1"/>
                    <a:pt x="398" y="7"/>
                    <a:pt x="376" y="20"/>
                  </a:cubicBezTo>
                  <a:lnTo>
                    <a:pt x="89" y="186"/>
                  </a:lnTo>
                  <a:cubicBezTo>
                    <a:pt x="23" y="223"/>
                    <a:pt x="0" y="308"/>
                    <a:pt x="39" y="374"/>
                  </a:cubicBezTo>
                  <a:cubicBezTo>
                    <a:pt x="65" y="418"/>
                    <a:pt x="111" y="442"/>
                    <a:pt x="160" y="442"/>
                  </a:cubicBezTo>
                  <a:cubicBezTo>
                    <a:pt x="183" y="442"/>
                    <a:pt x="207" y="438"/>
                    <a:pt x="228" y="425"/>
                  </a:cubicBezTo>
                  <a:lnTo>
                    <a:pt x="514" y="259"/>
                  </a:lnTo>
                  <a:cubicBezTo>
                    <a:pt x="580" y="222"/>
                    <a:pt x="605" y="137"/>
                    <a:pt x="564" y="71"/>
                  </a:cubicBezTo>
                  <a:cubicBezTo>
                    <a:pt x="538" y="26"/>
                    <a:pt x="493" y="1"/>
                    <a:pt x="44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28"/>
            <p:cNvSpPr/>
            <p:nvPr/>
          </p:nvSpPr>
          <p:spPr>
            <a:xfrm>
              <a:off x="4918640" y="4253405"/>
              <a:ext cx="17183" cy="20025"/>
            </a:xfrm>
            <a:custGeom>
              <a:rect b="b" l="l" r="r" t="t"/>
              <a:pathLst>
                <a:path extrusionOk="0" h="564" w="484">
                  <a:moveTo>
                    <a:pt x="324" y="1"/>
                  </a:moveTo>
                  <a:cubicBezTo>
                    <a:pt x="276" y="1"/>
                    <a:pt x="230" y="25"/>
                    <a:pt x="205" y="70"/>
                  </a:cubicBezTo>
                  <a:lnTo>
                    <a:pt x="39" y="356"/>
                  </a:lnTo>
                  <a:cubicBezTo>
                    <a:pt x="0" y="422"/>
                    <a:pt x="23" y="507"/>
                    <a:pt x="90" y="544"/>
                  </a:cubicBezTo>
                  <a:cubicBezTo>
                    <a:pt x="111" y="557"/>
                    <a:pt x="134" y="563"/>
                    <a:pt x="157" y="563"/>
                  </a:cubicBezTo>
                  <a:cubicBezTo>
                    <a:pt x="206" y="563"/>
                    <a:pt x="252" y="537"/>
                    <a:pt x="278" y="493"/>
                  </a:cubicBezTo>
                  <a:lnTo>
                    <a:pt x="444" y="206"/>
                  </a:lnTo>
                  <a:cubicBezTo>
                    <a:pt x="484" y="142"/>
                    <a:pt x="459" y="58"/>
                    <a:pt x="393" y="19"/>
                  </a:cubicBezTo>
                  <a:cubicBezTo>
                    <a:pt x="371" y="7"/>
                    <a:pt x="347" y="1"/>
                    <a:pt x="32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28"/>
            <p:cNvSpPr/>
            <p:nvPr/>
          </p:nvSpPr>
          <p:spPr>
            <a:xfrm>
              <a:off x="4874580" y="4280068"/>
              <a:ext cx="44485" cy="71010"/>
            </a:xfrm>
            <a:custGeom>
              <a:rect b="b" l="l" r="r" t="t"/>
              <a:pathLst>
                <a:path extrusionOk="0" h="2000" w="1253">
                  <a:moveTo>
                    <a:pt x="139" y="1"/>
                  </a:moveTo>
                  <a:cubicBezTo>
                    <a:pt x="63" y="1"/>
                    <a:pt x="1" y="64"/>
                    <a:pt x="1" y="139"/>
                  </a:cubicBezTo>
                  <a:lnTo>
                    <a:pt x="1" y="1861"/>
                  </a:lnTo>
                  <a:cubicBezTo>
                    <a:pt x="1" y="1938"/>
                    <a:pt x="64" y="2000"/>
                    <a:pt x="139" y="2000"/>
                  </a:cubicBezTo>
                  <a:lnTo>
                    <a:pt x="1115" y="2000"/>
                  </a:lnTo>
                  <a:cubicBezTo>
                    <a:pt x="1192" y="2000"/>
                    <a:pt x="1253" y="1936"/>
                    <a:pt x="1253" y="1861"/>
                  </a:cubicBezTo>
                  <a:cubicBezTo>
                    <a:pt x="1251" y="1784"/>
                    <a:pt x="1188" y="1722"/>
                    <a:pt x="1113" y="1722"/>
                  </a:cubicBezTo>
                  <a:lnTo>
                    <a:pt x="279" y="1722"/>
                  </a:lnTo>
                  <a:lnTo>
                    <a:pt x="279" y="139"/>
                  </a:lnTo>
                  <a:cubicBezTo>
                    <a:pt x="279" y="63"/>
                    <a:pt x="215"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28" name="Google Shape;4228;p28"/>
          <p:cNvGrpSpPr/>
          <p:nvPr/>
        </p:nvGrpSpPr>
        <p:grpSpPr>
          <a:xfrm>
            <a:off x="4120304" y="4147710"/>
            <a:ext cx="256123" cy="327001"/>
            <a:chOff x="4120304" y="4147710"/>
            <a:chExt cx="256123" cy="327001"/>
          </a:xfrm>
        </p:grpSpPr>
        <p:sp>
          <p:nvSpPr>
            <p:cNvPr id="4229" name="Google Shape;4229;p28"/>
            <p:cNvSpPr/>
            <p:nvPr/>
          </p:nvSpPr>
          <p:spPr>
            <a:xfrm>
              <a:off x="4120304" y="4147745"/>
              <a:ext cx="256115" cy="326966"/>
            </a:xfrm>
            <a:custGeom>
              <a:rect b="b" l="l" r="r" t="t"/>
              <a:pathLst>
                <a:path extrusionOk="0" h="9209" w="7214">
                  <a:moveTo>
                    <a:pt x="437" y="1"/>
                  </a:moveTo>
                  <a:cubicBezTo>
                    <a:pt x="196" y="1"/>
                    <a:pt x="0" y="196"/>
                    <a:pt x="0" y="438"/>
                  </a:cubicBezTo>
                  <a:lnTo>
                    <a:pt x="0" y="8772"/>
                  </a:lnTo>
                  <a:cubicBezTo>
                    <a:pt x="0" y="9013"/>
                    <a:pt x="197" y="9209"/>
                    <a:pt x="437" y="9209"/>
                  </a:cubicBezTo>
                  <a:lnTo>
                    <a:pt x="6775" y="9209"/>
                  </a:lnTo>
                  <a:cubicBezTo>
                    <a:pt x="7018" y="9209"/>
                    <a:pt x="7214" y="9013"/>
                    <a:pt x="7212" y="8772"/>
                  </a:cubicBezTo>
                  <a:lnTo>
                    <a:pt x="7212" y="438"/>
                  </a:lnTo>
                  <a:cubicBezTo>
                    <a:pt x="7212" y="196"/>
                    <a:pt x="7015" y="1"/>
                    <a:pt x="6775"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28"/>
            <p:cNvSpPr/>
            <p:nvPr/>
          </p:nvSpPr>
          <p:spPr>
            <a:xfrm>
              <a:off x="4347741" y="4147710"/>
              <a:ext cx="28686" cy="326930"/>
            </a:xfrm>
            <a:custGeom>
              <a:rect b="b" l="l" r="r" t="t"/>
              <a:pathLst>
                <a:path extrusionOk="0" h="9208" w="808">
                  <a:moveTo>
                    <a:pt x="1" y="0"/>
                  </a:moveTo>
                  <a:cubicBezTo>
                    <a:pt x="241" y="0"/>
                    <a:pt x="437" y="194"/>
                    <a:pt x="437" y="436"/>
                  </a:cubicBezTo>
                  <a:lnTo>
                    <a:pt x="437" y="8771"/>
                  </a:lnTo>
                  <a:cubicBezTo>
                    <a:pt x="437" y="9011"/>
                    <a:pt x="241" y="9207"/>
                    <a:pt x="1" y="9207"/>
                  </a:cubicBezTo>
                  <a:lnTo>
                    <a:pt x="370" y="9207"/>
                  </a:lnTo>
                  <a:cubicBezTo>
                    <a:pt x="612" y="9207"/>
                    <a:pt x="808" y="9014"/>
                    <a:pt x="808" y="8771"/>
                  </a:cubicBezTo>
                  <a:lnTo>
                    <a:pt x="808" y="438"/>
                  </a:lnTo>
                  <a:cubicBezTo>
                    <a:pt x="808" y="196"/>
                    <a:pt x="612" y="0"/>
                    <a:pt x="3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28"/>
            <p:cNvSpPr/>
            <p:nvPr/>
          </p:nvSpPr>
          <p:spPr>
            <a:xfrm>
              <a:off x="4142885" y="4170397"/>
              <a:ext cx="210814" cy="266110"/>
            </a:xfrm>
            <a:custGeom>
              <a:rect b="b" l="l" r="r" t="t"/>
              <a:pathLst>
                <a:path extrusionOk="0" h="7495" w="5938">
                  <a:moveTo>
                    <a:pt x="220" y="0"/>
                  </a:moveTo>
                  <a:cubicBezTo>
                    <a:pt x="98" y="0"/>
                    <a:pt x="0" y="98"/>
                    <a:pt x="0" y="220"/>
                  </a:cubicBezTo>
                  <a:lnTo>
                    <a:pt x="0" y="3216"/>
                  </a:lnTo>
                  <a:lnTo>
                    <a:pt x="91" y="3429"/>
                  </a:lnTo>
                  <a:lnTo>
                    <a:pt x="89" y="7274"/>
                  </a:lnTo>
                  <a:cubicBezTo>
                    <a:pt x="89" y="7397"/>
                    <a:pt x="189" y="7495"/>
                    <a:pt x="311" y="7495"/>
                  </a:cubicBezTo>
                  <a:lnTo>
                    <a:pt x="5548" y="7495"/>
                  </a:lnTo>
                  <a:cubicBezTo>
                    <a:pt x="5670" y="7495"/>
                    <a:pt x="5768" y="7397"/>
                    <a:pt x="5766" y="7272"/>
                  </a:cubicBezTo>
                  <a:lnTo>
                    <a:pt x="5766" y="3447"/>
                  </a:lnTo>
                  <a:lnTo>
                    <a:pt x="5938" y="3216"/>
                  </a:lnTo>
                  <a:lnTo>
                    <a:pt x="5938" y="220"/>
                  </a:lnTo>
                  <a:cubicBezTo>
                    <a:pt x="5938" y="98"/>
                    <a:pt x="5838" y="0"/>
                    <a:pt x="57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28"/>
            <p:cNvSpPr/>
            <p:nvPr/>
          </p:nvSpPr>
          <p:spPr>
            <a:xfrm>
              <a:off x="4333220" y="4170397"/>
              <a:ext cx="20520" cy="266110"/>
            </a:xfrm>
            <a:custGeom>
              <a:rect b="b" l="l" r="r" t="t"/>
              <a:pathLst>
                <a:path extrusionOk="0" h="7495" w="578">
                  <a:moveTo>
                    <a:pt x="1" y="0"/>
                  </a:moveTo>
                  <a:cubicBezTo>
                    <a:pt x="123" y="0"/>
                    <a:pt x="223" y="98"/>
                    <a:pt x="223" y="220"/>
                  </a:cubicBezTo>
                  <a:lnTo>
                    <a:pt x="223" y="7274"/>
                  </a:lnTo>
                  <a:cubicBezTo>
                    <a:pt x="223" y="7397"/>
                    <a:pt x="123" y="7495"/>
                    <a:pt x="1" y="7495"/>
                  </a:cubicBezTo>
                  <a:lnTo>
                    <a:pt x="356" y="7495"/>
                  </a:lnTo>
                  <a:cubicBezTo>
                    <a:pt x="479" y="7495"/>
                    <a:pt x="578" y="7397"/>
                    <a:pt x="578" y="7274"/>
                  </a:cubicBezTo>
                  <a:lnTo>
                    <a:pt x="578" y="220"/>
                  </a:lnTo>
                  <a:cubicBezTo>
                    <a:pt x="578" y="98"/>
                    <a:pt x="479" y="0"/>
                    <a:pt x="35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28"/>
            <p:cNvSpPr/>
            <p:nvPr/>
          </p:nvSpPr>
          <p:spPr>
            <a:xfrm>
              <a:off x="4142920" y="4410864"/>
              <a:ext cx="210814" cy="25635"/>
            </a:xfrm>
            <a:custGeom>
              <a:rect b="b" l="l" r="r" t="t"/>
              <a:pathLst>
                <a:path extrusionOk="0" h="722" w="5938">
                  <a:moveTo>
                    <a:pt x="1" y="1"/>
                  </a:moveTo>
                  <a:lnTo>
                    <a:pt x="1" y="501"/>
                  </a:lnTo>
                  <a:cubicBezTo>
                    <a:pt x="1" y="624"/>
                    <a:pt x="100" y="722"/>
                    <a:pt x="222" y="722"/>
                  </a:cubicBezTo>
                  <a:lnTo>
                    <a:pt x="5716" y="722"/>
                  </a:lnTo>
                  <a:cubicBezTo>
                    <a:pt x="5839" y="722"/>
                    <a:pt x="5938" y="624"/>
                    <a:pt x="5938" y="501"/>
                  </a:cubicBezTo>
                  <a:lnTo>
                    <a:pt x="5938"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28"/>
            <p:cNvSpPr/>
            <p:nvPr/>
          </p:nvSpPr>
          <p:spPr>
            <a:xfrm>
              <a:off x="4333220" y="4410864"/>
              <a:ext cx="20520" cy="25635"/>
            </a:xfrm>
            <a:custGeom>
              <a:rect b="b" l="l" r="r" t="t"/>
              <a:pathLst>
                <a:path extrusionOk="0" h="722" w="578">
                  <a:moveTo>
                    <a:pt x="223" y="1"/>
                  </a:moveTo>
                  <a:lnTo>
                    <a:pt x="223" y="501"/>
                  </a:lnTo>
                  <a:cubicBezTo>
                    <a:pt x="223" y="624"/>
                    <a:pt x="123" y="722"/>
                    <a:pt x="1" y="722"/>
                  </a:cubicBezTo>
                  <a:lnTo>
                    <a:pt x="356" y="722"/>
                  </a:lnTo>
                  <a:cubicBezTo>
                    <a:pt x="479" y="722"/>
                    <a:pt x="578" y="624"/>
                    <a:pt x="578" y="501"/>
                  </a:cubicBezTo>
                  <a:lnTo>
                    <a:pt x="57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28"/>
            <p:cNvSpPr/>
            <p:nvPr/>
          </p:nvSpPr>
          <p:spPr>
            <a:xfrm>
              <a:off x="4234236" y="4450770"/>
              <a:ext cx="28118" cy="9657"/>
            </a:xfrm>
            <a:custGeom>
              <a:rect b="b" l="l" r="r" t="t"/>
              <a:pathLst>
                <a:path extrusionOk="0" h="272" w="792">
                  <a:moveTo>
                    <a:pt x="135" y="1"/>
                  </a:moveTo>
                  <a:cubicBezTo>
                    <a:pt x="62" y="1"/>
                    <a:pt x="0" y="62"/>
                    <a:pt x="0" y="136"/>
                  </a:cubicBezTo>
                  <a:cubicBezTo>
                    <a:pt x="0" y="209"/>
                    <a:pt x="62" y="271"/>
                    <a:pt x="135" y="271"/>
                  </a:cubicBezTo>
                  <a:lnTo>
                    <a:pt x="658" y="271"/>
                  </a:lnTo>
                  <a:cubicBezTo>
                    <a:pt x="733" y="271"/>
                    <a:pt x="792" y="209"/>
                    <a:pt x="792" y="136"/>
                  </a:cubicBezTo>
                  <a:cubicBezTo>
                    <a:pt x="792" y="62"/>
                    <a:pt x="731" y="1"/>
                    <a:pt x="6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28"/>
            <p:cNvSpPr/>
            <p:nvPr/>
          </p:nvSpPr>
          <p:spPr>
            <a:xfrm>
              <a:off x="4142920" y="4284577"/>
              <a:ext cx="70295" cy="63163"/>
            </a:xfrm>
            <a:custGeom>
              <a:rect b="b" l="l" r="r" t="t"/>
              <a:pathLst>
                <a:path extrusionOk="0" h="1779" w="1980">
                  <a:moveTo>
                    <a:pt x="1" y="0"/>
                  </a:moveTo>
                  <a:lnTo>
                    <a:pt x="1" y="1779"/>
                  </a:lnTo>
                  <a:lnTo>
                    <a:pt x="1979" y="1779"/>
                  </a:lnTo>
                  <a:lnTo>
                    <a:pt x="1979"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28"/>
            <p:cNvSpPr/>
            <p:nvPr/>
          </p:nvSpPr>
          <p:spPr>
            <a:xfrm>
              <a:off x="4283479" y="4284577"/>
              <a:ext cx="70259" cy="63163"/>
            </a:xfrm>
            <a:custGeom>
              <a:rect b="b" l="l" r="r" t="t"/>
              <a:pathLst>
                <a:path extrusionOk="0" h="1779" w="1979">
                  <a:moveTo>
                    <a:pt x="0" y="0"/>
                  </a:moveTo>
                  <a:lnTo>
                    <a:pt x="0" y="1779"/>
                  </a:lnTo>
                  <a:lnTo>
                    <a:pt x="1979" y="1779"/>
                  </a:lnTo>
                  <a:lnTo>
                    <a:pt x="1979"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28"/>
            <p:cNvSpPr/>
            <p:nvPr/>
          </p:nvSpPr>
          <p:spPr>
            <a:xfrm>
              <a:off x="4213182" y="4347703"/>
              <a:ext cx="70259" cy="63199"/>
            </a:xfrm>
            <a:custGeom>
              <a:rect b="b" l="l" r="r" t="t"/>
              <a:pathLst>
                <a:path extrusionOk="0" h="1780" w="1979">
                  <a:moveTo>
                    <a:pt x="0" y="1"/>
                  </a:moveTo>
                  <a:lnTo>
                    <a:pt x="0" y="1780"/>
                  </a:lnTo>
                  <a:lnTo>
                    <a:pt x="1979" y="1780"/>
                  </a:lnTo>
                  <a:lnTo>
                    <a:pt x="1979"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28"/>
            <p:cNvSpPr/>
            <p:nvPr/>
          </p:nvSpPr>
          <p:spPr>
            <a:xfrm>
              <a:off x="4213182" y="4284577"/>
              <a:ext cx="70259" cy="63163"/>
            </a:xfrm>
            <a:custGeom>
              <a:rect b="b" l="l" r="r" t="t"/>
              <a:pathLst>
                <a:path extrusionOk="0" h="1779" w="1979">
                  <a:moveTo>
                    <a:pt x="0" y="0"/>
                  </a:moveTo>
                  <a:lnTo>
                    <a:pt x="0" y="1779"/>
                  </a:lnTo>
                  <a:lnTo>
                    <a:pt x="1979" y="1779"/>
                  </a:lnTo>
                  <a:lnTo>
                    <a:pt x="197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28"/>
            <p:cNvSpPr/>
            <p:nvPr/>
          </p:nvSpPr>
          <p:spPr>
            <a:xfrm>
              <a:off x="4142920" y="4347703"/>
              <a:ext cx="70295" cy="63199"/>
            </a:xfrm>
            <a:custGeom>
              <a:rect b="b" l="l" r="r" t="t"/>
              <a:pathLst>
                <a:path extrusionOk="0" h="1780" w="1980">
                  <a:moveTo>
                    <a:pt x="1" y="1"/>
                  </a:moveTo>
                  <a:lnTo>
                    <a:pt x="1" y="1780"/>
                  </a:lnTo>
                  <a:lnTo>
                    <a:pt x="1979" y="1780"/>
                  </a:lnTo>
                  <a:lnTo>
                    <a:pt x="197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28"/>
            <p:cNvSpPr/>
            <p:nvPr/>
          </p:nvSpPr>
          <p:spPr>
            <a:xfrm>
              <a:off x="4283479" y="4347703"/>
              <a:ext cx="70259" cy="63199"/>
            </a:xfrm>
            <a:custGeom>
              <a:rect b="b" l="l" r="r" t="t"/>
              <a:pathLst>
                <a:path extrusionOk="0" h="1780" w="1979">
                  <a:moveTo>
                    <a:pt x="0" y="1"/>
                  </a:moveTo>
                  <a:lnTo>
                    <a:pt x="0" y="1780"/>
                  </a:lnTo>
                  <a:lnTo>
                    <a:pt x="1979" y="1780"/>
                  </a:lnTo>
                  <a:lnTo>
                    <a:pt x="197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28"/>
            <p:cNvSpPr/>
            <p:nvPr/>
          </p:nvSpPr>
          <p:spPr>
            <a:xfrm>
              <a:off x="4341102" y="4284577"/>
              <a:ext cx="12639" cy="63163"/>
            </a:xfrm>
            <a:custGeom>
              <a:rect b="b" l="l" r="r" t="t"/>
              <a:pathLst>
                <a:path extrusionOk="0" h="1779" w="356">
                  <a:moveTo>
                    <a:pt x="1" y="0"/>
                  </a:moveTo>
                  <a:lnTo>
                    <a:pt x="1" y="1779"/>
                  </a:lnTo>
                  <a:lnTo>
                    <a:pt x="356" y="1779"/>
                  </a:lnTo>
                  <a:lnTo>
                    <a:pt x="35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28"/>
            <p:cNvSpPr/>
            <p:nvPr/>
          </p:nvSpPr>
          <p:spPr>
            <a:xfrm>
              <a:off x="4341102" y="4347703"/>
              <a:ext cx="12639" cy="63199"/>
            </a:xfrm>
            <a:custGeom>
              <a:rect b="b" l="l" r="r" t="t"/>
              <a:pathLst>
                <a:path extrusionOk="0" h="1780" w="356">
                  <a:moveTo>
                    <a:pt x="1" y="1"/>
                  </a:moveTo>
                  <a:lnTo>
                    <a:pt x="1" y="1780"/>
                  </a:lnTo>
                  <a:lnTo>
                    <a:pt x="356" y="1780"/>
                  </a:lnTo>
                  <a:lnTo>
                    <a:pt x="35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28"/>
            <p:cNvSpPr/>
            <p:nvPr/>
          </p:nvSpPr>
          <p:spPr>
            <a:xfrm>
              <a:off x="4173773" y="4194504"/>
              <a:ext cx="52153" cy="52157"/>
            </a:xfrm>
            <a:custGeom>
              <a:rect b="b" l="l" r="r" t="t"/>
              <a:pathLst>
                <a:path extrusionOk="0" h="1469" w="1469">
                  <a:moveTo>
                    <a:pt x="735" y="0"/>
                  </a:moveTo>
                  <a:cubicBezTo>
                    <a:pt x="329" y="0"/>
                    <a:pt x="1" y="328"/>
                    <a:pt x="1" y="734"/>
                  </a:cubicBezTo>
                  <a:cubicBezTo>
                    <a:pt x="1" y="1140"/>
                    <a:pt x="329" y="1468"/>
                    <a:pt x="735" y="1468"/>
                  </a:cubicBezTo>
                  <a:cubicBezTo>
                    <a:pt x="1139" y="1468"/>
                    <a:pt x="1469" y="1140"/>
                    <a:pt x="1469" y="734"/>
                  </a:cubicBezTo>
                  <a:cubicBezTo>
                    <a:pt x="1469" y="328"/>
                    <a:pt x="1139" y="0"/>
                    <a:pt x="73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28"/>
            <p:cNvSpPr/>
            <p:nvPr/>
          </p:nvSpPr>
          <p:spPr>
            <a:xfrm>
              <a:off x="4179560" y="4196173"/>
              <a:ext cx="46260" cy="50488"/>
            </a:xfrm>
            <a:custGeom>
              <a:rect b="b" l="l" r="r" t="t"/>
              <a:pathLst>
                <a:path extrusionOk="0" h="1422" w="1303">
                  <a:moveTo>
                    <a:pt x="823" y="1"/>
                  </a:moveTo>
                  <a:lnTo>
                    <a:pt x="823" y="1"/>
                  </a:lnTo>
                  <a:cubicBezTo>
                    <a:pt x="926" y="126"/>
                    <a:pt x="986" y="289"/>
                    <a:pt x="986" y="463"/>
                  </a:cubicBezTo>
                  <a:cubicBezTo>
                    <a:pt x="986" y="867"/>
                    <a:pt x="658" y="1195"/>
                    <a:pt x="252" y="1195"/>
                  </a:cubicBezTo>
                  <a:cubicBezTo>
                    <a:pt x="164" y="1195"/>
                    <a:pt x="79" y="1178"/>
                    <a:pt x="0" y="1149"/>
                  </a:cubicBezTo>
                  <a:lnTo>
                    <a:pt x="0" y="1149"/>
                  </a:lnTo>
                  <a:cubicBezTo>
                    <a:pt x="136" y="1315"/>
                    <a:pt x="341" y="1421"/>
                    <a:pt x="572" y="1421"/>
                  </a:cubicBezTo>
                  <a:cubicBezTo>
                    <a:pt x="976" y="1421"/>
                    <a:pt x="1303" y="1092"/>
                    <a:pt x="1303" y="687"/>
                  </a:cubicBezTo>
                  <a:cubicBezTo>
                    <a:pt x="1303" y="371"/>
                    <a:pt x="1101" y="102"/>
                    <a:pt x="82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28"/>
            <p:cNvSpPr/>
            <p:nvPr/>
          </p:nvSpPr>
          <p:spPr>
            <a:xfrm>
              <a:off x="4241336" y="4189604"/>
              <a:ext cx="80804" cy="9835"/>
            </a:xfrm>
            <a:custGeom>
              <a:rect b="b" l="l" r="r" t="t"/>
              <a:pathLst>
                <a:path extrusionOk="0" h="277" w="2276">
                  <a:moveTo>
                    <a:pt x="138" y="0"/>
                  </a:moveTo>
                  <a:cubicBezTo>
                    <a:pt x="63" y="0"/>
                    <a:pt x="0" y="64"/>
                    <a:pt x="0" y="138"/>
                  </a:cubicBezTo>
                  <a:cubicBezTo>
                    <a:pt x="0" y="215"/>
                    <a:pt x="61" y="276"/>
                    <a:pt x="138" y="276"/>
                  </a:cubicBezTo>
                  <a:lnTo>
                    <a:pt x="2137" y="276"/>
                  </a:lnTo>
                  <a:cubicBezTo>
                    <a:pt x="2215" y="276"/>
                    <a:pt x="2275" y="216"/>
                    <a:pt x="2275" y="138"/>
                  </a:cubicBezTo>
                  <a:cubicBezTo>
                    <a:pt x="2275" y="64"/>
                    <a:pt x="2215" y="0"/>
                    <a:pt x="213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28"/>
            <p:cNvSpPr/>
            <p:nvPr/>
          </p:nvSpPr>
          <p:spPr>
            <a:xfrm>
              <a:off x="4241372" y="4210019"/>
              <a:ext cx="45337" cy="9870"/>
            </a:xfrm>
            <a:custGeom>
              <a:rect b="b" l="l" r="r" t="t"/>
              <a:pathLst>
                <a:path extrusionOk="0" h="278" w="1277">
                  <a:moveTo>
                    <a:pt x="140" y="1"/>
                  </a:moveTo>
                  <a:cubicBezTo>
                    <a:pt x="64" y="1"/>
                    <a:pt x="1" y="61"/>
                    <a:pt x="1" y="139"/>
                  </a:cubicBezTo>
                  <a:cubicBezTo>
                    <a:pt x="1" y="215"/>
                    <a:pt x="62" y="277"/>
                    <a:pt x="140" y="277"/>
                  </a:cubicBezTo>
                  <a:lnTo>
                    <a:pt x="1137" y="277"/>
                  </a:lnTo>
                  <a:cubicBezTo>
                    <a:pt x="1215" y="277"/>
                    <a:pt x="1277" y="217"/>
                    <a:pt x="1277" y="139"/>
                  </a:cubicBezTo>
                  <a:cubicBezTo>
                    <a:pt x="1277" y="64"/>
                    <a:pt x="1215" y="1"/>
                    <a:pt x="113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28"/>
            <p:cNvSpPr/>
            <p:nvPr/>
          </p:nvSpPr>
          <p:spPr>
            <a:xfrm>
              <a:off x="4246626" y="4235866"/>
              <a:ext cx="76259" cy="24569"/>
            </a:xfrm>
            <a:custGeom>
              <a:rect b="b" l="l" r="r" t="t"/>
              <a:pathLst>
                <a:path extrusionOk="0" h="692" w="2148">
                  <a:moveTo>
                    <a:pt x="83" y="1"/>
                  </a:moveTo>
                  <a:cubicBezTo>
                    <a:pt x="38" y="1"/>
                    <a:pt x="1" y="37"/>
                    <a:pt x="1" y="84"/>
                  </a:cubicBezTo>
                  <a:lnTo>
                    <a:pt x="1" y="608"/>
                  </a:lnTo>
                  <a:cubicBezTo>
                    <a:pt x="1" y="654"/>
                    <a:pt x="37" y="692"/>
                    <a:pt x="83" y="692"/>
                  </a:cubicBezTo>
                  <a:lnTo>
                    <a:pt x="2066" y="692"/>
                  </a:lnTo>
                  <a:cubicBezTo>
                    <a:pt x="2110" y="692"/>
                    <a:pt x="2148" y="654"/>
                    <a:pt x="2148" y="608"/>
                  </a:cubicBezTo>
                  <a:lnTo>
                    <a:pt x="2148" y="84"/>
                  </a:lnTo>
                  <a:cubicBezTo>
                    <a:pt x="2148" y="38"/>
                    <a:pt x="2112" y="1"/>
                    <a:pt x="206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28"/>
            <p:cNvSpPr/>
            <p:nvPr/>
          </p:nvSpPr>
          <p:spPr>
            <a:xfrm>
              <a:off x="4306770" y="4235830"/>
              <a:ext cx="16118" cy="24569"/>
            </a:xfrm>
            <a:custGeom>
              <a:rect b="b" l="l" r="r" t="t"/>
              <a:pathLst>
                <a:path extrusionOk="0" h="692" w="454">
                  <a:moveTo>
                    <a:pt x="0" y="1"/>
                  </a:moveTo>
                  <a:cubicBezTo>
                    <a:pt x="47" y="1"/>
                    <a:pt x="84" y="36"/>
                    <a:pt x="84" y="83"/>
                  </a:cubicBezTo>
                  <a:lnTo>
                    <a:pt x="84" y="608"/>
                  </a:lnTo>
                  <a:cubicBezTo>
                    <a:pt x="84" y="654"/>
                    <a:pt x="48" y="691"/>
                    <a:pt x="0" y="691"/>
                  </a:cubicBezTo>
                  <a:lnTo>
                    <a:pt x="372" y="691"/>
                  </a:lnTo>
                  <a:cubicBezTo>
                    <a:pt x="416" y="691"/>
                    <a:pt x="454" y="655"/>
                    <a:pt x="454" y="608"/>
                  </a:cubicBezTo>
                  <a:lnTo>
                    <a:pt x="454" y="83"/>
                  </a:lnTo>
                  <a:cubicBezTo>
                    <a:pt x="454" y="38"/>
                    <a:pt x="416"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50" name="Google Shape;4250;p28"/>
          <p:cNvGrpSpPr/>
          <p:nvPr/>
        </p:nvGrpSpPr>
        <p:grpSpPr>
          <a:xfrm>
            <a:off x="3437462" y="4148065"/>
            <a:ext cx="327024" cy="326249"/>
            <a:chOff x="3437462" y="4148065"/>
            <a:chExt cx="327024" cy="326249"/>
          </a:xfrm>
        </p:grpSpPr>
        <p:sp>
          <p:nvSpPr>
            <p:cNvPr id="4251" name="Google Shape;4251;p28"/>
            <p:cNvSpPr/>
            <p:nvPr/>
          </p:nvSpPr>
          <p:spPr>
            <a:xfrm>
              <a:off x="3490860" y="4355727"/>
              <a:ext cx="153939" cy="118587"/>
            </a:xfrm>
            <a:custGeom>
              <a:rect b="b" l="l" r="r" t="t"/>
              <a:pathLst>
                <a:path extrusionOk="0" h="3340" w="4336">
                  <a:moveTo>
                    <a:pt x="2169" y="1"/>
                  </a:moveTo>
                  <a:cubicBezTo>
                    <a:pt x="971" y="1"/>
                    <a:pt x="0" y="971"/>
                    <a:pt x="0" y="2168"/>
                  </a:cubicBezTo>
                  <a:lnTo>
                    <a:pt x="0" y="3339"/>
                  </a:lnTo>
                  <a:lnTo>
                    <a:pt x="4336" y="3339"/>
                  </a:lnTo>
                  <a:lnTo>
                    <a:pt x="4336" y="2168"/>
                  </a:lnTo>
                  <a:cubicBezTo>
                    <a:pt x="4336" y="972"/>
                    <a:pt x="3365" y="1"/>
                    <a:pt x="21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28"/>
            <p:cNvSpPr/>
            <p:nvPr/>
          </p:nvSpPr>
          <p:spPr>
            <a:xfrm>
              <a:off x="3560518" y="4355727"/>
              <a:ext cx="84354" cy="118587"/>
            </a:xfrm>
            <a:custGeom>
              <a:rect b="b" l="l" r="r" t="t"/>
              <a:pathLst>
                <a:path extrusionOk="0" h="3340" w="2376">
                  <a:moveTo>
                    <a:pt x="208" y="1"/>
                  </a:moveTo>
                  <a:cubicBezTo>
                    <a:pt x="138" y="1"/>
                    <a:pt x="70" y="5"/>
                    <a:pt x="1" y="12"/>
                  </a:cubicBezTo>
                  <a:cubicBezTo>
                    <a:pt x="518" y="60"/>
                    <a:pt x="980" y="289"/>
                    <a:pt x="1326" y="636"/>
                  </a:cubicBezTo>
                  <a:cubicBezTo>
                    <a:pt x="1719" y="1028"/>
                    <a:pt x="1962" y="1569"/>
                    <a:pt x="1962" y="2168"/>
                  </a:cubicBezTo>
                  <a:lnTo>
                    <a:pt x="1962" y="3339"/>
                  </a:lnTo>
                  <a:lnTo>
                    <a:pt x="2375" y="3339"/>
                  </a:lnTo>
                  <a:lnTo>
                    <a:pt x="2375" y="2170"/>
                  </a:lnTo>
                  <a:cubicBezTo>
                    <a:pt x="2375" y="1569"/>
                    <a:pt x="2132" y="1027"/>
                    <a:pt x="1741" y="636"/>
                  </a:cubicBezTo>
                  <a:cubicBezTo>
                    <a:pt x="1348" y="244"/>
                    <a:pt x="807" y="1"/>
                    <a:pt x="20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28"/>
            <p:cNvSpPr/>
            <p:nvPr/>
          </p:nvSpPr>
          <p:spPr>
            <a:xfrm>
              <a:off x="3437462" y="4369999"/>
              <a:ext cx="101608" cy="85922"/>
            </a:xfrm>
            <a:custGeom>
              <a:rect b="b" l="l" r="r" t="t"/>
              <a:pathLst>
                <a:path extrusionOk="0" h="2420" w="2862">
                  <a:moveTo>
                    <a:pt x="1562" y="0"/>
                  </a:moveTo>
                  <a:cubicBezTo>
                    <a:pt x="1558" y="0"/>
                    <a:pt x="1554" y="1"/>
                    <a:pt x="1550" y="2"/>
                  </a:cubicBezTo>
                  <a:cubicBezTo>
                    <a:pt x="1310" y="77"/>
                    <a:pt x="825" y="275"/>
                    <a:pt x="598" y="746"/>
                  </a:cubicBezTo>
                  <a:cubicBezTo>
                    <a:pt x="575" y="792"/>
                    <a:pt x="526" y="822"/>
                    <a:pt x="474" y="822"/>
                  </a:cubicBezTo>
                  <a:lnTo>
                    <a:pt x="298" y="822"/>
                  </a:lnTo>
                  <a:cubicBezTo>
                    <a:pt x="134" y="822"/>
                    <a:pt x="0" y="956"/>
                    <a:pt x="0" y="1120"/>
                  </a:cubicBezTo>
                  <a:lnTo>
                    <a:pt x="0" y="2123"/>
                  </a:lnTo>
                  <a:cubicBezTo>
                    <a:pt x="0" y="2287"/>
                    <a:pt x="134" y="2419"/>
                    <a:pt x="298" y="2419"/>
                  </a:cubicBezTo>
                  <a:lnTo>
                    <a:pt x="2565" y="2419"/>
                  </a:lnTo>
                  <a:cubicBezTo>
                    <a:pt x="2727" y="2419"/>
                    <a:pt x="2861" y="2287"/>
                    <a:pt x="2861" y="2123"/>
                  </a:cubicBezTo>
                  <a:lnTo>
                    <a:pt x="2861" y="1120"/>
                  </a:lnTo>
                  <a:cubicBezTo>
                    <a:pt x="2861" y="956"/>
                    <a:pt x="2727" y="822"/>
                    <a:pt x="2565" y="822"/>
                  </a:cubicBezTo>
                  <a:lnTo>
                    <a:pt x="1601" y="822"/>
                  </a:lnTo>
                  <a:cubicBezTo>
                    <a:pt x="1599" y="822"/>
                    <a:pt x="1597" y="822"/>
                    <a:pt x="1595" y="822"/>
                  </a:cubicBezTo>
                  <a:cubicBezTo>
                    <a:pt x="1523" y="822"/>
                    <a:pt x="1464" y="763"/>
                    <a:pt x="1461" y="691"/>
                  </a:cubicBezTo>
                  <a:cubicBezTo>
                    <a:pt x="1457" y="531"/>
                    <a:pt x="1468" y="258"/>
                    <a:pt x="1598" y="68"/>
                  </a:cubicBezTo>
                  <a:cubicBezTo>
                    <a:pt x="1620" y="38"/>
                    <a:pt x="1595" y="0"/>
                    <a:pt x="156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28"/>
            <p:cNvSpPr/>
            <p:nvPr/>
          </p:nvSpPr>
          <p:spPr>
            <a:xfrm>
              <a:off x="3476019" y="4369999"/>
              <a:ext cx="18958" cy="29292"/>
            </a:xfrm>
            <a:custGeom>
              <a:rect b="b" l="l" r="r" t="t"/>
              <a:pathLst>
                <a:path extrusionOk="0" h="825" w="534">
                  <a:moveTo>
                    <a:pt x="474" y="0"/>
                  </a:moveTo>
                  <a:cubicBezTo>
                    <a:pt x="471" y="0"/>
                    <a:pt x="467" y="1"/>
                    <a:pt x="463" y="2"/>
                  </a:cubicBezTo>
                  <a:cubicBezTo>
                    <a:pt x="368" y="34"/>
                    <a:pt x="233" y="81"/>
                    <a:pt x="91" y="160"/>
                  </a:cubicBezTo>
                  <a:cubicBezTo>
                    <a:pt x="9" y="339"/>
                    <a:pt x="1" y="554"/>
                    <a:pt x="7" y="691"/>
                  </a:cubicBezTo>
                  <a:cubicBezTo>
                    <a:pt x="9" y="765"/>
                    <a:pt x="71" y="825"/>
                    <a:pt x="145" y="825"/>
                  </a:cubicBezTo>
                  <a:lnTo>
                    <a:pt x="513" y="825"/>
                  </a:lnTo>
                  <a:cubicBezTo>
                    <a:pt x="440" y="825"/>
                    <a:pt x="378" y="765"/>
                    <a:pt x="375" y="691"/>
                  </a:cubicBezTo>
                  <a:cubicBezTo>
                    <a:pt x="371" y="530"/>
                    <a:pt x="382" y="258"/>
                    <a:pt x="512" y="69"/>
                  </a:cubicBezTo>
                  <a:cubicBezTo>
                    <a:pt x="534" y="40"/>
                    <a:pt x="509" y="0"/>
                    <a:pt x="47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28"/>
            <p:cNvSpPr/>
            <p:nvPr/>
          </p:nvSpPr>
          <p:spPr>
            <a:xfrm>
              <a:off x="3515322" y="4399254"/>
              <a:ext cx="23680" cy="56772"/>
            </a:xfrm>
            <a:custGeom>
              <a:rect b="b" l="l" r="r" t="t"/>
              <a:pathLst>
                <a:path extrusionOk="0" h="1599" w="667">
                  <a:moveTo>
                    <a:pt x="0" y="1"/>
                  </a:moveTo>
                  <a:cubicBezTo>
                    <a:pt x="164" y="1"/>
                    <a:pt x="297" y="133"/>
                    <a:pt x="297" y="297"/>
                  </a:cubicBezTo>
                  <a:lnTo>
                    <a:pt x="297" y="1300"/>
                  </a:lnTo>
                  <a:cubicBezTo>
                    <a:pt x="297" y="1464"/>
                    <a:pt x="164" y="1598"/>
                    <a:pt x="0" y="1598"/>
                  </a:cubicBezTo>
                  <a:lnTo>
                    <a:pt x="369" y="1598"/>
                  </a:lnTo>
                  <a:cubicBezTo>
                    <a:pt x="533" y="1598"/>
                    <a:pt x="667" y="1464"/>
                    <a:pt x="667" y="1300"/>
                  </a:cubicBezTo>
                  <a:lnTo>
                    <a:pt x="667" y="297"/>
                  </a:lnTo>
                  <a:cubicBezTo>
                    <a:pt x="667" y="133"/>
                    <a:pt x="533" y="1"/>
                    <a:pt x="36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28"/>
            <p:cNvSpPr/>
            <p:nvPr/>
          </p:nvSpPr>
          <p:spPr>
            <a:xfrm>
              <a:off x="3550896" y="4317667"/>
              <a:ext cx="33976" cy="62027"/>
            </a:xfrm>
            <a:custGeom>
              <a:rect b="b" l="l" r="r" t="t"/>
              <a:pathLst>
                <a:path extrusionOk="0" h="1747" w="957">
                  <a:moveTo>
                    <a:pt x="0" y="1"/>
                  </a:moveTo>
                  <a:lnTo>
                    <a:pt x="0" y="1267"/>
                  </a:lnTo>
                  <a:cubicBezTo>
                    <a:pt x="0" y="1532"/>
                    <a:pt x="214" y="1746"/>
                    <a:pt x="479" y="1746"/>
                  </a:cubicBezTo>
                  <a:cubicBezTo>
                    <a:pt x="741" y="1746"/>
                    <a:pt x="957" y="1532"/>
                    <a:pt x="957" y="1267"/>
                  </a:cubicBezTo>
                  <a:lnTo>
                    <a:pt x="957"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28"/>
            <p:cNvSpPr/>
            <p:nvPr/>
          </p:nvSpPr>
          <p:spPr>
            <a:xfrm>
              <a:off x="3560944" y="4317773"/>
              <a:ext cx="23929" cy="61956"/>
            </a:xfrm>
            <a:custGeom>
              <a:rect b="b" l="l" r="r" t="t"/>
              <a:pathLst>
                <a:path extrusionOk="0" h="1745" w="674">
                  <a:moveTo>
                    <a:pt x="283" y="1"/>
                  </a:moveTo>
                  <a:lnTo>
                    <a:pt x="283" y="1267"/>
                  </a:lnTo>
                  <a:cubicBezTo>
                    <a:pt x="283" y="1461"/>
                    <a:pt x="167" y="1628"/>
                    <a:pt x="1" y="1703"/>
                  </a:cubicBezTo>
                  <a:cubicBezTo>
                    <a:pt x="60" y="1730"/>
                    <a:pt x="126" y="1745"/>
                    <a:pt x="196" y="1745"/>
                  </a:cubicBezTo>
                  <a:cubicBezTo>
                    <a:pt x="461" y="1745"/>
                    <a:pt x="674" y="1530"/>
                    <a:pt x="674" y="1267"/>
                  </a:cubicBezTo>
                  <a:lnTo>
                    <a:pt x="67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28"/>
            <p:cNvSpPr/>
            <p:nvPr/>
          </p:nvSpPr>
          <p:spPr>
            <a:xfrm>
              <a:off x="3566908" y="4148065"/>
              <a:ext cx="197571" cy="197585"/>
            </a:xfrm>
            <a:custGeom>
              <a:rect b="b" l="l" r="r" t="t"/>
              <a:pathLst>
                <a:path extrusionOk="0" h="5565" w="5565">
                  <a:moveTo>
                    <a:pt x="2449" y="0"/>
                  </a:moveTo>
                  <a:cubicBezTo>
                    <a:pt x="2391" y="0"/>
                    <a:pt x="2342" y="48"/>
                    <a:pt x="2342" y="107"/>
                  </a:cubicBezTo>
                  <a:lnTo>
                    <a:pt x="2342" y="656"/>
                  </a:lnTo>
                  <a:cubicBezTo>
                    <a:pt x="2260" y="674"/>
                    <a:pt x="2180" y="697"/>
                    <a:pt x="2100" y="723"/>
                  </a:cubicBezTo>
                  <a:lnTo>
                    <a:pt x="1824" y="245"/>
                  </a:lnTo>
                  <a:cubicBezTo>
                    <a:pt x="1805" y="211"/>
                    <a:pt x="1769" y="192"/>
                    <a:pt x="1733" y="192"/>
                  </a:cubicBezTo>
                  <a:cubicBezTo>
                    <a:pt x="1715" y="192"/>
                    <a:pt x="1697" y="197"/>
                    <a:pt x="1680" y="206"/>
                  </a:cubicBezTo>
                  <a:lnTo>
                    <a:pt x="1103" y="538"/>
                  </a:lnTo>
                  <a:cubicBezTo>
                    <a:pt x="1053" y="567"/>
                    <a:pt x="1036" y="632"/>
                    <a:pt x="1064" y="682"/>
                  </a:cubicBezTo>
                  <a:lnTo>
                    <a:pt x="1339" y="1162"/>
                  </a:lnTo>
                  <a:cubicBezTo>
                    <a:pt x="1276" y="1216"/>
                    <a:pt x="1217" y="1277"/>
                    <a:pt x="1161" y="1339"/>
                  </a:cubicBezTo>
                  <a:lnTo>
                    <a:pt x="683" y="1064"/>
                  </a:lnTo>
                  <a:cubicBezTo>
                    <a:pt x="666" y="1054"/>
                    <a:pt x="648" y="1049"/>
                    <a:pt x="630" y="1049"/>
                  </a:cubicBezTo>
                  <a:cubicBezTo>
                    <a:pt x="593" y="1049"/>
                    <a:pt x="558" y="1068"/>
                    <a:pt x="539" y="1103"/>
                  </a:cubicBezTo>
                  <a:lnTo>
                    <a:pt x="205" y="1681"/>
                  </a:lnTo>
                  <a:cubicBezTo>
                    <a:pt x="176" y="1731"/>
                    <a:pt x="194" y="1796"/>
                    <a:pt x="246" y="1825"/>
                  </a:cubicBezTo>
                  <a:lnTo>
                    <a:pt x="722" y="2100"/>
                  </a:lnTo>
                  <a:cubicBezTo>
                    <a:pt x="694" y="2179"/>
                    <a:pt x="673" y="2260"/>
                    <a:pt x="657" y="2343"/>
                  </a:cubicBezTo>
                  <a:lnTo>
                    <a:pt x="107" y="2343"/>
                  </a:lnTo>
                  <a:cubicBezTo>
                    <a:pt x="50" y="2343"/>
                    <a:pt x="1" y="2389"/>
                    <a:pt x="1" y="2449"/>
                  </a:cubicBezTo>
                  <a:lnTo>
                    <a:pt x="1" y="3116"/>
                  </a:lnTo>
                  <a:cubicBezTo>
                    <a:pt x="1" y="3173"/>
                    <a:pt x="47" y="3222"/>
                    <a:pt x="107" y="3222"/>
                  </a:cubicBezTo>
                  <a:lnTo>
                    <a:pt x="657" y="3222"/>
                  </a:lnTo>
                  <a:cubicBezTo>
                    <a:pt x="673" y="3306"/>
                    <a:pt x="697" y="3386"/>
                    <a:pt x="722" y="3465"/>
                  </a:cubicBezTo>
                  <a:lnTo>
                    <a:pt x="246" y="3740"/>
                  </a:lnTo>
                  <a:cubicBezTo>
                    <a:pt x="195" y="3769"/>
                    <a:pt x="176" y="3834"/>
                    <a:pt x="205" y="3884"/>
                  </a:cubicBezTo>
                  <a:lnTo>
                    <a:pt x="539" y="4461"/>
                  </a:lnTo>
                  <a:cubicBezTo>
                    <a:pt x="559" y="4496"/>
                    <a:pt x="595" y="4515"/>
                    <a:pt x="632" y="4515"/>
                  </a:cubicBezTo>
                  <a:cubicBezTo>
                    <a:pt x="649" y="4515"/>
                    <a:pt x="667" y="4511"/>
                    <a:pt x="683" y="4502"/>
                  </a:cubicBezTo>
                  <a:lnTo>
                    <a:pt x="1161" y="4227"/>
                  </a:lnTo>
                  <a:cubicBezTo>
                    <a:pt x="1217" y="4289"/>
                    <a:pt x="1276" y="4349"/>
                    <a:pt x="1339" y="4404"/>
                  </a:cubicBezTo>
                  <a:lnTo>
                    <a:pt x="1064" y="4883"/>
                  </a:lnTo>
                  <a:cubicBezTo>
                    <a:pt x="1036" y="4933"/>
                    <a:pt x="1051" y="4998"/>
                    <a:pt x="1103" y="5027"/>
                  </a:cubicBezTo>
                  <a:lnTo>
                    <a:pt x="1680" y="5359"/>
                  </a:lnTo>
                  <a:cubicBezTo>
                    <a:pt x="1697" y="5369"/>
                    <a:pt x="1715" y="5373"/>
                    <a:pt x="1734" y="5373"/>
                  </a:cubicBezTo>
                  <a:cubicBezTo>
                    <a:pt x="1770" y="5373"/>
                    <a:pt x="1805" y="5355"/>
                    <a:pt x="1824" y="5320"/>
                  </a:cubicBezTo>
                  <a:lnTo>
                    <a:pt x="2100" y="4843"/>
                  </a:lnTo>
                  <a:cubicBezTo>
                    <a:pt x="2180" y="4870"/>
                    <a:pt x="2260" y="4892"/>
                    <a:pt x="2342" y="4907"/>
                  </a:cubicBezTo>
                  <a:lnTo>
                    <a:pt x="2342" y="5459"/>
                  </a:lnTo>
                  <a:cubicBezTo>
                    <a:pt x="2342" y="5516"/>
                    <a:pt x="2390" y="5565"/>
                    <a:pt x="2449" y="5565"/>
                  </a:cubicBezTo>
                  <a:lnTo>
                    <a:pt x="3116" y="5565"/>
                  </a:lnTo>
                  <a:cubicBezTo>
                    <a:pt x="3174" y="5565"/>
                    <a:pt x="3223" y="5518"/>
                    <a:pt x="3223" y="5459"/>
                  </a:cubicBezTo>
                  <a:lnTo>
                    <a:pt x="3223" y="4907"/>
                  </a:lnTo>
                  <a:cubicBezTo>
                    <a:pt x="3305" y="4892"/>
                    <a:pt x="3385" y="4869"/>
                    <a:pt x="3465" y="4843"/>
                  </a:cubicBezTo>
                  <a:lnTo>
                    <a:pt x="3741" y="5320"/>
                  </a:lnTo>
                  <a:cubicBezTo>
                    <a:pt x="3760" y="5354"/>
                    <a:pt x="3796" y="5373"/>
                    <a:pt x="3832" y="5373"/>
                  </a:cubicBezTo>
                  <a:cubicBezTo>
                    <a:pt x="3850" y="5373"/>
                    <a:pt x="3868" y="5369"/>
                    <a:pt x="3885" y="5359"/>
                  </a:cubicBezTo>
                  <a:lnTo>
                    <a:pt x="4462" y="5027"/>
                  </a:lnTo>
                  <a:cubicBezTo>
                    <a:pt x="4512" y="4998"/>
                    <a:pt x="4531" y="4933"/>
                    <a:pt x="4501" y="4883"/>
                  </a:cubicBezTo>
                  <a:lnTo>
                    <a:pt x="4226" y="4404"/>
                  </a:lnTo>
                  <a:cubicBezTo>
                    <a:pt x="4289" y="4348"/>
                    <a:pt x="4348" y="4289"/>
                    <a:pt x="4404" y="4227"/>
                  </a:cubicBezTo>
                  <a:lnTo>
                    <a:pt x="4882" y="4502"/>
                  </a:lnTo>
                  <a:cubicBezTo>
                    <a:pt x="4899" y="4511"/>
                    <a:pt x="4917" y="4516"/>
                    <a:pt x="4935" y="4516"/>
                  </a:cubicBezTo>
                  <a:cubicBezTo>
                    <a:pt x="4971" y="4516"/>
                    <a:pt x="5007" y="4497"/>
                    <a:pt x="5026" y="4461"/>
                  </a:cubicBezTo>
                  <a:lnTo>
                    <a:pt x="5360" y="3884"/>
                  </a:lnTo>
                  <a:cubicBezTo>
                    <a:pt x="5389" y="3834"/>
                    <a:pt x="5371" y="3769"/>
                    <a:pt x="5320" y="3740"/>
                  </a:cubicBezTo>
                  <a:lnTo>
                    <a:pt x="4843" y="3465"/>
                  </a:lnTo>
                  <a:cubicBezTo>
                    <a:pt x="4871" y="3386"/>
                    <a:pt x="4892" y="3306"/>
                    <a:pt x="4908" y="3222"/>
                  </a:cubicBezTo>
                  <a:lnTo>
                    <a:pt x="5459" y="3222"/>
                  </a:lnTo>
                  <a:cubicBezTo>
                    <a:pt x="5518" y="3222"/>
                    <a:pt x="5564" y="3176"/>
                    <a:pt x="5564" y="3116"/>
                  </a:cubicBezTo>
                  <a:lnTo>
                    <a:pt x="5564" y="2449"/>
                  </a:lnTo>
                  <a:cubicBezTo>
                    <a:pt x="5564" y="2392"/>
                    <a:pt x="5518" y="2343"/>
                    <a:pt x="5459" y="2343"/>
                  </a:cubicBezTo>
                  <a:lnTo>
                    <a:pt x="4908" y="2343"/>
                  </a:lnTo>
                  <a:cubicBezTo>
                    <a:pt x="4892" y="2260"/>
                    <a:pt x="4869" y="2179"/>
                    <a:pt x="4843" y="2100"/>
                  </a:cubicBezTo>
                  <a:lnTo>
                    <a:pt x="5320" y="1825"/>
                  </a:lnTo>
                  <a:cubicBezTo>
                    <a:pt x="5370" y="1796"/>
                    <a:pt x="5389" y="1731"/>
                    <a:pt x="5360" y="1681"/>
                  </a:cubicBezTo>
                  <a:lnTo>
                    <a:pt x="5026" y="1103"/>
                  </a:lnTo>
                  <a:cubicBezTo>
                    <a:pt x="5007" y="1069"/>
                    <a:pt x="4971" y="1050"/>
                    <a:pt x="4934" y="1050"/>
                  </a:cubicBezTo>
                  <a:cubicBezTo>
                    <a:pt x="4917" y="1050"/>
                    <a:pt x="4899" y="1054"/>
                    <a:pt x="4882" y="1064"/>
                  </a:cubicBezTo>
                  <a:lnTo>
                    <a:pt x="4404" y="1339"/>
                  </a:lnTo>
                  <a:cubicBezTo>
                    <a:pt x="4348" y="1277"/>
                    <a:pt x="4289" y="1216"/>
                    <a:pt x="4226" y="1162"/>
                  </a:cubicBezTo>
                  <a:lnTo>
                    <a:pt x="4501" y="682"/>
                  </a:lnTo>
                  <a:cubicBezTo>
                    <a:pt x="4531" y="632"/>
                    <a:pt x="4514" y="567"/>
                    <a:pt x="4462" y="538"/>
                  </a:cubicBezTo>
                  <a:lnTo>
                    <a:pt x="3885" y="206"/>
                  </a:lnTo>
                  <a:cubicBezTo>
                    <a:pt x="3868" y="196"/>
                    <a:pt x="3850" y="192"/>
                    <a:pt x="3832" y="192"/>
                  </a:cubicBezTo>
                  <a:cubicBezTo>
                    <a:pt x="3795" y="192"/>
                    <a:pt x="3760" y="210"/>
                    <a:pt x="3741" y="245"/>
                  </a:cubicBezTo>
                  <a:lnTo>
                    <a:pt x="3465" y="723"/>
                  </a:lnTo>
                  <a:cubicBezTo>
                    <a:pt x="3385" y="695"/>
                    <a:pt x="3305" y="674"/>
                    <a:pt x="3223" y="656"/>
                  </a:cubicBezTo>
                  <a:lnTo>
                    <a:pt x="3223" y="107"/>
                  </a:lnTo>
                  <a:cubicBezTo>
                    <a:pt x="3223" y="49"/>
                    <a:pt x="3175" y="0"/>
                    <a:pt x="311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28"/>
            <p:cNvSpPr/>
            <p:nvPr/>
          </p:nvSpPr>
          <p:spPr>
            <a:xfrm>
              <a:off x="3662910" y="4148065"/>
              <a:ext cx="18390" cy="26380"/>
            </a:xfrm>
            <a:custGeom>
              <a:rect b="b" l="l" r="r" t="t"/>
              <a:pathLst>
                <a:path extrusionOk="0" h="743" w="518">
                  <a:moveTo>
                    <a:pt x="1" y="0"/>
                  </a:moveTo>
                  <a:lnTo>
                    <a:pt x="9" y="7"/>
                  </a:lnTo>
                  <a:cubicBezTo>
                    <a:pt x="74" y="49"/>
                    <a:pt x="114" y="120"/>
                    <a:pt x="114" y="197"/>
                  </a:cubicBezTo>
                  <a:lnTo>
                    <a:pt x="114" y="573"/>
                  </a:lnTo>
                  <a:cubicBezTo>
                    <a:pt x="114" y="667"/>
                    <a:pt x="189" y="743"/>
                    <a:pt x="284" y="743"/>
                  </a:cubicBezTo>
                  <a:cubicBezTo>
                    <a:pt x="332" y="743"/>
                    <a:pt x="376" y="731"/>
                    <a:pt x="418" y="710"/>
                  </a:cubicBezTo>
                  <a:lnTo>
                    <a:pt x="517" y="658"/>
                  </a:lnTo>
                  <a:lnTo>
                    <a:pt x="517" y="107"/>
                  </a:lnTo>
                  <a:cubicBezTo>
                    <a:pt x="517" y="48"/>
                    <a:pt x="468" y="0"/>
                    <a:pt x="41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28"/>
            <p:cNvSpPr/>
            <p:nvPr/>
          </p:nvSpPr>
          <p:spPr>
            <a:xfrm>
              <a:off x="3665467" y="4322389"/>
              <a:ext cx="15870" cy="23327"/>
            </a:xfrm>
            <a:custGeom>
              <a:rect b="b" l="l" r="r" t="t"/>
              <a:pathLst>
                <a:path extrusionOk="0" h="657" w="447">
                  <a:moveTo>
                    <a:pt x="261" y="0"/>
                  </a:moveTo>
                  <a:cubicBezTo>
                    <a:pt x="140" y="0"/>
                    <a:pt x="44" y="97"/>
                    <a:pt x="44" y="218"/>
                  </a:cubicBezTo>
                  <a:lnTo>
                    <a:pt x="44" y="572"/>
                  </a:lnTo>
                  <a:cubicBezTo>
                    <a:pt x="44" y="606"/>
                    <a:pt x="25" y="636"/>
                    <a:pt x="1" y="656"/>
                  </a:cubicBezTo>
                  <a:lnTo>
                    <a:pt x="340" y="656"/>
                  </a:lnTo>
                  <a:cubicBezTo>
                    <a:pt x="399" y="656"/>
                    <a:pt x="447" y="608"/>
                    <a:pt x="447" y="550"/>
                  </a:cubicBezTo>
                  <a:lnTo>
                    <a:pt x="447" y="233"/>
                  </a:lnTo>
                  <a:lnTo>
                    <a:pt x="44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28"/>
            <p:cNvSpPr/>
            <p:nvPr/>
          </p:nvSpPr>
          <p:spPr>
            <a:xfrm>
              <a:off x="3696887" y="4304353"/>
              <a:ext cx="30816" cy="34475"/>
            </a:xfrm>
            <a:custGeom>
              <a:rect b="b" l="l" r="r" t="t"/>
              <a:pathLst>
                <a:path extrusionOk="0" h="971" w="868">
                  <a:moveTo>
                    <a:pt x="563" y="0"/>
                  </a:moveTo>
                  <a:lnTo>
                    <a:pt x="474" y="48"/>
                  </a:lnTo>
                  <a:cubicBezTo>
                    <a:pt x="348" y="115"/>
                    <a:pt x="303" y="274"/>
                    <a:pt x="375" y="397"/>
                  </a:cubicBezTo>
                  <a:lnTo>
                    <a:pt x="398" y="432"/>
                  </a:lnTo>
                  <a:cubicBezTo>
                    <a:pt x="428" y="482"/>
                    <a:pt x="411" y="547"/>
                    <a:pt x="361" y="576"/>
                  </a:cubicBezTo>
                  <a:lnTo>
                    <a:pt x="1" y="783"/>
                  </a:lnTo>
                  <a:lnTo>
                    <a:pt x="78" y="918"/>
                  </a:lnTo>
                  <a:cubicBezTo>
                    <a:pt x="98" y="952"/>
                    <a:pt x="133" y="970"/>
                    <a:pt x="169" y="970"/>
                  </a:cubicBezTo>
                  <a:cubicBezTo>
                    <a:pt x="187" y="970"/>
                    <a:pt x="205" y="965"/>
                    <a:pt x="222" y="956"/>
                  </a:cubicBezTo>
                  <a:lnTo>
                    <a:pt x="799" y="623"/>
                  </a:lnTo>
                  <a:cubicBezTo>
                    <a:pt x="851" y="595"/>
                    <a:pt x="867" y="530"/>
                    <a:pt x="838" y="479"/>
                  </a:cubicBezTo>
                  <a:lnTo>
                    <a:pt x="56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28"/>
            <p:cNvSpPr/>
            <p:nvPr/>
          </p:nvSpPr>
          <p:spPr>
            <a:xfrm>
              <a:off x="3697669" y="4154917"/>
              <a:ext cx="30106" cy="34440"/>
            </a:xfrm>
            <a:custGeom>
              <a:rect b="b" l="l" r="r" t="t"/>
              <a:pathLst>
                <a:path extrusionOk="0" h="970" w="848">
                  <a:moveTo>
                    <a:pt x="151" y="1"/>
                  </a:moveTo>
                  <a:cubicBezTo>
                    <a:pt x="114" y="1"/>
                    <a:pt x="77" y="21"/>
                    <a:pt x="58" y="55"/>
                  </a:cubicBezTo>
                  <a:lnTo>
                    <a:pt x="0" y="153"/>
                  </a:lnTo>
                  <a:lnTo>
                    <a:pt x="376" y="368"/>
                  </a:lnTo>
                  <a:cubicBezTo>
                    <a:pt x="426" y="397"/>
                    <a:pt x="442" y="462"/>
                    <a:pt x="416" y="514"/>
                  </a:cubicBezTo>
                  <a:lnTo>
                    <a:pt x="351" y="625"/>
                  </a:lnTo>
                  <a:cubicBezTo>
                    <a:pt x="294" y="721"/>
                    <a:pt x="327" y="848"/>
                    <a:pt x="425" y="905"/>
                  </a:cubicBezTo>
                  <a:lnTo>
                    <a:pt x="459" y="925"/>
                  </a:lnTo>
                  <a:lnTo>
                    <a:pt x="543" y="970"/>
                  </a:lnTo>
                  <a:lnTo>
                    <a:pt x="819" y="491"/>
                  </a:lnTo>
                  <a:cubicBezTo>
                    <a:pt x="848" y="440"/>
                    <a:pt x="829" y="376"/>
                    <a:pt x="779" y="347"/>
                  </a:cubicBezTo>
                  <a:lnTo>
                    <a:pt x="202" y="14"/>
                  </a:lnTo>
                  <a:cubicBezTo>
                    <a:pt x="186" y="5"/>
                    <a:pt x="168" y="1"/>
                    <a:pt x="15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28"/>
            <p:cNvSpPr/>
            <p:nvPr/>
          </p:nvSpPr>
          <p:spPr>
            <a:xfrm>
              <a:off x="3733030" y="4271086"/>
              <a:ext cx="25207" cy="37280"/>
            </a:xfrm>
            <a:custGeom>
              <a:rect b="b" l="l" r="r" t="t"/>
              <a:pathLst>
                <a:path extrusionOk="0" h="1050" w="710">
                  <a:moveTo>
                    <a:pt x="164" y="0"/>
                  </a:moveTo>
                  <a:lnTo>
                    <a:pt x="110" y="90"/>
                  </a:lnTo>
                  <a:cubicBezTo>
                    <a:pt x="74" y="152"/>
                    <a:pt x="99" y="231"/>
                    <a:pt x="164" y="261"/>
                  </a:cubicBezTo>
                  <a:lnTo>
                    <a:pt x="238" y="295"/>
                  </a:lnTo>
                  <a:cubicBezTo>
                    <a:pt x="288" y="324"/>
                    <a:pt x="305" y="389"/>
                    <a:pt x="276" y="439"/>
                  </a:cubicBezTo>
                  <a:lnTo>
                    <a:pt x="0" y="917"/>
                  </a:lnTo>
                  <a:lnTo>
                    <a:pt x="205" y="1035"/>
                  </a:lnTo>
                  <a:cubicBezTo>
                    <a:pt x="221" y="1045"/>
                    <a:pt x="239" y="1050"/>
                    <a:pt x="257" y="1050"/>
                  </a:cubicBezTo>
                  <a:cubicBezTo>
                    <a:pt x="293" y="1050"/>
                    <a:pt x="329" y="1030"/>
                    <a:pt x="348" y="996"/>
                  </a:cubicBezTo>
                  <a:lnTo>
                    <a:pt x="681" y="419"/>
                  </a:lnTo>
                  <a:cubicBezTo>
                    <a:pt x="710" y="369"/>
                    <a:pt x="691" y="304"/>
                    <a:pt x="641" y="275"/>
                  </a:cubicBezTo>
                  <a:lnTo>
                    <a:pt x="16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28"/>
            <p:cNvSpPr/>
            <p:nvPr/>
          </p:nvSpPr>
          <p:spPr>
            <a:xfrm>
              <a:off x="3735160" y="4185308"/>
              <a:ext cx="23041" cy="37316"/>
            </a:xfrm>
            <a:custGeom>
              <a:rect b="b" l="l" r="r" t="t"/>
              <a:pathLst>
                <a:path extrusionOk="0" h="1051" w="649">
                  <a:moveTo>
                    <a:pt x="195" y="0"/>
                  </a:moveTo>
                  <a:cubicBezTo>
                    <a:pt x="177" y="0"/>
                    <a:pt x="158" y="5"/>
                    <a:pt x="142" y="15"/>
                  </a:cubicBezTo>
                  <a:lnTo>
                    <a:pt x="1" y="98"/>
                  </a:lnTo>
                  <a:lnTo>
                    <a:pt x="275" y="530"/>
                  </a:lnTo>
                  <a:cubicBezTo>
                    <a:pt x="306" y="580"/>
                    <a:pt x="288" y="645"/>
                    <a:pt x="238" y="674"/>
                  </a:cubicBezTo>
                  <a:lnTo>
                    <a:pt x="142" y="728"/>
                  </a:lnTo>
                  <a:cubicBezTo>
                    <a:pt x="48" y="783"/>
                    <a:pt x="18" y="900"/>
                    <a:pt x="70" y="993"/>
                  </a:cubicBezTo>
                  <a:lnTo>
                    <a:pt x="103" y="1051"/>
                  </a:lnTo>
                  <a:lnTo>
                    <a:pt x="579" y="776"/>
                  </a:lnTo>
                  <a:cubicBezTo>
                    <a:pt x="631" y="747"/>
                    <a:pt x="648" y="682"/>
                    <a:pt x="619" y="632"/>
                  </a:cubicBezTo>
                  <a:lnTo>
                    <a:pt x="286" y="54"/>
                  </a:lnTo>
                  <a:cubicBezTo>
                    <a:pt x="266" y="19"/>
                    <a:pt x="231" y="0"/>
                    <a:pt x="19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28"/>
            <p:cNvSpPr/>
            <p:nvPr/>
          </p:nvSpPr>
          <p:spPr>
            <a:xfrm>
              <a:off x="3748616" y="4231286"/>
              <a:ext cx="15870" cy="31244"/>
            </a:xfrm>
            <a:custGeom>
              <a:rect b="b" l="l" r="r" t="t"/>
              <a:pathLst>
                <a:path extrusionOk="0" h="880" w="447">
                  <a:moveTo>
                    <a:pt x="17" y="0"/>
                  </a:moveTo>
                  <a:cubicBezTo>
                    <a:pt x="76" y="0"/>
                    <a:pt x="122" y="70"/>
                    <a:pt x="122" y="129"/>
                  </a:cubicBezTo>
                  <a:lnTo>
                    <a:pt x="122" y="757"/>
                  </a:lnTo>
                  <a:cubicBezTo>
                    <a:pt x="122" y="858"/>
                    <a:pt x="49" y="861"/>
                    <a:pt x="0" y="880"/>
                  </a:cubicBezTo>
                  <a:lnTo>
                    <a:pt x="341" y="880"/>
                  </a:lnTo>
                  <a:cubicBezTo>
                    <a:pt x="400" y="880"/>
                    <a:pt x="446" y="834"/>
                    <a:pt x="446" y="775"/>
                  </a:cubicBezTo>
                  <a:lnTo>
                    <a:pt x="446" y="107"/>
                  </a:lnTo>
                  <a:cubicBezTo>
                    <a:pt x="446" y="48"/>
                    <a:pt x="400" y="0"/>
                    <a:pt x="3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28"/>
            <p:cNvSpPr/>
            <p:nvPr/>
          </p:nvSpPr>
          <p:spPr>
            <a:xfrm>
              <a:off x="3606069" y="4187297"/>
              <a:ext cx="119217" cy="119190"/>
            </a:xfrm>
            <a:custGeom>
              <a:rect b="b" l="l" r="r" t="t"/>
              <a:pathLst>
                <a:path extrusionOk="0" h="3357" w="3358">
                  <a:moveTo>
                    <a:pt x="1680" y="0"/>
                  </a:moveTo>
                  <a:cubicBezTo>
                    <a:pt x="751" y="0"/>
                    <a:pt x="0" y="752"/>
                    <a:pt x="0" y="1678"/>
                  </a:cubicBezTo>
                  <a:cubicBezTo>
                    <a:pt x="0" y="2605"/>
                    <a:pt x="751" y="3356"/>
                    <a:pt x="1680" y="3356"/>
                  </a:cubicBezTo>
                  <a:cubicBezTo>
                    <a:pt x="2606" y="3356"/>
                    <a:pt x="3357" y="2605"/>
                    <a:pt x="3357" y="1678"/>
                  </a:cubicBezTo>
                  <a:cubicBezTo>
                    <a:pt x="3357" y="752"/>
                    <a:pt x="2606" y="0"/>
                    <a:pt x="168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28"/>
            <p:cNvSpPr/>
            <p:nvPr/>
          </p:nvSpPr>
          <p:spPr>
            <a:xfrm>
              <a:off x="3639371" y="4188823"/>
              <a:ext cx="85952" cy="117664"/>
            </a:xfrm>
            <a:custGeom>
              <a:rect b="b" l="l" r="r" t="t"/>
              <a:pathLst>
                <a:path extrusionOk="0" h="3314" w="2421">
                  <a:moveTo>
                    <a:pt x="1120" y="1"/>
                  </a:moveTo>
                  <a:cubicBezTo>
                    <a:pt x="1674" y="274"/>
                    <a:pt x="2055" y="845"/>
                    <a:pt x="2055" y="1506"/>
                  </a:cubicBezTo>
                  <a:cubicBezTo>
                    <a:pt x="2055" y="2433"/>
                    <a:pt x="1304" y="3184"/>
                    <a:pt x="377" y="3184"/>
                  </a:cubicBezTo>
                  <a:cubicBezTo>
                    <a:pt x="248" y="3184"/>
                    <a:pt x="120" y="3168"/>
                    <a:pt x="0" y="3141"/>
                  </a:cubicBezTo>
                  <a:lnTo>
                    <a:pt x="0" y="3141"/>
                  </a:lnTo>
                  <a:cubicBezTo>
                    <a:pt x="223" y="3251"/>
                    <a:pt x="477" y="3313"/>
                    <a:pt x="743" y="3313"/>
                  </a:cubicBezTo>
                  <a:cubicBezTo>
                    <a:pt x="1670" y="3313"/>
                    <a:pt x="2421" y="2562"/>
                    <a:pt x="2421" y="1635"/>
                  </a:cubicBezTo>
                  <a:cubicBezTo>
                    <a:pt x="2421" y="837"/>
                    <a:pt x="1864" y="169"/>
                    <a:pt x="112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28"/>
            <p:cNvSpPr/>
            <p:nvPr/>
          </p:nvSpPr>
          <p:spPr>
            <a:xfrm>
              <a:off x="3660816" y="4221877"/>
              <a:ext cx="42958" cy="9906"/>
            </a:xfrm>
            <a:custGeom>
              <a:rect b="b" l="l" r="r" t="t"/>
              <a:pathLst>
                <a:path extrusionOk="0" h="279" w="1210">
                  <a:moveTo>
                    <a:pt x="139" y="1"/>
                  </a:moveTo>
                  <a:cubicBezTo>
                    <a:pt x="63" y="1"/>
                    <a:pt x="1" y="63"/>
                    <a:pt x="1" y="140"/>
                  </a:cubicBezTo>
                  <a:cubicBezTo>
                    <a:pt x="1" y="215"/>
                    <a:pt x="61" y="278"/>
                    <a:pt x="139" y="278"/>
                  </a:cubicBezTo>
                  <a:lnTo>
                    <a:pt x="1070" y="278"/>
                  </a:lnTo>
                  <a:cubicBezTo>
                    <a:pt x="1146" y="278"/>
                    <a:pt x="1210" y="215"/>
                    <a:pt x="1210" y="140"/>
                  </a:cubicBezTo>
                  <a:cubicBezTo>
                    <a:pt x="1210" y="64"/>
                    <a:pt x="1148" y="1"/>
                    <a:pt x="10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28"/>
            <p:cNvSpPr/>
            <p:nvPr/>
          </p:nvSpPr>
          <p:spPr>
            <a:xfrm>
              <a:off x="3670828" y="4241973"/>
              <a:ext cx="32946" cy="9835"/>
            </a:xfrm>
            <a:custGeom>
              <a:rect b="b" l="l" r="r" t="t"/>
              <a:pathLst>
                <a:path extrusionOk="0" h="277" w="928">
                  <a:moveTo>
                    <a:pt x="139" y="0"/>
                  </a:moveTo>
                  <a:cubicBezTo>
                    <a:pt x="64" y="0"/>
                    <a:pt x="1" y="61"/>
                    <a:pt x="1" y="138"/>
                  </a:cubicBezTo>
                  <a:cubicBezTo>
                    <a:pt x="1" y="215"/>
                    <a:pt x="61" y="276"/>
                    <a:pt x="139" y="276"/>
                  </a:cubicBezTo>
                  <a:lnTo>
                    <a:pt x="788" y="276"/>
                  </a:lnTo>
                  <a:cubicBezTo>
                    <a:pt x="864" y="276"/>
                    <a:pt x="928" y="215"/>
                    <a:pt x="928" y="138"/>
                  </a:cubicBezTo>
                  <a:cubicBezTo>
                    <a:pt x="928" y="64"/>
                    <a:pt x="866" y="0"/>
                    <a:pt x="78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28"/>
            <p:cNvSpPr/>
            <p:nvPr/>
          </p:nvSpPr>
          <p:spPr>
            <a:xfrm>
              <a:off x="3677751" y="4261997"/>
              <a:ext cx="26023" cy="9906"/>
            </a:xfrm>
            <a:custGeom>
              <a:rect b="b" l="l" r="r" t="t"/>
              <a:pathLst>
                <a:path extrusionOk="0" h="279" w="733">
                  <a:moveTo>
                    <a:pt x="138" y="0"/>
                  </a:moveTo>
                  <a:cubicBezTo>
                    <a:pt x="63" y="0"/>
                    <a:pt x="0" y="62"/>
                    <a:pt x="0" y="140"/>
                  </a:cubicBezTo>
                  <a:cubicBezTo>
                    <a:pt x="0" y="215"/>
                    <a:pt x="61" y="278"/>
                    <a:pt x="138" y="278"/>
                  </a:cubicBezTo>
                  <a:lnTo>
                    <a:pt x="593" y="278"/>
                  </a:lnTo>
                  <a:cubicBezTo>
                    <a:pt x="669" y="278"/>
                    <a:pt x="733" y="215"/>
                    <a:pt x="733" y="140"/>
                  </a:cubicBezTo>
                  <a:cubicBezTo>
                    <a:pt x="733" y="64"/>
                    <a:pt x="671" y="0"/>
                    <a:pt x="59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28"/>
            <p:cNvSpPr/>
            <p:nvPr/>
          </p:nvSpPr>
          <p:spPr>
            <a:xfrm>
              <a:off x="3499238" y="4188362"/>
              <a:ext cx="137359" cy="147133"/>
            </a:xfrm>
            <a:custGeom>
              <a:rect b="b" l="l" r="r" t="t"/>
              <a:pathLst>
                <a:path extrusionOk="0" h="4144" w="3869">
                  <a:moveTo>
                    <a:pt x="1934" y="1"/>
                  </a:moveTo>
                  <a:lnTo>
                    <a:pt x="0" y="1027"/>
                  </a:lnTo>
                  <a:lnTo>
                    <a:pt x="0" y="2210"/>
                  </a:lnTo>
                  <a:cubicBezTo>
                    <a:pt x="0" y="3276"/>
                    <a:pt x="865" y="4144"/>
                    <a:pt x="1934" y="4144"/>
                  </a:cubicBezTo>
                  <a:cubicBezTo>
                    <a:pt x="3002" y="4144"/>
                    <a:pt x="3868" y="3276"/>
                    <a:pt x="3868" y="2210"/>
                  </a:cubicBezTo>
                  <a:lnTo>
                    <a:pt x="3868" y="1027"/>
                  </a:lnTo>
                  <a:lnTo>
                    <a:pt x="1934"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28"/>
            <p:cNvSpPr/>
            <p:nvPr/>
          </p:nvSpPr>
          <p:spPr>
            <a:xfrm>
              <a:off x="3499238" y="4152751"/>
              <a:ext cx="137359" cy="80632"/>
            </a:xfrm>
            <a:custGeom>
              <a:rect b="b" l="l" r="r" t="t"/>
              <a:pathLst>
                <a:path extrusionOk="0" h="2271" w="3869">
                  <a:moveTo>
                    <a:pt x="1934" y="1"/>
                  </a:moveTo>
                  <a:cubicBezTo>
                    <a:pt x="865" y="1"/>
                    <a:pt x="0" y="867"/>
                    <a:pt x="0" y="1933"/>
                  </a:cubicBezTo>
                  <a:lnTo>
                    <a:pt x="0" y="2270"/>
                  </a:lnTo>
                  <a:cubicBezTo>
                    <a:pt x="0" y="2270"/>
                    <a:pt x="1" y="2270"/>
                    <a:pt x="3" y="2270"/>
                  </a:cubicBezTo>
                  <a:cubicBezTo>
                    <a:pt x="66" y="2270"/>
                    <a:pt x="1272" y="2258"/>
                    <a:pt x="1934" y="1336"/>
                  </a:cubicBezTo>
                  <a:cubicBezTo>
                    <a:pt x="2597" y="2259"/>
                    <a:pt x="3809" y="2270"/>
                    <a:pt x="3866" y="2270"/>
                  </a:cubicBezTo>
                  <a:cubicBezTo>
                    <a:pt x="3868" y="2270"/>
                    <a:pt x="3868" y="2270"/>
                    <a:pt x="3868" y="2270"/>
                  </a:cubicBezTo>
                  <a:lnTo>
                    <a:pt x="3868" y="1933"/>
                  </a:lnTo>
                  <a:cubicBezTo>
                    <a:pt x="3868" y="866"/>
                    <a:pt x="3002" y="1"/>
                    <a:pt x="1934"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28"/>
            <p:cNvSpPr/>
            <p:nvPr/>
          </p:nvSpPr>
          <p:spPr>
            <a:xfrm>
              <a:off x="3474634" y="4234659"/>
              <a:ext cx="30142" cy="34404"/>
            </a:xfrm>
            <a:custGeom>
              <a:rect b="b" l="l" r="r" t="t"/>
              <a:pathLst>
                <a:path extrusionOk="0" h="969" w="849">
                  <a:moveTo>
                    <a:pt x="484" y="0"/>
                  </a:moveTo>
                  <a:cubicBezTo>
                    <a:pt x="218" y="0"/>
                    <a:pt x="1" y="216"/>
                    <a:pt x="1" y="485"/>
                  </a:cubicBezTo>
                  <a:cubicBezTo>
                    <a:pt x="1" y="750"/>
                    <a:pt x="217" y="969"/>
                    <a:pt x="484" y="969"/>
                  </a:cubicBezTo>
                  <a:lnTo>
                    <a:pt x="849" y="969"/>
                  </a:lnTo>
                  <a:lnTo>
                    <a:pt x="849"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28"/>
            <p:cNvSpPr/>
            <p:nvPr/>
          </p:nvSpPr>
          <p:spPr>
            <a:xfrm>
              <a:off x="3632874" y="4234659"/>
              <a:ext cx="28189" cy="34404"/>
            </a:xfrm>
            <a:custGeom>
              <a:rect b="b" l="l" r="r" t="t"/>
              <a:pathLst>
                <a:path extrusionOk="0" h="969" w="794">
                  <a:moveTo>
                    <a:pt x="1" y="0"/>
                  </a:moveTo>
                  <a:lnTo>
                    <a:pt x="1" y="969"/>
                  </a:lnTo>
                  <a:lnTo>
                    <a:pt x="310" y="969"/>
                  </a:lnTo>
                  <a:cubicBezTo>
                    <a:pt x="578" y="969"/>
                    <a:pt x="794" y="750"/>
                    <a:pt x="794" y="485"/>
                  </a:cubicBezTo>
                  <a:cubicBezTo>
                    <a:pt x="794" y="216"/>
                    <a:pt x="576" y="0"/>
                    <a:pt x="31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28"/>
            <p:cNvSpPr/>
            <p:nvPr/>
          </p:nvSpPr>
          <p:spPr>
            <a:xfrm>
              <a:off x="3636567" y="4235333"/>
              <a:ext cx="24532" cy="33730"/>
            </a:xfrm>
            <a:custGeom>
              <a:rect b="b" l="l" r="r" t="t"/>
              <a:pathLst>
                <a:path extrusionOk="0" h="950" w="691">
                  <a:moveTo>
                    <a:pt x="341" y="0"/>
                  </a:moveTo>
                  <a:lnTo>
                    <a:pt x="341" y="0"/>
                  </a:lnTo>
                  <a:cubicBezTo>
                    <a:pt x="390" y="75"/>
                    <a:pt x="419" y="166"/>
                    <a:pt x="419" y="262"/>
                  </a:cubicBezTo>
                  <a:cubicBezTo>
                    <a:pt x="419" y="510"/>
                    <a:pt x="238" y="711"/>
                    <a:pt x="0" y="743"/>
                  </a:cubicBezTo>
                  <a:lnTo>
                    <a:pt x="0" y="950"/>
                  </a:lnTo>
                  <a:lnTo>
                    <a:pt x="206" y="950"/>
                  </a:lnTo>
                  <a:cubicBezTo>
                    <a:pt x="472" y="950"/>
                    <a:pt x="691" y="734"/>
                    <a:pt x="691" y="466"/>
                  </a:cubicBezTo>
                  <a:cubicBezTo>
                    <a:pt x="691" y="333"/>
                    <a:pt x="636" y="210"/>
                    <a:pt x="549" y="122"/>
                  </a:cubicBezTo>
                  <a:cubicBezTo>
                    <a:pt x="492" y="66"/>
                    <a:pt x="420" y="23"/>
                    <a:pt x="3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28"/>
            <p:cNvSpPr/>
            <p:nvPr/>
          </p:nvSpPr>
          <p:spPr>
            <a:xfrm>
              <a:off x="3532079" y="4247440"/>
              <a:ext cx="9834" cy="21481"/>
            </a:xfrm>
            <a:custGeom>
              <a:rect b="b" l="l" r="r" t="t"/>
              <a:pathLst>
                <a:path extrusionOk="0" h="605" w="277">
                  <a:moveTo>
                    <a:pt x="139" y="0"/>
                  </a:moveTo>
                  <a:cubicBezTo>
                    <a:pt x="62" y="0"/>
                    <a:pt x="0" y="62"/>
                    <a:pt x="0" y="140"/>
                  </a:cubicBezTo>
                  <a:lnTo>
                    <a:pt x="0" y="466"/>
                  </a:lnTo>
                  <a:cubicBezTo>
                    <a:pt x="0" y="543"/>
                    <a:pt x="61" y="605"/>
                    <a:pt x="139" y="605"/>
                  </a:cubicBezTo>
                  <a:cubicBezTo>
                    <a:pt x="213" y="605"/>
                    <a:pt x="277" y="543"/>
                    <a:pt x="277" y="466"/>
                  </a:cubicBezTo>
                  <a:lnTo>
                    <a:pt x="277" y="140"/>
                  </a:lnTo>
                  <a:cubicBezTo>
                    <a:pt x="277" y="63"/>
                    <a:pt x="216" y="0"/>
                    <a:pt x="139"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28"/>
            <p:cNvSpPr/>
            <p:nvPr/>
          </p:nvSpPr>
          <p:spPr>
            <a:xfrm>
              <a:off x="3593891" y="4247440"/>
              <a:ext cx="9834" cy="21481"/>
            </a:xfrm>
            <a:custGeom>
              <a:rect b="b" l="l" r="r" t="t"/>
              <a:pathLst>
                <a:path extrusionOk="0" h="605" w="277">
                  <a:moveTo>
                    <a:pt x="139" y="0"/>
                  </a:moveTo>
                  <a:cubicBezTo>
                    <a:pt x="63" y="0"/>
                    <a:pt x="1" y="62"/>
                    <a:pt x="1" y="140"/>
                  </a:cubicBezTo>
                  <a:lnTo>
                    <a:pt x="1" y="466"/>
                  </a:lnTo>
                  <a:cubicBezTo>
                    <a:pt x="1" y="543"/>
                    <a:pt x="61" y="605"/>
                    <a:pt x="139" y="605"/>
                  </a:cubicBezTo>
                  <a:cubicBezTo>
                    <a:pt x="214" y="605"/>
                    <a:pt x="277" y="543"/>
                    <a:pt x="277" y="466"/>
                  </a:cubicBezTo>
                  <a:lnTo>
                    <a:pt x="277" y="140"/>
                  </a:lnTo>
                  <a:cubicBezTo>
                    <a:pt x="277" y="63"/>
                    <a:pt x="217" y="0"/>
                    <a:pt x="139"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28"/>
            <p:cNvSpPr/>
            <p:nvPr/>
          </p:nvSpPr>
          <p:spPr>
            <a:xfrm>
              <a:off x="3552671" y="4283547"/>
              <a:ext cx="30319" cy="14593"/>
            </a:xfrm>
            <a:custGeom>
              <a:rect b="b" l="l" r="r" t="t"/>
              <a:pathLst>
                <a:path extrusionOk="0" h="411" w="854">
                  <a:moveTo>
                    <a:pt x="698" y="0"/>
                  </a:moveTo>
                  <a:cubicBezTo>
                    <a:pt x="658" y="0"/>
                    <a:pt x="617" y="18"/>
                    <a:pt x="589" y="52"/>
                  </a:cubicBezTo>
                  <a:cubicBezTo>
                    <a:pt x="550" y="103"/>
                    <a:pt x="490" y="132"/>
                    <a:pt x="428" y="132"/>
                  </a:cubicBezTo>
                  <a:cubicBezTo>
                    <a:pt x="364" y="132"/>
                    <a:pt x="305" y="103"/>
                    <a:pt x="265" y="54"/>
                  </a:cubicBezTo>
                  <a:cubicBezTo>
                    <a:pt x="237" y="20"/>
                    <a:pt x="197" y="3"/>
                    <a:pt x="157" y="3"/>
                  </a:cubicBezTo>
                  <a:cubicBezTo>
                    <a:pt x="126" y="3"/>
                    <a:pt x="95" y="13"/>
                    <a:pt x="69" y="34"/>
                  </a:cubicBezTo>
                  <a:cubicBezTo>
                    <a:pt x="10" y="83"/>
                    <a:pt x="0" y="170"/>
                    <a:pt x="49" y="231"/>
                  </a:cubicBezTo>
                  <a:cubicBezTo>
                    <a:pt x="143" y="344"/>
                    <a:pt x="280" y="411"/>
                    <a:pt x="428" y="411"/>
                  </a:cubicBezTo>
                  <a:cubicBezTo>
                    <a:pt x="576" y="411"/>
                    <a:pt x="716" y="343"/>
                    <a:pt x="805" y="225"/>
                  </a:cubicBezTo>
                  <a:cubicBezTo>
                    <a:pt x="854" y="166"/>
                    <a:pt x="842" y="80"/>
                    <a:pt x="783" y="31"/>
                  </a:cubicBezTo>
                  <a:cubicBezTo>
                    <a:pt x="758" y="10"/>
                    <a:pt x="728" y="0"/>
                    <a:pt x="698"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28"/>
            <p:cNvSpPr/>
            <p:nvPr/>
          </p:nvSpPr>
          <p:spPr>
            <a:xfrm>
              <a:off x="3560482" y="4216942"/>
              <a:ext cx="76117" cy="118551"/>
            </a:xfrm>
            <a:custGeom>
              <a:rect b="b" l="l" r="r" t="t"/>
              <a:pathLst>
                <a:path extrusionOk="0" h="3339" w="2144">
                  <a:moveTo>
                    <a:pt x="1726" y="0"/>
                  </a:moveTo>
                  <a:lnTo>
                    <a:pt x="1726" y="1405"/>
                  </a:lnTo>
                  <a:cubicBezTo>
                    <a:pt x="1726" y="2403"/>
                    <a:pt x="970" y="3224"/>
                    <a:pt x="1" y="3327"/>
                  </a:cubicBezTo>
                  <a:cubicBezTo>
                    <a:pt x="68" y="3334"/>
                    <a:pt x="139" y="3339"/>
                    <a:pt x="209" y="3339"/>
                  </a:cubicBezTo>
                  <a:cubicBezTo>
                    <a:pt x="1277" y="3339"/>
                    <a:pt x="2143" y="2471"/>
                    <a:pt x="2143" y="1403"/>
                  </a:cubicBezTo>
                  <a:lnTo>
                    <a:pt x="2143" y="219"/>
                  </a:lnTo>
                  <a:lnTo>
                    <a:pt x="172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28"/>
            <p:cNvSpPr/>
            <p:nvPr/>
          </p:nvSpPr>
          <p:spPr>
            <a:xfrm>
              <a:off x="3560447" y="4152751"/>
              <a:ext cx="76153" cy="80596"/>
            </a:xfrm>
            <a:custGeom>
              <a:rect b="b" l="l" r="r" t="t"/>
              <a:pathLst>
                <a:path extrusionOk="0" h="2270" w="2145">
                  <a:moveTo>
                    <a:pt x="209" y="1"/>
                  </a:moveTo>
                  <a:cubicBezTo>
                    <a:pt x="138" y="1"/>
                    <a:pt x="68" y="4"/>
                    <a:pt x="0" y="11"/>
                  </a:cubicBezTo>
                  <a:cubicBezTo>
                    <a:pt x="971" y="113"/>
                    <a:pt x="1727" y="936"/>
                    <a:pt x="1727" y="1933"/>
                  </a:cubicBezTo>
                  <a:lnTo>
                    <a:pt x="1727" y="2227"/>
                  </a:lnTo>
                  <a:cubicBezTo>
                    <a:pt x="1959" y="2269"/>
                    <a:pt x="2123" y="2270"/>
                    <a:pt x="2142" y="2270"/>
                  </a:cubicBezTo>
                  <a:cubicBezTo>
                    <a:pt x="2144" y="2270"/>
                    <a:pt x="2144" y="2270"/>
                    <a:pt x="2144" y="2270"/>
                  </a:cubicBezTo>
                  <a:lnTo>
                    <a:pt x="2144" y="1933"/>
                  </a:lnTo>
                  <a:cubicBezTo>
                    <a:pt x="2144" y="866"/>
                    <a:pt x="1278" y="1"/>
                    <a:pt x="20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81" name="Google Shape;4281;p28"/>
          <p:cNvGrpSpPr/>
          <p:nvPr/>
        </p:nvGrpSpPr>
        <p:grpSpPr>
          <a:xfrm>
            <a:off x="2790833" y="4147710"/>
            <a:ext cx="325629" cy="326991"/>
            <a:chOff x="2790833" y="4147710"/>
            <a:chExt cx="325629" cy="326991"/>
          </a:xfrm>
        </p:grpSpPr>
        <p:sp>
          <p:nvSpPr>
            <p:cNvPr id="4282" name="Google Shape;4282;p28"/>
            <p:cNvSpPr/>
            <p:nvPr/>
          </p:nvSpPr>
          <p:spPr>
            <a:xfrm>
              <a:off x="2814053" y="4249464"/>
              <a:ext cx="279227" cy="191834"/>
            </a:xfrm>
            <a:custGeom>
              <a:rect b="b" l="l" r="r" t="t"/>
              <a:pathLst>
                <a:path extrusionOk="0" h="5403" w="7865">
                  <a:moveTo>
                    <a:pt x="305" y="1"/>
                  </a:moveTo>
                  <a:cubicBezTo>
                    <a:pt x="137" y="1"/>
                    <a:pt x="0" y="137"/>
                    <a:pt x="0" y="307"/>
                  </a:cubicBezTo>
                  <a:lnTo>
                    <a:pt x="0" y="5098"/>
                  </a:lnTo>
                  <a:cubicBezTo>
                    <a:pt x="0" y="5266"/>
                    <a:pt x="137" y="5403"/>
                    <a:pt x="305" y="5403"/>
                  </a:cubicBezTo>
                  <a:lnTo>
                    <a:pt x="7558" y="5403"/>
                  </a:lnTo>
                  <a:cubicBezTo>
                    <a:pt x="7728" y="5403"/>
                    <a:pt x="7865" y="5266"/>
                    <a:pt x="7865" y="5098"/>
                  </a:cubicBezTo>
                  <a:lnTo>
                    <a:pt x="7865" y="307"/>
                  </a:lnTo>
                  <a:cubicBezTo>
                    <a:pt x="7865" y="137"/>
                    <a:pt x="7728" y="1"/>
                    <a:pt x="755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28"/>
            <p:cNvSpPr/>
            <p:nvPr/>
          </p:nvSpPr>
          <p:spPr>
            <a:xfrm>
              <a:off x="3069289" y="4249464"/>
              <a:ext cx="24000" cy="191834"/>
            </a:xfrm>
            <a:custGeom>
              <a:rect b="b" l="l" r="r" t="t"/>
              <a:pathLst>
                <a:path extrusionOk="0" h="5403" w="676">
                  <a:moveTo>
                    <a:pt x="1" y="1"/>
                  </a:moveTo>
                  <a:cubicBezTo>
                    <a:pt x="169" y="1"/>
                    <a:pt x="307" y="137"/>
                    <a:pt x="307" y="307"/>
                  </a:cubicBezTo>
                  <a:lnTo>
                    <a:pt x="307" y="5098"/>
                  </a:lnTo>
                  <a:cubicBezTo>
                    <a:pt x="307" y="5266"/>
                    <a:pt x="169" y="5403"/>
                    <a:pt x="1" y="5403"/>
                  </a:cubicBezTo>
                  <a:lnTo>
                    <a:pt x="369" y="5403"/>
                  </a:lnTo>
                  <a:cubicBezTo>
                    <a:pt x="539" y="5403"/>
                    <a:pt x="676" y="5266"/>
                    <a:pt x="676" y="5098"/>
                  </a:cubicBezTo>
                  <a:lnTo>
                    <a:pt x="676" y="307"/>
                  </a:lnTo>
                  <a:cubicBezTo>
                    <a:pt x="676" y="137"/>
                    <a:pt x="539" y="1"/>
                    <a:pt x="36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28"/>
            <p:cNvSpPr/>
            <p:nvPr/>
          </p:nvSpPr>
          <p:spPr>
            <a:xfrm>
              <a:off x="2835284" y="4267287"/>
              <a:ext cx="236731" cy="156186"/>
            </a:xfrm>
            <a:custGeom>
              <a:rect b="b" l="l" r="r" t="t"/>
              <a:pathLst>
                <a:path extrusionOk="0" h="4399" w="6668">
                  <a:moveTo>
                    <a:pt x="205" y="1"/>
                  </a:moveTo>
                  <a:cubicBezTo>
                    <a:pt x="93" y="1"/>
                    <a:pt x="1" y="93"/>
                    <a:pt x="1" y="207"/>
                  </a:cubicBezTo>
                  <a:lnTo>
                    <a:pt x="1" y="4194"/>
                  </a:lnTo>
                  <a:cubicBezTo>
                    <a:pt x="1" y="4308"/>
                    <a:pt x="93" y="4399"/>
                    <a:pt x="205" y="4399"/>
                  </a:cubicBezTo>
                  <a:lnTo>
                    <a:pt x="6462" y="4399"/>
                  </a:lnTo>
                  <a:cubicBezTo>
                    <a:pt x="6576" y="4399"/>
                    <a:pt x="6668" y="4305"/>
                    <a:pt x="6668" y="4194"/>
                  </a:cubicBezTo>
                  <a:lnTo>
                    <a:pt x="6668" y="207"/>
                  </a:lnTo>
                  <a:cubicBezTo>
                    <a:pt x="6668" y="93"/>
                    <a:pt x="6576" y="1"/>
                    <a:pt x="646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28"/>
            <p:cNvSpPr/>
            <p:nvPr/>
          </p:nvSpPr>
          <p:spPr>
            <a:xfrm>
              <a:off x="3051430" y="4267287"/>
              <a:ext cx="20591" cy="156186"/>
            </a:xfrm>
            <a:custGeom>
              <a:rect b="b" l="l" r="r" t="t"/>
              <a:pathLst>
                <a:path extrusionOk="0" h="4399" w="580">
                  <a:moveTo>
                    <a:pt x="0" y="1"/>
                  </a:moveTo>
                  <a:cubicBezTo>
                    <a:pt x="114" y="1"/>
                    <a:pt x="206" y="93"/>
                    <a:pt x="206" y="207"/>
                  </a:cubicBezTo>
                  <a:lnTo>
                    <a:pt x="206" y="4194"/>
                  </a:lnTo>
                  <a:cubicBezTo>
                    <a:pt x="206" y="4308"/>
                    <a:pt x="114" y="4399"/>
                    <a:pt x="0" y="4399"/>
                  </a:cubicBezTo>
                  <a:lnTo>
                    <a:pt x="374" y="4399"/>
                  </a:lnTo>
                  <a:cubicBezTo>
                    <a:pt x="488" y="4399"/>
                    <a:pt x="580" y="4308"/>
                    <a:pt x="580" y="4194"/>
                  </a:cubicBezTo>
                  <a:lnTo>
                    <a:pt x="580" y="207"/>
                  </a:lnTo>
                  <a:cubicBezTo>
                    <a:pt x="580" y="93"/>
                    <a:pt x="488" y="1"/>
                    <a:pt x="37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28"/>
            <p:cNvSpPr/>
            <p:nvPr/>
          </p:nvSpPr>
          <p:spPr>
            <a:xfrm>
              <a:off x="2876539" y="4198125"/>
              <a:ext cx="154152" cy="186437"/>
            </a:xfrm>
            <a:custGeom>
              <a:rect b="b" l="l" r="r" t="t"/>
              <a:pathLst>
                <a:path extrusionOk="0" h="5251" w="4342">
                  <a:moveTo>
                    <a:pt x="2170" y="1"/>
                  </a:moveTo>
                  <a:cubicBezTo>
                    <a:pt x="972" y="1"/>
                    <a:pt x="0" y="972"/>
                    <a:pt x="0" y="2171"/>
                  </a:cubicBezTo>
                  <a:cubicBezTo>
                    <a:pt x="0" y="3480"/>
                    <a:pt x="1029" y="4541"/>
                    <a:pt x="2065" y="5220"/>
                  </a:cubicBezTo>
                  <a:cubicBezTo>
                    <a:pt x="2097" y="5240"/>
                    <a:pt x="2134" y="5250"/>
                    <a:pt x="2170" y="5250"/>
                  </a:cubicBezTo>
                  <a:cubicBezTo>
                    <a:pt x="2207" y="5250"/>
                    <a:pt x="2244" y="5240"/>
                    <a:pt x="2277" y="5220"/>
                  </a:cubicBezTo>
                  <a:cubicBezTo>
                    <a:pt x="3310" y="4541"/>
                    <a:pt x="4342" y="3480"/>
                    <a:pt x="4342" y="2171"/>
                  </a:cubicBezTo>
                  <a:cubicBezTo>
                    <a:pt x="4340" y="972"/>
                    <a:pt x="3370" y="1"/>
                    <a:pt x="217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28"/>
            <p:cNvSpPr/>
            <p:nvPr/>
          </p:nvSpPr>
          <p:spPr>
            <a:xfrm>
              <a:off x="2942221" y="4204729"/>
              <a:ext cx="88437" cy="179833"/>
            </a:xfrm>
            <a:custGeom>
              <a:rect b="b" l="l" r="r" t="t"/>
              <a:pathLst>
                <a:path extrusionOk="0" h="5065" w="2491">
                  <a:moveTo>
                    <a:pt x="1197" y="0"/>
                  </a:moveTo>
                  <a:cubicBezTo>
                    <a:pt x="1781" y="389"/>
                    <a:pt x="2167" y="1052"/>
                    <a:pt x="2167" y="1808"/>
                  </a:cubicBezTo>
                  <a:cubicBezTo>
                    <a:pt x="2167" y="3117"/>
                    <a:pt x="1135" y="4179"/>
                    <a:pt x="102" y="4857"/>
                  </a:cubicBezTo>
                  <a:cubicBezTo>
                    <a:pt x="70" y="4877"/>
                    <a:pt x="37" y="4887"/>
                    <a:pt x="1" y="4887"/>
                  </a:cubicBezTo>
                  <a:cubicBezTo>
                    <a:pt x="73" y="4937"/>
                    <a:pt x="142" y="4986"/>
                    <a:pt x="214" y="5034"/>
                  </a:cubicBezTo>
                  <a:cubicBezTo>
                    <a:pt x="246" y="5054"/>
                    <a:pt x="283" y="5064"/>
                    <a:pt x="319" y="5064"/>
                  </a:cubicBezTo>
                  <a:cubicBezTo>
                    <a:pt x="356" y="5064"/>
                    <a:pt x="392" y="5054"/>
                    <a:pt x="425" y="5034"/>
                  </a:cubicBezTo>
                  <a:cubicBezTo>
                    <a:pt x="1461" y="4355"/>
                    <a:pt x="2490" y="3294"/>
                    <a:pt x="2490" y="1985"/>
                  </a:cubicBezTo>
                  <a:cubicBezTo>
                    <a:pt x="2490" y="1098"/>
                    <a:pt x="1959" y="335"/>
                    <a:pt x="119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28"/>
            <p:cNvSpPr/>
            <p:nvPr/>
          </p:nvSpPr>
          <p:spPr>
            <a:xfrm>
              <a:off x="2905617" y="4226173"/>
              <a:ext cx="95963" cy="95935"/>
            </a:xfrm>
            <a:custGeom>
              <a:rect b="b" l="l" r="r" t="t"/>
              <a:pathLst>
                <a:path extrusionOk="0" h="2702" w="2703">
                  <a:moveTo>
                    <a:pt x="1351" y="1"/>
                  </a:moveTo>
                  <a:cubicBezTo>
                    <a:pt x="606" y="1"/>
                    <a:pt x="0" y="605"/>
                    <a:pt x="0" y="1352"/>
                  </a:cubicBezTo>
                  <a:cubicBezTo>
                    <a:pt x="0" y="2097"/>
                    <a:pt x="606" y="2702"/>
                    <a:pt x="1351" y="2702"/>
                  </a:cubicBezTo>
                  <a:cubicBezTo>
                    <a:pt x="2097" y="2702"/>
                    <a:pt x="2703" y="2097"/>
                    <a:pt x="2703" y="1352"/>
                  </a:cubicBezTo>
                  <a:cubicBezTo>
                    <a:pt x="2703" y="605"/>
                    <a:pt x="2097" y="1"/>
                    <a:pt x="135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28"/>
            <p:cNvSpPr/>
            <p:nvPr/>
          </p:nvSpPr>
          <p:spPr>
            <a:xfrm>
              <a:off x="2920564" y="4231428"/>
              <a:ext cx="81017" cy="90786"/>
            </a:xfrm>
            <a:custGeom>
              <a:rect b="b" l="l" r="r" t="t"/>
              <a:pathLst>
                <a:path extrusionOk="0" h="2557" w="2282">
                  <a:moveTo>
                    <a:pt x="1540" y="1"/>
                  </a:moveTo>
                  <a:cubicBezTo>
                    <a:pt x="1799" y="247"/>
                    <a:pt x="1961" y="595"/>
                    <a:pt x="1961" y="981"/>
                  </a:cubicBezTo>
                  <a:cubicBezTo>
                    <a:pt x="1961" y="1728"/>
                    <a:pt x="1356" y="2332"/>
                    <a:pt x="609" y="2332"/>
                  </a:cubicBezTo>
                  <a:cubicBezTo>
                    <a:pt x="391" y="2332"/>
                    <a:pt x="183" y="2279"/>
                    <a:pt x="1" y="2185"/>
                  </a:cubicBezTo>
                  <a:lnTo>
                    <a:pt x="1" y="2185"/>
                  </a:lnTo>
                  <a:cubicBezTo>
                    <a:pt x="244" y="2415"/>
                    <a:pt x="571" y="2556"/>
                    <a:pt x="930" y="2556"/>
                  </a:cubicBezTo>
                  <a:cubicBezTo>
                    <a:pt x="1677" y="2556"/>
                    <a:pt x="2282" y="1952"/>
                    <a:pt x="2282" y="1205"/>
                  </a:cubicBezTo>
                  <a:cubicBezTo>
                    <a:pt x="2282" y="679"/>
                    <a:pt x="1981" y="221"/>
                    <a:pt x="15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28"/>
            <p:cNvSpPr/>
            <p:nvPr/>
          </p:nvSpPr>
          <p:spPr>
            <a:xfrm>
              <a:off x="2918221" y="4147710"/>
              <a:ext cx="70827" cy="27623"/>
            </a:xfrm>
            <a:custGeom>
              <a:rect b="b" l="l" r="r" t="t"/>
              <a:pathLst>
                <a:path extrusionOk="0" h="778" w="1995">
                  <a:moveTo>
                    <a:pt x="998" y="0"/>
                  </a:moveTo>
                  <a:cubicBezTo>
                    <a:pt x="593" y="0"/>
                    <a:pt x="225" y="219"/>
                    <a:pt x="36" y="574"/>
                  </a:cubicBezTo>
                  <a:cubicBezTo>
                    <a:pt x="0" y="641"/>
                    <a:pt x="25" y="725"/>
                    <a:pt x="94" y="761"/>
                  </a:cubicBezTo>
                  <a:cubicBezTo>
                    <a:pt x="113" y="772"/>
                    <a:pt x="137" y="777"/>
                    <a:pt x="159" y="777"/>
                  </a:cubicBezTo>
                  <a:cubicBezTo>
                    <a:pt x="206" y="777"/>
                    <a:pt x="255" y="750"/>
                    <a:pt x="283" y="705"/>
                  </a:cubicBezTo>
                  <a:cubicBezTo>
                    <a:pt x="422" y="441"/>
                    <a:pt x="697" y="276"/>
                    <a:pt x="999" y="276"/>
                  </a:cubicBezTo>
                  <a:cubicBezTo>
                    <a:pt x="1298" y="276"/>
                    <a:pt x="1573" y="441"/>
                    <a:pt x="1716" y="705"/>
                  </a:cubicBezTo>
                  <a:cubicBezTo>
                    <a:pt x="1741" y="751"/>
                    <a:pt x="1789" y="778"/>
                    <a:pt x="1839" y="778"/>
                  </a:cubicBezTo>
                  <a:cubicBezTo>
                    <a:pt x="1860" y="778"/>
                    <a:pt x="1883" y="772"/>
                    <a:pt x="1903" y="761"/>
                  </a:cubicBezTo>
                  <a:cubicBezTo>
                    <a:pt x="1969" y="725"/>
                    <a:pt x="1995" y="641"/>
                    <a:pt x="1959" y="574"/>
                  </a:cubicBezTo>
                  <a:cubicBezTo>
                    <a:pt x="1768" y="219"/>
                    <a:pt x="1399" y="0"/>
                    <a:pt x="9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28"/>
            <p:cNvSpPr/>
            <p:nvPr/>
          </p:nvSpPr>
          <p:spPr>
            <a:xfrm>
              <a:off x="2939487" y="4169509"/>
              <a:ext cx="28224" cy="14948"/>
            </a:xfrm>
            <a:custGeom>
              <a:rect b="b" l="l" r="r" t="t"/>
              <a:pathLst>
                <a:path extrusionOk="0" h="421" w="795">
                  <a:moveTo>
                    <a:pt x="397" y="1"/>
                  </a:moveTo>
                  <a:cubicBezTo>
                    <a:pt x="246" y="1"/>
                    <a:pt x="108" y="84"/>
                    <a:pt x="36" y="217"/>
                  </a:cubicBezTo>
                  <a:cubicBezTo>
                    <a:pt x="0" y="284"/>
                    <a:pt x="25" y="368"/>
                    <a:pt x="94" y="404"/>
                  </a:cubicBezTo>
                  <a:cubicBezTo>
                    <a:pt x="112" y="415"/>
                    <a:pt x="137" y="421"/>
                    <a:pt x="158" y="421"/>
                  </a:cubicBezTo>
                  <a:cubicBezTo>
                    <a:pt x="209" y="421"/>
                    <a:pt x="255" y="394"/>
                    <a:pt x="281" y="349"/>
                  </a:cubicBezTo>
                  <a:cubicBezTo>
                    <a:pt x="304" y="306"/>
                    <a:pt x="348" y="278"/>
                    <a:pt x="399" y="278"/>
                  </a:cubicBezTo>
                  <a:cubicBezTo>
                    <a:pt x="448" y="278"/>
                    <a:pt x="492" y="306"/>
                    <a:pt x="517" y="349"/>
                  </a:cubicBezTo>
                  <a:cubicBezTo>
                    <a:pt x="541" y="394"/>
                    <a:pt x="589" y="420"/>
                    <a:pt x="638" y="420"/>
                  </a:cubicBezTo>
                  <a:cubicBezTo>
                    <a:pt x="660" y="420"/>
                    <a:pt x="683" y="415"/>
                    <a:pt x="704" y="404"/>
                  </a:cubicBezTo>
                  <a:cubicBezTo>
                    <a:pt x="770" y="368"/>
                    <a:pt x="794" y="284"/>
                    <a:pt x="758" y="217"/>
                  </a:cubicBezTo>
                  <a:cubicBezTo>
                    <a:pt x="687" y="84"/>
                    <a:pt x="548" y="1"/>
                    <a:pt x="3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28"/>
            <p:cNvSpPr/>
            <p:nvPr/>
          </p:nvSpPr>
          <p:spPr>
            <a:xfrm>
              <a:off x="2790833" y="4439977"/>
              <a:ext cx="325629" cy="34724"/>
            </a:xfrm>
            <a:custGeom>
              <a:rect b="b" l="l" r="r" t="t"/>
              <a:pathLst>
                <a:path extrusionOk="0" h="978" w="9172">
                  <a:moveTo>
                    <a:pt x="250" y="1"/>
                  </a:moveTo>
                  <a:cubicBezTo>
                    <a:pt x="113" y="1"/>
                    <a:pt x="1" y="112"/>
                    <a:pt x="1" y="250"/>
                  </a:cubicBezTo>
                  <a:lnTo>
                    <a:pt x="1" y="582"/>
                  </a:lnTo>
                  <a:cubicBezTo>
                    <a:pt x="1" y="800"/>
                    <a:pt x="178" y="978"/>
                    <a:pt x="397" y="978"/>
                  </a:cubicBezTo>
                  <a:lnTo>
                    <a:pt x="8773" y="978"/>
                  </a:lnTo>
                  <a:cubicBezTo>
                    <a:pt x="8993" y="978"/>
                    <a:pt x="9169" y="800"/>
                    <a:pt x="9172" y="582"/>
                  </a:cubicBezTo>
                  <a:lnTo>
                    <a:pt x="9172" y="250"/>
                  </a:lnTo>
                  <a:cubicBezTo>
                    <a:pt x="9172" y="112"/>
                    <a:pt x="9060" y="1"/>
                    <a:pt x="892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28"/>
            <p:cNvSpPr/>
            <p:nvPr/>
          </p:nvSpPr>
          <p:spPr>
            <a:xfrm>
              <a:off x="3089206" y="4439942"/>
              <a:ext cx="27195" cy="34688"/>
            </a:xfrm>
            <a:custGeom>
              <a:rect b="b" l="l" r="r" t="t"/>
              <a:pathLst>
                <a:path extrusionOk="0" h="977" w="766">
                  <a:moveTo>
                    <a:pt x="149" y="0"/>
                  </a:moveTo>
                  <a:cubicBezTo>
                    <a:pt x="286" y="0"/>
                    <a:pt x="397" y="111"/>
                    <a:pt x="397" y="248"/>
                  </a:cubicBezTo>
                  <a:lnTo>
                    <a:pt x="397" y="580"/>
                  </a:lnTo>
                  <a:cubicBezTo>
                    <a:pt x="397" y="799"/>
                    <a:pt x="221" y="976"/>
                    <a:pt x="1" y="976"/>
                  </a:cubicBezTo>
                  <a:lnTo>
                    <a:pt x="369" y="976"/>
                  </a:lnTo>
                  <a:cubicBezTo>
                    <a:pt x="588" y="976"/>
                    <a:pt x="765" y="801"/>
                    <a:pt x="765" y="582"/>
                  </a:cubicBezTo>
                  <a:lnTo>
                    <a:pt x="765" y="248"/>
                  </a:lnTo>
                  <a:cubicBezTo>
                    <a:pt x="765" y="111"/>
                    <a:pt x="656" y="0"/>
                    <a:pt x="51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28"/>
            <p:cNvSpPr/>
            <p:nvPr/>
          </p:nvSpPr>
          <p:spPr>
            <a:xfrm>
              <a:off x="2920812" y="4439977"/>
              <a:ext cx="65644" cy="16900"/>
            </a:xfrm>
            <a:custGeom>
              <a:rect b="b" l="l" r="r" t="t"/>
              <a:pathLst>
                <a:path extrusionOk="0" h="476" w="1849">
                  <a:moveTo>
                    <a:pt x="1" y="1"/>
                  </a:moveTo>
                  <a:lnTo>
                    <a:pt x="1" y="142"/>
                  </a:lnTo>
                  <a:cubicBezTo>
                    <a:pt x="1" y="326"/>
                    <a:pt x="151" y="476"/>
                    <a:pt x="335" y="476"/>
                  </a:cubicBezTo>
                  <a:lnTo>
                    <a:pt x="1512" y="476"/>
                  </a:lnTo>
                  <a:cubicBezTo>
                    <a:pt x="1697" y="476"/>
                    <a:pt x="1849" y="325"/>
                    <a:pt x="1847" y="142"/>
                  </a:cubicBezTo>
                  <a:lnTo>
                    <a:pt x="184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28"/>
            <p:cNvSpPr/>
            <p:nvPr/>
          </p:nvSpPr>
          <p:spPr>
            <a:xfrm>
              <a:off x="2961429" y="4439942"/>
              <a:ext cx="25029" cy="16900"/>
            </a:xfrm>
            <a:custGeom>
              <a:rect b="b" l="l" r="r" t="t"/>
              <a:pathLst>
                <a:path extrusionOk="0" h="476" w="705">
                  <a:moveTo>
                    <a:pt x="335" y="0"/>
                  </a:moveTo>
                  <a:lnTo>
                    <a:pt x="335" y="140"/>
                  </a:lnTo>
                  <a:cubicBezTo>
                    <a:pt x="335" y="326"/>
                    <a:pt x="187" y="475"/>
                    <a:pt x="1" y="475"/>
                  </a:cubicBezTo>
                  <a:lnTo>
                    <a:pt x="369" y="475"/>
                  </a:lnTo>
                  <a:cubicBezTo>
                    <a:pt x="555" y="475"/>
                    <a:pt x="705" y="326"/>
                    <a:pt x="705" y="140"/>
                  </a:cubicBezTo>
                  <a:lnTo>
                    <a:pt x="70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96" name="Google Shape;4296;p28"/>
          <p:cNvGrpSpPr/>
          <p:nvPr/>
        </p:nvGrpSpPr>
        <p:grpSpPr>
          <a:xfrm>
            <a:off x="2133163" y="4147958"/>
            <a:ext cx="337888" cy="326501"/>
            <a:chOff x="2133163" y="4147958"/>
            <a:chExt cx="337888" cy="326501"/>
          </a:xfrm>
        </p:grpSpPr>
        <p:sp>
          <p:nvSpPr>
            <p:cNvPr id="4297" name="Google Shape;4297;p28"/>
            <p:cNvSpPr/>
            <p:nvPr/>
          </p:nvSpPr>
          <p:spPr>
            <a:xfrm>
              <a:off x="2216490" y="4230931"/>
              <a:ext cx="86023" cy="33659"/>
            </a:xfrm>
            <a:custGeom>
              <a:rect b="b" l="l" r="r" t="t"/>
              <a:pathLst>
                <a:path extrusionOk="0" h="948" w="2423">
                  <a:moveTo>
                    <a:pt x="0" y="0"/>
                  </a:moveTo>
                  <a:lnTo>
                    <a:pt x="0" y="947"/>
                  </a:lnTo>
                  <a:lnTo>
                    <a:pt x="2422" y="947"/>
                  </a:lnTo>
                  <a:lnTo>
                    <a:pt x="2422"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28"/>
            <p:cNvSpPr/>
            <p:nvPr/>
          </p:nvSpPr>
          <p:spPr>
            <a:xfrm>
              <a:off x="2289344" y="4230931"/>
              <a:ext cx="13171" cy="33659"/>
            </a:xfrm>
            <a:custGeom>
              <a:rect b="b" l="l" r="r" t="t"/>
              <a:pathLst>
                <a:path extrusionOk="0" h="948" w="371">
                  <a:moveTo>
                    <a:pt x="0" y="0"/>
                  </a:moveTo>
                  <a:lnTo>
                    <a:pt x="0" y="947"/>
                  </a:lnTo>
                  <a:lnTo>
                    <a:pt x="370" y="947"/>
                  </a:lnTo>
                  <a:lnTo>
                    <a:pt x="37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28"/>
            <p:cNvSpPr/>
            <p:nvPr/>
          </p:nvSpPr>
          <p:spPr>
            <a:xfrm>
              <a:off x="2335392" y="4201179"/>
              <a:ext cx="70579" cy="87839"/>
            </a:xfrm>
            <a:custGeom>
              <a:rect b="b" l="l" r="r" t="t"/>
              <a:pathLst>
                <a:path extrusionOk="0" h="2474" w="1988">
                  <a:moveTo>
                    <a:pt x="1001" y="1"/>
                  </a:moveTo>
                  <a:cubicBezTo>
                    <a:pt x="917" y="1"/>
                    <a:pt x="835" y="41"/>
                    <a:pt x="784" y="107"/>
                  </a:cubicBezTo>
                  <a:lnTo>
                    <a:pt x="94" y="992"/>
                  </a:lnTo>
                  <a:cubicBezTo>
                    <a:pt x="0" y="1113"/>
                    <a:pt x="22" y="1287"/>
                    <a:pt x="142" y="1381"/>
                  </a:cubicBezTo>
                  <a:cubicBezTo>
                    <a:pt x="193" y="1420"/>
                    <a:pt x="253" y="1439"/>
                    <a:pt x="312" y="1439"/>
                  </a:cubicBezTo>
                  <a:cubicBezTo>
                    <a:pt x="395" y="1439"/>
                    <a:pt x="477" y="1402"/>
                    <a:pt x="531" y="1332"/>
                  </a:cubicBezTo>
                  <a:lnTo>
                    <a:pt x="717" y="1095"/>
                  </a:lnTo>
                  <a:lnTo>
                    <a:pt x="717" y="2195"/>
                  </a:lnTo>
                  <a:cubicBezTo>
                    <a:pt x="717" y="2349"/>
                    <a:pt x="840" y="2473"/>
                    <a:pt x="993" y="2473"/>
                  </a:cubicBezTo>
                  <a:cubicBezTo>
                    <a:pt x="1145" y="2473"/>
                    <a:pt x="1271" y="2349"/>
                    <a:pt x="1271" y="2195"/>
                  </a:cubicBezTo>
                  <a:lnTo>
                    <a:pt x="1271" y="1100"/>
                  </a:lnTo>
                  <a:lnTo>
                    <a:pt x="1452" y="1343"/>
                  </a:lnTo>
                  <a:cubicBezTo>
                    <a:pt x="1505" y="1417"/>
                    <a:pt x="1590" y="1454"/>
                    <a:pt x="1675" y="1454"/>
                  </a:cubicBezTo>
                  <a:cubicBezTo>
                    <a:pt x="1733" y="1454"/>
                    <a:pt x="1790" y="1437"/>
                    <a:pt x="1841" y="1400"/>
                  </a:cubicBezTo>
                  <a:cubicBezTo>
                    <a:pt x="1963" y="1309"/>
                    <a:pt x="1987" y="1135"/>
                    <a:pt x="1897" y="1012"/>
                  </a:cubicBezTo>
                  <a:lnTo>
                    <a:pt x="1225" y="113"/>
                  </a:lnTo>
                  <a:cubicBezTo>
                    <a:pt x="1173" y="43"/>
                    <a:pt x="1092" y="1"/>
                    <a:pt x="1006" y="1"/>
                  </a:cubicBezTo>
                  <a:cubicBezTo>
                    <a:pt x="1004" y="1"/>
                    <a:pt x="1003" y="1"/>
                    <a:pt x="100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28"/>
            <p:cNvSpPr/>
            <p:nvPr/>
          </p:nvSpPr>
          <p:spPr>
            <a:xfrm>
              <a:off x="2400470" y="4147994"/>
              <a:ext cx="70579" cy="87839"/>
            </a:xfrm>
            <a:custGeom>
              <a:rect b="b" l="l" r="r" t="t"/>
              <a:pathLst>
                <a:path extrusionOk="0" h="2474" w="1988">
                  <a:moveTo>
                    <a:pt x="1002" y="1"/>
                  </a:moveTo>
                  <a:cubicBezTo>
                    <a:pt x="917" y="1"/>
                    <a:pt x="835" y="39"/>
                    <a:pt x="785" y="107"/>
                  </a:cubicBezTo>
                  <a:lnTo>
                    <a:pt x="94" y="992"/>
                  </a:lnTo>
                  <a:cubicBezTo>
                    <a:pt x="0" y="1113"/>
                    <a:pt x="22" y="1287"/>
                    <a:pt x="143" y="1381"/>
                  </a:cubicBezTo>
                  <a:cubicBezTo>
                    <a:pt x="193" y="1420"/>
                    <a:pt x="252" y="1439"/>
                    <a:pt x="312" y="1439"/>
                  </a:cubicBezTo>
                  <a:cubicBezTo>
                    <a:pt x="394" y="1439"/>
                    <a:pt x="476" y="1402"/>
                    <a:pt x="531" y="1332"/>
                  </a:cubicBezTo>
                  <a:lnTo>
                    <a:pt x="716" y="1094"/>
                  </a:lnTo>
                  <a:lnTo>
                    <a:pt x="716" y="2195"/>
                  </a:lnTo>
                  <a:cubicBezTo>
                    <a:pt x="716" y="2348"/>
                    <a:pt x="841" y="2473"/>
                    <a:pt x="993" y="2473"/>
                  </a:cubicBezTo>
                  <a:cubicBezTo>
                    <a:pt x="1146" y="2473"/>
                    <a:pt x="1270" y="2348"/>
                    <a:pt x="1270" y="2195"/>
                  </a:cubicBezTo>
                  <a:lnTo>
                    <a:pt x="1270" y="1100"/>
                  </a:lnTo>
                  <a:lnTo>
                    <a:pt x="1452" y="1343"/>
                  </a:lnTo>
                  <a:cubicBezTo>
                    <a:pt x="1506" y="1417"/>
                    <a:pt x="1590" y="1454"/>
                    <a:pt x="1675" y="1454"/>
                  </a:cubicBezTo>
                  <a:cubicBezTo>
                    <a:pt x="1731" y="1454"/>
                    <a:pt x="1789" y="1437"/>
                    <a:pt x="1839" y="1398"/>
                  </a:cubicBezTo>
                  <a:cubicBezTo>
                    <a:pt x="1963" y="1309"/>
                    <a:pt x="1988" y="1135"/>
                    <a:pt x="1896" y="1012"/>
                  </a:cubicBezTo>
                  <a:lnTo>
                    <a:pt x="1225" y="113"/>
                  </a:lnTo>
                  <a:cubicBezTo>
                    <a:pt x="1173" y="43"/>
                    <a:pt x="1093" y="1"/>
                    <a:pt x="1006" y="1"/>
                  </a:cubicBezTo>
                  <a:cubicBezTo>
                    <a:pt x="1005" y="1"/>
                    <a:pt x="1003" y="1"/>
                    <a:pt x="100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28"/>
            <p:cNvSpPr/>
            <p:nvPr/>
          </p:nvSpPr>
          <p:spPr>
            <a:xfrm>
              <a:off x="2364789" y="4240126"/>
              <a:ext cx="15728" cy="48997"/>
            </a:xfrm>
            <a:custGeom>
              <a:rect b="b" l="l" r="r" t="t"/>
              <a:pathLst>
                <a:path extrusionOk="0" h="1380" w="443">
                  <a:moveTo>
                    <a:pt x="217" y="0"/>
                  </a:moveTo>
                  <a:cubicBezTo>
                    <a:pt x="166" y="0"/>
                    <a:pt x="116" y="39"/>
                    <a:pt x="116" y="101"/>
                  </a:cubicBezTo>
                  <a:lnTo>
                    <a:pt x="116" y="1103"/>
                  </a:lnTo>
                  <a:cubicBezTo>
                    <a:pt x="116" y="1195"/>
                    <a:pt x="71" y="1277"/>
                    <a:pt x="1" y="1327"/>
                  </a:cubicBezTo>
                  <a:cubicBezTo>
                    <a:pt x="45" y="1360"/>
                    <a:pt x="99" y="1379"/>
                    <a:pt x="157" y="1379"/>
                  </a:cubicBezTo>
                  <a:cubicBezTo>
                    <a:pt x="161" y="1379"/>
                    <a:pt x="165" y="1379"/>
                    <a:pt x="169" y="1379"/>
                  </a:cubicBezTo>
                  <a:cubicBezTo>
                    <a:pt x="322" y="1378"/>
                    <a:pt x="443" y="1247"/>
                    <a:pt x="443" y="1094"/>
                  </a:cubicBezTo>
                  <a:lnTo>
                    <a:pt x="443" y="140"/>
                  </a:lnTo>
                  <a:cubicBezTo>
                    <a:pt x="387" y="124"/>
                    <a:pt x="336" y="90"/>
                    <a:pt x="299" y="41"/>
                  </a:cubicBezTo>
                  <a:cubicBezTo>
                    <a:pt x="277" y="13"/>
                    <a:pt x="247" y="0"/>
                    <a:pt x="21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28"/>
            <p:cNvSpPr/>
            <p:nvPr/>
          </p:nvSpPr>
          <p:spPr>
            <a:xfrm>
              <a:off x="2365144" y="4201143"/>
              <a:ext cx="40828" cy="51802"/>
            </a:xfrm>
            <a:custGeom>
              <a:rect b="b" l="l" r="r" t="t"/>
              <a:pathLst>
                <a:path extrusionOk="0" h="1459" w="1150">
                  <a:moveTo>
                    <a:pt x="160" y="0"/>
                  </a:moveTo>
                  <a:cubicBezTo>
                    <a:pt x="101" y="0"/>
                    <a:pt x="45" y="20"/>
                    <a:pt x="1" y="52"/>
                  </a:cubicBezTo>
                  <a:cubicBezTo>
                    <a:pt x="24" y="69"/>
                    <a:pt x="44" y="88"/>
                    <a:pt x="61" y="113"/>
                  </a:cubicBezTo>
                  <a:lnTo>
                    <a:pt x="732" y="1013"/>
                  </a:lnTo>
                  <a:cubicBezTo>
                    <a:pt x="824" y="1136"/>
                    <a:pt x="800" y="1310"/>
                    <a:pt x="676" y="1402"/>
                  </a:cubicBezTo>
                  <a:lnTo>
                    <a:pt x="673" y="1405"/>
                  </a:lnTo>
                  <a:cubicBezTo>
                    <a:pt x="720" y="1439"/>
                    <a:pt x="778" y="1458"/>
                    <a:pt x="836" y="1458"/>
                  </a:cubicBezTo>
                  <a:cubicBezTo>
                    <a:pt x="892" y="1458"/>
                    <a:pt x="949" y="1439"/>
                    <a:pt x="1000" y="1402"/>
                  </a:cubicBezTo>
                  <a:cubicBezTo>
                    <a:pt x="1125" y="1310"/>
                    <a:pt x="1149" y="1136"/>
                    <a:pt x="1056" y="1013"/>
                  </a:cubicBezTo>
                  <a:lnTo>
                    <a:pt x="385" y="113"/>
                  </a:lnTo>
                  <a:cubicBezTo>
                    <a:pt x="333" y="42"/>
                    <a:pt x="253" y="2"/>
                    <a:pt x="166" y="0"/>
                  </a:cubicBezTo>
                  <a:cubicBezTo>
                    <a:pt x="164" y="0"/>
                    <a:pt x="162" y="0"/>
                    <a:pt x="16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28"/>
            <p:cNvSpPr/>
            <p:nvPr/>
          </p:nvSpPr>
          <p:spPr>
            <a:xfrm>
              <a:off x="2429903" y="4186871"/>
              <a:ext cx="15657" cy="48997"/>
            </a:xfrm>
            <a:custGeom>
              <a:rect b="b" l="l" r="r" t="t"/>
              <a:pathLst>
                <a:path extrusionOk="0" h="1380" w="441">
                  <a:moveTo>
                    <a:pt x="216" y="0"/>
                  </a:moveTo>
                  <a:cubicBezTo>
                    <a:pt x="165" y="0"/>
                    <a:pt x="115" y="39"/>
                    <a:pt x="115" y="100"/>
                  </a:cubicBezTo>
                  <a:lnTo>
                    <a:pt x="115" y="1102"/>
                  </a:lnTo>
                  <a:cubicBezTo>
                    <a:pt x="115" y="1194"/>
                    <a:pt x="71" y="1277"/>
                    <a:pt x="0" y="1328"/>
                  </a:cubicBezTo>
                  <a:cubicBezTo>
                    <a:pt x="47" y="1360"/>
                    <a:pt x="103" y="1380"/>
                    <a:pt x="162" y="1380"/>
                  </a:cubicBezTo>
                  <a:cubicBezTo>
                    <a:pt x="164" y="1380"/>
                    <a:pt x="167" y="1380"/>
                    <a:pt x="169" y="1380"/>
                  </a:cubicBezTo>
                  <a:cubicBezTo>
                    <a:pt x="323" y="1375"/>
                    <a:pt x="441" y="1246"/>
                    <a:pt x="441" y="1093"/>
                  </a:cubicBezTo>
                  <a:lnTo>
                    <a:pt x="441" y="141"/>
                  </a:lnTo>
                  <a:cubicBezTo>
                    <a:pt x="387" y="123"/>
                    <a:pt x="336" y="92"/>
                    <a:pt x="297" y="41"/>
                  </a:cubicBezTo>
                  <a:cubicBezTo>
                    <a:pt x="275" y="13"/>
                    <a:pt x="245" y="0"/>
                    <a:pt x="21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28"/>
            <p:cNvSpPr/>
            <p:nvPr/>
          </p:nvSpPr>
          <p:spPr>
            <a:xfrm>
              <a:off x="2430294" y="4147958"/>
              <a:ext cx="40757" cy="51731"/>
            </a:xfrm>
            <a:custGeom>
              <a:rect b="b" l="l" r="r" t="t"/>
              <a:pathLst>
                <a:path extrusionOk="0" h="1457" w="1148">
                  <a:moveTo>
                    <a:pt x="160" y="0"/>
                  </a:moveTo>
                  <a:cubicBezTo>
                    <a:pt x="102" y="0"/>
                    <a:pt x="45" y="19"/>
                    <a:pt x="1" y="52"/>
                  </a:cubicBezTo>
                  <a:cubicBezTo>
                    <a:pt x="24" y="68"/>
                    <a:pt x="44" y="88"/>
                    <a:pt x="61" y="111"/>
                  </a:cubicBezTo>
                  <a:lnTo>
                    <a:pt x="732" y="1013"/>
                  </a:lnTo>
                  <a:cubicBezTo>
                    <a:pt x="824" y="1136"/>
                    <a:pt x="799" y="1310"/>
                    <a:pt x="676" y="1402"/>
                  </a:cubicBezTo>
                  <a:lnTo>
                    <a:pt x="673" y="1405"/>
                  </a:lnTo>
                  <a:cubicBezTo>
                    <a:pt x="720" y="1439"/>
                    <a:pt x="778" y="1457"/>
                    <a:pt x="835" y="1457"/>
                  </a:cubicBezTo>
                  <a:cubicBezTo>
                    <a:pt x="891" y="1457"/>
                    <a:pt x="949" y="1439"/>
                    <a:pt x="999" y="1402"/>
                  </a:cubicBezTo>
                  <a:cubicBezTo>
                    <a:pt x="1123" y="1310"/>
                    <a:pt x="1148" y="1136"/>
                    <a:pt x="1056" y="1013"/>
                  </a:cubicBezTo>
                  <a:lnTo>
                    <a:pt x="385" y="111"/>
                  </a:lnTo>
                  <a:cubicBezTo>
                    <a:pt x="333" y="42"/>
                    <a:pt x="253" y="2"/>
                    <a:pt x="166" y="0"/>
                  </a:cubicBezTo>
                  <a:cubicBezTo>
                    <a:pt x="164" y="0"/>
                    <a:pt x="162" y="0"/>
                    <a:pt x="16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28"/>
            <p:cNvSpPr/>
            <p:nvPr/>
          </p:nvSpPr>
          <p:spPr>
            <a:xfrm>
              <a:off x="2133163" y="4260932"/>
              <a:ext cx="252565" cy="213527"/>
            </a:xfrm>
            <a:custGeom>
              <a:rect b="b" l="l" r="r" t="t"/>
              <a:pathLst>
                <a:path extrusionOk="0" h="6014" w="7114">
                  <a:moveTo>
                    <a:pt x="2346" y="0"/>
                  </a:moveTo>
                  <a:cubicBezTo>
                    <a:pt x="2346" y="0"/>
                    <a:pt x="1573" y="563"/>
                    <a:pt x="1100" y="1199"/>
                  </a:cubicBezTo>
                  <a:cubicBezTo>
                    <a:pt x="449" y="2074"/>
                    <a:pt x="0" y="3424"/>
                    <a:pt x="452" y="4506"/>
                  </a:cubicBezTo>
                  <a:cubicBezTo>
                    <a:pt x="994" y="5802"/>
                    <a:pt x="2366" y="6014"/>
                    <a:pt x="3604" y="6014"/>
                  </a:cubicBezTo>
                  <a:cubicBezTo>
                    <a:pt x="3662" y="6014"/>
                    <a:pt x="3719" y="6013"/>
                    <a:pt x="3776" y="6012"/>
                  </a:cubicBezTo>
                  <a:cubicBezTo>
                    <a:pt x="4907" y="5994"/>
                    <a:pt x="6185" y="5645"/>
                    <a:pt x="6660" y="4506"/>
                  </a:cubicBezTo>
                  <a:cubicBezTo>
                    <a:pt x="7113" y="3424"/>
                    <a:pt x="6666" y="2074"/>
                    <a:pt x="6014" y="1199"/>
                  </a:cubicBezTo>
                  <a:cubicBezTo>
                    <a:pt x="5541" y="561"/>
                    <a:pt x="4768" y="0"/>
                    <a:pt x="476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28"/>
            <p:cNvSpPr/>
            <p:nvPr/>
          </p:nvSpPr>
          <p:spPr>
            <a:xfrm>
              <a:off x="2252917" y="4260825"/>
              <a:ext cx="132815" cy="213563"/>
            </a:xfrm>
            <a:custGeom>
              <a:rect b="b" l="l" r="r" t="t"/>
              <a:pathLst>
                <a:path extrusionOk="0" h="6015" w="3741">
                  <a:moveTo>
                    <a:pt x="927" y="0"/>
                  </a:moveTo>
                  <a:cubicBezTo>
                    <a:pt x="927" y="0"/>
                    <a:pt x="1700" y="561"/>
                    <a:pt x="2173" y="1197"/>
                  </a:cubicBezTo>
                  <a:cubicBezTo>
                    <a:pt x="2825" y="2075"/>
                    <a:pt x="3273" y="3425"/>
                    <a:pt x="2821" y="4506"/>
                  </a:cubicBezTo>
                  <a:cubicBezTo>
                    <a:pt x="2355" y="5624"/>
                    <a:pt x="1116" y="5982"/>
                    <a:pt x="0" y="6011"/>
                  </a:cubicBezTo>
                  <a:cubicBezTo>
                    <a:pt x="75" y="6013"/>
                    <a:pt x="150" y="6014"/>
                    <a:pt x="224" y="6014"/>
                  </a:cubicBezTo>
                  <a:cubicBezTo>
                    <a:pt x="285" y="6014"/>
                    <a:pt x="345" y="6014"/>
                    <a:pt x="405" y="6012"/>
                  </a:cubicBezTo>
                  <a:cubicBezTo>
                    <a:pt x="1537" y="5997"/>
                    <a:pt x="2812" y="5648"/>
                    <a:pt x="3289" y="4507"/>
                  </a:cubicBezTo>
                  <a:cubicBezTo>
                    <a:pt x="3740" y="3427"/>
                    <a:pt x="3293" y="2077"/>
                    <a:pt x="2641" y="1197"/>
                  </a:cubicBezTo>
                  <a:cubicBezTo>
                    <a:pt x="2168" y="563"/>
                    <a:pt x="1395" y="0"/>
                    <a:pt x="139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28"/>
            <p:cNvSpPr/>
            <p:nvPr/>
          </p:nvSpPr>
          <p:spPr>
            <a:xfrm>
              <a:off x="2188016" y="4173486"/>
              <a:ext cx="142791" cy="61956"/>
            </a:xfrm>
            <a:custGeom>
              <a:rect b="b" l="l" r="r" t="t"/>
              <a:pathLst>
                <a:path extrusionOk="0" h="1745" w="4022">
                  <a:moveTo>
                    <a:pt x="359" y="1"/>
                  </a:moveTo>
                  <a:cubicBezTo>
                    <a:pt x="159" y="1"/>
                    <a:pt x="1" y="169"/>
                    <a:pt x="15" y="368"/>
                  </a:cubicBezTo>
                  <a:cubicBezTo>
                    <a:pt x="76" y="1244"/>
                    <a:pt x="800" y="1745"/>
                    <a:pt x="800" y="1745"/>
                  </a:cubicBezTo>
                  <a:lnTo>
                    <a:pt x="3223" y="1745"/>
                  </a:lnTo>
                  <a:cubicBezTo>
                    <a:pt x="3223" y="1745"/>
                    <a:pt x="3950" y="1244"/>
                    <a:pt x="4007" y="368"/>
                  </a:cubicBezTo>
                  <a:cubicBezTo>
                    <a:pt x="4021" y="169"/>
                    <a:pt x="3863" y="1"/>
                    <a:pt x="366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28"/>
            <p:cNvSpPr/>
            <p:nvPr/>
          </p:nvSpPr>
          <p:spPr>
            <a:xfrm>
              <a:off x="2286752" y="4173557"/>
              <a:ext cx="44059" cy="61992"/>
            </a:xfrm>
            <a:custGeom>
              <a:rect b="b" l="l" r="r" t="t"/>
              <a:pathLst>
                <a:path extrusionOk="0" h="1746" w="1241">
                  <a:moveTo>
                    <a:pt x="885" y="0"/>
                  </a:moveTo>
                  <a:cubicBezTo>
                    <a:pt x="884" y="0"/>
                    <a:pt x="883" y="0"/>
                    <a:pt x="882" y="0"/>
                  </a:cubicBezTo>
                  <a:lnTo>
                    <a:pt x="440" y="0"/>
                  </a:lnTo>
                  <a:cubicBezTo>
                    <a:pt x="640" y="0"/>
                    <a:pt x="796" y="167"/>
                    <a:pt x="784" y="367"/>
                  </a:cubicBezTo>
                  <a:cubicBezTo>
                    <a:pt x="725" y="1244"/>
                    <a:pt x="0" y="1746"/>
                    <a:pt x="0" y="1746"/>
                  </a:cubicBezTo>
                  <a:lnTo>
                    <a:pt x="443" y="1746"/>
                  </a:lnTo>
                  <a:cubicBezTo>
                    <a:pt x="443" y="1746"/>
                    <a:pt x="1169" y="1244"/>
                    <a:pt x="1228" y="367"/>
                  </a:cubicBezTo>
                  <a:cubicBezTo>
                    <a:pt x="1240" y="168"/>
                    <a:pt x="1084" y="0"/>
                    <a:pt x="88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28"/>
            <p:cNvSpPr/>
            <p:nvPr/>
          </p:nvSpPr>
          <p:spPr>
            <a:xfrm>
              <a:off x="2225828" y="4322495"/>
              <a:ext cx="67490" cy="90467"/>
            </a:xfrm>
            <a:custGeom>
              <a:rect b="b" l="l" r="r" t="t"/>
              <a:pathLst>
                <a:path extrusionOk="0" h="2548" w="1901">
                  <a:moveTo>
                    <a:pt x="1641" y="0"/>
                  </a:moveTo>
                  <a:cubicBezTo>
                    <a:pt x="1086" y="0"/>
                    <a:pt x="611" y="358"/>
                    <a:pt x="437" y="856"/>
                  </a:cubicBezTo>
                  <a:lnTo>
                    <a:pt x="140" y="856"/>
                  </a:lnTo>
                  <a:cubicBezTo>
                    <a:pt x="63" y="856"/>
                    <a:pt x="1" y="920"/>
                    <a:pt x="1" y="994"/>
                  </a:cubicBezTo>
                  <a:cubicBezTo>
                    <a:pt x="1" y="1072"/>
                    <a:pt x="64" y="1134"/>
                    <a:pt x="140" y="1134"/>
                  </a:cubicBezTo>
                  <a:lnTo>
                    <a:pt x="373" y="1134"/>
                  </a:lnTo>
                  <a:cubicBezTo>
                    <a:pt x="368" y="1180"/>
                    <a:pt x="366" y="1228"/>
                    <a:pt x="366" y="1274"/>
                  </a:cubicBezTo>
                  <a:cubicBezTo>
                    <a:pt x="366" y="1323"/>
                    <a:pt x="371" y="1369"/>
                    <a:pt x="373" y="1415"/>
                  </a:cubicBezTo>
                  <a:lnTo>
                    <a:pt x="140" y="1415"/>
                  </a:lnTo>
                  <a:cubicBezTo>
                    <a:pt x="63" y="1415"/>
                    <a:pt x="1" y="1477"/>
                    <a:pt x="1" y="1553"/>
                  </a:cubicBezTo>
                  <a:cubicBezTo>
                    <a:pt x="1" y="1631"/>
                    <a:pt x="64" y="1691"/>
                    <a:pt x="140" y="1691"/>
                  </a:cubicBezTo>
                  <a:lnTo>
                    <a:pt x="437" y="1691"/>
                  </a:lnTo>
                  <a:cubicBezTo>
                    <a:pt x="611" y="2189"/>
                    <a:pt x="1084" y="2547"/>
                    <a:pt x="1641" y="2547"/>
                  </a:cubicBezTo>
                  <a:cubicBezTo>
                    <a:pt x="1684" y="2547"/>
                    <a:pt x="1728" y="2546"/>
                    <a:pt x="1769" y="2540"/>
                  </a:cubicBezTo>
                  <a:cubicBezTo>
                    <a:pt x="1846" y="2533"/>
                    <a:pt x="1900" y="2465"/>
                    <a:pt x="1893" y="2389"/>
                  </a:cubicBezTo>
                  <a:cubicBezTo>
                    <a:pt x="1886" y="2318"/>
                    <a:pt x="1826" y="2265"/>
                    <a:pt x="1754" y="2265"/>
                  </a:cubicBezTo>
                  <a:cubicBezTo>
                    <a:pt x="1749" y="2265"/>
                    <a:pt x="1745" y="2265"/>
                    <a:pt x="1741" y="2265"/>
                  </a:cubicBezTo>
                  <a:cubicBezTo>
                    <a:pt x="1707" y="2268"/>
                    <a:pt x="1676" y="2271"/>
                    <a:pt x="1641" y="2271"/>
                  </a:cubicBezTo>
                  <a:cubicBezTo>
                    <a:pt x="1240" y="2271"/>
                    <a:pt x="894" y="2033"/>
                    <a:pt x="736" y="1691"/>
                  </a:cubicBezTo>
                  <a:lnTo>
                    <a:pt x="1474" y="1691"/>
                  </a:lnTo>
                  <a:cubicBezTo>
                    <a:pt x="1552" y="1691"/>
                    <a:pt x="1612" y="1628"/>
                    <a:pt x="1612" y="1553"/>
                  </a:cubicBezTo>
                  <a:cubicBezTo>
                    <a:pt x="1612" y="1475"/>
                    <a:pt x="1549" y="1415"/>
                    <a:pt x="1474" y="1415"/>
                  </a:cubicBezTo>
                  <a:lnTo>
                    <a:pt x="654" y="1415"/>
                  </a:lnTo>
                  <a:cubicBezTo>
                    <a:pt x="647" y="1367"/>
                    <a:pt x="644" y="1321"/>
                    <a:pt x="644" y="1274"/>
                  </a:cubicBezTo>
                  <a:cubicBezTo>
                    <a:pt x="644" y="1228"/>
                    <a:pt x="647" y="1179"/>
                    <a:pt x="654" y="1134"/>
                  </a:cubicBezTo>
                  <a:lnTo>
                    <a:pt x="1474" y="1134"/>
                  </a:lnTo>
                  <a:cubicBezTo>
                    <a:pt x="1552" y="1134"/>
                    <a:pt x="1612" y="1071"/>
                    <a:pt x="1612" y="994"/>
                  </a:cubicBezTo>
                  <a:cubicBezTo>
                    <a:pt x="1612" y="918"/>
                    <a:pt x="1551" y="856"/>
                    <a:pt x="1474" y="856"/>
                  </a:cubicBezTo>
                  <a:lnTo>
                    <a:pt x="738" y="856"/>
                  </a:lnTo>
                  <a:cubicBezTo>
                    <a:pt x="896" y="515"/>
                    <a:pt x="1243" y="278"/>
                    <a:pt x="1641" y="278"/>
                  </a:cubicBezTo>
                  <a:cubicBezTo>
                    <a:pt x="1719" y="278"/>
                    <a:pt x="1781" y="215"/>
                    <a:pt x="1781" y="138"/>
                  </a:cubicBezTo>
                  <a:cubicBezTo>
                    <a:pt x="1781" y="62"/>
                    <a:pt x="1717" y="0"/>
                    <a:pt x="16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28"/>
            <p:cNvSpPr/>
            <p:nvPr/>
          </p:nvSpPr>
          <p:spPr>
            <a:xfrm>
              <a:off x="2346292" y="4436462"/>
              <a:ext cx="116732" cy="37990"/>
            </a:xfrm>
            <a:custGeom>
              <a:rect b="b" l="l" r="r" t="t"/>
              <a:pathLst>
                <a:path extrusionOk="0" h="1070" w="3288">
                  <a:moveTo>
                    <a:pt x="392" y="1"/>
                  </a:moveTo>
                  <a:cubicBezTo>
                    <a:pt x="177" y="1"/>
                    <a:pt x="1" y="178"/>
                    <a:pt x="1" y="393"/>
                  </a:cubicBezTo>
                  <a:lnTo>
                    <a:pt x="1" y="677"/>
                  </a:lnTo>
                  <a:cubicBezTo>
                    <a:pt x="1" y="893"/>
                    <a:pt x="177" y="1070"/>
                    <a:pt x="392" y="1070"/>
                  </a:cubicBezTo>
                  <a:lnTo>
                    <a:pt x="2895" y="1070"/>
                  </a:lnTo>
                  <a:cubicBezTo>
                    <a:pt x="3112" y="1070"/>
                    <a:pt x="3288" y="893"/>
                    <a:pt x="3288" y="677"/>
                  </a:cubicBezTo>
                  <a:lnTo>
                    <a:pt x="3288" y="393"/>
                  </a:lnTo>
                  <a:cubicBezTo>
                    <a:pt x="3288" y="178"/>
                    <a:pt x="3111" y="1"/>
                    <a:pt x="2895" y="1"/>
                  </a:cubicBezTo>
                  <a:close/>
                </a:path>
              </a:pathLst>
            </a:custGeom>
            <a:solidFill>
              <a:srgbClr val="ECE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28"/>
            <p:cNvSpPr/>
            <p:nvPr/>
          </p:nvSpPr>
          <p:spPr>
            <a:xfrm>
              <a:off x="2346292" y="4360591"/>
              <a:ext cx="116732" cy="37990"/>
            </a:xfrm>
            <a:custGeom>
              <a:rect b="b" l="l" r="r" t="t"/>
              <a:pathLst>
                <a:path extrusionOk="0" h="1070" w="3288">
                  <a:moveTo>
                    <a:pt x="392" y="1"/>
                  </a:moveTo>
                  <a:cubicBezTo>
                    <a:pt x="177" y="1"/>
                    <a:pt x="1" y="178"/>
                    <a:pt x="1" y="393"/>
                  </a:cubicBezTo>
                  <a:lnTo>
                    <a:pt x="1" y="677"/>
                  </a:lnTo>
                  <a:cubicBezTo>
                    <a:pt x="1" y="893"/>
                    <a:pt x="177" y="1070"/>
                    <a:pt x="392" y="1070"/>
                  </a:cubicBezTo>
                  <a:lnTo>
                    <a:pt x="2895" y="1070"/>
                  </a:lnTo>
                  <a:cubicBezTo>
                    <a:pt x="3112" y="1070"/>
                    <a:pt x="3288" y="893"/>
                    <a:pt x="3288" y="677"/>
                  </a:cubicBezTo>
                  <a:lnTo>
                    <a:pt x="3288" y="393"/>
                  </a:lnTo>
                  <a:cubicBezTo>
                    <a:pt x="3288" y="178"/>
                    <a:pt x="3111" y="1"/>
                    <a:pt x="2895" y="1"/>
                  </a:cubicBezTo>
                  <a:close/>
                </a:path>
              </a:pathLst>
            </a:custGeom>
            <a:solidFill>
              <a:srgbClr val="ECE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28"/>
            <p:cNvSpPr/>
            <p:nvPr/>
          </p:nvSpPr>
          <p:spPr>
            <a:xfrm>
              <a:off x="2346292" y="4398544"/>
              <a:ext cx="116732" cy="37955"/>
            </a:xfrm>
            <a:custGeom>
              <a:rect b="b" l="l" r="r" t="t"/>
              <a:pathLst>
                <a:path extrusionOk="0" h="1069" w="3288">
                  <a:moveTo>
                    <a:pt x="392" y="1"/>
                  </a:moveTo>
                  <a:cubicBezTo>
                    <a:pt x="177" y="1"/>
                    <a:pt x="1" y="176"/>
                    <a:pt x="1" y="392"/>
                  </a:cubicBezTo>
                  <a:lnTo>
                    <a:pt x="1" y="677"/>
                  </a:lnTo>
                  <a:cubicBezTo>
                    <a:pt x="1" y="893"/>
                    <a:pt x="177" y="1069"/>
                    <a:pt x="392" y="1069"/>
                  </a:cubicBezTo>
                  <a:lnTo>
                    <a:pt x="2895" y="1069"/>
                  </a:lnTo>
                  <a:cubicBezTo>
                    <a:pt x="3112" y="1069"/>
                    <a:pt x="3288" y="893"/>
                    <a:pt x="3288" y="677"/>
                  </a:cubicBezTo>
                  <a:lnTo>
                    <a:pt x="3288" y="392"/>
                  </a:lnTo>
                  <a:cubicBezTo>
                    <a:pt x="3288" y="176"/>
                    <a:pt x="3111" y="1"/>
                    <a:pt x="28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28"/>
            <p:cNvSpPr/>
            <p:nvPr/>
          </p:nvSpPr>
          <p:spPr>
            <a:xfrm>
              <a:off x="2346292" y="4322673"/>
              <a:ext cx="116732" cy="37955"/>
            </a:xfrm>
            <a:custGeom>
              <a:rect b="b" l="l" r="r" t="t"/>
              <a:pathLst>
                <a:path extrusionOk="0" h="1069" w="3288">
                  <a:moveTo>
                    <a:pt x="392" y="1"/>
                  </a:moveTo>
                  <a:cubicBezTo>
                    <a:pt x="177" y="1"/>
                    <a:pt x="1" y="176"/>
                    <a:pt x="1" y="392"/>
                  </a:cubicBezTo>
                  <a:lnTo>
                    <a:pt x="1" y="677"/>
                  </a:lnTo>
                  <a:cubicBezTo>
                    <a:pt x="1" y="893"/>
                    <a:pt x="177" y="1069"/>
                    <a:pt x="392" y="1069"/>
                  </a:cubicBezTo>
                  <a:lnTo>
                    <a:pt x="2895" y="1069"/>
                  </a:lnTo>
                  <a:cubicBezTo>
                    <a:pt x="3112" y="1069"/>
                    <a:pt x="3288" y="893"/>
                    <a:pt x="3288" y="677"/>
                  </a:cubicBezTo>
                  <a:lnTo>
                    <a:pt x="3288" y="392"/>
                  </a:lnTo>
                  <a:cubicBezTo>
                    <a:pt x="3288" y="176"/>
                    <a:pt x="3111" y="1"/>
                    <a:pt x="28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28"/>
            <p:cNvSpPr/>
            <p:nvPr/>
          </p:nvSpPr>
          <p:spPr>
            <a:xfrm>
              <a:off x="2435406" y="4436462"/>
              <a:ext cx="27621" cy="37990"/>
            </a:xfrm>
            <a:custGeom>
              <a:rect b="b" l="l" r="r" t="t"/>
              <a:pathLst>
                <a:path extrusionOk="0" h="1070" w="778">
                  <a:moveTo>
                    <a:pt x="1" y="1"/>
                  </a:moveTo>
                  <a:cubicBezTo>
                    <a:pt x="216" y="1"/>
                    <a:pt x="392" y="178"/>
                    <a:pt x="392" y="393"/>
                  </a:cubicBezTo>
                  <a:lnTo>
                    <a:pt x="392" y="677"/>
                  </a:lnTo>
                  <a:cubicBezTo>
                    <a:pt x="392" y="893"/>
                    <a:pt x="218" y="1070"/>
                    <a:pt x="1" y="1070"/>
                  </a:cubicBezTo>
                  <a:lnTo>
                    <a:pt x="385" y="1070"/>
                  </a:lnTo>
                  <a:cubicBezTo>
                    <a:pt x="601" y="1070"/>
                    <a:pt x="778" y="896"/>
                    <a:pt x="778" y="677"/>
                  </a:cubicBezTo>
                  <a:lnTo>
                    <a:pt x="778" y="393"/>
                  </a:lnTo>
                  <a:cubicBezTo>
                    <a:pt x="778" y="176"/>
                    <a:pt x="602" y="1"/>
                    <a:pt x="38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28"/>
            <p:cNvSpPr/>
            <p:nvPr/>
          </p:nvSpPr>
          <p:spPr>
            <a:xfrm>
              <a:off x="2435406" y="4360591"/>
              <a:ext cx="27621" cy="37990"/>
            </a:xfrm>
            <a:custGeom>
              <a:rect b="b" l="l" r="r" t="t"/>
              <a:pathLst>
                <a:path extrusionOk="0" h="1070" w="778">
                  <a:moveTo>
                    <a:pt x="1" y="1"/>
                  </a:moveTo>
                  <a:cubicBezTo>
                    <a:pt x="216" y="1"/>
                    <a:pt x="392" y="176"/>
                    <a:pt x="392" y="393"/>
                  </a:cubicBezTo>
                  <a:lnTo>
                    <a:pt x="392" y="677"/>
                  </a:lnTo>
                  <a:cubicBezTo>
                    <a:pt x="392" y="893"/>
                    <a:pt x="218" y="1070"/>
                    <a:pt x="1" y="1070"/>
                  </a:cubicBezTo>
                  <a:lnTo>
                    <a:pt x="385" y="1070"/>
                  </a:lnTo>
                  <a:cubicBezTo>
                    <a:pt x="601" y="1070"/>
                    <a:pt x="778" y="893"/>
                    <a:pt x="778" y="677"/>
                  </a:cubicBezTo>
                  <a:lnTo>
                    <a:pt x="778" y="393"/>
                  </a:lnTo>
                  <a:cubicBezTo>
                    <a:pt x="778" y="176"/>
                    <a:pt x="602" y="1"/>
                    <a:pt x="38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28"/>
            <p:cNvSpPr/>
            <p:nvPr/>
          </p:nvSpPr>
          <p:spPr>
            <a:xfrm>
              <a:off x="2435406" y="4398544"/>
              <a:ext cx="27621" cy="37955"/>
            </a:xfrm>
            <a:custGeom>
              <a:rect b="b" l="l" r="r" t="t"/>
              <a:pathLst>
                <a:path extrusionOk="0" h="1069" w="778">
                  <a:moveTo>
                    <a:pt x="1" y="1"/>
                  </a:moveTo>
                  <a:cubicBezTo>
                    <a:pt x="216" y="1"/>
                    <a:pt x="392" y="175"/>
                    <a:pt x="392" y="392"/>
                  </a:cubicBezTo>
                  <a:lnTo>
                    <a:pt x="392" y="677"/>
                  </a:lnTo>
                  <a:cubicBezTo>
                    <a:pt x="392" y="893"/>
                    <a:pt x="218" y="1069"/>
                    <a:pt x="1" y="1069"/>
                  </a:cubicBezTo>
                  <a:lnTo>
                    <a:pt x="385" y="1069"/>
                  </a:lnTo>
                  <a:cubicBezTo>
                    <a:pt x="601" y="1069"/>
                    <a:pt x="778" y="894"/>
                    <a:pt x="778" y="677"/>
                  </a:cubicBezTo>
                  <a:lnTo>
                    <a:pt x="778" y="392"/>
                  </a:lnTo>
                  <a:cubicBezTo>
                    <a:pt x="778" y="175"/>
                    <a:pt x="602" y="1"/>
                    <a:pt x="38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28"/>
            <p:cNvSpPr/>
            <p:nvPr/>
          </p:nvSpPr>
          <p:spPr>
            <a:xfrm>
              <a:off x="2435406" y="4322673"/>
              <a:ext cx="27621" cy="37955"/>
            </a:xfrm>
            <a:custGeom>
              <a:rect b="b" l="l" r="r" t="t"/>
              <a:pathLst>
                <a:path extrusionOk="0" h="1069" w="778">
                  <a:moveTo>
                    <a:pt x="1" y="1"/>
                  </a:moveTo>
                  <a:cubicBezTo>
                    <a:pt x="216" y="1"/>
                    <a:pt x="392" y="176"/>
                    <a:pt x="392" y="392"/>
                  </a:cubicBezTo>
                  <a:lnTo>
                    <a:pt x="392" y="677"/>
                  </a:lnTo>
                  <a:cubicBezTo>
                    <a:pt x="392" y="893"/>
                    <a:pt x="218" y="1069"/>
                    <a:pt x="1" y="1069"/>
                  </a:cubicBezTo>
                  <a:lnTo>
                    <a:pt x="385" y="1069"/>
                  </a:lnTo>
                  <a:cubicBezTo>
                    <a:pt x="601" y="1069"/>
                    <a:pt x="778" y="895"/>
                    <a:pt x="778" y="677"/>
                  </a:cubicBezTo>
                  <a:lnTo>
                    <a:pt x="778" y="392"/>
                  </a:lnTo>
                  <a:cubicBezTo>
                    <a:pt x="778" y="175"/>
                    <a:pt x="602" y="1"/>
                    <a:pt x="38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18" name="Google Shape;4318;p28"/>
          <p:cNvGrpSpPr/>
          <p:nvPr/>
        </p:nvGrpSpPr>
        <p:grpSpPr>
          <a:xfrm>
            <a:off x="1495446" y="4147710"/>
            <a:ext cx="326951" cy="326962"/>
            <a:chOff x="1495446" y="4147710"/>
            <a:chExt cx="326951" cy="326962"/>
          </a:xfrm>
        </p:grpSpPr>
        <p:sp>
          <p:nvSpPr>
            <p:cNvPr id="4319" name="Google Shape;4319;p28"/>
            <p:cNvSpPr/>
            <p:nvPr/>
          </p:nvSpPr>
          <p:spPr>
            <a:xfrm>
              <a:off x="1495446" y="4267287"/>
              <a:ext cx="265168" cy="207349"/>
            </a:xfrm>
            <a:custGeom>
              <a:rect b="b" l="l" r="r" t="t"/>
              <a:pathLst>
                <a:path extrusionOk="0" h="5840" w="7469">
                  <a:moveTo>
                    <a:pt x="350" y="1"/>
                  </a:moveTo>
                  <a:cubicBezTo>
                    <a:pt x="157" y="1"/>
                    <a:pt x="0" y="158"/>
                    <a:pt x="0" y="351"/>
                  </a:cubicBezTo>
                  <a:lnTo>
                    <a:pt x="0" y="5491"/>
                  </a:lnTo>
                  <a:cubicBezTo>
                    <a:pt x="0" y="5684"/>
                    <a:pt x="157" y="5839"/>
                    <a:pt x="350" y="5839"/>
                  </a:cubicBezTo>
                  <a:lnTo>
                    <a:pt x="7121" y="5839"/>
                  </a:lnTo>
                  <a:cubicBezTo>
                    <a:pt x="7312" y="5839"/>
                    <a:pt x="7469" y="5684"/>
                    <a:pt x="7469" y="5491"/>
                  </a:cubicBezTo>
                  <a:lnTo>
                    <a:pt x="7469" y="351"/>
                  </a:lnTo>
                  <a:cubicBezTo>
                    <a:pt x="7469" y="158"/>
                    <a:pt x="7312" y="1"/>
                    <a:pt x="7121" y="1"/>
                  </a:cubicBezTo>
                  <a:lnTo>
                    <a:pt x="3648" y="844"/>
                  </a:lnTo>
                  <a:lnTo>
                    <a:pt x="350"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28"/>
            <p:cNvSpPr/>
            <p:nvPr/>
          </p:nvSpPr>
          <p:spPr>
            <a:xfrm>
              <a:off x="1563081" y="4207001"/>
              <a:ext cx="129904" cy="76904"/>
            </a:xfrm>
            <a:custGeom>
              <a:rect b="b" l="l" r="r" t="t"/>
              <a:pathLst>
                <a:path extrusionOk="0" h="2166" w="3659">
                  <a:moveTo>
                    <a:pt x="1830" y="1"/>
                  </a:moveTo>
                  <a:cubicBezTo>
                    <a:pt x="821" y="1"/>
                    <a:pt x="1" y="821"/>
                    <a:pt x="1" y="1830"/>
                  </a:cubicBezTo>
                  <a:lnTo>
                    <a:pt x="1" y="1841"/>
                  </a:lnTo>
                  <a:cubicBezTo>
                    <a:pt x="1" y="2021"/>
                    <a:pt x="145" y="2165"/>
                    <a:pt x="324" y="2165"/>
                  </a:cubicBezTo>
                  <a:cubicBezTo>
                    <a:pt x="504" y="2165"/>
                    <a:pt x="648" y="2020"/>
                    <a:pt x="648" y="1841"/>
                  </a:cubicBezTo>
                  <a:lnTo>
                    <a:pt x="648" y="1830"/>
                  </a:lnTo>
                  <a:cubicBezTo>
                    <a:pt x="648" y="1179"/>
                    <a:pt x="1179" y="648"/>
                    <a:pt x="1830" y="648"/>
                  </a:cubicBezTo>
                  <a:cubicBezTo>
                    <a:pt x="2481" y="648"/>
                    <a:pt x="3011" y="1178"/>
                    <a:pt x="3011" y="1830"/>
                  </a:cubicBezTo>
                  <a:lnTo>
                    <a:pt x="3011" y="1841"/>
                  </a:lnTo>
                  <a:cubicBezTo>
                    <a:pt x="3011" y="2021"/>
                    <a:pt x="3158" y="2165"/>
                    <a:pt x="3335" y="2165"/>
                  </a:cubicBezTo>
                  <a:cubicBezTo>
                    <a:pt x="3513" y="2165"/>
                    <a:pt x="3659" y="2021"/>
                    <a:pt x="3659" y="1841"/>
                  </a:cubicBezTo>
                  <a:lnTo>
                    <a:pt x="3659" y="1830"/>
                  </a:lnTo>
                  <a:cubicBezTo>
                    <a:pt x="3659" y="821"/>
                    <a:pt x="2838" y="1"/>
                    <a:pt x="183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28"/>
            <p:cNvSpPr/>
            <p:nvPr/>
          </p:nvSpPr>
          <p:spPr>
            <a:xfrm>
              <a:off x="1567625" y="4230008"/>
              <a:ext cx="53467" cy="53932"/>
            </a:xfrm>
            <a:custGeom>
              <a:rect b="b" l="l" r="r" t="t"/>
              <a:pathLst>
                <a:path extrusionOk="0" h="1519" w="1506">
                  <a:moveTo>
                    <a:pt x="1312" y="0"/>
                  </a:moveTo>
                  <a:cubicBezTo>
                    <a:pt x="660" y="0"/>
                    <a:pt x="130" y="531"/>
                    <a:pt x="127" y="1186"/>
                  </a:cubicBezTo>
                  <a:lnTo>
                    <a:pt x="127" y="1196"/>
                  </a:lnTo>
                  <a:cubicBezTo>
                    <a:pt x="127" y="1301"/>
                    <a:pt x="77" y="1395"/>
                    <a:pt x="1" y="1454"/>
                  </a:cubicBezTo>
                  <a:cubicBezTo>
                    <a:pt x="54" y="1494"/>
                    <a:pt x="120" y="1519"/>
                    <a:pt x="195" y="1519"/>
                  </a:cubicBezTo>
                  <a:cubicBezTo>
                    <a:pt x="375" y="1519"/>
                    <a:pt x="519" y="1373"/>
                    <a:pt x="519" y="1195"/>
                  </a:cubicBezTo>
                  <a:lnTo>
                    <a:pt x="519" y="1185"/>
                  </a:lnTo>
                  <a:cubicBezTo>
                    <a:pt x="519" y="598"/>
                    <a:pt x="946" y="110"/>
                    <a:pt x="1506" y="16"/>
                  </a:cubicBezTo>
                  <a:cubicBezTo>
                    <a:pt x="1443" y="6"/>
                    <a:pt x="1378" y="0"/>
                    <a:pt x="131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28"/>
            <p:cNvSpPr/>
            <p:nvPr/>
          </p:nvSpPr>
          <p:spPr>
            <a:xfrm>
              <a:off x="1621058" y="4207072"/>
              <a:ext cx="71928" cy="76833"/>
            </a:xfrm>
            <a:custGeom>
              <a:rect b="b" l="l" r="r" t="t"/>
              <a:pathLst>
                <a:path extrusionOk="0" h="2164" w="2026">
                  <a:moveTo>
                    <a:pt x="198" y="0"/>
                  </a:moveTo>
                  <a:cubicBezTo>
                    <a:pt x="197" y="0"/>
                    <a:pt x="196" y="0"/>
                    <a:pt x="195" y="0"/>
                  </a:cubicBezTo>
                  <a:cubicBezTo>
                    <a:pt x="130" y="0"/>
                    <a:pt x="66" y="5"/>
                    <a:pt x="1" y="12"/>
                  </a:cubicBezTo>
                  <a:cubicBezTo>
                    <a:pt x="918" y="108"/>
                    <a:pt x="1636" y="888"/>
                    <a:pt x="1636" y="1831"/>
                  </a:cubicBezTo>
                  <a:lnTo>
                    <a:pt x="1636" y="1841"/>
                  </a:lnTo>
                  <a:cubicBezTo>
                    <a:pt x="1636" y="1946"/>
                    <a:pt x="1585" y="2039"/>
                    <a:pt x="1508" y="2098"/>
                  </a:cubicBezTo>
                  <a:cubicBezTo>
                    <a:pt x="1562" y="2137"/>
                    <a:pt x="1628" y="2163"/>
                    <a:pt x="1702" y="2163"/>
                  </a:cubicBezTo>
                  <a:cubicBezTo>
                    <a:pt x="1882" y="2163"/>
                    <a:pt x="2026" y="2018"/>
                    <a:pt x="2026" y="1839"/>
                  </a:cubicBezTo>
                  <a:lnTo>
                    <a:pt x="2026" y="1828"/>
                  </a:lnTo>
                  <a:cubicBezTo>
                    <a:pt x="2026" y="820"/>
                    <a:pt x="1205" y="0"/>
                    <a:pt x="1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28"/>
            <p:cNvSpPr/>
            <p:nvPr/>
          </p:nvSpPr>
          <p:spPr>
            <a:xfrm>
              <a:off x="1735060" y="4267287"/>
              <a:ext cx="25562" cy="207385"/>
            </a:xfrm>
            <a:custGeom>
              <a:rect b="b" l="l" r="r" t="t"/>
              <a:pathLst>
                <a:path extrusionOk="0" h="5841" w="720">
                  <a:moveTo>
                    <a:pt x="0" y="1"/>
                  </a:moveTo>
                  <a:cubicBezTo>
                    <a:pt x="193" y="1"/>
                    <a:pt x="350" y="158"/>
                    <a:pt x="350" y="351"/>
                  </a:cubicBezTo>
                  <a:lnTo>
                    <a:pt x="350" y="5491"/>
                  </a:lnTo>
                  <a:cubicBezTo>
                    <a:pt x="350" y="5684"/>
                    <a:pt x="193" y="5841"/>
                    <a:pt x="0" y="5841"/>
                  </a:cubicBezTo>
                  <a:lnTo>
                    <a:pt x="372" y="5841"/>
                  </a:lnTo>
                  <a:cubicBezTo>
                    <a:pt x="563" y="5841"/>
                    <a:pt x="720" y="5684"/>
                    <a:pt x="720" y="5491"/>
                  </a:cubicBezTo>
                  <a:lnTo>
                    <a:pt x="720" y="351"/>
                  </a:lnTo>
                  <a:cubicBezTo>
                    <a:pt x="720" y="158"/>
                    <a:pt x="563"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28"/>
            <p:cNvSpPr/>
            <p:nvPr/>
          </p:nvSpPr>
          <p:spPr>
            <a:xfrm>
              <a:off x="1495446" y="4267287"/>
              <a:ext cx="265168" cy="100728"/>
            </a:xfrm>
            <a:custGeom>
              <a:rect b="b" l="l" r="r" t="t"/>
              <a:pathLst>
                <a:path extrusionOk="0" h="2837" w="7469">
                  <a:moveTo>
                    <a:pt x="350" y="1"/>
                  </a:moveTo>
                  <a:cubicBezTo>
                    <a:pt x="157" y="1"/>
                    <a:pt x="0" y="158"/>
                    <a:pt x="0" y="351"/>
                  </a:cubicBezTo>
                  <a:lnTo>
                    <a:pt x="0" y="2309"/>
                  </a:lnTo>
                  <a:cubicBezTo>
                    <a:pt x="0" y="2309"/>
                    <a:pt x="980" y="2526"/>
                    <a:pt x="2297" y="2728"/>
                  </a:cubicBezTo>
                  <a:cubicBezTo>
                    <a:pt x="2774" y="2801"/>
                    <a:pt x="3255" y="2837"/>
                    <a:pt x="3736" y="2837"/>
                  </a:cubicBezTo>
                  <a:cubicBezTo>
                    <a:pt x="4216" y="2837"/>
                    <a:pt x="4697" y="2801"/>
                    <a:pt x="5172" y="2728"/>
                  </a:cubicBezTo>
                  <a:cubicBezTo>
                    <a:pt x="6490" y="2526"/>
                    <a:pt x="7469" y="2309"/>
                    <a:pt x="7469" y="2309"/>
                  </a:cubicBezTo>
                  <a:lnTo>
                    <a:pt x="7469" y="351"/>
                  </a:lnTo>
                  <a:cubicBezTo>
                    <a:pt x="7469" y="158"/>
                    <a:pt x="7312" y="1"/>
                    <a:pt x="712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28"/>
            <p:cNvSpPr/>
            <p:nvPr/>
          </p:nvSpPr>
          <p:spPr>
            <a:xfrm>
              <a:off x="1735060" y="4267287"/>
              <a:ext cx="25562" cy="84750"/>
            </a:xfrm>
            <a:custGeom>
              <a:rect b="b" l="l" r="r" t="t"/>
              <a:pathLst>
                <a:path extrusionOk="0" h="2387" w="720">
                  <a:moveTo>
                    <a:pt x="0" y="1"/>
                  </a:moveTo>
                  <a:cubicBezTo>
                    <a:pt x="193" y="1"/>
                    <a:pt x="350" y="158"/>
                    <a:pt x="350" y="351"/>
                  </a:cubicBezTo>
                  <a:lnTo>
                    <a:pt x="350" y="2387"/>
                  </a:lnTo>
                  <a:cubicBezTo>
                    <a:pt x="585" y="2339"/>
                    <a:pt x="720" y="2309"/>
                    <a:pt x="720" y="2309"/>
                  </a:cubicBezTo>
                  <a:lnTo>
                    <a:pt x="720" y="351"/>
                  </a:lnTo>
                  <a:cubicBezTo>
                    <a:pt x="720" y="158"/>
                    <a:pt x="563"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28"/>
            <p:cNvSpPr/>
            <p:nvPr/>
          </p:nvSpPr>
          <p:spPr>
            <a:xfrm>
              <a:off x="1541991" y="4338898"/>
              <a:ext cx="30319" cy="43210"/>
            </a:xfrm>
            <a:custGeom>
              <a:rect b="b" l="l" r="r" t="t"/>
              <a:pathLst>
                <a:path extrusionOk="0" h="1217" w="854">
                  <a:moveTo>
                    <a:pt x="308" y="0"/>
                  </a:moveTo>
                  <a:cubicBezTo>
                    <a:pt x="140" y="0"/>
                    <a:pt x="0" y="140"/>
                    <a:pt x="0" y="308"/>
                  </a:cubicBezTo>
                  <a:lnTo>
                    <a:pt x="0" y="908"/>
                  </a:lnTo>
                  <a:cubicBezTo>
                    <a:pt x="0" y="1078"/>
                    <a:pt x="140" y="1216"/>
                    <a:pt x="308" y="1216"/>
                  </a:cubicBezTo>
                  <a:lnTo>
                    <a:pt x="546" y="1216"/>
                  </a:lnTo>
                  <a:cubicBezTo>
                    <a:pt x="717" y="1216"/>
                    <a:pt x="854" y="1078"/>
                    <a:pt x="854" y="908"/>
                  </a:cubicBezTo>
                  <a:lnTo>
                    <a:pt x="854" y="308"/>
                  </a:lnTo>
                  <a:cubicBezTo>
                    <a:pt x="854" y="138"/>
                    <a:pt x="715" y="0"/>
                    <a:pt x="5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28"/>
            <p:cNvSpPr/>
            <p:nvPr/>
          </p:nvSpPr>
          <p:spPr>
            <a:xfrm>
              <a:off x="1683758" y="4338898"/>
              <a:ext cx="30319" cy="43210"/>
            </a:xfrm>
            <a:custGeom>
              <a:rect b="b" l="l" r="r" t="t"/>
              <a:pathLst>
                <a:path extrusionOk="0" h="1217" w="854">
                  <a:moveTo>
                    <a:pt x="309" y="0"/>
                  </a:moveTo>
                  <a:cubicBezTo>
                    <a:pt x="140" y="0"/>
                    <a:pt x="1" y="140"/>
                    <a:pt x="1" y="308"/>
                  </a:cubicBezTo>
                  <a:lnTo>
                    <a:pt x="1" y="908"/>
                  </a:lnTo>
                  <a:cubicBezTo>
                    <a:pt x="1" y="1078"/>
                    <a:pt x="140" y="1216"/>
                    <a:pt x="309" y="1216"/>
                  </a:cubicBezTo>
                  <a:lnTo>
                    <a:pt x="546" y="1216"/>
                  </a:lnTo>
                  <a:cubicBezTo>
                    <a:pt x="716" y="1216"/>
                    <a:pt x="854" y="1078"/>
                    <a:pt x="854" y="908"/>
                  </a:cubicBezTo>
                  <a:lnTo>
                    <a:pt x="854" y="308"/>
                  </a:lnTo>
                  <a:cubicBezTo>
                    <a:pt x="854" y="138"/>
                    <a:pt x="716" y="0"/>
                    <a:pt x="5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28"/>
            <p:cNvSpPr/>
            <p:nvPr/>
          </p:nvSpPr>
          <p:spPr>
            <a:xfrm>
              <a:off x="1550583" y="4338898"/>
              <a:ext cx="21728" cy="43210"/>
            </a:xfrm>
            <a:custGeom>
              <a:rect b="b" l="l" r="r" t="t"/>
              <a:pathLst>
                <a:path extrusionOk="0" h="1217" w="612">
                  <a:moveTo>
                    <a:pt x="66" y="0"/>
                  </a:moveTo>
                  <a:cubicBezTo>
                    <a:pt x="43" y="0"/>
                    <a:pt x="22" y="3"/>
                    <a:pt x="0" y="7"/>
                  </a:cubicBezTo>
                  <a:cubicBezTo>
                    <a:pt x="138" y="39"/>
                    <a:pt x="240" y="161"/>
                    <a:pt x="240" y="308"/>
                  </a:cubicBezTo>
                  <a:lnTo>
                    <a:pt x="240" y="910"/>
                  </a:lnTo>
                  <a:cubicBezTo>
                    <a:pt x="240" y="1056"/>
                    <a:pt x="138" y="1179"/>
                    <a:pt x="0" y="1209"/>
                  </a:cubicBezTo>
                  <a:cubicBezTo>
                    <a:pt x="22" y="1215"/>
                    <a:pt x="43" y="1216"/>
                    <a:pt x="66" y="1216"/>
                  </a:cubicBezTo>
                  <a:lnTo>
                    <a:pt x="304" y="1216"/>
                  </a:lnTo>
                  <a:cubicBezTo>
                    <a:pt x="475" y="1216"/>
                    <a:pt x="612" y="1078"/>
                    <a:pt x="612" y="908"/>
                  </a:cubicBezTo>
                  <a:lnTo>
                    <a:pt x="612" y="308"/>
                  </a:lnTo>
                  <a:cubicBezTo>
                    <a:pt x="612" y="137"/>
                    <a:pt x="475" y="0"/>
                    <a:pt x="30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28"/>
            <p:cNvSpPr/>
            <p:nvPr/>
          </p:nvSpPr>
          <p:spPr>
            <a:xfrm>
              <a:off x="1692278" y="4338898"/>
              <a:ext cx="21799" cy="43210"/>
            </a:xfrm>
            <a:custGeom>
              <a:rect b="b" l="l" r="r" t="t"/>
              <a:pathLst>
                <a:path extrusionOk="0" h="1217" w="614">
                  <a:moveTo>
                    <a:pt x="67" y="0"/>
                  </a:moveTo>
                  <a:cubicBezTo>
                    <a:pt x="44" y="0"/>
                    <a:pt x="22" y="3"/>
                    <a:pt x="1" y="7"/>
                  </a:cubicBezTo>
                  <a:cubicBezTo>
                    <a:pt x="139" y="39"/>
                    <a:pt x="241" y="161"/>
                    <a:pt x="241" y="308"/>
                  </a:cubicBezTo>
                  <a:lnTo>
                    <a:pt x="241" y="910"/>
                  </a:lnTo>
                  <a:cubicBezTo>
                    <a:pt x="241" y="1056"/>
                    <a:pt x="139" y="1179"/>
                    <a:pt x="1" y="1209"/>
                  </a:cubicBezTo>
                  <a:cubicBezTo>
                    <a:pt x="22" y="1215"/>
                    <a:pt x="44" y="1216"/>
                    <a:pt x="67" y="1216"/>
                  </a:cubicBezTo>
                  <a:lnTo>
                    <a:pt x="306" y="1216"/>
                  </a:lnTo>
                  <a:cubicBezTo>
                    <a:pt x="477" y="1216"/>
                    <a:pt x="614" y="1078"/>
                    <a:pt x="614" y="908"/>
                  </a:cubicBezTo>
                  <a:lnTo>
                    <a:pt x="614" y="308"/>
                  </a:lnTo>
                  <a:cubicBezTo>
                    <a:pt x="614" y="137"/>
                    <a:pt x="476" y="0"/>
                    <a:pt x="30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28"/>
            <p:cNvSpPr/>
            <p:nvPr/>
          </p:nvSpPr>
          <p:spPr>
            <a:xfrm>
              <a:off x="1707865" y="4147710"/>
              <a:ext cx="114531" cy="139819"/>
            </a:xfrm>
            <a:custGeom>
              <a:rect b="b" l="l" r="r" t="t"/>
              <a:pathLst>
                <a:path extrusionOk="0" h="3938" w="3226">
                  <a:moveTo>
                    <a:pt x="1619" y="0"/>
                  </a:moveTo>
                  <a:cubicBezTo>
                    <a:pt x="1598" y="0"/>
                    <a:pt x="1577" y="1"/>
                    <a:pt x="1556" y="2"/>
                  </a:cubicBezTo>
                  <a:cubicBezTo>
                    <a:pt x="689" y="35"/>
                    <a:pt x="1" y="761"/>
                    <a:pt x="12" y="1628"/>
                  </a:cubicBezTo>
                  <a:cubicBezTo>
                    <a:pt x="18" y="2093"/>
                    <a:pt x="221" y="2510"/>
                    <a:pt x="542" y="2799"/>
                  </a:cubicBezTo>
                  <a:cubicBezTo>
                    <a:pt x="799" y="3031"/>
                    <a:pt x="952" y="3359"/>
                    <a:pt x="952" y="3704"/>
                  </a:cubicBezTo>
                  <a:lnTo>
                    <a:pt x="952" y="3937"/>
                  </a:lnTo>
                  <a:lnTo>
                    <a:pt x="2289" y="3937"/>
                  </a:lnTo>
                  <a:lnTo>
                    <a:pt x="2289" y="3704"/>
                  </a:lnTo>
                  <a:cubicBezTo>
                    <a:pt x="2289" y="3359"/>
                    <a:pt x="2437" y="3032"/>
                    <a:pt x="2695" y="2801"/>
                  </a:cubicBezTo>
                  <a:cubicBezTo>
                    <a:pt x="3020" y="2510"/>
                    <a:pt x="3226" y="2082"/>
                    <a:pt x="3226" y="1608"/>
                  </a:cubicBezTo>
                  <a:cubicBezTo>
                    <a:pt x="3226" y="720"/>
                    <a:pt x="2505" y="0"/>
                    <a:pt x="16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28"/>
            <p:cNvSpPr/>
            <p:nvPr/>
          </p:nvSpPr>
          <p:spPr>
            <a:xfrm>
              <a:off x="1759238" y="4147710"/>
              <a:ext cx="63159" cy="136801"/>
            </a:xfrm>
            <a:custGeom>
              <a:rect b="b" l="l" r="r" t="t"/>
              <a:pathLst>
                <a:path extrusionOk="0" h="3853" w="1779">
                  <a:moveTo>
                    <a:pt x="173" y="0"/>
                  </a:moveTo>
                  <a:cubicBezTo>
                    <a:pt x="152" y="0"/>
                    <a:pt x="132" y="1"/>
                    <a:pt x="111" y="2"/>
                  </a:cubicBezTo>
                  <a:cubicBezTo>
                    <a:pt x="73" y="3"/>
                    <a:pt x="36" y="7"/>
                    <a:pt x="0" y="10"/>
                  </a:cubicBezTo>
                  <a:cubicBezTo>
                    <a:pt x="806" y="97"/>
                    <a:pt x="1433" y="779"/>
                    <a:pt x="1433" y="1608"/>
                  </a:cubicBezTo>
                  <a:cubicBezTo>
                    <a:pt x="1433" y="2082"/>
                    <a:pt x="1228" y="2366"/>
                    <a:pt x="901" y="2658"/>
                  </a:cubicBezTo>
                  <a:cubicBezTo>
                    <a:pt x="643" y="2888"/>
                    <a:pt x="494" y="3360"/>
                    <a:pt x="494" y="3706"/>
                  </a:cubicBezTo>
                  <a:lnTo>
                    <a:pt x="494" y="3852"/>
                  </a:lnTo>
                  <a:lnTo>
                    <a:pt x="839" y="3852"/>
                  </a:lnTo>
                  <a:lnTo>
                    <a:pt x="839" y="3706"/>
                  </a:lnTo>
                  <a:cubicBezTo>
                    <a:pt x="839" y="3360"/>
                    <a:pt x="989" y="3032"/>
                    <a:pt x="1246" y="2802"/>
                  </a:cubicBezTo>
                  <a:cubicBezTo>
                    <a:pt x="1573" y="2510"/>
                    <a:pt x="1779" y="2082"/>
                    <a:pt x="1779" y="1608"/>
                  </a:cubicBezTo>
                  <a:cubicBezTo>
                    <a:pt x="1779" y="720"/>
                    <a:pt x="1058" y="0"/>
                    <a:pt x="1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28"/>
            <p:cNvSpPr/>
            <p:nvPr/>
          </p:nvSpPr>
          <p:spPr>
            <a:xfrm>
              <a:off x="1744256" y="4309359"/>
              <a:ext cx="42177" cy="21587"/>
            </a:xfrm>
            <a:custGeom>
              <a:rect b="b" l="l" r="r" t="t"/>
              <a:pathLst>
                <a:path extrusionOk="0" h="608" w="1188">
                  <a:moveTo>
                    <a:pt x="0" y="0"/>
                  </a:moveTo>
                  <a:lnTo>
                    <a:pt x="0" y="15"/>
                  </a:lnTo>
                  <a:cubicBezTo>
                    <a:pt x="0" y="341"/>
                    <a:pt x="267" y="608"/>
                    <a:pt x="595" y="608"/>
                  </a:cubicBezTo>
                  <a:cubicBezTo>
                    <a:pt x="921" y="608"/>
                    <a:pt x="1188" y="341"/>
                    <a:pt x="1188" y="15"/>
                  </a:cubicBezTo>
                  <a:lnTo>
                    <a:pt x="1188"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28"/>
            <p:cNvSpPr/>
            <p:nvPr/>
          </p:nvSpPr>
          <p:spPr>
            <a:xfrm>
              <a:off x="1751037" y="4309359"/>
              <a:ext cx="35396" cy="21587"/>
            </a:xfrm>
            <a:custGeom>
              <a:rect b="b" l="l" r="r" t="t"/>
              <a:pathLst>
                <a:path extrusionOk="0" h="608" w="997">
                  <a:moveTo>
                    <a:pt x="679" y="0"/>
                  </a:moveTo>
                  <a:cubicBezTo>
                    <a:pt x="620" y="262"/>
                    <a:pt x="381" y="458"/>
                    <a:pt x="102" y="458"/>
                  </a:cubicBezTo>
                  <a:cubicBezTo>
                    <a:pt x="67" y="458"/>
                    <a:pt x="32" y="455"/>
                    <a:pt x="1" y="449"/>
                  </a:cubicBezTo>
                  <a:lnTo>
                    <a:pt x="1" y="449"/>
                  </a:lnTo>
                  <a:cubicBezTo>
                    <a:pt x="106" y="549"/>
                    <a:pt x="248" y="608"/>
                    <a:pt x="404" y="608"/>
                  </a:cubicBezTo>
                  <a:cubicBezTo>
                    <a:pt x="730" y="608"/>
                    <a:pt x="997" y="341"/>
                    <a:pt x="997" y="15"/>
                  </a:cubicBezTo>
                  <a:lnTo>
                    <a:pt x="99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28"/>
            <p:cNvSpPr/>
            <p:nvPr/>
          </p:nvSpPr>
          <p:spPr>
            <a:xfrm>
              <a:off x="1748126" y="4233310"/>
              <a:ext cx="34473" cy="56169"/>
            </a:xfrm>
            <a:custGeom>
              <a:rect b="b" l="l" r="r" t="t"/>
              <a:pathLst>
                <a:path extrusionOk="0" h="1582" w="971">
                  <a:moveTo>
                    <a:pt x="173" y="0"/>
                  </a:moveTo>
                  <a:cubicBezTo>
                    <a:pt x="156" y="0"/>
                    <a:pt x="139" y="3"/>
                    <a:pt x="122" y="8"/>
                  </a:cubicBezTo>
                  <a:cubicBezTo>
                    <a:pt x="50" y="31"/>
                    <a:pt x="1" y="99"/>
                    <a:pt x="1" y="174"/>
                  </a:cubicBezTo>
                  <a:lnTo>
                    <a:pt x="1" y="1441"/>
                  </a:lnTo>
                  <a:cubicBezTo>
                    <a:pt x="1" y="1518"/>
                    <a:pt x="64" y="1581"/>
                    <a:pt x="140" y="1581"/>
                  </a:cubicBezTo>
                  <a:cubicBezTo>
                    <a:pt x="215" y="1581"/>
                    <a:pt x="279" y="1519"/>
                    <a:pt x="279" y="1441"/>
                  </a:cubicBezTo>
                  <a:lnTo>
                    <a:pt x="279" y="512"/>
                  </a:lnTo>
                  <a:lnTo>
                    <a:pt x="343" y="605"/>
                  </a:lnTo>
                  <a:cubicBezTo>
                    <a:pt x="375" y="653"/>
                    <a:pt x="430" y="679"/>
                    <a:pt x="486" y="679"/>
                  </a:cubicBezTo>
                  <a:cubicBezTo>
                    <a:pt x="543" y="679"/>
                    <a:pt x="595" y="653"/>
                    <a:pt x="627" y="605"/>
                  </a:cubicBezTo>
                  <a:lnTo>
                    <a:pt x="692" y="512"/>
                  </a:lnTo>
                  <a:lnTo>
                    <a:pt x="692" y="1441"/>
                  </a:lnTo>
                  <a:cubicBezTo>
                    <a:pt x="692" y="1518"/>
                    <a:pt x="753" y="1581"/>
                    <a:pt x="831" y="1581"/>
                  </a:cubicBezTo>
                  <a:cubicBezTo>
                    <a:pt x="907" y="1581"/>
                    <a:pt x="971" y="1518"/>
                    <a:pt x="969" y="1441"/>
                  </a:cubicBezTo>
                  <a:lnTo>
                    <a:pt x="969" y="174"/>
                  </a:lnTo>
                  <a:cubicBezTo>
                    <a:pt x="969" y="96"/>
                    <a:pt x="920" y="31"/>
                    <a:pt x="848" y="8"/>
                  </a:cubicBezTo>
                  <a:cubicBezTo>
                    <a:pt x="831" y="3"/>
                    <a:pt x="814" y="0"/>
                    <a:pt x="797" y="0"/>
                  </a:cubicBezTo>
                  <a:cubicBezTo>
                    <a:pt x="741" y="0"/>
                    <a:pt x="688" y="27"/>
                    <a:pt x="656" y="74"/>
                  </a:cubicBezTo>
                  <a:lnTo>
                    <a:pt x="486" y="322"/>
                  </a:lnTo>
                  <a:lnTo>
                    <a:pt x="314" y="74"/>
                  </a:lnTo>
                  <a:cubicBezTo>
                    <a:pt x="282" y="27"/>
                    <a:pt x="229" y="0"/>
                    <a:pt x="1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28"/>
            <p:cNvSpPr/>
            <p:nvPr/>
          </p:nvSpPr>
          <p:spPr>
            <a:xfrm>
              <a:off x="1733569" y="4284471"/>
              <a:ext cx="63585" cy="25528"/>
            </a:xfrm>
            <a:custGeom>
              <a:rect b="b" l="l" r="r" t="t"/>
              <a:pathLst>
                <a:path extrusionOk="0" h="719" w="1791">
                  <a:moveTo>
                    <a:pt x="159" y="0"/>
                  </a:moveTo>
                  <a:cubicBezTo>
                    <a:pt x="73" y="0"/>
                    <a:pt x="1" y="71"/>
                    <a:pt x="1" y="159"/>
                  </a:cubicBezTo>
                  <a:lnTo>
                    <a:pt x="1" y="560"/>
                  </a:lnTo>
                  <a:cubicBezTo>
                    <a:pt x="1" y="647"/>
                    <a:pt x="71" y="719"/>
                    <a:pt x="159" y="719"/>
                  </a:cubicBezTo>
                  <a:lnTo>
                    <a:pt x="1633" y="719"/>
                  </a:lnTo>
                  <a:cubicBezTo>
                    <a:pt x="1719" y="719"/>
                    <a:pt x="1791" y="648"/>
                    <a:pt x="1791" y="560"/>
                  </a:cubicBezTo>
                  <a:lnTo>
                    <a:pt x="1791" y="159"/>
                  </a:lnTo>
                  <a:cubicBezTo>
                    <a:pt x="1791" y="72"/>
                    <a:pt x="1720" y="0"/>
                    <a:pt x="1633"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28"/>
            <p:cNvSpPr/>
            <p:nvPr/>
          </p:nvSpPr>
          <p:spPr>
            <a:xfrm>
              <a:off x="1778623" y="4284471"/>
              <a:ext cx="18532" cy="25528"/>
            </a:xfrm>
            <a:custGeom>
              <a:rect b="b" l="l" r="r" t="t"/>
              <a:pathLst>
                <a:path extrusionOk="0" h="719" w="522">
                  <a:moveTo>
                    <a:pt x="1" y="0"/>
                  </a:moveTo>
                  <a:cubicBezTo>
                    <a:pt x="87" y="0"/>
                    <a:pt x="159" y="71"/>
                    <a:pt x="159" y="159"/>
                  </a:cubicBezTo>
                  <a:lnTo>
                    <a:pt x="159" y="560"/>
                  </a:lnTo>
                  <a:cubicBezTo>
                    <a:pt x="159" y="647"/>
                    <a:pt x="89" y="719"/>
                    <a:pt x="1" y="719"/>
                  </a:cubicBezTo>
                  <a:lnTo>
                    <a:pt x="364" y="719"/>
                  </a:lnTo>
                  <a:cubicBezTo>
                    <a:pt x="450" y="719"/>
                    <a:pt x="522" y="648"/>
                    <a:pt x="522" y="560"/>
                  </a:cubicBezTo>
                  <a:lnTo>
                    <a:pt x="522" y="159"/>
                  </a:lnTo>
                  <a:cubicBezTo>
                    <a:pt x="522" y="71"/>
                    <a:pt x="450" y="0"/>
                    <a:pt x="36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37" name="Google Shape;4337;p28"/>
          <p:cNvGrpSpPr/>
          <p:nvPr/>
        </p:nvGrpSpPr>
        <p:grpSpPr>
          <a:xfrm>
            <a:off x="7342228" y="3489327"/>
            <a:ext cx="285831" cy="327105"/>
            <a:chOff x="7342228" y="3489327"/>
            <a:chExt cx="285831" cy="327105"/>
          </a:xfrm>
        </p:grpSpPr>
        <p:sp>
          <p:nvSpPr>
            <p:cNvPr id="4338" name="Google Shape;4338;p28"/>
            <p:cNvSpPr/>
            <p:nvPr/>
          </p:nvSpPr>
          <p:spPr>
            <a:xfrm>
              <a:off x="7342228" y="3564808"/>
              <a:ext cx="285724" cy="251624"/>
            </a:xfrm>
            <a:custGeom>
              <a:rect b="b" l="l" r="r" t="t"/>
              <a:pathLst>
                <a:path extrusionOk="0" h="7087" w="8048">
                  <a:moveTo>
                    <a:pt x="1" y="0"/>
                  </a:moveTo>
                  <a:lnTo>
                    <a:pt x="1" y="6859"/>
                  </a:lnTo>
                  <a:cubicBezTo>
                    <a:pt x="1" y="6985"/>
                    <a:pt x="103" y="7086"/>
                    <a:pt x="227" y="7086"/>
                  </a:cubicBezTo>
                  <a:lnTo>
                    <a:pt x="7822" y="7086"/>
                  </a:lnTo>
                  <a:cubicBezTo>
                    <a:pt x="7947" y="7086"/>
                    <a:pt x="8048" y="6984"/>
                    <a:pt x="8046" y="6859"/>
                  </a:cubicBezTo>
                  <a:lnTo>
                    <a:pt x="804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28"/>
            <p:cNvSpPr/>
            <p:nvPr/>
          </p:nvSpPr>
          <p:spPr>
            <a:xfrm>
              <a:off x="7342299" y="3489327"/>
              <a:ext cx="285760" cy="86135"/>
            </a:xfrm>
            <a:custGeom>
              <a:rect b="b" l="l" r="r" t="t"/>
              <a:pathLst>
                <a:path extrusionOk="0" h="2426" w="8049">
                  <a:moveTo>
                    <a:pt x="228" y="1"/>
                  </a:moveTo>
                  <a:cubicBezTo>
                    <a:pt x="101" y="1"/>
                    <a:pt x="0" y="103"/>
                    <a:pt x="0" y="227"/>
                  </a:cubicBezTo>
                  <a:lnTo>
                    <a:pt x="0" y="2426"/>
                  </a:lnTo>
                  <a:lnTo>
                    <a:pt x="8049" y="2426"/>
                  </a:lnTo>
                  <a:lnTo>
                    <a:pt x="8049" y="227"/>
                  </a:lnTo>
                  <a:cubicBezTo>
                    <a:pt x="8049" y="102"/>
                    <a:pt x="7945" y="1"/>
                    <a:pt x="78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28"/>
            <p:cNvSpPr/>
            <p:nvPr/>
          </p:nvSpPr>
          <p:spPr>
            <a:xfrm>
              <a:off x="7607405" y="3575424"/>
              <a:ext cx="20556" cy="241008"/>
            </a:xfrm>
            <a:custGeom>
              <a:rect b="b" l="l" r="r" t="t"/>
              <a:pathLst>
                <a:path extrusionOk="0" h="6788" w="579">
                  <a:moveTo>
                    <a:pt x="226" y="1"/>
                  </a:moveTo>
                  <a:lnTo>
                    <a:pt x="226" y="6560"/>
                  </a:lnTo>
                  <a:cubicBezTo>
                    <a:pt x="226" y="6686"/>
                    <a:pt x="124" y="6787"/>
                    <a:pt x="0" y="6787"/>
                  </a:cubicBezTo>
                  <a:lnTo>
                    <a:pt x="353" y="6787"/>
                  </a:lnTo>
                  <a:cubicBezTo>
                    <a:pt x="478" y="6787"/>
                    <a:pt x="579" y="6685"/>
                    <a:pt x="579" y="6560"/>
                  </a:cubicBezTo>
                  <a:lnTo>
                    <a:pt x="57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28"/>
            <p:cNvSpPr/>
            <p:nvPr/>
          </p:nvSpPr>
          <p:spPr>
            <a:xfrm>
              <a:off x="7607405" y="3489327"/>
              <a:ext cx="20556" cy="86135"/>
            </a:xfrm>
            <a:custGeom>
              <a:rect b="b" l="l" r="r" t="t"/>
              <a:pathLst>
                <a:path extrusionOk="0" h="2426" w="579">
                  <a:moveTo>
                    <a:pt x="0" y="1"/>
                  </a:moveTo>
                  <a:cubicBezTo>
                    <a:pt x="125" y="1"/>
                    <a:pt x="226" y="103"/>
                    <a:pt x="226" y="227"/>
                  </a:cubicBezTo>
                  <a:lnTo>
                    <a:pt x="226" y="2426"/>
                  </a:lnTo>
                  <a:lnTo>
                    <a:pt x="579" y="2426"/>
                  </a:lnTo>
                  <a:lnTo>
                    <a:pt x="579" y="227"/>
                  </a:lnTo>
                  <a:cubicBezTo>
                    <a:pt x="579" y="103"/>
                    <a:pt x="478" y="2"/>
                    <a:pt x="35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28"/>
            <p:cNvSpPr/>
            <p:nvPr/>
          </p:nvSpPr>
          <p:spPr>
            <a:xfrm>
              <a:off x="7395732" y="3606490"/>
              <a:ext cx="178755" cy="178768"/>
            </a:xfrm>
            <a:custGeom>
              <a:rect b="b" l="l" r="r" t="t"/>
              <a:pathLst>
                <a:path extrusionOk="0" h="5035" w="5035">
                  <a:moveTo>
                    <a:pt x="2517" y="1"/>
                  </a:moveTo>
                  <a:cubicBezTo>
                    <a:pt x="1127" y="1"/>
                    <a:pt x="0" y="1127"/>
                    <a:pt x="0" y="2517"/>
                  </a:cubicBezTo>
                  <a:cubicBezTo>
                    <a:pt x="0" y="3908"/>
                    <a:pt x="1127" y="5034"/>
                    <a:pt x="2517" y="5034"/>
                  </a:cubicBezTo>
                  <a:cubicBezTo>
                    <a:pt x="3907" y="5034"/>
                    <a:pt x="5034" y="3908"/>
                    <a:pt x="5034" y="2517"/>
                  </a:cubicBezTo>
                  <a:cubicBezTo>
                    <a:pt x="5034" y="1127"/>
                    <a:pt x="3907" y="1"/>
                    <a:pt x="251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28"/>
            <p:cNvSpPr/>
            <p:nvPr/>
          </p:nvSpPr>
          <p:spPr>
            <a:xfrm>
              <a:off x="7432905" y="3615827"/>
              <a:ext cx="141619" cy="169430"/>
            </a:xfrm>
            <a:custGeom>
              <a:rect b="b" l="l" r="r" t="t"/>
              <a:pathLst>
                <a:path extrusionOk="0" h="4772" w="3989">
                  <a:moveTo>
                    <a:pt x="2594" y="1"/>
                  </a:moveTo>
                  <a:lnTo>
                    <a:pt x="2594" y="1"/>
                  </a:lnTo>
                  <a:cubicBezTo>
                    <a:pt x="3227" y="457"/>
                    <a:pt x="3642" y="1203"/>
                    <a:pt x="3642" y="2044"/>
                  </a:cubicBezTo>
                  <a:cubicBezTo>
                    <a:pt x="3642" y="3433"/>
                    <a:pt x="2515" y="4561"/>
                    <a:pt x="1125" y="4561"/>
                  </a:cubicBezTo>
                  <a:cubicBezTo>
                    <a:pt x="722" y="4561"/>
                    <a:pt x="339" y="4465"/>
                    <a:pt x="1" y="4296"/>
                  </a:cubicBezTo>
                  <a:lnTo>
                    <a:pt x="1" y="4296"/>
                  </a:lnTo>
                  <a:cubicBezTo>
                    <a:pt x="414" y="4594"/>
                    <a:pt x="923" y="4771"/>
                    <a:pt x="1472" y="4771"/>
                  </a:cubicBezTo>
                  <a:cubicBezTo>
                    <a:pt x="2860" y="4771"/>
                    <a:pt x="3989" y="3645"/>
                    <a:pt x="3989" y="2254"/>
                  </a:cubicBezTo>
                  <a:cubicBezTo>
                    <a:pt x="3989" y="1269"/>
                    <a:pt x="3420" y="414"/>
                    <a:pt x="259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28"/>
            <p:cNvSpPr/>
            <p:nvPr/>
          </p:nvSpPr>
          <p:spPr>
            <a:xfrm>
              <a:off x="7418881" y="3629638"/>
              <a:ext cx="132460" cy="132469"/>
            </a:xfrm>
            <a:custGeom>
              <a:rect b="b" l="l" r="r" t="t"/>
              <a:pathLst>
                <a:path extrusionOk="0" h="3731" w="3731">
                  <a:moveTo>
                    <a:pt x="1865" y="0"/>
                  </a:moveTo>
                  <a:cubicBezTo>
                    <a:pt x="835" y="0"/>
                    <a:pt x="0" y="835"/>
                    <a:pt x="0" y="1865"/>
                  </a:cubicBezTo>
                  <a:cubicBezTo>
                    <a:pt x="0" y="2896"/>
                    <a:pt x="835" y="3730"/>
                    <a:pt x="1865" y="3730"/>
                  </a:cubicBezTo>
                  <a:cubicBezTo>
                    <a:pt x="2896" y="3730"/>
                    <a:pt x="3730" y="2896"/>
                    <a:pt x="3730" y="1865"/>
                  </a:cubicBezTo>
                  <a:cubicBezTo>
                    <a:pt x="3730" y="835"/>
                    <a:pt x="2896" y="0"/>
                    <a:pt x="186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28"/>
            <p:cNvSpPr/>
            <p:nvPr/>
          </p:nvSpPr>
          <p:spPr>
            <a:xfrm>
              <a:off x="7446751" y="3635106"/>
              <a:ext cx="104590" cy="127001"/>
            </a:xfrm>
            <a:custGeom>
              <a:rect b="b" l="l" r="r" t="t"/>
              <a:pathLst>
                <a:path extrusionOk="0" h="3577" w="2946">
                  <a:moveTo>
                    <a:pt x="1826" y="0"/>
                  </a:moveTo>
                  <a:lnTo>
                    <a:pt x="1826" y="0"/>
                  </a:lnTo>
                  <a:cubicBezTo>
                    <a:pt x="2302" y="339"/>
                    <a:pt x="2613" y="894"/>
                    <a:pt x="2613" y="1524"/>
                  </a:cubicBezTo>
                  <a:cubicBezTo>
                    <a:pt x="2613" y="2555"/>
                    <a:pt x="1778" y="3389"/>
                    <a:pt x="748" y="3389"/>
                  </a:cubicBezTo>
                  <a:cubicBezTo>
                    <a:pt x="483" y="3389"/>
                    <a:pt x="230" y="3335"/>
                    <a:pt x="1" y="3232"/>
                  </a:cubicBezTo>
                  <a:lnTo>
                    <a:pt x="1" y="3232"/>
                  </a:lnTo>
                  <a:cubicBezTo>
                    <a:pt x="307" y="3448"/>
                    <a:pt x="679" y="3576"/>
                    <a:pt x="1080" y="3576"/>
                  </a:cubicBezTo>
                  <a:cubicBezTo>
                    <a:pt x="2111" y="3576"/>
                    <a:pt x="2945" y="2742"/>
                    <a:pt x="2945" y="1711"/>
                  </a:cubicBezTo>
                  <a:cubicBezTo>
                    <a:pt x="2945" y="947"/>
                    <a:pt x="2488" y="288"/>
                    <a:pt x="182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28"/>
            <p:cNvSpPr/>
            <p:nvPr/>
          </p:nvSpPr>
          <p:spPr>
            <a:xfrm>
              <a:off x="7518504" y="3514677"/>
              <a:ext cx="76508" cy="35541"/>
            </a:xfrm>
            <a:custGeom>
              <a:rect b="b" l="l" r="r" t="t"/>
              <a:pathLst>
                <a:path extrusionOk="0" h="1001" w="2155">
                  <a:moveTo>
                    <a:pt x="500" y="1"/>
                  </a:moveTo>
                  <a:cubicBezTo>
                    <a:pt x="225" y="1"/>
                    <a:pt x="0" y="225"/>
                    <a:pt x="0" y="500"/>
                  </a:cubicBezTo>
                  <a:cubicBezTo>
                    <a:pt x="0" y="776"/>
                    <a:pt x="223" y="1001"/>
                    <a:pt x="500" y="1001"/>
                  </a:cubicBezTo>
                  <a:lnTo>
                    <a:pt x="1654" y="1001"/>
                  </a:lnTo>
                  <a:cubicBezTo>
                    <a:pt x="1930" y="1001"/>
                    <a:pt x="2155" y="776"/>
                    <a:pt x="2153" y="500"/>
                  </a:cubicBezTo>
                  <a:cubicBezTo>
                    <a:pt x="2153" y="225"/>
                    <a:pt x="1930" y="1"/>
                    <a:pt x="165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28"/>
            <p:cNvSpPr/>
            <p:nvPr/>
          </p:nvSpPr>
          <p:spPr>
            <a:xfrm>
              <a:off x="7564020" y="3514641"/>
              <a:ext cx="30994" cy="35576"/>
            </a:xfrm>
            <a:custGeom>
              <a:rect b="b" l="l" r="r" t="t"/>
              <a:pathLst>
                <a:path extrusionOk="0" h="1002" w="873">
                  <a:moveTo>
                    <a:pt x="2" y="0"/>
                  </a:moveTo>
                  <a:cubicBezTo>
                    <a:pt x="278" y="0"/>
                    <a:pt x="503" y="223"/>
                    <a:pt x="503" y="500"/>
                  </a:cubicBezTo>
                  <a:cubicBezTo>
                    <a:pt x="503" y="638"/>
                    <a:pt x="445" y="764"/>
                    <a:pt x="355" y="854"/>
                  </a:cubicBezTo>
                  <a:cubicBezTo>
                    <a:pt x="265" y="946"/>
                    <a:pt x="139" y="1002"/>
                    <a:pt x="1" y="1002"/>
                  </a:cubicBezTo>
                  <a:lnTo>
                    <a:pt x="370" y="1002"/>
                  </a:lnTo>
                  <a:cubicBezTo>
                    <a:pt x="510" y="1002"/>
                    <a:pt x="635" y="944"/>
                    <a:pt x="726" y="854"/>
                  </a:cubicBezTo>
                  <a:cubicBezTo>
                    <a:pt x="818" y="764"/>
                    <a:pt x="873" y="638"/>
                    <a:pt x="873" y="500"/>
                  </a:cubicBezTo>
                  <a:cubicBezTo>
                    <a:pt x="873" y="223"/>
                    <a:pt x="648" y="0"/>
                    <a:pt x="3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28"/>
            <p:cNvSpPr/>
            <p:nvPr/>
          </p:nvSpPr>
          <p:spPr>
            <a:xfrm>
              <a:off x="7375247" y="3515032"/>
              <a:ext cx="35112" cy="35185"/>
            </a:xfrm>
            <a:custGeom>
              <a:rect b="b" l="l" r="r" t="t"/>
              <a:pathLst>
                <a:path extrusionOk="0" h="991" w="989">
                  <a:moveTo>
                    <a:pt x="495" y="1"/>
                  </a:moveTo>
                  <a:cubicBezTo>
                    <a:pt x="222" y="1"/>
                    <a:pt x="0" y="222"/>
                    <a:pt x="0" y="496"/>
                  </a:cubicBezTo>
                  <a:cubicBezTo>
                    <a:pt x="0" y="769"/>
                    <a:pt x="222" y="991"/>
                    <a:pt x="495" y="991"/>
                  </a:cubicBezTo>
                  <a:cubicBezTo>
                    <a:pt x="769" y="991"/>
                    <a:pt x="989" y="769"/>
                    <a:pt x="989" y="496"/>
                  </a:cubicBezTo>
                  <a:cubicBezTo>
                    <a:pt x="989" y="222"/>
                    <a:pt x="769" y="1"/>
                    <a:pt x="49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28"/>
            <p:cNvSpPr/>
            <p:nvPr/>
          </p:nvSpPr>
          <p:spPr>
            <a:xfrm>
              <a:off x="7431591" y="3522239"/>
              <a:ext cx="20733" cy="20735"/>
            </a:xfrm>
            <a:custGeom>
              <a:rect b="b" l="l" r="r" t="t"/>
              <a:pathLst>
                <a:path extrusionOk="0" h="584" w="584">
                  <a:moveTo>
                    <a:pt x="291" y="1"/>
                  </a:moveTo>
                  <a:cubicBezTo>
                    <a:pt x="130" y="1"/>
                    <a:pt x="1" y="132"/>
                    <a:pt x="1" y="293"/>
                  </a:cubicBezTo>
                  <a:cubicBezTo>
                    <a:pt x="1" y="454"/>
                    <a:pt x="130" y="583"/>
                    <a:pt x="291" y="583"/>
                  </a:cubicBezTo>
                  <a:cubicBezTo>
                    <a:pt x="452" y="583"/>
                    <a:pt x="583" y="454"/>
                    <a:pt x="583" y="293"/>
                  </a:cubicBezTo>
                  <a:cubicBezTo>
                    <a:pt x="583" y="132"/>
                    <a:pt x="452" y="1"/>
                    <a:pt x="29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28"/>
            <p:cNvSpPr/>
            <p:nvPr/>
          </p:nvSpPr>
          <p:spPr>
            <a:xfrm>
              <a:off x="7476503" y="3522239"/>
              <a:ext cx="20733" cy="20735"/>
            </a:xfrm>
            <a:custGeom>
              <a:rect b="b" l="l" r="r" t="t"/>
              <a:pathLst>
                <a:path extrusionOk="0" h="584" w="584">
                  <a:moveTo>
                    <a:pt x="293" y="1"/>
                  </a:moveTo>
                  <a:cubicBezTo>
                    <a:pt x="131" y="1"/>
                    <a:pt x="0" y="132"/>
                    <a:pt x="0" y="293"/>
                  </a:cubicBezTo>
                  <a:cubicBezTo>
                    <a:pt x="0" y="454"/>
                    <a:pt x="131" y="583"/>
                    <a:pt x="293" y="583"/>
                  </a:cubicBezTo>
                  <a:cubicBezTo>
                    <a:pt x="454" y="583"/>
                    <a:pt x="583" y="454"/>
                    <a:pt x="583" y="293"/>
                  </a:cubicBezTo>
                  <a:cubicBezTo>
                    <a:pt x="583" y="132"/>
                    <a:pt x="454" y="1"/>
                    <a:pt x="29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28"/>
            <p:cNvSpPr/>
            <p:nvPr/>
          </p:nvSpPr>
          <p:spPr>
            <a:xfrm>
              <a:off x="7379081" y="3515138"/>
              <a:ext cx="31349" cy="35079"/>
            </a:xfrm>
            <a:custGeom>
              <a:rect b="b" l="l" r="r" t="t"/>
              <a:pathLst>
                <a:path extrusionOk="0" h="988" w="883">
                  <a:moveTo>
                    <a:pt x="432" y="1"/>
                  </a:moveTo>
                  <a:lnTo>
                    <a:pt x="432" y="1"/>
                  </a:lnTo>
                  <a:cubicBezTo>
                    <a:pt x="500" y="84"/>
                    <a:pt x="540" y="191"/>
                    <a:pt x="540" y="307"/>
                  </a:cubicBezTo>
                  <a:cubicBezTo>
                    <a:pt x="540" y="581"/>
                    <a:pt x="318" y="802"/>
                    <a:pt x="45" y="802"/>
                  </a:cubicBezTo>
                  <a:cubicBezTo>
                    <a:pt x="29" y="802"/>
                    <a:pt x="15" y="802"/>
                    <a:pt x="0" y="801"/>
                  </a:cubicBezTo>
                  <a:lnTo>
                    <a:pt x="0" y="801"/>
                  </a:lnTo>
                  <a:cubicBezTo>
                    <a:pt x="91" y="914"/>
                    <a:pt x="230" y="988"/>
                    <a:pt x="387" y="988"/>
                  </a:cubicBezTo>
                  <a:cubicBezTo>
                    <a:pt x="661" y="988"/>
                    <a:pt x="882" y="766"/>
                    <a:pt x="882" y="493"/>
                  </a:cubicBezTo>
                  <a:cubicBezTo>
                    <a:pt x="882" y="234"/>
                    <a:pt x="684" y="24"/>
                    <a:pt x="43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28"/>
            <p:cNvSpPr/>
            <p:nvPr/>
          </p:nvSpPr>
          <p:spPr>
            <a:xfrm>
              <a:off x="7432195" y="3522381"/>
              <a:ext cx="20130" cy="20628"/>
            </a:xfrm>
            <a:custGeom>
              <a:rect b="b" l="l" r="r" t="t"/>
              <a:pathLst>
                <a:path extrusionOk="0" h="581" w="567">
                  <a:moveTo>
                    <a:pt x="323" y="1"/>
                  </a:moveTo>
                  <a:lnTo>
                    <a:pt x="323" y="1"/>
                  </a:lnTo>
                  <a:cubicBezTo>
                    <a:pt x="333" y="34"/>
                    <a:pt x="340" y="67"/>
                    <a:pt x="340" y="103"/>
                  </a:cubicBezTo>
                  <a:cubicBezTo>
                    <a:pt x="340" y="264"/>
                    <a:pt x="211" y="395"/>
                    <a:pt x="50" y="395"/>
                  </a:cubicBezTo>
                  <a:cubicBezTo>
                    <a:pt x="32" y="395"/>
                    <a:pt x="17" y="394"/>
                    <a:pt x="1" y="391"/>
                  </a:cubicBezTo>
                  <a:lnTo>
                    <a:pt x="1" y="391"/>
                  </a:lnTo>
                  <a:cubicBezTo>
                    <a:pt x="43" y="502"/>
                    <a:pt x="149" y="581"/>
                    <a:pt x="274" y="581"/>
                  </a:cubicBezTo>
                  <a:cubicBezTo>
                    <a:pt x="434" y="581"/>
                    <a:pt x="566" y="451"/>
                    <a:pt x="566" y="289"/>
                  </a:cubicBezTo>
                  <a:cubicBezTo>
                    <a:pt x="566" y="145"/>
                    <a:pt x="460" y="24"/>
                    <a:pt x="32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28"/>
            <p:cNvSpPr/>
            <p:nvPr/>
          </p:nvSpPr>
          <p:spPr>
            <a:xfrm>
              <a:off x="7477213" y="3522381"/>
              <a:ext cx="20130" cy="20628"/>
            </a:xfrm>
            <a:custGeom>
              <a:rect b="b" l="l" r="r" t="t"/>
              <a:pathLst>
                <a:path extrusionOk="0" h="581" w="567">
                  <a:moveTo>
                    <a:pt x="323" y="1"/>
                  </a:moveTo>
                  <a:lnTo>
                    <a:pt x="323" y="1"/>
                  </a:lnTo>
                  <a:cubicBezTo>
                    <a:pt x="334" y="34"/>
                    <a:pt x="342" y="67"/>
                    <a:pt x="342" y="103"/>
                  </a:cubicBezTo>
                  <a:cubicBezTo>
                    <a:pt x="342" y="264"/>
                    <a:pt x="212" y="395"/>
                    <a:pt x="50" y="395"/>
                  </a:cubicBezTo>
                  <a:cubicBezTo>
                    <a:pt x="34" y="395"/>
                    <a:pt x="16" y="394"/>
                    <a:pt x="1" y="391"/>
                  </a:cubicBezTo>
                  <a:lnTo>
                    <a:pt x="1" y="391"/>
                  </a:lnTo>
                  <a:cubicBezTo>
                    <a:pt x="42" y="502"/>
                    <a:pt x="149" y="581"/>
                    <a:pt x="274" y="581"/>
                  </a:cubicBezTo>
                  <a:cubicBezTo>
                    <a:pt x="435" y="581"/>
                    <a:pt x="566" y="451"/>
                    <a:pt x="566" y="289"/>
                  </a:cubicBezTo>
                  <a:cubicBezTo>
                    <a:pt x="566" y="145"/>
                    <a:pt x="460" y="24"/>
                    <a:pt x="32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28"/>
            <p:cNvSpPr/>
            <p:nvPr/>
          </p:nvSpPr>
          <p:spPr>
            <a:xfrm>
              <a:off x="7418881" y="3672917"/>
              <a:ext cx="132460" cy="89189"/>
            </a:xfrm>
            <a:custGeom>
              <a:rect b="b" l="l" r="r" t="t"/>
              <a:pathLst>
                <a:path extrusionOk="0" h="2512" w="3731">
                  <a:moveTo>
                    <a:pt x="409" y="0"/>
                  </a:moveTo>
                  <a:cubicBezTo>
                    <a:pt x="307" y="0"/>
                    <a:pt x="204" y="9"/>
                    <a:pt x="104" y="29"/>
                  </a:cubicBezTo>
                  <a:cubicBezTo>
                    <a:pt x="36" y="222"/>
                    <a:pt x="0" y="431"/>
                    <a:pt x="0" y="646"/>
                  </a:cubicBezTo>
                  <a:cubicBezTo>
                    <a:pt x="0" y="1677"/>
                    <a:pt x="835" y="2511"/>
                    <a:pt x="1865" y="2511"/>
                  </a:cubicBezTo>
                  <a:cubicBezTo>
                    <a:pt x="2896" y="2511"/>
                    <a:pt x="3730" y="1677"/>
                    <a:pt x="3730" y="646"/>
                  </a:cubicBezTo>
                  <a:cubicBezTo>
                    <a:pt x="3730" y="435"/>
                    <a:pt x="3697" y="229"/>
                    <a:pt x="3629" y="36"/>
                  </a:cubicBezTo>
                  <a:cubicBezTo>
                    <a:pt x="3296" y="235"/>
                    <a:pt x="2928" y="350"/>
                    <a:pt x="2537" y="350"/>
                  </a:cubicBezTo>
                  <a:cubicBezTo>
                    <a:pt x="2494" y="350"/>
                    <a:pt x="2450" y="349"/>
                    <a:pt x="2406" y="346"/>
                  </a:cubicBezTo>
                  <a:cubicBezTo>
                    <a:pt x="1815" y="308"/>
                    <a:pt x="1246" y="102"/>
                    <a:pt x="662" y="19"/>
                  </a:cubicBezTo>
                  <a:cubicBezTo>
                    <a:pt x="579" y="7"/>
                    <a:pt x="494" y="0"/>
                    <a:pt x="40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28"/>
            <p:cNvSpPr/>
            <p:nvPr/>
          </p:nvSpPr>
          <p:spPr>
            <a:xfrm>
              <a:off x="7446751" y="3674302"/>
              <a:ext cx="104590" cy="87804"/>
            </a:xfrm>
            <a:custGeom>
              <a:rect b="b" l="l" r="r" t="t"/>
              <a:pathLst>
                <a:path extrusionOk="0" h="2473" w="2946">
                  <a:moveTo>
                    <a:pt x="2842" y="0"/>
                  </a:moveTo>
                  <a:cubicBezTo>
                    <a:pt x="2761" y="46"/>
                    <a:pt x="2676" y="91"/>
                    <a:pt x="2590" y="128"/>
                  </a:cubicBezTo>
                  <a:cubicBezTo>
                    <a:pt x="2606" y="225"/>
                    <a:pt x="2613" y="321"/>
                    <a:pt x="2613" y="420"/>
                  </a:cubicBezTo>
                  <a:cubicBezTo>
                    <a:pt x="2613" y="1451"/>
                    <a:pt x="1778" y="2285"/>
                    <a:pt x="748" y="2285"/>
                  </a:cubicBezTo>
                  <a:cubicBezTo>
                    <a:pt x="483" y="2285"/>
                    <a:pt x="230" y="2231"/>
                    <a:pt x="1" y="2128"/>
                  </a:cubicBezTo>
                  <a:lnTo>
                    <a:pt x="1" y="2128"/>
                  </a:lnTo>
                  <a:cubicBezTo>
                    <a:pt x="307" y="2344"/>
                    <a:pt x="679" y="2472"/>
                    <a:pt x="1080" y="2472"/>
                  </a:cubicBezTo>
                  <a:cubicBezTo>
                    <a:pt x="2111" y="2472"/>
                    <a:pt x="2945" y="1638"/>
                    <a:pt x="2945" y="607"/>
                  </a:cubicBezTo>
                  <a:cubicBezTo>
                    <a:pt x="2945" y="397"/>
                    <a:pt x="2912" y="194"/>
                    <a:pt x="2843" y="3"/>
                  </a:cubicBezTo>
                  <a:cubicBezTo>
                    <a:pt x="2843" y="3"/>
                    <a:pt x="2842" y="2"/>
                    <a:pt x="284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28"/>
            <p:cNvSpPr/>
            <p:nvPr/>
          </p:nvSpPr>
          <p:spPr>
            <a:xfrm>
              <a:off x="7370028" y="3774742"/>
              <a:ext cx="31349" cy="22510"/>
            </a:xfrm>
            <a:custGeom>
              <a:rect b="b" l="l" r="r" t="t"/>
              <a:pathLst>
                <a:path extrusionOk="0" h="634" w="883">
                  <a:moveTo>
                    <a:pt x="317" y="0"/>
                  </a:moveTo>
                  <a:cubicBezTo>
                    <a:pt x="142" y="0"/>
                    <a:pt x="1" y="143"/>
                    <a:pt x="1" y="317"/>
                  </a:cubicBezTo>
                  <a:cubicBezTo>
                    <a:pt x="1" y="491"/>
                    <a:pt x="142" y="633"/>
                    <a:pt x="317" y="633"/>
                  </a:cubicBezTo>
                  <a:lnTo>
                    <a:pt x="565" y="633"/>
                  </a:lnTo>
                  <a:cubicBezTo>
                    <a:pt x="742" y="633"/>
                    <a:pt x="883" y="491"/>
                    <a:pt x="881" y="317"/>
                  </a:cubicBezTo>
                  <a:cubicBezTo>
                    <a:pt x="881" y="141"/>
                    <a:pt x="739" y="0"/>
                    <a:pt x="56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28"/>
            <p:cNvSpPr/>
            <p:nvPr/>
          </p:nvSpPr>
          <p:spPr>
            <a:xfrm>
              <a:off x="7378726" y="3774565"/>
              <a:ext cx="22651" cy="22688"/>
            </a:xfrm>
            <a:custGeom>
              <a:rect b="b" l="l" r="r" t="t"/>
              <a:pathLst>
                <a:path extrusionOk="0" h="639" w="638">
                  <a:moveTo>
                    <a:pt x="74" y="1"/>
                  </a:moveTo>
                  <a:cubicBezTo>
                    <a:pt x="48" y="1"/>
                    <a:pt x="25" y="5"/>
                    <a:pt x="2" y="11"/>
                  </a:cubicBezTo>
                  <a:cubicBezTo>
                    <a:pt x="141" y="43"/>
                    <a:pt x="246" y="169"/>
                    <a:pt x="246" y="320"/>
                  </a:cubicBezTo>
                  <a:cubicBezTo>
                    <a:pt x="246" y="408"/>
                    <a:pt x="210" y="487"/>
                    <a:pt x="153" y="545"/>
                  </a:cubicBezTo>
                  <a:cubicBezTo>
                    <a:pt x="111" y="587"/>
                    <a:pt x="59" y="614"/>
                    <a:pt x="0" y="630"/>
                  </a:cubicBezTo>
                  <a:cubicBezTo>
                    <a:pt x="23" y="634"/>
                    <a:pt x="46" y="638"/>
                    <a:pt x="72" y="638"/>
                  </a:cubicBezTo>
                  <a:lnTo>
                    <a:pt x="320" y="638"/>
                  </a:lnTo>
                  <a:cubicBezTo>
                    <a:pt x="407" y="638"/>
                    <a:pt x="487" y="602"/>
                    <a:pt x="544" y="545"/>
                  </a:cubicBezTo>
                  <a:cubicBezTo>
                    <a:pt x="602" y="487"/>
                    <a:pt x="638" y="408"/>
                    <a:pt x="638" y="320"/>
                  </a:cubicBezTo>
                  <a:cubicBezTo>
                    <a:pt x="638" y="145"/>
                    <a:pt x="497" y="4"/>
                    <a:pt x="32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28"/>
            <p:cNvSpPr/>
            <p:nvPr/>
          </p:nvSpPr>
          <p:spPr>
            <a:xfrm>
              <a:off x="7447319" y="3695640"/>
              <a:ext cx="9905" cy="9906"/>
            </a:xfrm>
            <a:custGeom>
              <a:rect b="b" l="l" r="r" t="t"/>
              <a:pathLst>
                <a:path extrusionOk="0" h="279" w="279">
                  <a:moveTo>
                    <a:pt x="140" y="1"/>
                  </a:moveTo>
                  <a:cubicBezTo>
                    <a:pt x="63" y="1"/>
                    <a:pt x="1" y="63"/>
                    <a:pt x="1" y="139"/>
                  </a:cubicBezTo>
                  <a:cubicBezTo>
                    <a:pt x="1" y="217"/>
                    <a:pt x="63" y="278"/>
                    <a:pt x="140" y="278"/>
                  </a:cubicBezTo>
                  <a:cubicBezTo>
                    <a:pt x="217" y="278"/>
                    <a:pt x="279" y="217"/>
                    <a:pt x="279" y="139"/>
                  </a:cubicBezTo>
                  <a:cubicBezTo>
                    <a:pt x="279" y="63"/>
                    <a:pt x="217"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28"/>
            <p:cNvSpPr/>
            <p:nvPr/>
          </p:nvSpPr>
          <p:spPr>
            <a:xfrm>
              <a:off x="7460100" y="3717510"/>
              <a:ext cx="9905" cy="9835"/>
            </a:xfrm>
            <a:custGeom>
              <a:rect b="b" l="l" r="r" t="t"/>
              <a:pathLst>
                <a:path extrusionOk="0" h="277" w="279">
                  <a:moveTo>
                    <a:pt x="140" y="1"/>
                  </a:moveTo>
                  <a:cubicBezTo>
                    <a:pt x="62" y="1"/>
                    <a:pt x="1" y="62"/>
                    <a:pt x="1" y="139"/>
                  </a:cubicBezTo>
                  <a:cubicBezTo>
                    <a:pt x="1" y="215"/>
                    <a:pt x="62" y="277"/>
                    <a:pt x="140" y="277"/>
                  </a:cubicBezTo>
                  <a:cubicBezTo>
                    <a:pt x="216" y="277"/>
                    <a:pt x="278" y="215"/>
                    <a:pt x="278" y="139"/>
                  </a:cubicBezTo>
                  <a:cubicBezTo>
                    <a:pt x="278" y="62"/>
                    <a:pt x="216"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28"/>
            <p:cNvSpPr/>
            <p:nvPr/>
          </p:nvSpPr>
          <p:spPr>
            <a:xfrm>
              <a:off x="7518504" y="3707108"/>
              <a:ext cx="9834" cy="9870"/>
            </a:xfrm>
            <a:custGeom>
              <a:rect b="b" l="l" r="r" t="t"/>
              <a:pathLst>
                <a:path extrusionOk="0" h="278" w="277">
                  <a:moveTo>
                    <a:pt x="139" y="0"/>
                  </a:moveTo>
                  <a:cubicBezTo>
                    <a:pt x="62" y="0"/>
                    <a:pt x="0" y="62"/>
                    <a:pt x="0" y="138"/>
                  </a:cubicBezTo>
                  <a:cubicBezTo>
                    <a:pt x="0" y="214"/>
                    <a:pt x="62" y="278"/>
                    <a:pt x="139" y="278"/>
                  </a:cubicBezTo>
                  <a:cubicBezTo>
                    <a:pt x="215" y="278"/>
                    <a:pt x="277" y="214"/>
                    <a:pt x="277" y="138"/>
                  </a:cubicBezTo>
                  <a:cubicBezTo>
                    <a:pt x="277" y="62"/>
                    <a:pt x="215" y="0"/>
                    <a:pt x="1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61" name="Google Shape;4361;p28"/>
          <p:cNvGrpSpPr/>
          <p:nvPr/>
        </p:nvGrpSpPr>
        <p:grpSpPr>
          <a:xfrm>
            <a:off x="6682889" y="3489398"/>
            <a:ext cx="309767" cy="326966"/>
            <a:chOff x="6682889" y="3489398"/>
            <a:chExt cx="309767" cy="326966"/>
          </a:xfrm>
        </p:grpSpPr>
        <p:sp>
          <p:nvSpPr>
            <p:cNvPr id="4362" name="Google Shape;4362;p28"/>
            <p:cNvSpPr/>
            <p:nvPr/>
          </p:nvSpPr>
          <p:spPr>
            <a:xfrm>
              <a:off x="6705186" y="3489398"/>
              <a:ext cx="171371" cy="326966"/>
            </a:xfrm>
            <a:custGeom>
              <a:rect b="b" l="l" r="r" t="t"/>
              <a:pathLst>
                <a:path extrusionOk="0" h="9209" w="4827">
                  <a:moveTo>
                    <a:pt x="359" y="0"/>
                  </a:moveTo>
                  <a:cubicBezTo>
                    <a:pt x="160" y="0"/>
                    <a:pt x="0" y="160"/>
                    <a:pt x="0" y="359"/>
                  </a:cubicBezTo>
                  <a:lnTo>
                    <a:pt x="0" y="8850"/>
                  </a:lnTo>
                  <a:cubicBezTo>
                    <a:pt x="0" y="9047"/>
                    <a:pt x="160" y="9209"/>
                    <a:pt x="359" y="9209"/>
                  </a:cubicBezTo>
                  <a:lnTo>
                    <a:pt x="4469" y="9209"/>
                  </a:lnTo>
                  <a:cubicBezTo>
                    <a:pt x="4667" y="9209"/>
                    <a:pt x="4827" y="9047"/>
                    <a:pt x="4827" y="8850"/>
                  </a:cubicBezTo>
                  <a:lnTo>
                    <a:pt x="4827" y="359"/>
                  </a:lnTo>
                  <a:cubicBezTo>
                    <a:pt x="4827" y="160"/>
                    <a:pt x="4667" y="0"/>
                    <a:pt x="4470" y="0"/>
                  </a:cubicBezTo>
                  <a:lnTo>
                    <a:pt x="3663" y="0"/>
                  </a:lnTo>
                  <a:lnTo>
                    <a:pt x="2415" y="362"/>
                  </a:lnTo>
                  <a:lnTo>
                    <a:pt x="1166"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28"/>
            <p:cNvSpPr/>
            <p:nvPr/>
          </p:nvSpPr>
          <p:spPr>
            <a:xfrm>
              <a:off x="6849721" y="3489398"/>
              <a:ext cx="26840" cy="326966"/>
            </a:xfrm>
            <a:custGeom>
              <a:rect b="b" l="l" r="r" t="t"/>
              <a:pathLst>
                <a:path extrusionOk="0" h="9209" w="756">
                  <a:moveTo>
                    <a:pt x="0" y="0"/>
                  </a:moveTo>
                  <a:cubicBezTo>
                    <a:pt x="198" y="0"/>
                    <a:pt x="359" y="160"/>
                    <a:pt x="359" y="359"/>
                  </a:cubicBezTo>
                  <a:lnTo>
                    <a:pt x="359" y="8850"/>
                  </a:lnTo>
                  <a:cubicBezTo>
                    <a:pt x="359" y="9047"/>
                    <a:pt x="198" y="9209"/>
                    <a:pt x="0" y="9209"/>
                  </a:cubicBezTo>
                  <a:lnTo>
                    <a:pt x="398" y="9209"/>
                  </a:lnTo>
                  <a:cubicBezTo>
                    <a:pt x="596" y="9209"/>
                    <a:pt x="756" y="9047"/>
                    <a:pt x="756" y="8850"/>
                  </a:cubicBezTo>
                  <a:lnTo>
                    <a:pt x="756" y="359"/>
                  </a:lnTo>
                  <a:cubicBezTo>
                    <a:pt x="756" y="160"/>
                    <a:pt x="596" y="0"/>
                    <a:pt x="3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28"/>
            <p:cNvSpPr/>
            <p:nvPr/>
          </p:nvSpPr>
          <p:spPr>
            <a:xfrm>
              <a:off x="6746512" y="3489398"/>
              <a:ext cx="88614" cy="25777"/>
            </a:xfrm>
            <a:custGeom>
              <a:rect b="b" l="l" r="r" t="t"/>
              <a:pathLst>
                <a:path extrusionOk="0" h="726" w="2496">
                  <a:moveTo>
                    <a:pt x="1" y="0"/>
                  </a:moveTo>
                  <a:lnTo>
                    <a:pt x="166" y="540"/>
                  </a:lnTo>
                  <a:cubicBezTo>
                    <a:pt x="201" y="649"/>
                    <a:pt x="303" y="726"/>
                    <a:pt x="418" y="726"/>
                  </a:cubicBezTo>
                  <a:lnTo>
                    <a:pt x="2079" y="726"/>
                  </a:lnTo>
                  <a:cubicBezTo>
                    <a:pt x="2194" y="726"/>
                    <a:pt x="2296" y="649"/>
                    <a:pt x="2330" y="540"/>
                  </a:cubicBezTo>
                  <a:lnTo>
                    <a:pt x="2496"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28"/>
            <p:cNvSpPr/>
            <p:nvPr/>
          </p:nvSpPr>
          <p:spPr>
            <a:xfrm>
              <a:off x="6807010" y="3489398"/>
              <a:ext cx="28118" cy="25777"/>
            </a:xfrm>
            <a:custGeom>
              <a:rect b="b" l="l" r="r" t="t"/>
              <a:pathLst>
                <a:path extrusionOk="0" h="726" w="792">
                  <a:moveTo>
                    <a:pt x="418" y="0"/>
                  </a:moveTo>
                  <a:lnTo>
                    <a:pt x="252" y="540"/>
                  </a:lnTo>
                  <a:cubicBezTo>
                    <a:pt x="218" y="649"/>
                    <a:pt x="116" y="726"/>
                    <a:pt x="0" y="726"/>
                  </a:cubicBezTo>
                  <a:lnTo>
                    <a:pt x="375" y="726"/>
                  </a:lnTo>
                  <a:cubicBezTo>
                    <a:pt x="490" y="726"/>
                    <a:pt x="592" y="649"/>
                    <a:pt x="626" y="540"/>
                  </a:cubicBezTo>
                  <a:lnTo>
                    <a:pt x="79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28"/>
            <p:cNvSpPr/>
            <p:nvPr/>
          </p:nvSpPr>
          <p:spPr>
            <a:xfrm>
              <a:off x="6782797" y="3570844"/>
              <a:ext cx="166684" cy="166696"/>
            </a:xfrm>
            <a:custGeom>
              <a:rect b="b" l="l" r="r" t="t"/>
              <a:pathLst>
                <a:path extrusionOk="0" h="4695" w="4695">
                  <a:moveTo>
                    <a:pt x="2347" y="0"/>
                  </a:moveTo>
                  <a:cubicBezTo>
                    <a:pt x="1051" y="0"/>
                    <a:pt x="0" y="1051"/>
                    <a:pt x="0" y="2347"/>
                  </a:cubicBezTo>
                  <a:cubicBezTo>
                    <a:pt x="0" y="3644"/>
                    <a:pt x="1051" y="4694"/>
                    <a:pt x="2347" y="4694"/>
                  </a:cubicBezTo>
                  <a:cubicBezTo>
                    <a:pt x="3644" y="4694"/>
                    <a:pt x="4694" y="3644"/>
                    <a:pt x="4694" y="2347"/>
                  </a:cubicBezTo>
                  <a:cubicBezTo>
                    <a:pt x="4694" y="1051"/>
                    <a:pt x="3644" y="0"/>
                    <a:pt x="2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28"/>
            <p:cNvSpPr/>
            <p:nvPr/>
          </p:nvSpPr>
          <p:spPr>
            <a:xfrm>
              <a:off x="6822845" y="3576951"/>
              <a:ext cx="126637" cy="160589"/>
            </a:xfrm>
            <a:custGeom>
              <a:rect b="b" l="l" r="r" t="t"/>
              <a:pathLst>
                <a:path extrusionOk="0" h="4523" w="3567">
                  <a:moveTo>
                    <a:pt x="2104" y="1"/>
                  </a:moveTo>
                  <a:cubicBezTo>
                    <a:pt x="2781" y="412"/>
                    <a:pt x="3233" y="1156"/>
                    <a:pt x="3233" y="2005"/>
                  </a:cubicBezTo>
                  <a:cubicBezTo>
                    <a:pt x="3233" y="3303"/>
                    <a:pt x="2181" y="4354"/>
                    <a:pt x="886" y="4354"/>
                  </a:cubicBezTo>
                  <a:cubicBezTo>
                    <a:pt x="572" y="4354"/>
                    <a:pt x="274" y="4292"/>
                    <a:pt x="0" y="4181"/>
                  </a:cubicBezTo>
                  <a:lnTo>
                    <a:pt x="0" y="4181"/>
                  </a:lnTo>
                  <a:cubicBezTo>
                    <a:pt x="354" y="4398"/>
                    <a:pt x="773" y="4522"/>
                    <a:pt x="1219" y="4522"/>
                  </a:cubicBezTo>
                  <a:cubicBezTo>
                    <a:pt x="2516" y="4522"/>
                    <a:pt x="3566" y="3470"/>
                    <a:pt x="3566" y="2175"/>
                  </a:cubicBezTo>
                  <a:cubicBezTo>
                    <a:pt x="3566" y="1191"/>
                    <a:pt x="2962" y="349"/>
                    <a:pt x="210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28"/>
            <p:cNvSpPr/>
            <p:nvPr/>
          </p:nvSpPr>
          <p:spPr>
            <a:xfrm>
              <a:off x="6830762" y="3659284"/>
              <a:ext cx="26769" cy="50701"/>
            </a:xfrm>
            <a:custGeom>
              <a:rect b="b" l="l" r="r" t="t"/>
              <a:pathLst>
                <a:path extrusionOk="0" h="1428" w="754">
                  <a:moveTo>
                    <a:pt x="1" y="0"/>
                  </a:moveTo>
                  <a:lnTo>
                    <a:pt x="1" y="1052"/>
                  </a:lnTo>
                  <a:cubicBezTo>
                    <a:pt x="1" y="1261"/>
                    <a:pt x="169" y="1428"/>
                    <a:pt x="376" y="1428"/>
                  </a:cubicBezTo>
                  <a:cubicBezTo>
                    <a:pt x="585" y="1428"/>
                    <a:pt x="753" y="1259"/>
                    <a:pt x="753" y="1052"/>
                  </a:cubicBezTo>
                  <a:lnTo>
                    <a:pt x="753"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28"/>
            <p:cNvSpPr/>
            <p:nvPr/>
          </p:nvSpPr>
          <p:spPr>
            <a:xfrm>
              <a:off x="6837472" y="3659284"/>
              <a:ext cx="20059" cy="50701"/>
            </a:xfrm>
            <a:custGeom>
              <a:rect b="b" l="l" r="r" t="t"/>
              <a:pathLst>
                <a:path extrusionOk="0" h="1428" w="565">
                  <a:moveTo>
                    <a:pt x="187" y="0"/>
                  </a:moveTo>
                  <a:lnTo>
                    <a:pt x="187" y="1052"/>
                  </a:lnTo>
                  <a:cubicBezTo>
                    <a:pt x="187" y="1157"/>
                    <a:pt x="145" y="1251"/>
                    <a:pt x="78" y="1318"/>
                  </a:cubicBezTo>
                  <a:cubicBezTo>
                    <a:pt x="53" y="1341"/>
                    <a:pt x="29" y="1361"/>
                    <a:pt x="0" y="1377"/>
                  </a:cubicBezTo>
                  <a:cubicBezTo>
                    <a:pt x="56" y="1410"/>
                    <a:pt x="121" y="1428"/>
                    <a:pt x="189" y="1428"/>
                  </a:cubicBezTo>
                  <a:cubicBezTo>
                    <a:pt x="294" y="1428"/>
                    <a:pt x="387" y="1387"/>
                    <a:pt x="455" y="1318"/>
                  </a:cubicBezTo>
                  <a:cubicBezTo>
                    <a:pt x="524" y="1251"/>
                    <a:pt x="564" y="1157"/>
                    <a:pt x="564" y="1052"/>
                  </a:cubicBezTo>
                  <a:lnTo>
                    <a:pt x="56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28"/>
            <p:cNvSpPr/>
            <p:nvPr/>
          </p:nvSpPr>
          <p:spPr>
            <a:xfrm>
              <a:off x="6809211" y="3627863"/>
              <a:ext cx="31597" cy="36286"/>
            </a:xfrm>
            <a:custGeom>
              <a:rect b="b" l="l" r="r" t="t"/>
              <a:pathLst>
                <a:path extrusionOk="0" h="1022" w="890">
                  <a:moveTo>
                    <a:pt x="511" y="0"/>
                  </a:moveTo>
                  <a:cubicBezTo>
                    <a:pt x="229" y="0"/>
                    <a:pt x="0" y="229"/>
                    <a:pt x="0" y="511"/>
                  </a:cubicBezTo>
                  <a:cubicBezTo>
                    <a:pt x="0" y="793"/>
                    <a:pt x="229" y="1022"/>
                    <a:pt x="511" y="1022"/>
                  </a:cubicBezTo>
                  <a:lnTo>
                    <a:pt x="890" y="1022"/>
                  </a:lnTo>
                  <a:lnTo>
                    <a:pt x="890"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28"/>
            <p:cNvSpPr/>
            <p:nvPr/>
          </p:nvSpPr>
          <p:spPr>
            <a:xfrm>
              <a:off x="6827709" y="3627863"/>
              <a:ext cx="13171" cy="36286"/>
            </a:xfrm>
            <a:custGeom>
              <a:rect b="b" l="l" r="r" t="t"/>
              <a:pathLst>
                <a:path extrusionOk="0" h="1022" w="371">
                  <a:moveTo>
                    <a:pt x="0" y="0"/>
                  </a:moveTo>
                  <a:lnTo>
                    <a:pt x="0" y="1022"/>
                  </a:lnTo>
                  <a:lnTo>
                    <a:pt x="370" y="1022"/>
                  </a:lnTo>
                  <a:lnTo>
                    <a:pt x="37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28"/>
            <p:cNvSpPr/>
            <p:nvPr/>
          </p:nvSpPr>
          <p:spPr>
            <a:xfrm>
              <a:off x="6903119" y="3631129"/>
              <a:ext cx="19278" cy="29718"/>
            </a:xfrm>
            <a:custGeom>
              <a:rect b="b" l="l" r="r" t="t"/>
              <a:pathLst>
                <a:path extrusionOk="0" h="837" w="543">
                  <a:moveTo>
                    <a:pt x="0" y="0"/>
                  </a:moveTo>
                  <a:lnTo>
                    <a:pt x="0" y="836"/>
                  </a:lnTo>
                  <a:lnTo>
                    <a:pt x="124" y="836"/>
                  </a:lnTo>
                  <a:cubicBezTo>
                    <a:pt x="356" y="836"/>
                    <a:pt x="543" y="649"/>
                    <a:pt x="541" y="418"/>
                  </a:cubicBezTo>
                  <a:cubicBezTo>
                    <a:pt x="541" y="187"/>
                    <a:pt x="354" y="0"/>
                    <a:pt x="12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28"/>
            <p:cNvSpPr/>
            <p:nvPr/>
          </p:nvSpPr>
          <p:spPr>
            <a:xfrm>
              <a:off x="6903154" y="3631413"/>
              <a:ext cx="19242" cy="29434"/>
            </a:xfrm>
            <a:custGeom>
              <a:rect b="b" l="l" r="r" t="t"/>
              <a:pathLst>
                <a:path extrusionOk="0" h="829" w="542">
                  <a:moveTo>
                    <a:pt x="208" y="1"/>
                  </a:moveTo>
                  <a:lnTo>
                    <a:pt x="208" y="1"/>
                  </a:lnTo>
                  <a:cubicBezTo>
                    <a:pt x="250" y="66"/>
                    <a:pt x="273" y="143"/>
                    <a:pt x="273" y="224"/>
                  </a:cubicBezTo>
                  <a:cubicBezTo>
                    <a:pt x="273" y="339"/>
                    <a:pt x="225" y="443"/>
                    <a:pt x="150" y="519"/>
                  </a:cubicBezTo>
                  <a:cubicBezTo>
                    <a:pt x="107" y="561"/>
                    <a:pt x="57" y="592"/>
                    <a:pt x="1" y="614"/>
                  </a:cubicBezTo>
                  <a:lnTo>
                    <a:pt x="1" y="828"/>
                  </a:lnTo>
                  <a:lnTo>
                    <a:pt x="124" y="828"/>
                  </a:lnTo>
                  <a:cubicBezTo>
                    <a:pt x="240" y="828"/>
                    <a:pt x="345" y="781"/>
                    <a:pt x="419" y="706"/>
                  </a:cubicBezTo>
                  <a:cubicBezTo>
                    <a:pt x="496" y="630"/>
                    <a:pt x="542" y="526"/>
                    <a:pt x="542" y="411"/>
                  </a:cubicBezTo>
                  <a:cubicBezTo>
                    <a:pt x="542" y="208"/>
                    <a:pt x="398" y="40"/>
                    <a:pt x="20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28"/>
            <p:cNvSpPr/>
            <p:nvPr/>
          </p:nvSpPr>
          <p:spPr>
            <a:xfrm>
              <a:off x="6724748" y="3559944"/>
              <a:ext cx="89502" cy="9906"/>
            </a:xfrm>
            <a:custGeom>
              <a:rect b="b" l="l" r="r" t="t"/>
              <a:pathLst>
                <a:path extrusionOk="0" h="279" w="2521">
                  <a:moveTo>
                    <a:pt x="139" y="1"/>
                  </a:moveTo>
                  <a:cubicBezTo>
                    <a:pt x="62" y="1"/>
                    <a:pt x="1" y="64"/>
                    <a:pt x="1" y="139"/>
                  </a:cubicBezTo>
                  <a:cubicBezTo>
                    <a:pt x="1" y="215"/>
                    <a:pt x="61" y="278"/>
                    <a:pt x="139" y="278"/>
                  </a:cubicBezTo>
                  <a:lnTo>
                    <a:pt x="2382" y="278"/>
                  </a:lnTo>
                  <a:cubicBezTo>
                    <a:pt x="2457" y="278"/>
                    <a:pt x="2520" y="215"/>
                    <a:pt x="2520" y="139"/>
                  </a:cubicBezTo>
                  <a:cubicBezTo>
                    <a:pt x="2520" y="64"/>
                    <a:pt x="2458" y="1"/>
                    <a:pt x="238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28"/>
            <p:cNvSpPr/>
            <p:nvPr/>
          </p:nvSpPr>
          <p:spPr>
            <a:xfrm>
              <a:off x="6724748" y="3581602"/>
              <a:ext cx="63017" cy="9870"/>
            </a:xfrm>
            <a:custGeom>
              <a:rect b="b" l="l" r="r" t="t"/>
              <a:pathLst>
                <a:path extrusionOk="0" h="278" w="1775">
                  <a:moveTo>
                    <a:pt x="139" y="1"/>
                  </a:moveTo>
                  <a:cubicBezTo>
                    <a:pt x="62" y="1"/>
                    <a:pt x="1" y="61"/>
                    <a:pt x="1" y="139"/>
                  </a:cubicBezTo>
                  <a:cubicBezTo>
                    <a:pt x="1" y="215"/>
                    <a:pt x="61" y="277"/>
                    <a:pt x="139" y="277"/>
                  </a:cubicBezTo>
                  <a:lnTo>
                    <a:pt x="1637" y="277"/>
                  </a:lnTo>
                  <a:cubicBezTo>
                    <a:pt x="1713" y="277"/>
                    <a:pt x="1775" y="215"/>
                    <a:pt x="1775" y="139"/>
                  </a:cubicBezTo>
                  <a:cubicBezTo>
                    <a:pt x="1775" y="64"/>
                    <a:pt x="1714" y="1"/>
                    <a:pt x="163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28"/>
            <p:cNvSpPr/>
            <p:nvPr/>
          </p:nvSpPr>
          <p:spPr>
            <a:xfrm>
              <a:off x="6724748" y="3603259"/>
              <a:ext cx="46615" cy="9870"/>
            </a:xfrm>
            <a:custGeom>
              <a:rect b="b" l="l" r="r" t="t"/>
              <a:pathLst>
                <a:path extrusionOk="0" h="278" w="1313">
                  <a:moveTo>
                    <a:pt x="139" y="1"/>
                  </a:moveTo>
                  <a:cubicBezTo>
                    <a:pt x="62" y="1"/>
                    <a:pt x="1" y="61"/>
                    <a:pt x="1" y="139"/>
                  </a:cubicBezTo>
                  <a:cubicBezTo>
                    <a:pt x="1" y="214"/>
                    <a:pt x="61" y="277"/>
                    <a:pt x="139" y="277"/>
                  </a:cubicBezTo>
                  <a:lnTo>
                    <a:pt x="1175" y="277"/>
                  </a:lnTo>
                  <a:cubicBezTo>
                    <a:pt x="1250" y="277"/>
                    <a:pt x="1313" y="214"/>
                    <a:pt x="1313" y="139"/>
                  </a:cubicBezTo>
                  <a:cubicBezTo>
                    <a:pt x="1313" y="63"/>
                    <a:pt x="1253" y="1"/>
                    <a:pt x="117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28"/>
            <p:cNvSpPr/>
            <p:nvPr/>
          </p:nvSpPr>
          <p:spPr>
            <a:xfrm>
              <a:off x="6724748" y="3625839"/>
              <a:ext cx="46615" cy="9906"/>
            </a:xfrm>
            <a:custGeom>
              <a:rect b="b" l="l" r="r" t="t"/>
              <a:pathLst>
                <a:path extrusionOk="0" h="279" w="1313">
                  <a:moveTo>
                    <a:pt x="139" y="1"/>
                  </a:moveTo>
                  <a:cubicBezTo>
                    <a:pt x="62" y="1"/>
                    <a:pt x="1" y="63"/>
                    <a:pt x="1" y="139"/>
                  </a:cubicBezTo>
                  <a:cubicBezTo>
                    <a:pt x="1" y="215"/>
                    <a:pt x="61" y="279"/>
                    <a:pt x="139" y="279"/>
                  </a:cubicBezTo>
                  <a:lnTo>
                    <a:pt x="1175" y="279"/>
                  </a:lnTo>
                  <a:cubicBezTo>
                    <a:pt x="1250" y="279"/>
                    <a:pt x="1313" y="215"/>
                    <a:pt x="1313" y="139"/>
                  </a:cubicBezTo>
                  <a:cubicBezTo>
                    <a:pt x="1313" y="64"/>
                    <a:pt x="1253" y="1"/>
                    <a:pt x="117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28"/>
            <p:cNvSpPr/>
            <p:nvPr/>
          </p:nvSpPr>
          <p:spPr>
            <a:xfrm>
              <a:off x="6896018" y="3749783"/>
              <a:ext cx="74307" cy="58086"/>
            </a:xfrm>
            <a:custGeom>
              <a:rect b="b" l="l" r="r" t="t"/>
              <a:pathLst>
                <a:path extrusionOk="0" h="1636" w="2093">
                  <a:moveTo>
                    <a:pt x="576" y="0"/>
                  </a:moveTo>
                  <a:cubicBezTo>
                    <a:pt x="566" y="0"/>
                    <a:pt x="556" y="0"/>
                    <a:pt x="546" y="1"/>
                  </a:cubicBezTo>
                  <a:cubicBezTo>
                    <a:pt x="374" y="13"/>
                    <a:pt x="220" y="116"/>
                    <a:pt x="143" y="267"/>
                  </a:cubicBezTo>
                  <a:cubicBezTo>
                    <a:pt x="0" y="551"/>
                    <a:pt x="99" y="857"/>
                    <a:pt x="331" y="1052"/>
                  </a:cubicBezTo>
                  <a:cubicBezTo>
                    <a:pt x="331" y="1052"/>
                    <a:pt x="862" y="1501"/>
                    <a:pt x="1009" y="1623"/>
                  </a:cubicBezTo>
                  <a:cubicBezTo>
                    <a:pt x="1020" y="1631"/>
                    <a:pt x="1033" y="1636"/>
                    <a:pt x="1046" y="1636"/>
                  </a:cubicBezTo>
                  <a:cubicBezTo>
                    <a:pt x="1060" y="1636"/>
                    <a:pt x="1073" y="1631"/>
                    <a:pt x="1084" y="1623"/>
                  </a:cubicBezTo>
                  <a:cubicBezTo>
                    <a:pt x="1229" y="1501"/>
                    <a:pt x="1762" y="1052"/>
                    <a:pt x="1762" y="1052"/>
                  </a:cubicBezTo>
                  <a:cubicBezTo>
                    <a:pt x="1993" y="857"/>
                    <a:pt x="2093" y="548"/>
                    <a:pt x="1949" y="267"/>
                  </a:cubicBezTo>
                  <a:cubicBezTo>
                    <a:pt x="1871" y="116"/>
                    <a:pt x="1717" y="13"/>
                    <a:pt x="1546" y="1"/>
                  </a:cubicBezTo>
                  <a:cubicBezTo>
                    <a:pt x="1536" y="0"/>
                    <a:pt x="1525" y="0"/>
                    <a:pt x="1515" y="0"/>
                  </a:cubicBezTo>
                  <a:cubicBezTo>
                    <a:pt x="1291" y="0"/>
                    <a:pt x="1103" y="151"/>
                    <a:pt x="1045" y="358"/>
                  </a:cubicBezTo>
                  <a:cubicBezTo>
                    <a:pt x="988" y="151"/>
                    <a:pt x="800" y="0"/>
                    <a:pt x="5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28"/>
            <p:cNvSpPr/>
            <p:nvPr/>
          </p:nvSpPr>
          <p:spPr>
            <a:xfrm>
              <a:off x="6922078" y="3749748"/>
              <a:ext cx="48248" cy="58122"/>
            </a:xfrm>
            <a:custGeom>
              <a:rect b="b" l="l" r="r" t="t"/>
              <a:pathLst>
                <a:path extrusionOk="0" h="1637" w="1359">
                  <a:moveTo>
                    <a:pt x="761" y="1"/>
                  </a:moveTo>
                  <a:cubicBezTo>
                    <a:pt x="781" y="27"/>
                    <a:pt x="799" y="52"/>
                    <a:pt x="813" y="81"/>
                  </a:cubicBezTo>
                  <a:cubicBezTo>
                    <a:pt x="956" y="362"/>
                    <a:pt x="856" y="671"/>
                    <a:pt x="625" y="865"/>
                  </a:cubicBezTo>
                  <a:cubicBezTo>
                    <a:pt x="625" y="865"/>
                    <a:pt x="193" y="1230"/>
                    <a:pt x="0" y="1391"/>
                  </a:cubicBezTo>
                  <a:cubicBezTo>
                    <a:pt x="114" y="1487"/>
                    <a:pt x="222" y="1578"/>
                    <a:pt x="275" y="1624"/>
                  </a:cubicBezTo>
                  <a:cubicBezTo>
                    <a:pt x="286" y="1632"/>
                    <a:pt x="299" y="1637"/>
                    <a:pt x="312" y="1637"/>
                  </a:cubicBezTo>
                  <a:cubicBezTo>
                    <a:pt x="325" y="1637"/>
                    <a:pt x="338" y="1632"/>
                    <a:pt x="348" y="1624"/>
                  </a:cubicBezTo>
                  <a:cubicBezTo>
                    <a:pt x="497" y="1502"/>
                    <a:pt x="1028" y="1053"/>
                    <a:pt x="1028" y="1053"/>
                  </a:cubicBezTo>
                  <a:cubicBezTo>
                    <a:pt x="1259" y="858"/>
                    <a:pt x="1359" y="549"/>
                    <a:pt x="1216" y="267"/>
                  </a:cubicBezTo>
                  <a:cubicBezTo>
                    <a:pt x="1138" y="116"/>
                    <a:pt x="984" y="12"/>
                    <a:pt x="81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28"/>
            <p:cNvSpPr/>
            <p:nvPr/>
          </p:nvSpPr>
          <p:spPr>
            <a:xfrm>
              <a:off x="6682889" y="3690243"/>
              <a:ext cx="96957" cy="97000"/>
            </a:xfrm>
            <a:custGeom>
              <a:rect b="b" l="l" r="r" t="t"/>
              <a:pathLst>
                <a:path extrusionOk="0" h="2732" w="2731">
                  <a:moveTo>
                    <a:pt x="1365" y="0"/>
                  </a:moveTo>
                  <a:cubicBezTo>
                    <a:pt x="613" y="0"/>
                    <a:pt x="1" y="612"/>
                    <a:pt x="1" y="1366"/>
                  </a:cubicBezTo>
                  <a:cubicBezTo>
                    <a:pt x="1" y="2120"/>
                    <a:pt x="613" y="2731"/>
                    <a:pt x="1365" y="2731"/>
                  </a:cubicBezTo>
                  <a:cubicBezTo>
                    <a:pt x="2119" y="2731"/>
                    <a:pt x="2731" y="2120"/>
                    <a:pt x="2731" y="1366"/>
                  </a:cubicBezTo>
                  <a:cubicBezTo>
                    <a:pt x="2731" y="612"/>
                    <a:pt x="2119" y="0"/>
                    <a:pt x="13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28"/>
            <p:cNvSpPr/>
            <p:nvPr/>
          </p:nvSpPr>
          <p:spPr>
            <a:xfrm>
              <a:off x="6697197" y="3695249"/>
              <a:ext cx="82650" cy="91993"/>
            </a:xfrm>
            <a:custGeom>
              <a:rect b="b" l="l" r="r" t="t"/>
              <a:pathLst>
                <a:path extrusionOk="0" h="2591" w="2328">
                  <a:moveTo>
                    <a:pt x="1568" y="0"/>
                  </a:moveTo>
                  <a:cubicBezTo>
                    <a:pt x="1816" y="248"/>
                    <a:pt x="1971" y="590"/>
                    <a:pt x="1971" y="969"/>
                  </a:cubicBezTo>
                  <a:cubicBezTo>
                    <a:pt x="1971" y="1723"/>
                    <a:pt x="1359" y="2334"/>
                    <a:pt x="605" y="2334"/>
                  </a:cubicBezTo>
                  <a:cubicBezTo>
                    <a:pt x="388" y="2334"/>
                    <a:pt x="182" y="2284"/>
                    <a:pt x="1" y="2195"/>
                  </a:cubicBezTo>
                  <a:lnTo>
                    <a:pt x="1" y="2195"/>
                  </a:lnTo>
                  <a:cubicBezTo>
                    <a:pt x="247" y="2439"/>
                    <a:pt x="587" y="2590"/>
                    <a:pt x="964" y="2590"/>
                  </a:cubicBezTo>
                  <a:cubicBezTo>
                    <a:pt x="1716" y="2590"/>
                    <a:pt x="2328" y="1979"/>
                    <a:pt x="2328" y="1225"/>
                  </a:cubicBezTo>
                  <a:cubicBezTo>
                    <a:pt x="2328" y="687"/>
                    <a:pt x="2017" y="223"/>
                    <a:pt x="156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28"/>
            <p:cNvSpPr/>
            <p:nvPr/>
          </p:nvSpPr>
          <p:spPr>
            <a:xfrm>
              <a:off x="6706606" y="3719037"/>
              <a:ext cx="9834" cy="17610"/>
            </a:xfrm>
            <a:custGeom>
              <a:rect b="b" l="l" r="r" t="t"/>
              <a:pathLst>
                <a:path extrusionOk="0" h="496" w="277">
                  <a:moveTo>
                    <a:pt x="139" y="1"/>
                  </a:moveTo>
                  <a:cubicBezTo>
                    <a:pt x="63" y="1"/>
                    <a:pt x="1" y="61"/>
                    <a:pt x="1" y="139"/>
                  </a:cubicBezTo>
                  <a:lnTo>
                    <a:pt x="1" y="356"/>
                  </a:lnTo>
                  <a:cubicBezTo>
                    <a:pt x="1" y="432"/>
                    <a:pt x="61" y="496"/>
                    <a:pt x="139" y="496"/>
                  </a:cubicBezTo>
                  <a:cubicBezTo>
                    <a:pt x="214" y="496"/>
                    <a:pt x="277" y="432"/>
                    <a:pt x="277" y="356"/>
                  </a:cubicBezTo>
                  <a:lnTo>
                    <a:pt x="277" y="139"/>
                  </a:lnTo>
                  <a:cubicBezTo>
                    <a:pt x="277" y="64"/>
                    <a:pt x="214"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28"/>
            <p:cNvSpPr/>
            <p:nvPr/>
          </p:nvSpPr>
          <p:spPr>
            <a:xfrm>
              <a:off x="6746263" y="3719037"/>
              <a:ext cx="9941" cy="17610"/>
            </a:xfrm>
            <a:custGeom>
              <a:rect b="b" l="l" r="r" t="t"/>
              <a:pathLst>
                <a:path extrusionOk="0" h="496" w="280">
                  <a:moveTo>
                    <a:pt x="139" y="1"/>
                  </a:moveTo>
                  <a:cubicBezTo>
                    <a:pt x="64" y="1"/>
                    <a:pt x="0" y="61"/>
                    <a:pt x="0" y="139"/>
                  </a:cubicBezTo>
                  <a:lnTo>
                    <a:pt x="0" y="356"/>
                  </a:lnTo>
                  <a:cubicBezTo>
                    <a:pt x="0" y="432"/>
                    <a:pt x="61" y="496"/>
                    <a:pt x="139" y="496"/>
                  </a:cubicBezTo>
                  <a:cubicBezTo>
                    <a:pt x="216" y="496"/>
                    <a:pt x="280" y="432"/>
                    <a:pt x="277" y="356"/>
                  </a:cubicBezTo>
                  <a:lnTo>
                    <a:pt x="277" y="139"/>
                  </a:lnTo>
                  <a:cubicBezTo>
                    <a:pt x="277" y="64"/>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28"/>
            <p:cNvSpPr/>
            <p:nvPr/>
          </p:nvSpPr>
          <p:spPr>
            <a:xfrm>
              <a:off x="6712535" y="3749748"/>
              <a:ext cx="37384" cy="16332"/>
            </a:xfrm>
            <a:custGeom>
              <a:rect b="b" l="l" r="r" t="t"/>
              <a:pathLst>
                <a:path extrusionOk="0" h="460" w="1053">
                  <a:moveTo>
                    <a:pt x="897" y="1"/>
                  </a:moveTo>
                  <a:cubicBezTo>
                    <a:pt x="856" y="1"/>
                    <a:pt x="816" y="19"/>
                    <a:pt x="788" y="52"/>
                  </a:cubicBezTo>
                  <a:cubicBezTo>
                    <a:pt x="726" y="134"/>
                    <a:pt x="628" y="180"/>
                    <a:pt x="526" y="180"/>
                  </a:cubicBezTo>
                  <a:cubicBezTo>
                    <a:pt x="425" y="180"/>
                    <a:pt x="330" y="136"/>
                    <a:pt x="265" y="57"/>
                  </a:cubicBezTo>
                  <a:cubicBezTo>
                    <a:pt x="238" y="23"/>
                    <a:pt x="197" y="5"/>
                    <a:pt x="156" y="5"/>
                  </a:cubicBezTo>
                  <a:cubicBezTo>
                    <a:pt x="125" y="5"/>
                    <a:pt x="94" y="16"/>
                    <a:pt x="68" y="37"/>
                  </a:cubicBezTo>
                  <a:cubicBezTo>
                    <a:pt x="9" y="86"/>
                    <a:pt x="1" y="173"/>
                    <a:pt x="50" y="232"/>
                  </a:cubicBezTo>
                  <a:cubicBezTo>
                    <a:pt x="166" y="376"/>
                    <a:pt x="340" y="460"/>
                    <a:pt x="526" y="460"/>
                  </a:cubicBezTo>
                  <a:cubicBezTo>
                    <a:pt x="714" y="460"/>
                    <a:pt x="889" y="375"/>
                    <a:pt x="1004" y="225"/>
                  </a:cubicBezTo>
                  <a:cubicBezTo>
                    <a:pt x="1053" y="166"/>
                    <a:pt x="1041" y="80"/>
                    <a:pt x="982" y="31"/>
                  </a:cubicBezTo>
                  <a:cubicBezTo>
                    <a:pt x="957" y="11"/>
                    <a:pt x="927" y="1"/>
                    <a:pt x="89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28"/>
            <p:cNvSpPr/>
            <p:nvPr/>
          </p:nvSpPr>
          <p:spPr>
            <a:xfrm>
              <a:off x="6907699" y="3489398"/>
              <a:ext cx="84957" cy="84928"/>
            </a:xfrm>
            <a:custGeom>
              <a:rect b="b" l="l" r="r" t="t"/>
              <a:pathLst>
                <a:path extrusionOk="0" h="2392" w="2393">
                  <a:moveTo>
                    <a:pt x="1197" y="0"/>
                  </a:moveTo>
                  <a:cubicBezTo>
                    <a:pt x="536" y="0"/>
                    <a:pt x="1" y="536"/>
                    <a:pt x="1" y="1196"/>
                  </a:cubicBezTo>
                  <a:cubicBezTo>
                    <a:pt x="1" y="1857"/>
                    <a:pt x="536" y="2392"/>
                    <a:pt x="1197" y="2392"/>
                  </a:cubicBezTo>
                  <a:cubicBezTo>
                    <a:pt x="1857" y="2392"/>
                    <a:pt x="2392" y="1857"/>
                    <a:pt x="2392" y="1196"/>
                  </a:cubicBezTo>
                  <a:cubicBezTo>
                    <a:pt x="2392" y="536"/>
                    <a:pt x="1857" y="0"/>
                    <a:pt x="119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28"/>
            <p:cNvSpPr/>
            <p:nvPr/>
          </p:nvSpPr>
          <p:spPr>
            <a:xfrm>
              <a:off x="6919521" y="3493339"/>
              <a:ext cx="73135" cy="80987"/>
            </a:xfrm>
            <a:custGeom>
              <a:rect b="b" l="l" r="r" t="t"/>
              <a:pathLst>
                <a:path extrusionOk="0" h="2281" w="2060">
                  <a:moveTo>
                    <a:pt x="1366" y="0"/>
                  </a:moveTo>
                  <a:lnTo>
                    <a:pt x="1366" y="0"/>
                  </a:lnTo>
                  <a:cubicBezTo>
                    <a:pt x="1573" y="215"/>
                    <a:pt x="1700" y="508"/>
                    <a:pt x="1700" y="830"/>
                  </a:cubicBezTo>
                  <a:cubicBezTo>
                    <a:pt x="1700" y="1490"/>
                    <a:pt x="1164" y="2026"/>
                    <a:pt x="504" y="2026"/>
                  </a:cubicBezTo>
                  <a:cubicBezTo>
                    <a:pt x="324" y="2026"/>
                    <a:pt x="153" y="1986"/>
                    <a:pt x="0" y="1914"/>
                  </a:cubicBezTo>
                  <a:lnTo>
                    <a:pt x="0" y="1914"/>
                  </a:lnTo>
                  <a:cubicBezTo>
                    <a:pt x="217" y="2141"/>
                    <a:pt x="525" y="2281"/>
                    <a:pt x="864" y="2281"/>
                  </a:cubicBezTo>
                  <a:cubicBezTo>
                    <a:pt x="1524" y="2281"/>
                    <a:pt x="2059" y="1746"/>
                    <a:pt x="2059" y="1085"/>
                  </a:cubicBezTo>
                  <a:cubicBezTo>
                    <a:pt x="2059" y="605"/>
                    <a:pt x="1776" y="190"/>
                    <a:pt x="136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28"/>
            <p:cNvSpPr/>
            <p:nvPr/>
          </p:nvSpPr>
          <p:spPr>
            <a:xfrm>
              <a:off x="6927829" y="3514002"/>
              <a:ext cx="9834" cy="16652"/>
            </a:xfrm>
            <a:custGeom>
              <a:rect b="b" l="l" r="r" t="t"/>
              <a:pathLst>
                <a:path extrusionOk="0" h="469" w="277">
                  <a:moveTo>
                    <a:pt x="139" y="1"/>
                  </a:moveTo>
                  <a:cubicBezTo>
                    <a:pt x="63" y="1"/>
                    <a:pt x="1" y="63"/>
                    <a:pt x="1" y="141"/>
                  </a:cubicBezTo>
                  <a:lnTo>
                    <a:pt x="1" y="330"/>
                  </a:lnTo>
                  <a:cubicBezTo>
                    <a:pt x="1" y="407"/>
                    <a:pt x="61" y="469"/>
                    <a:pt x="139" y="469"/>
                  </a:cubicBezTo>
                  <a:cubicBezTo>
                    <a:pt x="217" y="469"/>
                    <a:pt x="277" y="407"/>
                    <a:pt x="277" y="330"/>
                  </a:cubicBezTo>
                  <a:lnTo>
                    <a:pt x="277" y="141"/>
                  </a:lnTo>
                  <a:cubicBezTo>
                    <a:pt x="277" y="64"/>
                    <a:pt x="214"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28"/>
            <p:cNvSpPr/>
            <p:nvPr/>
          </p:nvSpPr>
          <p:spPr>
            <a:xfrm>
              <a:off x="6962623" y="3514002"/>
              <a:ext cx="9834" cy="16652"/>
            </a:xfrm>
            <a:custGeom>
              <a:rect b="b" l="l" r="r" t="t"/>
              <a:pathLst>
                <a:path extrusionOk="0" h="469" w="277">
                  <a:moveTo>
                    <a:pt x="139" y="1"/>
                  </a:moveTo>
                  <a:cubicBezTo>
                    <a:pt x="64" y="1"/>
                    <a:pt x="1" y="63"/>
                    <a:pt x="1" y="141"/>
                  </a:cubicBezTo>
                  <a:lnTo>
                    <a:pt x="1" y="330"/>
                  </a:lnTo>
                  <a:cubicBezTo>
                    <a:pt x="1" y="407"/>
                    <a:pt x="61" y="469"/>
                    <a:pt x="139" y="469"/>
                  </a:cubicBezTo>
                  <a:cubicBezTo>
                    <a:pt x="217" y="469"/>
                    <a:pt x="277" y="407"/>
                    <a:pt x="277" y="330"/>
                  </a:cubicBezTo>
                  <a:lnTo>
                    <a:pt x="277" y="141"/>
                  </a:lnTo>
                  <a:cubicBezTo>
                    <a:pt x="277" y="64"/>
                    <a:pt x="215"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28"/>
            <p:cNvSpPr/>
            <p:nvPr/>
          </p:nvSpPr>
          <p:spPr>
            <a:xfrm>
              <a:off x="6933013" y="3535482"/>
              <a:ext cx="34189" cy="15445"/>
            </a:xfrm>
            <a:custGeom>
              <a:rect b="b" l="l" r="r" t="t"/>
              <a:pathLst>
                <a:path extrusionOk="0" h="435" w="963">
                  <a:moveTo>
                    <a:pt x="482" y="0"/>
                  </a:moveTo>
                  <a:cubicBezTo>
                    <a:pt x="312" y="0"/>
                    <a:pt x="154" y="77"/>
                    <a:pt x="49" y="209"/>
                  </a:cubicBezTo>
                  <a:cubicBezTo>
                    <a:pt x="0" y="269"/>
                    <a:pt x="10" y="356"/>
                    <a:pt x="71" y="403"/>
                  </a:cubicBezTo>
                  <a:cubicBezTo>
                    <a:pt x="95" y="423"/>
                    <a:pt x="125" y="435"/>
                    <a:pt x="157" y="435"/>
                  </a:cubicBezTo>
                  <a:cubicBezTo>
                    <a:pt x="197" y="435"/>
                    <a:pt x="237" y="416"/>
                    <a:pt x="265" y="383"/>
                  </a:cubicBezTo>
                  <a:cubicBezTo>
                    <a:pt x="318" y="317"/>
                    <a:pt x="397" y="279"/>
                    <a:pt x="482" y="279"/>
                  </a:cubicBezTo>
                  <a:cubicBezTo>
                    <a:pt x="567" y="279"/>
                    <a:pt x="646" y="317"/>
                    <a:pt x="698" y="382"/>
                  </a:cubicBezTo>
                  <a:cubicBezTo>
                    <a:pt x="726" y="415"/>
                    <a:pt x="766" y="433"/>
                    <a:pt x="807" y="433"/>
                  </a:cubicBezTo>
                  <a:cubicBezTo>
                    <a:pt x="838" y="433"/>
                    <a:pt x="868" y="423"/>
                    <a:pt x="894" y="402"/>
                  </a:cubicBezTo>
                  <a:cubicBezTo>
                    <a:pt x="953" y="353"/>
                    <a:pt x="963" y="265"/>
                    <a:pt x="914" y="206"/>
                  </a:cubicBezTo>
                  <a:cubicBezTo>
                    <a:pt x="807" y="77"/>
                    <a:pt x="649" y="0"/>
                    <a:pt x="48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28"/>
            <p:cNvSpPr/>
            <p:nvPr/>
          </p:nvSpPr>
          <p:spPr>
            <a:xfrm>
              <a:off x="6840774" y="3598395"/>
              <a:ext cx="62981" cy="95295"/>
            </a:xfrm>
            <a:custGeom>
              <a:rect b="b" l="l" r="r" t="t"/>
              <a:pathLst>
                <a:path extrusionOk="0" h="2684" w="1774">
                  <a:moveTo>
                    <a:pt x="1690" y="1"/>
                  </a:moveTo>
                  <a:cubicBezTo>
                    <a:pt x="1665" y="1"/>
                    <a:pt x="1639" y="12"/>
                    <a:pt x="1621" y="37"/>
                  </a:cubicBezTo>
                  <a:cubicBezTo>
                    <a:pt x="1070" y="800"/>
                    <a:pt x="161" y="830"/>
                    <a:pt x="19" y="830"/>
                  </a:cubicBezTo>
                  <a:cubicBezTo>
                    <a:pt x="7" y="830"/>
                    <a:pt x="1" y="830"/>
                    <a:pt x="1" y="830"/>
                  </a:cubicBezTo>
                  <a:lnTo>
                    <a:pt x="1" y="1341"/>
                  </a:lnTo>
                  <a:lnTo>
                    <a:pt x="1" y="1852"/>
                  </a:lnTo>
                  <a:cubicBezTo>
                    <a:pt x="1" y="1852"/>
                    <a:pt x="7" y="1852"/>
                    <a:pt x="18" y="1852"/>
                  </a:cubicBezTo>
                  <a:cubicBezTo>
                    <a:pt x="155" y="1852"/>
                    <a:pt x="1067" y="1881"/>
                    <a:pt x="1621" y="2648"/>
                  </a:cubicBezTo>
                  <a:cubicBezTo>
                    <a:pt x="1639" y="2672"/>
                    <a:pt x="1664" y="2684"/>
                    <a:pt x="1689" y="2684"/>
                  </a:cubicBezTo>
                  <a:cubicBezTo>
                    <a:pt x="1732" y="2684"/>
                    <a:pt x="1773" y="2651"/>
                    <a:pt x="1773" y="2600"/>
                  </a:cubicBezTo>
                  <a:lnTo>
                    <a:pt x="1773" y="1342"/>
                  </a:lnTo>
                  <a:lnTo>
                    <a:pt x="1773" y="85"/>
                  </a:lnTo>
                  <a:cubicBezTo>
                    <a:pt x="1773" y="33"/>
                    <a:pt x="1733" y="1"/>
                    <a:pt x="169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28"/>
            <p:cNvSpPr/>
            <p:nvPr/>
          </p:nvSpPr>
          <p:spPr>
            <a:xfrm>
              <a:off x="6840845" y="3598324"/>
              <a:ext cx="63017" cy="95366"/>
            </a:xfrm>
            <a:custGeom>
              <a:rect b="b" l="l" r="r" t="t"/>
              <a:pathLst>
                <a:path extrusionOk="0" h="2686" w="1775">
                  <a:moveTo>
                    <a:pt x="1688" y="0"/>
                  </a:moveTo>
                  <a:cubicBezTo>
                    <a:pt x="1663" y="0"/>
                    <a:pt x="1638" y="11"/>
                    <a:pt x="1620" y="35"/>
                  </a:cubicBezTo>
                  <a:cubicBezTo>
                    <a:pt x="1554" y="128"/>
                    <a:pt x="1481" y="210"/>
                    <a:pt x="1403" y="285"/>
                  </a:cubicBezTo>
                  <a:lnTo>
                    <a:pt x="1403" y="1562"/>
                  </a:lnTo>
                  <a:cubicBezTo>
                    <a:pt x="1403" y="1702"/>
                    <a:pt x="1289" y="1798"/>
                    <a:pt x="1166" y="1798"/>
                  </a:cubicBezTo>
                  <a:cubicBezTo>
                    <a:pt x="1120" y="1798"/>
                    <a:pt x="1072" y="1784"/>
                    <a:pt x="1029" y="1755"/>
                  </a:cubicBezTo>
                  <a:cubicBezTo>
                    <a:pt x="697" y="1523"/>
                    <a:pt x="289" y="1422"/>
                    <a:pt x="0" y="1376"/>
                  </a:cubicBezTo>
                  <a:lnTo>
                    <a:pt x="0" y="1854"/>
                  </a:lnTo>
                  <a:cubicBezTo>
                    <a:pt x="0" y="1854"/>
                    <a:pt x="6" y="1854"/>
                    <a:pt x="17" y="1854"/>
                  </a:cubicBezTo>
                  <a:cubicBezTo>
                    <a:pt x="154" y="1854"/>
                    <a:pt x="1066" y="1883"/>
                    <a:pt x="1620" y="2650"/>
                  </a:cubicBezTo>
                  <a:cubicBezTo>
                    <a:pt x="1639" y="2675"/>
                    <a:pt x="1664" y="2686"/>
                    <a:pt x="1690" y="2686"/>
                  </a:cubicBezTo>
                  <a:cubicBezTo>
                    <a:pt x="1733" y="2686"/>
                    <a:pt x="1774" y="2654"/>
                    <a:pt x="1774" y="2602"/>
                  </a:cubicBezTo>
                  <a:lnTo>
                    <a:pt x="1774" y="85"/>
                  </a:lnTo>
                  <a:cubicBezTo>
                    <a:pt x="1774" y="33"/>
                    <a:pt x="1731" y="0"/>
                    <a:pt x="168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92" name="Google Shape;4392;p28"/>
          <p:cNvGrpSpPr/>
          <p:nvPr/>
        </p:nvGrpSpPr>
        <p:grpSpPr>
          <a:xfrm>
            <a:off x="6026888" y="3494298"/>
            <a:ext cx="327024" cy="317121"/>
            <a:chOff x="6026888" y="3494298"/>
            <a:chExt cx="327024" cy="317121"/>
          </a:xfrm>
        </p:grpSpPr>
        <p:sp>
          <p:nvSpPr>
            <p:cNvPr id="4393" name="Google Shape;4393;p28"/>
            <p:cNvSpPr/>
            <p:nvPr/>
          </p:nvSpPr>
          <p:spPr>
            <a:xfrm>
              <a:off x="6026888" y="3531754"/>
              <a:ext cx="327014" cy="213598"/>
            </a:xfrm>
            <a:custGeom>
              <a:rect b="b" l="l" r="r" t="t"/>
              <a:pathLst>
                <a:path extrusionOk="0" h="6016" w="9211">
                  <a:moveTo>
                    <a:pt x="339" y="0"/>
                  </a:moveTo>
                  <a:cubicBezTo>
                    <a:pt x="152" y="0"/>
                    <a:pt x="1" y="151"/>
                    <a:pt x="1" y="338"/>
                  </a:cubicBezTo>
                  <a:lnTo>
                    <a:pt x="1" y="5027"/>
                  </a:lnTo>
                  <a:lnTo>
                    <a:pt x="117" y="5189"/>
                  </a:lnTo>
                  <a:lnTo>
                    <a:pt x="117" y="5677"/>
                  </a:lnTo>
                  <a:cubicBezTo>
                    <a:pt x="117" y="5864"/>
                    <a:pt x="268" y="6015"/>
                    <a:pt x="456" y="6015"/>
                  </a:cubicBezTo>
                  <a:lnTo>
                    <a:pt x="8796" y="6015"/>
                  </a:lnTo>
                  <a:cubicBezTo>
                    <a:pt x="8983" y="6015"/>
                    <a:pt x="9134" y="5864"/>
                    <a:pt x="9134" y="5677"/>
                  </a:cubicBezTo>
                  <a:lnTo>
                    <a:pt x="9134" y="5235"/>
                  </a:lnTo>
                  <a:lnTo>
                    <a:pt x="9211" y="5030"/>
                  </a:lnTo>
                  <a:lnTo>
                    <a:pt x="9211" y="338"/>
                  </a:lnTo>
                  <a:cubicBezTo>
                    <a:pt x="9211" y="150"/>
                    <a:pt x="9060" y="0"/>
                    <a:pt x="88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28"/>
            <p:cNvSpPr/>
            <p:nvPr/>
          </p:nvSpPr>
          <p:spPr>
            <a:xfrm>
              <a:off x="6328705" y="3531754"/>
              <a:ext cx="25207" cy="213598"/>
            </a:xfrm>
            <a:custGeom>
              <a:rect b="b" l="l" r="r" t="t"/>
              <a:pathLst>
                <a:path extrusionOk="0" h="6016" w="710">
                  <a:moveTo>
                    <a:pt x="0" y="0"/>
                  </a:moveTo>
                  <a:cubicBezTo>
                    <a:pt x="187" y="0"/>
                    <a:pt x="338" y="151"/>
                    <a:pt x="338" y="338"/>
                  </a:cubicBezTo>
                  <a:lnTo>
                    <a:pt x="338" y="5677"/>
                  </a:lnTo>
                  <a:cubicBezTo>
                    <a:pt x="338" y="5864"/>
                    <a:pt x="187" y="6015"/>
                    <a:pt x="0" y="6015"/>
                  </a:cubicBezTo>
                  <a:lnTo>
                    <a:pt x="371" y="6015"/>
                  </a:lnTo>
                  <a:cubicBezTo>
                    <a:pt x="559" y="6015"/>
                    <a:pt x="710" y="5864"/>
                    <a:pt x="710" y="5677"/>
                  </a:cubicBezTo>
                  <a:lnTo>
                    <a:pt x="710" y="338"/>
                  </a:lnTo>
                  <a:cubicBezTo>
                    <a:pt x="710" y="151"/>
                    <a:pt x="559" y="0"/>
                    <a:pt x="37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28"/>
            <p:cNvSpPr/>
            <p:nvPr/>
          </p:nvSpPr>
          <p:spPr>
            <a:xfrm>
              <a:off x="6159068" y="3744032"/>
              <a:ext cx="62520" cy="40547"/>
            </a:xfrm>
            <a:custGeom>
              <a:rect b="b" l="l" r="r" t="t"/>
              <a:pathLst>
                <a:path extrusionOk="0" h="1142" w="1761">
                  <a:moveTo>
                    <a:pt x="150" y="0"/>
                  </a:moveTo>
                  <a:cubicBezTo>
                    <a:pt x="150" y="0"/>
                    <a:pt x="100" y="739"/>
                    <a:pt x="1" y="1142"/>
                  </a:cubicBezTo>
                  <a:lnTo>
                    <a:pt x="1761" y="1142"/>
                  </a:lnTo>
                  <a:cubicBezTo>
                    <a:pt x="1663" y="739"/>
                    <a:pt x="1612" y="0"/>
                    <a:pt x="161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28"/>
            <p:cNvSpPr/>
            <p:nvPr/>
          </p:nvSpPr>
          <p:spPr>
            <a:xfrm>
              <a:off x="6202382" y="3743925"/>
              <a:ext cx="19242" cy="40618"/>
            </a:xfrm>
            <a:custGeom>
              <a:rect b="b" l="l" r="r" t="t"/>
              <a:pathLst>
                <a:path extrusionOk="0" h="1144" w="542">
                  <a:moveTo>
                    <a:pt x="1" y="1"/>
                  </a:moveTo>
                  <a:cubicBezTo>
                    <a:pt x="1" y="1"/>
                    <a:pt x="51" y="740"/>
                    <a:pt x="151" y="1143"/>
                  </a:cubicBezTo>
                  <a:lnTo>
                    <a:pt x="542" y="1143"/>
                  </a:lnTo>
                  <a:cubicBezTo>
                    <a:pt x="443" y="742"/>
                    <a:pt x="392" y="3"/>
                    <a:pt x="39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28"/>
            <p:cNvSpPr/>
            <p:nvPr/>
          </p:nvSpPr>
          <p:spPr>
            <a:xfrm>
              <a:off x="6026888" y="3710303"/>
              <a:ext cx="327014" cy="35079"/>
            </a:xfrm>
            <a:custGeom>
              <a:rect b="b" l="l" r="r" t="t"/>
              <a:pathLst>
                <a:path extrusionOk="0" h="988" w="9211">
                  <a:moveTo>
                    <a:pt x="1" y="1"/>
                  </a:moveTo>
                  <a:lnTo>
                    <a:pt x="1" y="650"/>
                  </a:lnTo>
                  <a:cubicBezTo>
                    <a:pt x="1" y="837"/>
                    <a:pt x="152" y="988"/>
                    <a:pt x="339" y="988"/>
                  </a:cubicBezTo>
                  <a:lnTo>
                    <a:pt x="8872" y="988"/>
                  </a:lnTo>
                  <a:cubicBezTo>
                    <a:pt x="9060" y="988"/>
                    <a:pt x="9211" y="837"/>
                    <a:pt x="9211" y="650"/>
                  </a:cubicBezTo>
                  <a:lnTo>
                    <a:pt x="9211"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28"/>
            <p:cNvSpPr/>
            <p:nvPr/>
          </p:nvSpPr>
          <p:spPr>
            <a:xfrm>
              <a:off x="6328705" y="3710303"/>
              <a:ext cx="25207" cy="35079"/>
            </a:xfrm>
            <a:custGeom>
              <a:rect b="b" l="l" r="r" t="t"/>
              <a:pathLst>
                <a:path extrusionOk="0" h="988" w="710">
                  <a:moveTo>
                    <a:pt x="338" y="1"/>
                  </a:moveTo>
                  <a:lnTo>
                    <a:pt x="338" y="650"/>
                  </a:lnTo>
                  <a:cubicBezTo>
                    <a:pt x="338" y="837"/>
                    <a:pt x="187" y="988"/>
                    <a:pt x="0" y="988"/>
                  </a:cubicBezTo>
                  <a:lnTo>
                    <a:pt x="371" y="988"/>
                  </a:lnTo>
                  <a:cubicBezTo>
                    <a:pt x="559" y="988"/>
                    <a:pt x="710" y="837"/>
                    <a:pt x="710" y="650"/>
                  </a:cubicBezTo>
                  <a:lnTo>
                    <a:pt x="71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28"/>
            <p:cNvSpPr/>
            <p:nvPr/>
          </p:nvSpPr>
          <p:spPr>
            <a:xfrm>
              <a:off x="6092357" y="3783867"/>
              <a:ext cx="196222" cy="27552"/>
            </a:xfrm>
            <a:custGeom>
              <a:rect b="b" l="l" r="r" t="t"/>
              <a:pathLst>
                <a:path extrusionOk="0" h="776" w="5527">
                  <a:moveTo>
                    <a:pt x="589" y="1"/>
                  </a:moveTo>
                  <a:cubicBezTo>
                    <a:pt x="264" y="1"/>
                    <a:pt x="0" y="264"/>
                    <a:pt x="0" y="588"/>
                  </a:cubicBezTo>
                  <a:lnTo>
                    <a:pt x="0" y="775"/>
                  </a:lnTo>
                  <a:lnTo>
                    <a:pt x="5526" y="775"/>
                  </a:lnTo>
                  <a:lnTo>
                    <a:pt x="5526" y="588"/>
                  </a:lnTo>
                  <a:cubicBezTo>
                    <a:pt x="5526" y="263"/>
                    <a:pt x="5261" y="1"/>
                    <a:pt x="493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28"/>
            <p:cNvSpPr/>
            <p:nvPr/>
          </p:nvSpPr>
          <p:spPr>
            <a:xfrm>
              <a:off x="6253579" y="3783867"/>
              <a:ext cx="34934" cy="27552"/>
            </a:xfrm>
            <a:custGeom>
              <a:rect b="b" l="l" r="r" t="t"/>
              <a:pathLst>
                <a:path extrusionOk="0" h="776" w="984">
                  <a:moveTo>
                    <a:pt x="1" y="1"/>
                  </a:moveTo>
                  <a:cubicBezTo>
                    <a:pt x="327" y="1"/>
                    <a:pt x="589" y="264"/>
                    <a:pt x="589" y="588"/>
                  </a:cubicBezTo>
                  <a:lnTo>
                    <a:pt x="589" y="775"/>
                  </a:lnTo>
                  <a:lnTo>
                    <a:pt x="984" y="775"/>
                  </a:lnTo>
                  <a:lnTo>
                    <a:pt x="984" y="588"/>
                  </a:lnTo>
                  <a:cubicBezTo>
                    <a:pt x="984" y="264"/>
                    <a:pt x="719" y="1"/>
                    <a:pt x="39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28"/>
            <p:cNvSpPr/>
            <p:nvPr/>
          </p:nvSpPr>
          <p:spPr>
            <a:xfrm>
              <a:off x="6049362" y="3637875"/>
              <a:ext cx="161856" cy="38132"/>
            </a:xfrm>
            <a:custGeom>
              <a:rect b="b" l="l" r="r" t="t"/>
              <a:pathLst>
                <a:path extrusionOk="0" h="1074" w="4559">
                  <a:moveTo>
                    <a:pt x="97" y="0"/>
                  </a:moveTo>
                  <a:cubicBezTo>
                    <a:pt x="44" y="0"/>
                    <a:pt x="1" y="43"/>
                    <a:pt x="1" y="98"/>
                  </a:cubicBezTo>
                  <a:lnTo>
                    <a:pt x="1" y="977"/>
                  </a:lnTo>
                  <a:cubicBezTo>
                    <a:pt x="1" y="1030"/>
                    <a:pt x="44" y="1074"/>
                    <a:pt x="97" y="1074"/>
                  </a:cubicBezTo>
                  <a:lnTo>
                    <a:pt x="4461" y="1074"/>
                  </a:lnTo>
                  <a:cubicBezTo>
                    <a:pt x="4514" y="1074"/>
                    <a:pt x="4558" y="1029"/>
                    <a:pt x="4557" y="977"/>
                  </a:cubicBezTo>
                  <a:lnTo>
                    <a:pt x="4557" y="98"/>
                  </a:lnTo>
                  <a:cubicBezTo>
                    <a:pt x="4557" y="43"/>
                    <a:pt x="4514" y="0"/>
                    <a:pt x="446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28"/>
            <p:cNvSpPr/>
            <p:nvPr/>
          </p:nvSpPr>
          <p:spPr>
            <a:xfrm>
              <a:off x="6194572" y="3637804"/>
              <a:ext cx="16651" cy="38203"/>
            </a:xfrm>
            <a:custGeom>
              <a:rect b="b" l="l" r="r" t="t"/>
              <a:pathLst>
                <a:path extrusionOk="0" h="1076" w="469">
                  <a:moveTo>
                    <a:pt x="374" y="1"/>
                  </a:moveTo>
                  <a:cubicBezTo>
                    <a:pt x="374" y="1"/>
                    <a:pt x="373" y="1"/>
                    <a:pt x="372" y="1"/>
                  </a:cubicBezTo>
                  <a:lnTo>
                    <a:pt x="1" y="1"/>
                  </a:lnTo>
                  <a:cubicBezTo>
                    <a:pt x="55" y="1"/>
                    <a:pt x="99" y="44"/>
                    <a:pt x="99" y="97"/>
                  </a:cubicBezTo>
                  <a:lnTo>
                    <a:pt x="99" y="979"/>
                  </a:lnTo>
                  <a:cubicBezTo>
                    <a:pt x="99" y="1032"/>
                    <a:pt x="55" y="1076"/>
                    <a:pt x="1" y="1076"/>
                  </a:cubicBezTo>
                  <a:lnTo>
                    <a:pt x="372" y="1076"/>
                  </a:lnTo>
                  <a:cubicBezTo>
                    <a:pt x="425" y="1076"/>
                    <a:pt x="468" y="1032"/>
                    <a:pt x="468" y="979"/>
                  </a:cubicBezTo>
                  <a:lnTo>
                    <a:pt x="468" y="97"/>
                  </a:lnTo>
                  <a:cubicBezTo>
                    <a:pt x="468" y="45"/>
                    <a:pt x="425" y="1"/>
                    <a:pt x="374" y="1"/>
                  </a:cubicBezTo>
                  <a:close/>
                </a:path>
              </a:pathLst>
            </a:custGeom>
            <a:solidFill>
              <a:srgbClr val="E8ED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28"/>
            <p:cNvSpPr/>
            <p:nvPr/>
          </p:nvSpPr>
          <p:spPr>
            <a:xfrm>
              <a:off x="6042651" y="3577838"/>
              <a:ext cx="23964" cy="44985"/>
            </a:xfrm>
            <a:custGeom>
              <a:rect b="b" l="l" r="r" t="t"/>
              <a:pathLst>
                <a:path extrusionOk="0" h="1267" w="675">
                  <a:moveTo>
                    <a:pt x="537" y="0"/>
                  </a:moveTo>
                  <a:cubicBezTo>
                    <a:pt x="459" y="0"/>
                    <a:pt x="399" y="64"/>
                    <a:pt x="399" y="138"/>
                  </a:cubicBezTo>
                  <a:lnTo>
                    <a:pt x="399" y="928"/>
                  </a:lnTo>
                  <a:cubicBezTo>
                    <a:pt x="399" y="951"/>
                    <a:pt x="387" y="972"/>
                    <a:pt x="367" y="983"/>
                  </a:cubicBezTo>
                  <a:cubicBezTo>
                    <a:pt x="361" y="986"/>
                    <a:pt x="355" y="988"/>
                    <a:pt x="349" y="988"/>
                  </a:cubicBezTo>
                  <a:cubicBezTo>
                    <a:pt x="322" y="988"/>
                    <a:pt x="292" y="963"/>
                    <a:pt x="286" y="959"/>
                  </a:cubicBezTo>
                  <a:cubicBezTo>
                    <a:pt x="266" y="930"/>
                    <a:pt x="236" y="911"/>
                    <a:pt x="204" y="901"/>
                  </a:cubicBezTo>
                  <a:cubicBezTo>
                    <a:pt x="191" y="898"/>
                    <a:pt x="178" y="896"/>
                    <a:pt x="166" y="896"/>
                  </a:cubicBezTo>
                  <a:cubicBezTo>
                    <a:pt x="133" y="896"/>
                    <a:pt x="102" y="907"/>
                    <a:pt x="76" y="928"/>
                  </a:cubicBezTo>
                  <a:cubicBezTo>
                    <a:pt x="0" y="993"/>
                    <a:pt x="26" y="1124"/>
                    <a:pt x="107" y="1172"/>
                  </a:cubicBezTo>
                  <a:cubicBezTo>
                    <a:pt x="161" y="1218"/>
                    <a:pt x="248" y="1267"/>
                    <a:pt x="348" y="1267"/>
                  </a:cubicBezTo>
                  <a:cubicBezTo>
                    <a:pt x="396" y="1267"/>
                    <a:pt x="449" y="1257"/>
                    <a:pt x="501" y="1225"/>
                  </a:cubicBezTo>
                  <a:cubicBezTo>
                    <a:pt x="607" y="1166"/>
                    <a:pt x="674" y="1052"/>
                    <a:pt x="674" y="928"/>
                  </a:cubicBezTo>
                  <a:lnTo>
                    <a:pt x="674" y="138"/>
                  </a:lnTo>
                  <a:cubicBezTo>
                    <a:pt x="675" y="64"/>
                    <a:pt x="615" y="0"/>
                    <a:pt x="53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28"/>
            <p:cNvSpPr/>
            <p:nvPr/>
          </p:nvSpPr>
          <p:spPr>
            <a:xfrm>
              <a:off x="6126511" y="3577838"/>
              <a:ext cx="31278" cy="44949"/>
            </a:xfrm>
            <a:custGeom>
              <a:rect b="b" l="l" r="r" t="t"/>
              <a:pathLst>
                <a:path extrusionOk="0" h="1266" w="881">
                  <a:moveTo>
                    <a:pt x="425" y="279"/>
                  </a:moveTo>
                  <a:cubicBezTo>
                    <a:pt x="474" y="279"/>
                    <a:pt x="513" y="318"/>
                    <a:pt x="513" y="367"/>
                  </a:cubicBezTo>
                  <a:cubicBezTo>
                    <a:pt x="513" y="416"/>
                    <a:pt x="473" y="455"/>
                    <a:pt x="425" y="455"/>
                  </a:cubicBezTo>
                  <a:lnTo>
                    <a:pt x="277" y="455"/>
                  </a:lnTo>
                  <a:lnTo>
                    <a:pt x="277" y="279"/>
                  </a:lnTo>
                  <a:close/>
                  <a:moveTo>
                    <a:pt x="476" y="734"/>
                  </a:moveTo>
                  <a:cubicBezTo>
                    <a:pt x="545" y="734"/>
                    <a:pt x="604" y="792"/>
                    <a:pt x="604" y="862"/>
                  </a:cubicBezTo>
                  <a:cubicBezTo>
                    <a:pt x="604" y="933"/>
                    <a:pt x="545" y="987"/>
                    <a:pt x="476" y="987"/>
                  </a:cubicBezTo>
                  <a:lnTo>
                    <a:pt x="277" y="987"/>
                  </a:lnTo>
                  <a:lnTo>
                    <a:pt x="277" y="734"/>
                  </a:lnTo>
                  <a:close/>
                  <a:moveTo>
                    <a:pt x="139" y="0"/>
                  </a:moveTo>
                  <a:cubicBezTo>
                    <a:pt x="61" y="0"/>
                    <a:pt x="1" y="64"/>
                    <a:pt x="1" y="138"/>
                  </a:cubicBezTo>
                  <a:lnTo>
                    <a:pt x="1" y="595"/>
                  </a:lnTo>
                  <a:lnTo>
                    <a:pt x="1" y="1127"/>
                  </a:lnTo>
                  <a:cubicBezTo>
                    <a:pt x="1" y="1164"/>
                    <a:pt x="15" y="1199"/>
                    <a:pt x="41" y="1225"/>
                  </a:cubicBezTo>
                  <a:cubicBezTo>
                    <a:pt x="67" y="1251"/>
                    <a:pt x="103" y="1265"/>
                    <a:pt x="139" y="1265"/>
                  </a:cubicBezTo>
                  <a:cubicBezTo>
                    <a:pt x="139" y="1265"/>
                    <a:pt x="404" y="1264"/>
                    <a:pt x="476" y="1264"/>
                  </a:cubicBezTo>
                  <a:cubicBezTo>
                    <a:pt x="699" y="1264"/>
                    <a:pt x="880" y="1081"/>
                    <a:pt x="880" y="858"/>
                  </a:cubicBezTo>
                  <a:cubicBezTo>
                    <a:pt x="880" y="739"/>
                    <a:pt x="824" y="628"/>
                    <a:pt x="741" y="554"/>
                  </a:cubicBezTo>
                  <a:cubicBezTo>
                    <a:pt x="772" y="501"/>
                    <a:pt x="792" y="435"/>
                    <a:pt x="792" y="367"/>
                  </a:cubicBezTo>
                  <a:cubicBezTo>
                    <a:pt x="792" y="166"/>
                    <a:pt x="628" y="0"/>
                    <a:pt x="42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28"/>
            <p:cNvSpPr/>
            <p:nvPr/>
          </p:nvSpPr>
          <p:spPr>
            <a:xfrm>
              <a:off x="6073895" y="3577838"/>
              <a:ext cx="45017" cy="44985"/>
            </a:xfrm>
            <a:custGeom>
              <a:rect b="b" l="l" r="r" t="t"/>
              <a:pathLst>
                <a:path extrusionOk="0" h="1267" w="1268">
                  <a:moveTo>
                    <a:pt x="634" y="279"/>
                  </a:moveTo>
                  <a:cubicBezTo>
                    <a:pt x="828" y="279"/>
                    <a:pt x="988" y="439"/>
                    <a:pt x="988" y="633"/>
                  </a:cubicBezTo>
                  <a:cubicBezTo>
                    <a:pt x="988" y="828"/>
                    <a:pt x="830" y="987"/>
                    <a:pt x="634" y="987"/>
                  </a:cubicBezTo>
                  <a:cubicBezTo>
                    <a:pt x="438" y="987"/>
                    <a:pt x="278" y="828"/>
                    <a:pt x="278" y="633"/>
                  </a:cubicBezTo>
                  <a:cubicBezTo>
                    <a:pt x="278" y="439"/>
                    <a:pt x="440" y="279"/>
                    <a:pt x="634" y="279"/>
                  </a:cubicBezTo>
                  <a:close/>
                  <a:moveTo>
                    <a:pt x="634" y="0"/>
                  </a:moveTo>
                  <a:cubicBezTo>
                    <a:pt x="284" y="0"/>
                    <a:pt x="1" y="285"/>
                    <a:pt x="1" y="633"/>
                  </a:cubicBezTo>
                  <a:cubicBezTo>
                    <a:pt x="1" y="983"/>
                    <a:pt x="284" y="1267"/>
                    <a:pt x="634" y="1267"/>
                  </a:cubicBezTo>
                  <a:cubicBezTo>
                    <a:pt x="982" y="1267"/>
                    <a:pt x="1267" y="983"/>
                    <a:pt x="1267" y="633"/>
                  </a:cubicBezTo>
                  <a:cubicBezTo>
                    <a:pt x="1267" y="285"/>
                    <a:pt x="982" y="0"/>
                    <a:pt x="63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28"/>
            <p:cNvSpPr/>
            <p:nvPr/>
          </p:nvSpPr>
          <p:spPr>
            <a:xfrm>
              <a:off x="6244206" y="3577306"/>
              <a:ext cx="45834" cy="45837"/>
            </a:xfrm>
            <a:custGeom>
              <a:rect b="b" l="l" r="r" t="t"/>
              <a:pathLst>
                <a:path extrusionOk="0" h="1291" w="1291">
                  <a:moveTo>
                    <a:pt x="482" y="1"/>
                  </a:moveTo>
                  <a:lnTo>
                    <a:pt x="0" y="483"/>
                  </a:lnTo>
                  <a:lnTo>
                    <a:pt x="809" y="1290"/>
                  </a:lnTo>
                  <a:lnTo>
                    <a:pt x="1291" y="80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28"/>
            <p:cNvSpPr/>
            <p:nvPr/>
          </p:nvSpPr>
          <p:spPr>
            <a:xfrm>
              <a:off x="6252301" y="3577306"/>
              <a:ext cx="37739" cy="37706"/>
            </a:xfrm>
            <a:custGeom>
              <a:rect b="b" l="l" r="r" t="t"/>
              <a:pathLst>
                <a:path extrusionOk="0" h="1062" w="1063">
                  <a:moveTo>
                    <a:pt x="256" y="1"/>
                  </a:moveTo>
                  <a:lnTo>
                    <a:pt x="1" y="254"/>
                  </a:lnTo>
                  <a:lnTo>
                    <a:pt x="810" y="1061"/>
                  </a:lnTo>
                  <a:lnTo>
                    <a:pt x="1063" y="808"/>
                  </a:lnTo>
                  <a:lnTo>
                    <a:pt x="25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28"/>
            <p:cNvSpPr/>
            <p:nvPr/>
          </p:nvSpPr>
          <p:spPr>
            <a:xfrm>
              <a:off x="6265224" y="3598785"/>
              <a:ext cx="68200" cy="65755"/>
            </a:xfrm>
            <a:custGeom>
              <a:rect b="b" l="l" r="r" t="t"/>
              <a:pathLst>
                <a:path extrusionOk="0" h="1852" w="1921">
                  <a:moveTo>
                    <a:pt x="730" y="1"/>
                  </a:moveTo>
                  <a:cubicBezTo>
                    <a:pt x="688" y="1"/>
                    <a:pt x="646" y="17"/>
                    <a:pt x="614" y="49"/>
                  </a:cubicBezTo>
                  <a:lnTo>
                    <a:pt x="66" y="597"/>
                  </a:lnTo>
                  <a:cubicBezTo>
                    <a:pt x="1" y="662"/>
                    <a:pt x="1" y="764"/>
                    <a:pt x="66" y="829"/>
                  </a:cubicBezTo>
                  <a:lnTo>
                    <a:pt x="925" y="1690"/>
                  </a:lnTo>
                  <a:cubicBezTo>
                    <a:pt x="1032" y="1798"/>
                    <a:pt x="1173" y="1852"/>
                    <a:pt x="1314" y="1852"/>
                  </a:cubicBezTo>
                  <a:cubicBezTo>
                    <a:pt x="1455" y="1852"/>
                    <a:pt x="1597" y="1798"/>
                    <a:pt x="1705" y="1690"/>
                  </a:cubicBezTo>
                  <a:cubicBezTo>
                    <a:pt x="1921" y="1474"/>
                    <a:pt x="1921" y="1124"/>
                    <a:pt x="1706" y="908"/>
                  </a:cubicBezTo>
                  <a:lnTo>
                    <a:pt x="846" y="49"/>
                  </a:lnTo>
                  <a:cubicBezTo>
                    <a:pt x="813" y="17"/>
                    <a:pt x="772" y="1"/>
                    <a:pt x="730"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28"/>
            <p:cNvSpPr/>
            <p:nvPr/>
          </p:nvSpPr>
          <p:spPr>
            <a:xfrm>
              <a:off x="6280917" y="3598856"/>
              <a:ext cx="52508" cy="65045"/>
            </a:xfrm>
            <a:custGeom>
              <a:rect b="b" l="l" r="r" t="t"/>
              <a:pathLst>
                <a:path extrusionOk="0" h="1832" w="1479">
                  <a:moveTo>
                    <a:pt x="286" y="0"/>
                  </a:moveTo>
                  <a:cubicBezTo>
                    <a:pt x="245" y="0"/>
                    <a:pt x="203" y="16"/>
                    <a:pt x="170" y="49"/>
                  </a:cubicBezTo>
                  <a:lnTo>
                    <a:pt x="1" y="218"/>
                  </a:lnTo>
                  <a:cubicBezTo>
                    <a:pt x="35" y="223"/>
                    <a:pt x="68" y="240"/>
                    <a:pt x="93" y="265"/>
                  </a:cubicBezTo>
                  <a:lnTo>
                    <a:pt x="953" y="1125"/>
                  </a:lnTo>
                  <a:cubicBezTo>
                    <a:pt x="1145" y="1316"/>
                    <a:pt x="1165" y="1616"/>
                    <a:pt x="1014" y="1832"/>
                  </a:cubicBezTo>
                  <a:cubicBezTo>
                    <a:pt x="1104" y="1806"/>
                    <a:pt x="1191" y="1760"/>
                    <a:pt x="1263" y="1688"/>
                  </a:cubicBezTo>
                  <a:cubicBezTo>
                    <a:pt x="1479" y="1472"/>
                    <a:pt x="1479" y="1122"/>
                    <a:pt x="1263" y="909"/>
                  </a:cubicBezTo>
                  <a:lnTo>
                    <a:pt x="402" y="49"/>
                  </a:lnTo>
                  <a:cubicBezTo>
                    <a:pt x="370" y="16"/>
                    <a:pt x="328" y="0"/>
                    <a:pt x="2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28"/>
            <p:cNvSpPr/>
            <p:nvPr/>
          </p:nvSpPr>
          <p:spPr>
            <a:xfrm>
              <a:off x="6161305" y="3494298"/>
              <a:ext cx="112188" cy="112196"/>
            </a:xfrm>
            <a:custGeom>
              <a:rect b="b" l="l" r="r" t="t"/>
              <a:pathLst>
                <a:path extrusionOk="0" h="3160" w="3160">
                  <a:moveTo>
                    <a:pt x="1580" y="0"/>
                  </a:moveTo>
                  <a:cubicBezTo>
                    <a:pt x="707" y="0"/>
                    <a:pt x="1" y="707"/>
                    <a:pt x="1" y="1581"/>
                  </a:cubicBezTo>
                  <a:cubicBezTo>
                    <a:pt x="1" y="2453"/>
                    <a:pt x="707" y="3159"/>
                    <a:pt x="1580" y="3159"/>
                  </a:cubicBezTo>
                  <a:cubicBezTo>
                    <a:pt x="2453" y="3159"/>
                    <a:pt x="3160" y="2453"/>
                    <a:pt x="3160" y="1581"/>
                  </a:cubicBezTo>
                  <a:cubicBezTo>
                    <a:pt x="3160" y="707"/>
                    <a:pt x="2453" y="0"/>
                    <a:pt x="1580"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28"/>
            <p:cNvSpPr/>
            <p:nvPr/>
          </p:nvSpPr>
          <p:spPr>
            <a:xfrm>
              <a:off x="6193542" y="3495611"/>
              <a:ext cx="85384" cy="110918"/>
            </a:xfrm>
            <a:custGeom>
              <a:rect b="b" l="l" r="r" t="t"/>
              <a:pathLst>
                <a:path extrusionOk="0" h="3124" w="2405">
                  <a:moveTo>
                    <a:pt x="1013" y="1"/>
                  </a:moveTo>
                  <a:cubicBezTo>
                    <a:pt x="1174" y="77"/>
                    <a:pt x="1325" y="181"/>
                    <a:pt x="1459" y="315"/>
                  </a:cubicBezTo>
                  <a:cubicBezTo>
                    <a:pt x="2075" y="932"/>
                    <a:pt x="2075" y="1932"/>
                    <a:pt x="1459" y="2548"/>
                  </a:cubicBezTo>
                  <a:cubicBezTo>
                    <a:pt x="1150" y="2857"/>
                    <a:pt x="745" y="3012"/>
                    <a:pt x="339" y="3012"/>
                  </a:cubicBezTo>
                  <a:cubicBezTo>
                    <a:pt x="226" y="3012"/>
                    <a:pt x="112" y="3000"/>
                    <a:pt x="1" y="2975"/>
                  </a:cubicBezTo>
                  <a:lnTo>
                    <a:pt x="1" y="2975"/>
                  </a:lnTo>
                  <a:cubicBezTo>
                    <a:pt x="212" y="3074"/>
                    <a:pt x="441" y="3123"/>
                    <a:pt x="669" y="3123"/>
                  </a:cubicBezTo>
                  <a:cubicBezTo>
                    <a:pt x="1074" y="3123"/>
                    <a:pt x="1479" y="2968"/>
                    <a:pt x="1787" y="2660"/>
                  </a:cubicBezTo>
                  <a:cubicBezTo>
                    <a:pt x="2404" y="2043"/>
                    <a:pt x="2404" y="1044"/>
                    <a:pt x="1788" y="428"/>
                  </a:cubicBezTo>
                  <a:cubicBezTo>
                    <a:pt x="1567" y="207"/>
                    <a:pt x="1296" y="64"/>
                    <a:pt x="101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28"/>
            <p:cNvSpPr/>
            <p:nvPr/>
          </p:nvSpPr>
          <p:spPr>
            <a:xfrm>
              <a:off x="6179980" y="3512937"/>
              <a:ext cx="74875" cy="74880"/>
            </a:xfrm>
            <a:custGeom>
              <a:rect b="b" l="l" r="r" t="t"/>
              <a:pathLst>
                <a:path extrusionOk="0" h="2109" w="2109">
                  <a:moveTo>
                    <a:pt x="1054" y="1"/>
                  </a:moveTo>
                  <a:cubicBezTo>
                    <a:pt x="472" y="1"/>
                    <a:pt x="0" y="473"/>
                    <a:pt x="0" y="1056"/>
                  </a:cubicBezTo>
                  <a:cubicBezTo>
                    <a:pt x="0" y="1637"/>
                    <a:pt x="472" y="2109"/>
                    <a:pt x="1054" y="2109"/>
                  </a:cubicBezTo>
                  <a:cubicBezTo>
                    <a:pt x="1636" y="2109"/>
                    <a:pt x="2108" y="1637"/>
                    <a:pt x="2108" y="1056"/>
                  </a:cubicBezTo>
                  <a:cubicBezTo>
                    <a:pt x="2108" y="473"/>
                    <a:pt x="1636" y="1"/>
                    <a:pt x="105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28"/>
            <p:cNvSpPr/>
            <p:nvPr/>
          </p:nvSpPr>
          <p:spPr>
            <a:xfrm>
              <a:off x="6189353" y="3516310"/>
              <a:ext cx="69123" cy="71507"/>
            </a:xfrm>
            <a:custGeom>
              <a:rect b="b" l="l" r="r" t="t"/>
              <a:pathLst>
                <a:path extrusionOk="0" h="2014" w="1947">
                  <a:moveTo>
                    <a:pt x="1226" y="1"/>
                  </a:moveTo>
                  <a:lnTo>
                    <a:pt x="1226" y="1"/>
                  </a:lnTo>
                  <a:cubicBezTo>
                    <a:pt x="1591" y="415"/>
                    <a:pt x="1577" y="1048"/>
                    <a:pt x="1181" y="1444"/>
                  </a:cubicBezTo>
                  <a:cubicBezTo>
                    <a:pt x="976" y="1649"/>
                    <a:pt x="706" y="1752"/>
                    <a:pt x="436" y="1752"/>
                  </a:cubicBezTo>
                  <a:cubicBezTo>
                    <a:pt x="288" y="1752"/>
                    <a:pt x="139" y="1721"/>
                    <a:pt x="1" y="1658"/>
                  </a:cubicBezTo>
                  <a:lnTo>
                    <a:pt x="1" y="1658"/>
                  </a:lnTo>
                  <a:cubicBezTo>
                    <a:pt x="15" y="1674"/>
                    <a:pt x="30" y="1689"/>
                    <a:pt x="46" y="1704"/>
                  </a:cubicBezTo>
                  <a:cubicBezTo>
                    <a:pt x="251" y="1910"/>
                    <a:pt x="520" y="2013"/>
                    <a:pt x="790" y="2013"/>
                  </a:cubicBezTo>
                  <a:cubicBezTo>
                    <a:pt x="1059" y="2013"/>
                    <a:pt x="1329" y="1910"/>
                    <a:pt x="1535" y="1704"/>
                  </a:cubicBezTo>
                  <a:cubicBezTo>
                    <a:pt x="1947" y="1294"/>
                    <a:pt x="1947" y="627"/>
                    <a:pt x="1535" y="215"/>
                  </a:cubicBezTo>
                  <a:cubicBezTo>
                    <a:pt x="1443" y="123"/>
                    <a:pt x="1338" y="51"/>
                    <a:pt x="122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14" name="Google Shape;4414;p28"/>
          <p:cNvGrpSpPr/>
          <p:nvPr/>
        </p:nvGrpSpPr>
        <p:grpSpPr>
          <a:xfrm>
            <a:off x="5379691" y="3489398"/>
            <a:ext cx="326736" cy="327030"/>
            <a:chOff x="5379691" y="3489398"/>
            <a:chExt cx="326736" cy="327030"/>
          </a:xfrm>
        </p:grpSpPr>
        <p:sp>
          <p:nvSpPr>
            <p:cNvPr id="4415" name="Google Shape;4415;p28"/>
            <p:cNvSpPr/>
            <p:nvPr/>
          </p:nvSpPr>
          <p:spPr>
            <a:xfrm>
              <a:off x="5454071" y="3644053"/>
              <a:ext cx="177939" cy="115391"/>
            </a:xfrm>
            <a:custGeom>
              <a:rect b="b" l="l" r="r" t="t"/>
              <a:pathLst>
                <a:path extrusionOk="0" h="3250" w="5012">
                  <a:moveTo>
                    <a:pt x="625" y="0"/>
                  </a:moveTo>
                  <a:cubicBezTo>
                    <a:pt x="343" y="629"/>
                    <a:pt x="0" y="1366"/>
                    <a:pt x="149" y="2071"/>
                  </a:cubicBezTo>
                  <a:cubicBezTo>
                    <a:pt x="308" y="2834"/>
                    <a:pt x="900" y="3195"/>
                    <a:pt x="1628" y="3250"/>
                  </a:cubicBezTo>
                  <a:lnTo>
                    <a:pt x="3382" y="3250"/>
                  </a:lnTo>
                  <a:cubicBezTo>
                    <a:pt x="4112" y="3195"/>
                    <a:pt x="4703" y="2834"/>
                    <a:pt x="4861" y="2071"/>
                  </a:cubicBezTo>
                  <a:cubicBezTo>
                    <a:pt x="5011" y="1366"/>
                    <a:pt x="4667" y="629"/>
                    <a:pt x="438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28"/>
            <p:cNvSpPr/>
            <p:nvPr/>
          </p:nvSpPr>
          <p:spPr>
            <a:xfrm>
              <a:off x="5571269" y="3643982"/>
              <a:ext cx="60745" cy="115462"/>
            </a:xfrm>
            <a:custGeom>
              <a:rect b="b" l="l" r="r" t="t"/>
              <a:pathLst>
                <a:path extrusionOk="0" h="3252" w="1711">
                  <a:moveTo>
                    <a:pt x="714" y="1"/>
                  </a:moveTo>
                  <a:cubicBezTo>
                    <a:pt x="998" y="638"/>
                    <a:pt x="1339" y="1382"/>
                    <a:pt x="1192" y="2097"/>
                  </a:cubicBezTo>
                  <a:cubicBezTo>
                    <a:pt x="1055" y="2765"/>
                    <a:pt x="592" y="3129"/>
                    <a:pt x="1" y="3252"/>
                  </a:cubicBezTo>
                  <a:lnTo>
                    <a:pt x="84" y="3252"/>
                  </a:lnTo>
                  <a:cubicBezTo>
                    <a:pt x="811" y="3197"/>
                    <a:pt x="1402" y="2836"/>
                    <a:pt x="1562" y="2073"/>
                  </a:cubicBezTo>
                  <a:cubicBezTo>
                    <a:pt x="1710" y="1368"/>
                    <a:pt x="1366" y="631"/>
                    <a:pt x="108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28"/>
            <p:cNvSpPr/>
            <p:nvPr/>
          </p:nvSpPr>
          <p:spPr>
            <a:xfrm>
              <a:off x="5471859" y="3745168"/>
              <a:ext cx="142472" cy="71259"/>
            </a:xfrm>
            <a:custGeom>
              <a:rect b="b" l="l" r="r" t="t"/>
              <a:pathLst>
                <a:path extrusionOk="0" h="2007" w="4013">
                  <a:moveTo>
                    <a:pt x="2006" y="0"/>
                  </a:moveTo>
                  <a:cubicBezTo>
                    <a:pt x="898" y="0"/>
                    <a:pt x="0" y="898"/>
                    <a:pt x="0" y="2006"/>
                  </a:cubicBezTo>
                  <a:lnTo>
                    <a:pt x="4012" y="2006"/>
                  </a:lnTo>
                  <a:cubicBezTo>
                    <a:pt x="4012" y="898"/>
                    <a:pt x="3114" y="0"/>
                    <a:pt x="200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28"/>
            <p:cNvSpPr/>
            <p:nvPr/>
          </p:nvSpPr>
          <p:spPr>
            <a:xfrm>
              <a:off x="5517836" y="3745203"/>
              <a:ext cx="96389" cy="71223"/>
            </a:xfrm>
            <a:custGeom>
              <a:rect b="b" l="l" r="r" t="t"/>
              <a:pathLst>
                <a:path extrusionOk="0" h="2006" w="2715">
                  <a:moveTo>
                    <a:pt x="711" y="1"/>
                  </a:moveTo>
                  <a:cubicBezTo>
                    <a:pt x="461" y="1"/>
                    <a:pt x="222" y="47"/>
                    <a:pt x="0" y="130"/>
                  </a:cubicBezTo>
                  <a:cubicBezTo>
                    <a:pt x="110" y="111"/>
                    <a:pt x="222" y="101"/>
                    <a:pt x="337" y="101"/>
                  </a:cubicBezTo>
                  <a:cubicBezTo>
                    <a:pt x="891" y="101"/>
                    <a:pt x="1390" y="324"/>
                    <a:pt x="1754" y="688"/>
                  </a:cubicBezTo>
                  <a:cubicBezTo>
                    <a:pt x="2094" y="1029"/>
                    <a:pt x="2314" y="1493"/>
                    <a:pt x="2339" y="2005"/>
                  </a:cubicBezTo>
                  <a:lnTo>
                    <a:pt x="2714" y="2005"/>
                  </a:lnTo>
                  <a:cubicBezTo>
                    <a:pt x="2714" y="1451"/>
                    <a:pt x="2490" y="949"/>
                    <a:pt x="2129" y="588"/>
                  </a:cubicBezTo>
                  <a:cubicBezTo>
                    <a:pt x="1765" y="226"/>
                    <a:pt x="1265" y="1"/>
                    <a:pt x="71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28"/>
            <p:cNvSpPr/>
            <p:nvPr/>
          </p:nvSpPr>
          <p:spPr>
            <a:xfrm>
              <a:off x="5527315" y="3710054"/>
              <a:ext cx="31455" cy="57305"/>
            </a:xfrm>
            <a:custGeom>
              <a:rect b="b" l="l" r="r" t="t"/>
              <a:pathLst>
                <a:path extrusionOk="0" h="1614" w="886">
                  <a:moveTo>
                    <a:pt x="1" y="0"/>
                  </a:moveTo>
                  <a:lnTo>
                    <a:pt x="1" y="1170"/>
                  </a:lnTo>
                  <a:cubicBezTo>
                    <a:pt x="1" y="1415"/>
                    <a:pt x="200" y="1614"/>
                    <a:pt x="444" y="1614"/>
                  </a:cubicBezTo>
                  <a:cubicBezTo>
                    <a:pt x="687" y="1614"/>
                    <a:pt x="886" y="1415"/>
                    <a:pt x="886" y="1170"/>
                  </a:cubicBezTo>
                  <a:lnTo>
                    <a:pt x="88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28"/>
            <p:cNvSpPr/>
            <p:nvPr/>
          </p:nvSpPr>
          <p:spPr>
            <a:xfrm>
              <a:off x="5535197" y="3710054"/>
              <a:ext cx="23574" cy="57305"/>
            </a:xfrm>
            <a:custGeom>
              <a:rect b="b" l="l" r="r" t="t"/>
              <a:pathLst>
                <a:path extrusionOk="0" h="1614" w="664">
                  <a:moveTo>
                    <a:pt x="222" y="0"/>
                  </a:moveTo>
                  <a:lnTo>
                    <a:pt x="222" y="1170"/>
                  </a:lnTo>
                  <a:cubicBezTo>
                    <a:pt x="222" y="1334"/>
                    <a:pt x="134" y="1477"/>
                    <a:pt x="1" y="1555"/>
                  </a:cubicBezTo>
                  <a:cubicBezTo>
                    <a:pt x="65" y="1592"/>
                    <a:pt x="142" y="1614"/>
                    <a:pt x="222" y="1614"/>
                  </a:cubicBezTo>
                  <a:cubicBezTo>
                    <a:pt x="467" y="1614"/>
                    <a:pt x="664" y="1415"/>
                    <a:pt x="664" y="1170"/>
                  </a:cubicBezTo>
                  <a:lnTo>
                    <a:pt x="66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28"/>
            <p:cNvSpPr/>
            <p:nvPr/>
          </p:nvSpPr>
          <p:spPr>
            <a:xfrm>
              <a:off x="5475693" y="3590407"/>
              <a:ext cx="134803" cy="137298"/>
            </a:xfrm>
            <a:custGeom>
              <a:rect b="b" l="l" r="r" t="t"/>
              <a:pathLst>
                <a:path extrusionOk="0" h="3867" w="3797">
                  <a:moveTo>
                    <a:pt x="1898" y="0"/>
                  </a:moveTo>
                  <a:lnTo>
                    <a:pt x="0" y="1252"/>
                  </a:lnTo>
                  <a:lnTo>
                    <a:pt x="0" y="1969"/>
                  </a:lnTo>
                  <a:cubicBezTo>
                    <a:pt x="0" y="3018"/>
                    <a:pt x="849" y="3867"/>
                    <a:pt x="1898" y="3867"/>
                  </a:cubicBezTo>
                  <a:cubicBezTo>
                    <a:pt x="2944" y="3867"/>
                    <a:pt x="3796" y="3015"/>
                    <a:pt x="3796" y="1969"/>
                  </a:cubicBezTo>
                  <a:lnTo>
                    <a:pt x="3796" y="1252"/>
                  </a:lnTo>
                  <a:lnTo>
                    <a:pt x="189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28"/>
            <p:cNvSpPr/>
            <p:nvPr/>
          </p:nvSpPr>
          <p:spPr>
            <a:xfrm>
              <a:off x="5449775" y="3627544"/>
              <a:ext cx="29929" cy="36322"/>
            </a:xfrm>
            <a:custGeom>
              <a:rect b="b" l="l" r="r" t="t"/>
              <a:pathLst>
                <a:path extrusionOk="0" h="1023" w="843">
                  <a:moveTo>
                    <a:pt x="511" y="0"/>
                  </a:moveTo>
                  <a:cubicBezTo>
                    <a:pt x="228" y="0"/>
                    <a:pt x="1" y="228"/>
                    <a:pt x="1" y="511"/>
                  </a:cubicBezTo>
                  <a:cubicBezTo>
                    <a:pt x="1" y="793"/>
                    <a:pt x="228" y="1022"/>
                    <a:pt x="511" y="1022"/>
                  </a:cubicBezTo>
                  <a:lnTo>
                    <a:pt x="842" y="1022"/>
                  </a:lnTo>
                  <a:lnTo>
                    <a:pt x="842"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28"/>
            <p:cNvSpPr/>
            <p:nvPr/>
          </p:nvSpPr>
          <p:spPr>
            <a:xfrm>
              <a:off x="5475693" y="3548406"/>
              <a:ext cx="134803" cy="87910"/>
            </a:xfrm>
            <a:custGeom>
              <a:rect b="b" l="l" r="r" t="t"/>
              <a:pathLst>
                <a:path extrusionOk="0" h="2476" w="3797">
                  <a:moveTo>
                    <a:pt x="1898" y="0"/>
                  </a:moveTo>
                  <a:cubicBezTo>
                    <a:pt x="849" y="0"/>
                    <a:pt x="0" y="849"/>
                    <a:pt x="0" y="1898"/>
                  </a:cubicBezTo>
                  <a:lnTo>
                    <a:pt x="0" y="2476"/>
                  </a:lnTo>
                  <a:cubicBezTo>
                    <a:pt x="0" y="2476"/>
                    <a:pt x="1" y="2476"/>
                    <a:pt x="3" y="2476"/>
                  </a:cubicBezTo>
                  <a:cubicBezTo>
                    <a:pt x="66" y="2476"/>
                    <a:pt x="1249" y="2463"/>
                    <a:pt x="1898" y="1560"/>
                  </a:cubicBezTo>
                  <a:cubicBezTo>
                    <a:pt x="2548" y="2463"/>
                    <a:pt x="3730" y="2476"/>
                    <a:pt x="3794" y="2476"/>
                  </a:cubicBezTo>
                  <a:cubicBezTo>
                    <a:pt x="3795" y="2476"/>
                    <a:pt x="3796" y="2476"/>
                    <a:pt x="3796" y="2476"/>
                  </a:cubicBezTo>
                  <a:lnTo>
                    <a:pt x="3796" y="1898"/>
                  </a:lnTo>
                  <a:cubicBezTo>
                    <a:pt x="3796" y="849"/>
                    <a:pt x="2944" y="0"/>
                    <a:pt x="189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28"/>
            <p:cNvSpPr/>
            <p:nvPr/>
          </p:nvSpPr>
          <p:spPr>
            <a:xfrm>
              <a:off x="5606276" y="3627544"/>
              <a:ext cx="30071" cy="36322"/>
            </a:xfrm>
            <a:custGeom>
              <a:rect b="b" l="l" r="r" t="t"/>
              <a:pathLst>
                <a:path extrusionOk="0" h="1023" w="847">
                  <a:moveTo>
                    <a:pt x="0" y="0"/>
                  </a:moveTo>
                  <a:lnTo>
                    <a:pt x="0" y="1022"/>
                  </a:lnTo>
                  <a:lnTo>
                    <a:pt x="336" y="1022"/>
                  </a:lnTo>
                  <a:cubicBezTo>
                    <a:pt x="618" y="1022"/>
                    <a:pt x="846" y="793"/>
                    <a:pt x="846" y="511"/>
                  </a:cubicBezTo>
                  <a:cubicBezTo>
                    <a:pt x="846" y="228"/>
                    <a:pt x="618" y="0"/>
                    <a:pt x="33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28"/>
            <p:cNvSpPr/>
            <p:nvPr/>
          </p:nvSpPr>
          <p:spPr>
            <a:xfrm>
              <a:off x="5610465" y="3628041"/>
              <a:ext cx="25881" cy="35825"/>
            </a:xfrm>
            <a:custGeom>
              <a:rect b="b" l="l" r="r" t="t"/>
              <a:pathLst>
                <a:path extrusionOk="0" h="1009" w="729">
                  <a:moveTo>
                    <a:pt x="347" y="1"/>
                  </a:moveTo>
                  <a:cubicBezTo>
                    <a:pt x="383" y="70"/>
                    <a:pt x="402" y="149"/>
                    <a:pt x="402" y="233"/>
                  </a:cubicBezTo>
                  <a:cubicBezTo>
                    <a:pt x="402" y="477"/>
                    <a:pt x="229" y="682"/>
                    <a:pt x="0" y="732"/>
                  </a:cubicBezTo>
                  <a:lnTo>
                    <a:pt x="0" y="1008"/>
                  </a:lnTo>
                  <a:lnTo>
                    <a:pt x="218" y="1008"/>
                  </a:lnTo>
                  <a:cubicBezTo>
                    <a:pt x="500" y="1008"/>
                    <a:pt x="728" y="779"/>
                    <a:pt x="728" y="497"/>
                  </a:cubicBezTo>
                  <a:cubicBezTo>
                    <a:pt x="728" y="355"/>
                    <a:pt x="671" y="227"/>
                    <a:pt x="579" y="133"/>
                  </a:cubicBezTo>
                  <a:cubicBezTo>
                    <a:pt x="515" y="70"/>
                    <a:pt x="436" y="24"/>
                    <a:pt x="34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28"/>
            <p:cNvSpPr/>
            <p:nvPr/>
          </p:nvSpPr>
          <p:spPr>
            <a:xfrm>
              <a:off x="5510203" y="3646503"/>
              <a:ext cx="9657" cy="17717"/>
            </a:xfrm>
            <a:custGeom>
              <a:rect b="b" l="l" r="r" t="t"/>
              <a:pathLst>
                <a:path extrusionOk="0" h="499" w="272">
                  <a:moveTo>
                    <a:pt x="136" y="0"/>
                  </a:moveTo>
                  <a:cubicBezTo>
                    <a:pt x="63" y="0"/>
                    <a:pt x="1" y="61"/>
                    <a:pt x="1" y="136"/>
                  </a:cubicBezTo>
                  <a:lnTo>
                    <a:pt x="1" y="363"/>
                  </a:lnTo>
                  <a:cubicBezTo>
                    <a:pt x="1" y="438"/>
                    <a:pt x="63" y="498"/>
                    <a:pt x="136" y="498"/>
                  </a:cubicBezTo>
                  <a:cubicBezTo>
                    <a:pt x="212" y="498"/>
                    <a:pt x="271" y="438"/>
                    <a:pt x="271" y="363"/>
                  </a:cubicBezTo>
                  <a:lnTo>
                    <a:pt x="271" y="136"/>
                  </a:lnTo>
                  <a:cubicBezTo>
                    <a:pt x="271" y="61"/>
                    <a:pt x="210" y="0"/>
                    <a:pt x="136"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28"/>
            <p:cNvSpPr/>
            <p:nvPr/>
          </p:nvSpPr>
          <p:spPr>
            <a:xfrm>
              <a:off x="5568961" y="3646503"/>
              <a:ext cx="9657" cy="17717"/>
            </a:xfrm>
            <a:custGeom>
              <a:rect b="b" l="l" r="r" t="t"/>
              <a:pathLst>
                <a:path extrusionOk="0" h="499" w="272">
                  <a:moveTo>
                    <a:pt x="136" y="0"/>
                  </a:moveTo>
                  <a:cubicBezTo>
                    <a:pt x="63" y="0"/>
                    <a:pt x="1" y="61"/>
                    <a:pt x="1" y="136"/>
                  </a:cubicBezTo>
                  <a:lnTo>
                    <a:pt x="1" y="363"/>
                  </a:lnTo>
                  <a:cubicBezTo>
                    <a:pt x="1" y="438"/>
                    <a:pt x="63" y="498"/>
                    <a:pt x="136" y="498"/>
                  </a:cubicBezTo>
                  <a:cubicBezTo>
                    <a:pt x="209" y="498"/>
                    <a:pt x="271" y="438"/>
                    <a:pt x="271" y="363"/>
                  </a:cubicBezTo>
                  <a:lnTo>
                    <a:pt x="271" y="136"/>
                  </a:lnTo>
                  <a:cubicBezTo>
                    <a:pt x="271" y="61"/>
                    <a:pt x="209" y="0"/>
                    <a:pt x="136"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28"/>
            <p:cNvSpPr/>
            <p:nvPr/>
          </p:nvSpPr>
          <p:spPr>
            <a:xfrm>
              <a:off x="5527280" y="3676468"/>
              <a:ext cx="31668" cy="14735"/>
            </a:xfrm>
            <a:custGeom>
              <a:rect b="b" l="l" r="r" t="t"/>
              <a:pathLst>
                <a:path extrusionOk="0" h="415" w="892">
                  <a:moveTo>
                    <a:pt x="740" y="1"/>
                  </a:moveTo>
                  <a:cubicBezTo>
                    <a:pt x="700" y="1"/>
                    <a:pt x="661" y="18"/>
                    <a:pt x="634" y="51"/>
                  </a:cubicBezTo>
                  <a:cubicBezTo>
                    <a:pt x="586" y="109"/>
                    <a:pt x="519" y="142"/>
                    <a:pt x="445" y="142"/>
                  </a:cubicBezTo>
                  <a:cubicBezTo>
                    <a:pt x="370" y="142"/>
                    <a:pt x="304" y="109"/>
                    <a:pt x="258" y="54"/>
                  </a:cubicBezTo>
                  <a:cubicBezTo>
                    <a:pt x="230" y="21"/>
                    <a:pt x="191" y="4"/>
                    <a:pt x="152" y="4"/>
                  </a:cubicBezTo>
                  <a:cubicBezTo>
                    <a:pt x="122" y="4"/>
                    <a:pt x="92" y="14"/>
                    <a:pt x="67" y="34"/>
                  </a:cubicBezTo>
                  <a:cubicBezTo>
                    <a:pt x="9" y="83"/>
                    <a:pt x="1" y="167"/>
                    <a:pt x="47" y="224"/>
                  </a:cubicBezTo>
                  <a:cubicBezTo>
                    <a:pt x="144" y="345"/>
                    <a:pt x="288" y="414"/>
                    <a:pt x="442" y="414"/>
                  </a:cubicBezTo>
                  <a:cubicBezTo>
                    <a:pt x="599" y="414"/>
                    <a:pt x="746" y="344"/>
                    <a:pt x="844" y="220"/>
                  </a:cubicBezTo>
                  <a:cubicBezTo>
                    <a:pt x="891" y="162"/>
                    <a:pt x="880" y="77"/>
                    <a:pt x="822" y="30"/>
                  </a:cubicBezTo>
                  <a:cubicBezTo>
                    <a:pt x="798" y="10"/>
                    <a:pt x="769" y="1"/>
                    <a:pt x="740"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28"/>
            <p:cNvSpPr/>
            <p:nvPr/>
          </p:nvSpPr>
          <p:spPr>
            <a:xfrm>
              <a:off x="5379691" y="3695427"/>
              <a:ext cx="115135" cy="121001"/>
            </a:xfrm>
            <a:custGeom>
              <a:rect b="b" l="l" r="r" t="t"/>
              <a:pathLst>
                <a:path extrusionOk="0" h="3408" w="3243">
                  <a:moveTo>
                    <a:pt x="1478" y="0"/>
                  </a:moveTo>
                  <a:cubicBezTo>
                    <a:pt x="1474" y="0"/>
                    <a:pt x="1469" y="1"/>
                    <a:pt x="1465" y="2"/>
                  </a:cubicBezTo>
                  <a:cubicBezTo>
                    <a:pt x="1229" y="74"/>
                    <a:pt x="754" y="270"/>
                    <a:pt x="523" y="725"/>
                  </a:cubicBezTo>
                  <a:cubicBezTo>
                    <a:pt x="492" y="787"/>
                    <a:pt x="428" y="824"/>
                    <a:pt x="358" y="824"/>
                  </a:cubicBezTo>
                  <a:lnTo>
                    <a:pt x="265" y="824"/>
                  </a:lnTo>
                  <a:cubicBezTo>
                    <a:pt x="120" y="824"/>
                    <a:pt x="0" y="942"/>
                    <a:pt x="0" y="1089"/>
                  </a:cubicBezTo>
                  <a:lnTo>
                    <a:pt x="0" y="3142"/>
                  </a:lnTo>
                  <a:cubicBezTo>
                    <a:pt x="0" y="3288"/>
                    <a:pt x="120" y="3407"/>
                    <a:pt x="265" y="3407"/>
                  </a:cubicBezTo>
                  <a:lnTo>
                    <a:pt x="2978" y="3407"/>
                  </a:lnTo>
                  <a:cubicBezTo>
                    <a:pt x="3123" y="3407"/>
                    <a:pt x="3242" y="3288"/>
                    <a:pt x="3242" y="3142"/>
                  </a:cubicBezTo>
                  <a:lnTo>
                    <a:pt x="3242" y="1089"/>
                  </a:lnTo>
                  <a:cubicBezTo>
                    <a:pt x="3242" y="942"/>
                    <a:pt x="3123" y="824"/>
                    <a:pt x="2978" y="824"/>
                  </a:cubicBezTo>
                  <a:lnTo>
                    <a:pt x="1559" y="824"/>
                  </a:lnTo>
                  <a:cubicBezTo>
                    <a:pt x="1458" y="824"/>
                    <a:pt x="1374" y="743"/>
                    <a:pt x="1374" y="643"/>
                  </a:cubicBezTo>
                  <a:cubicBezTo>
                    <a:pt x="1373" y="479"/>
                    <a:pt x="1395" y="240"/>
                    <a:pt x="1514" y="69"/>
                  </a:cubicBezTo>
                  <a:cubicBezTo>
                    <a:pt x="1534" y="38"/>
                    <a:pt x="1511" y="0"/>
                    <a:pt x="14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28"/>
            <p:cNvSpPr/>
            <p:nvPr/>
          </p:nvSpPr>
          <p:spPr>
            <a:xfrm>
              <a:off x="5415230" y="3695391"/>
              <a:ext cx="19810" cy="29327"/>
            </a:xfrm>
            <a:custGeom>
              <a:rect b="b" l="l" r="r" t="t"/>
              <a:pathLst>
                <a:path extrusionOk="0" h="826" w="558">
                  <a:moveTo>
                    <a:pt x="477" y="0"/>
                  </a:moveTo>
                  <a:cubicBezTo>
                    <a:pt x="473" y="0"/>
                    <a:pt x="468" y="1"/>
                    <a:pt x="464" y="2"/>
                  </a:cubicBezTo>
                  <a:cubicBezTo>
                    <a:pt x="368" y="32"/>
                    <a:pt x="231" y="83"/>
                    <a:pt x="90" y="162"/>
                  </a:cubicBezTo>
                  <a:cubicBezTo>
                    <a:pt x="18" y="320"/>
                    <a:pt x="1" y="508"/>
                    <a:pt x="4" y="644"/>
                  </a:cubicBezTo>
                  <a:cubicBezTo>
                    <a:pt x="4" y="744"/>
                    <a:pt x="86" y="825"/>
                    <a:pt x="186" y="825"/>
                  </a:cubicBezTo>
                  <a:lnTo>
                    <a:pt x="558" y="825"/>
                  </a:lnTo>
                  <a:cubicBezTo>
                    <a:pt x="457" y="825"/>
                    <a:pt x="376" y="744"/>
                    <a:pt x="373" y="642"/>
                  </a:cubicBezTo>
                  <a:cubicBezTo>
                    <a:pt x="373" y="481"/>
                    <a:pt x="395" y="239"/>
                    <a:pt x="512" y="70"/>
                  </a:cubicBezTo>
                  <a:cubicBezTo>
                    <a:pt x="533" y="39"/>
                    <a:pt x="510" y="0"/>
                    <a:pt x="47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28"/>
            <p:cNvSpPr/>
            <p:nvPr/>
          </p:nvSpPr>
          <p:spPr>
            <a:xfrm>
              <a:off x="5472249" y="3724682"/>
              <a:ext cx="22580" cy="91745"/>
            </a:xfrm>
            <a:custGeom>
              <a:rect b="b" l="l" r="r" t="t"/>
              <a:pathLst>
                <a:path extrusionOk="0" h="2584" w="636">
                  <a:moveTo>
                    <a:pt x="1" y="0"/>
                  </a:moveTo>
                  <a:cubicBezTo>
                    <a:pt x="146" y="0"/>
                    <a:pt x="264" y="118"/>
                    <a:pt x="264" y="265"/>
                  </a:cubicBezTo>
                  <a:lnTo>
                    <a:pt x="264" y="2318"/>
                  </a:lnTo>
                  <a:cubicBezTo>
                    <a:pt x="264" y="2464"/>
                    <a:pt x="146" y="2583"/>
                    <a:pt x="1" y="2583"/>
                  </a:cubicBezTo>
                  <a:lnTo>
                    <a:pt x="371" y="2583"/>
                  </a:lnTo>
                  <a:cubicBezTo>
                    <a:pt x="516" y="2583"/>
                    <a:pt x="635" y="2464"/>
                    <a:pt x="635" y="2318"/>
                  </a:cubicBezTo>
                  <a:lnTo>
                    <a:pt x="635" y="265"/>
                  </a:lnTo>
                  <a:cubicBezTo>
                    <a:pt x="635" y="118"/>
                    <a:pt x="516" y="0"/>
                    <a:pt x="37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28"/>
            <p:cNvSpPr/>
            <p:nvPr/>
          </p:nvSpPr>
          <p:spPr>
            <a:xfrm>
              <a:off x="5414627" y="3740694"/>
              <a:ext cx="45550" cy="59826"/>
            </a:xfrm>
            <a:custGeom>
              <a:rect b="b" l="l" r="r" t="t"/>
              <a:pathLst>
                <a:path extrusionOk="0" h="1685" w="1283">
                  <a:moveTo>
                    <a:pt x="1068" y="1"/>
                  </a:moveTo>
                  <a:cubicBezTo>
                    <a:pt x="731" y="1"/>
                    <a:pt x="439" y="199"/>
                    <a:pt x="304" y="487"/>
                  </a:cubicBezTo>
                  <a:lnTo>
                    <a:pt x="139" y="487"/>
                  </a:lnTo>
                  <a:cubicBezTo>
                    <a:pt x="61" y="487"/>
                    <a:pt x="0" y="551"/>
                    <a:pt x="0" y="627"/>
                  </a:cubicBezTo>
                  <a:cubicBezTo>
                    <a:pt x="0" y="703"/>
                    <a:pt x="64" y="765"/>
                    <a:pt x="139" y="765"/>
                  </a:cubicBezTo>
                  <a:lnTo>
                    <a:pt x="229" y="765"/>
                  </a:lnTo>
                  <a:cubicBezTo>
                    <a:pt x="226" y="789"/>
                    <a:pt x="225" y="817"/>
                    <a:pt x="225" y="843"/>
                  </a:cubicBezTo>
                  <a:cubicBezTo>
                    <a:pt x="225" y="869"/>
                    <a:pt x="226" y="895"/>
                    <a:pt x="229" y="919"/>
                  </a:cubicBezTo>
                  <a:lnTo>
                    <a:pt x="139" y="919"/>
                  </a:lnTo>
                  <a:cubicBezTo>
                    <a:pt x="61" y="919"/>
                    <a:pt x="0" y="982"/>
                    <a:pt x="0" y="1059"/>
                  </a:cubicBezTo>
                  <a:cubicBezTo>
                    <a:pt x="0" y="1133"/>
                    <a:pt x="64" y="1197"/>
                    <a:pt x="139" y="1197"/>
                  </a:cubicBezTo>
                  <a:lnTo>
                    <a:pt x="304" y="1197"/>
                  </a:lnTo>
                  <a:cubicBezTo>
                    <a:pt x="439" y="1485"/>
                    <a:pt x="731" y="1685"/>
                    <a:pt x="1068" y="1685"/>
                  </a:cubicBezTo>
                  <a:cubicBezTo>
                    <a:pt x="1097" y="1685"/>
                    <a:pt x="1127" y="1682"/>
                    <a:pt x="1153" y="1680"/>
                  </a:cubicBezTo>
                  <a:cubicBezTo>
                    <a:pt x="1229" y="1672"/>
                    <a:pt x="1283" y="1603"/>
                    <a:pt x="1275" y="1526"/>
                  </a:cubicBezTo>
                  <a:cubicBezTo>
                    <a:pt x="1269" y="1454"/>
                    <a:pt x="1208" y="1400"/>
                    <a:pt x="1136" y="1400"/>
                  </a:cubicBezTo>
                  <a:cubicBezTo>
                    <a:pt x="1132" y="1400"/>
                    <a:pt x="1127" y="1401"/>
                    <a:pt x="1123" y="1401"/>
                  </a:cubicBezTo>
                  <a:cubicBezTo>
                    <a:pt x="1106" y="1404"/>
                    <a:pt x="1085" y="1405"/>
                    <a:pt x="1067" y="1405"/>
                  </a:cubicBezTo>
                  <a:cubicBezTo>
                    <a:pt x="891" y="1405"/>
                    <a:pt x="733" y="1325"/>
                    <a:pt x="628" y="1197"/>
                  </a:cubicBezTo>
                  <a:lnTo>
                    <a:pt x="963" y="1197"/>
                  </a:lnTo>
                  <a:cubicBezTo>
                    <a:pt x="1041" y="1197"/>
                    <a:pt x="1101" y="1133"/>
                    <a:pt x="1101" y="1059"/>
                  </a:cubicBezTo>
                  <a:cubicBezTo>
                    <a:pt x="1101" y="982"/>
                    <a:pt x="1038" y="919"/>
                    <a:pt x="963" y="919"/>
                  </a:cubicBezTo>
                  <a:lnTo>
                    <a:pt x="508" y="919"/>
                  </a:lnTo>
                  <a:cubicBezTo>
                    <a:pt x="504" y="895"/>
                    <a:pt x="503" y="867"/>
                    <a:pt x="503" y="843"/>
                  </a:cubicBezTo>
                  <a:cubicBezTo>
                    <a:pt x="503" y="815"/>
                    <a:pt x="504" y="789"/>
                    <a:pt x="508" y="765"/>
                  </a:cubicBezTo>
                  <a:lnTo>
                    <a:pt x="965" y="765"/>
                  </a:lnTo>
                  <a:cubicBezTo>
                    <a:pt x="1042" y="765"/>
                    <a:pt x="1103" y="702"/>
                    <a:pt x="1103" y="627"/>
                  </a:cubicBezTo>
                  <a:cubicBezTo>
                    <a:pt x="1103" y="549"/>
                    <a:pt x="1041" y="487"/>
                    <a:pt x="965" y="487"/>
                  </a:cubicBezTo>
                  <a:lnTo>
                    <a:pt x="629" y="487"/>
                  </a:lnTo>
                  <a:cubicBezTo>
                    <a:pt x="734" y="361"/>
                    <a:pt x="893" y="277"/>
                    <a:pt x="1068" y="277"/>
                  </a:cubicBezTo>
                  <a:cubicBezTo>
                    <a:pt x="1146" y="277"/>
                    <a:pt x="1208" y="214"/>
                    <a:pt x="1208" y="139"/>
                  </a:cubicBezTo>
                  <a:cubicBezTo>
                    <a:pt x="1208" y="61"/>
                    <a:pt x="1144" y="1"/>
                    <a:pt x="106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28"/>
            <p:cNvSpPr/>
            <p:nvPr/>
          </p:nvSpPr>
          <p:spPr>
            <a:xfrm>
              <a:off x="5536511" y="3628680"/>
              <a:ext cx="73987" cy="98952"/>
            </a:xfrm>
            <a:custGeom>
              <a:rect b="b" l="l" r="r" t="t"/>
              <a:pathLst>
                <a:path extrusionOk="0" h="2787" w="2084">
                  <a:moveTo>
                    <a:pt x="1715" y="0"/>
                  </a:moveTo>
                  <a:lnTo>
                    <a:pt x="1715" y="889"/>
                  </a:lnTo>
                  <a:cubicBezTo>
                    <a:pt x="1715" y="1875"/>
                    <a:pt x="964" y="2685"/>
                    <a:pt x="1" y="2777"/>
                  </a:cubicBezTo>
                  <a:cubicBezTo>
                    <a:pt x="63" y="2783"/>
                    <a:pt x="123" y="2786"/>
                    <a:pt x="185" y="2786"/>
                  </a:cubicBezTo>
                  <a:cubicBezTo>
                    <a:pt x="1233" y="2786"/>
                    <a:pt x="2083" y="1937"/>
                    <a:pt x="2083" y="889"/>
                  </a:cubicBezTo>
                  <a:lnTo>
                    <a:pt x="2083" y="173"/>
                  </a:lnTo>
                  <a:lnTo>
                    <a:pt x="171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28"/>
            <p:cNvSpPr/>
            <p:nvPr/>
          </p:nvSpPr>
          <p:spPr>
            <a:xfrm>
              <a:off x="5539529" y="3548406"/>
              <a:ext cx="70969" cy="87910"/>
            </a:xfrm>
            <a:custGeom>
              <a:rect b="b" l="l" r="r" t="t"/>
              <a:pathLst>
                <a:path extrusionOk="0" h="2476" w="1999">
                  <a:moveTo>
                    <a:pt x="97" y="0"/>
                  </a:moveTo>
                  <a:cubicBezTo>
                    <a:pt x="66" y="0"/>
                    <a:pt x="33" y="0"/>
                    <a:pt x="1" y="2"/>
                  </a:cubicBezTo>
                  <a:cubicBezTo>
                    <a:pt x="53" y="15"/>
                    <a:pt x="103" y="31"/>
                    <a:pt x="153" y="46"/>
                  </a:cubicBezTo>
                  <a:cubicBezTo>
                    <a:pt x="997" y="241"/>
                    <a:pt x="1627" y="995"/>
                    <a:pt x="1627" y="1898"/>
                  </a:cubicBezTo>
                  <a:lnTo>
                    <a:pt x="1627" y="2440"/>
                  </a:lnTo>
                  <a:cubicBezTo>
                    <a:pt x="1833" y="2474"/>
                    <a:pt x="1977" y="2476"/>
                    <a:pt x="1996" y="2476"/>
                  </a:cubicBezTo>
                  <a:cubicBezTo>
                    <a:pt x="1998" y="2476"/>
                    <a:pt x="1998" y="2476"/>
                    <a:pt x="1998" y="2476"/>
                  </a:cubicBezTo>
                  <a:lnTo>
                    <a:pt x="1998" y="1898"/>
                  </a:lnTo>
                  <a:cubicBezTo>
                    <a:pt x="1998" y="849"/>
                    <a:pt x="1146" y="0"/>
                    <a:pt x="9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28"/>
            <p:cNvSpPr/>
            <p:nvPr/>
          </p:nvSpPr>
          <p:spPr>
            <a:xfrm>
              <a:off x="5566050" y="3489398"/>
              <a:ext cx="140377" cy="122776"/>
            </a:xfrm>
            <a:custGeom>
              <a:rect b="b" l="l" r="r" t="t"/>
              <a:pathLst>
                <a:path extrusionOk="0" h="3458" w="3954">
                  <a:moveTo>
                    <a:pt x="254" y="0"/>
                  </a:moveTo>
                  <a:cubicBezTo>
                    <a:pt x="114" y="0"/>
                    <a:pt x="1" y="114"/>
                    <a:pt x="1" y="254"/>
                  </a:cubicBezTo>
                  <a:lnTo>
                    <a:pt x="1" y="2414"/>
                  </a:lnTo>
                  <a:cubicBezTo>
                    <a:pt x="1" y="2555"/>
                    <a:pt x="113" y="2668"/>
                    <a:pt x="254" y="2668"/>
                  </a:cubicBezTo>
                  <a:lnTo>
                    <a:pt x="1808" y="2668"/>
                  </a:lnTo>
                  <a:cubicBezTo>
                    <a:pt x="1920" y="2668"/>
                    <a:pt x="2008" y="2758"/>
                    <a:pt x="2008" y="2870"/>
                  </a:cubicBezTo>
                  <a:cubicBezTo>
                    <a:pt x="2007" y="3024"/>
                    <a:pt x="1982" y="3238"/>
                    <a:pt x="1874" y="3392"/>
                  </a:cubicBezTo>
                  <a:cubicBezTo>
                    <a:pt x="1855" y="3421"/>
                    <a:pt x="1878" y="3457"/>
                    <a:pt x="1909" y="3457"/>
                  </a:cubicBezTo>
                  <a:cubicBezTo>
                    <a:pt x="1913" y="3457"/>
                    <a:pt x="1918" y="3457"/>
                    <a:pt x="1922" y="3455"/>
                  </a:cubicBezTo>
                  <a:cubicBezTo>
                    <a:pt x="2146" y="3388"/>
                    <a:pt x="2594" y="3202"/>
                    <a:pt x="2820" y="2773"/>
                  </a:cubicBezTo>
                  <a:cubicBezTo>
                    <a:pt x="2853" y="2709"/>
                    <a:pt x="2922" y="2668"/>
                    <a:pt x="2995" y="2668"/>
                  </a:cubicBezTo>
                  <a:lnTo>
                    <a:pt x="3701" y="2668"/>
                  </a:lnTo>
                  <a:cubicBezTo>
                    <a:pt x="3842" y="2668"/>
                    <a:pt x="3954" y="2555"/>
                    <a:pt x="3954" y="2414"/>
                  </a:cubicBezTo>
                  <a:lnTo>
                    <a:pt x="3954" y="254"/>
                  </a:lnTo>
                  <a:cubicBezTo>
                    <a:pt x="3952" y="114"/>
                    <a:pt x="3839"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28"/>
            <p:cNvSpPr/>
            <p:nvPr/>
          </p:nvSpPr>
          <p:spPr>
            <a:xfrm>
              <a:off x="5631838" y="3584122"/>
              <a:ext cx="40508" cy="28013"/>
            </a:xfrm>
            <a:custGeom>
              <a:rect b="b" l="l" r="r" t="t"/>
              <a:pathLst>
                <a:path extrusionOk="0" h="789" w="1141">
                  <a:moveTo>
                    <a:pt x="762" y="0"/>
                  </a:moveTo>
                  <a:cubicBezTo>
                    <a:pt x="689" y="0"/>
                    <a:pt x="621" y="41"/>
                    <a:pt x="587" y="108"/>
                  </a:cubicBezTo>
                  <a:cubicBezTo>
                    <a:pt x="460" y="346"/>
                    <a:pt x="265" y="508"/>
                    <a:pt x="77" y="618"/>
                  </a:cubicBezTo>
                  <a:cubicBezTo>
                    <a:pt x="62" y="654"/>
                    <a:pt x="43" y="690"/>
                    <a:pt x="20" y="724"/>
                  </a:cubicBezTo>
                  <a:cubicBezTo>
                    <a:pt x="1" y="754"/>
                    <a:pt x="23" y="789"/>
                    <a:pt x="55" y="789"/>
                  </a:cubicBezTo>
                  <a:cubicBezTo>
                    <a:pt x="59" y="789"/>
                    <a:pt x="63" y="789"/>
                    <a:pt x="67" y="787"/>
                  </a:cubicBezTo>
                  <a:cubicBezTo>
                    <a:pt x="292" y="720"/>
                    <a:pt x="739" y="534"/>
                    <a:pt x="964" y="105"/>
                  </a:cubicBezTo>
                  <a:cubicBezTo>
                    <a:pt x="998" y="41"/>
                    <a:pt x="1066" y="0"/>
                    <a:pt x="1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28"/>
            <p:cNvSpPr/>
            <p:nvPr/>
          </p:nvSpPr>
          <p:spPr>
            <a:xfrm>
              <a:off x="5683922" y="3489398"/>
              <a:ext cx="22473" cy="94763"/>
            </a:xfrm>
            <a:custGeom>
              <a:rect b="b" l="l" r="r" t="t"/>
              <a:pathLst>
                <a:path extrusionOk="0" h="2669" w="633">
                  <a:moveTo>
                    <a:pt x="1" y="0"/>
                  </a:moveTo>
                  <a:cubicBezTo>
                    <a:pt x="142" y="0"/>
                    <a:pt x="255" y="114"/>
                    <a:pt x="255" y="254"/>
                  </a:cubicBezTo>
                  <a:lnTo>
                    <a:pt x="255" y="2414"/>
                  </a:lnTo>
                  <a:cubicBezTo>
                    <a:pt x="255" y="2555"/>
                    <a:pt x="142" y="2668"/>
                    <a:pt x="1" y="2668"/>
                  </a:cubicBezTo>
                  <a:lnTo>
                    <a:pt x="379" y="2668"/>
                  </a:lnTo>
                  <a:cubicBezTo>
                    <a:pt x="519" y="2668"/>
                    <a:pt x="632" y="2555"/>
                    <a:pt x="632" y="2414"/>
                  </a:cubicBezTo>
                  <a:lnTo>
                    <a:pt x="632" y="254"/>
                  </a:lnTo>
                  <a:cubicBezTo>
                    <a:pt x="632" y="114"/>
                    <a:pt x="519" y="0"/>
                    <a:pt x="37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28"/>
            <p:cNvSpPr/>
            <p:nvPr/>
          </p:nvSpPr>
          <p:spPr>
            <a:xfrm>
              <a:off x="5583944" y="3511055"/>
              <a:ext cx="104519" cy="9586"/>
            </a:xfrm>
            <a:custGeom>
              <a:rect b="b" l="l" r="r" t="t"/>
              <a:pathLst>
                <a:path extrusionOk="0" h="270" w="2944">
                  <a:moveTo>
                    <a:pt x="136" y="0"/>
                  </a:moveTo>
                  <a:cubicBezTo>
                    <a:pt x="61" y="0"/>
                    <a:pt x="0" y="61"/>
                    <a:pt x="0" y="134"/>
                  </a:cubicBezTo>
                  <a:cubicBezTo>
                    <a:pt x="0" y="209"/>
                    <a:pt x="61" y="270"/>
                    <a:pt x="136" y="270"/>
                  </a:cubicBezTo>
                  <a:lnTo>
                    <a:pt x="2808" y="270"/>
                  </a:lnTo>
                  <a:cubicBezTo>
                    <a:pt x="2884" y="270"/>
                    <a:pt x="2943" y="209"/>
                    <a:pt x="2943" y="134"/>
                  </a:cubicBezTo>
                  <a:cubicBezTo>
                    <a:pt x="2943" y="61"/>
                    <a:pt x="2881" y="0"/>
                    <a:pt x="280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28"/>
            <p:cNvSpPr/>
            <p:nvPr/>
          </p:nvSpPr>
          <p:spPr>
            <a:xfrm>
              <a:off x="5585222" y="3531896"/>
              <a:ext cx="67561" cy="9657"/>
            </a:xfrm>
            <a:custGeom>
              <a:rect b="b" l="l" r="r" t="t"/>
              <a:pathLst>
                <a:path extrusionOk="0" h="272" w="1903">
                  <a:moveTo>
                    <a:pt x="136" y="1"/>
                  </a:moveTo>
                  <a:cubicBezTo>
                    <a:pt x="61" y="1"/>
                    <a:pt x="0" y="62"/>
                    <a:pt x="0" y="136"/>
                  </a:cubicBezTo>
                  <a:cubicBezTo>
                    <a:pt x="0" y="209"/>
                    <a:pt x="61" y="271"/>
                    <a:pt x="136" y="271"/>
                  </a:cubicBezTo>
                  <a:lnTo>
                    <a:pt x="1769" y="271"/>
                  </a:lnTo>
                  <a:cubicBezTo>
                    <a:pt x="1844" y="271"/>
                    <a:pt x="1903" y="212"/>
                    <a:pt x="1903" y="136"/>
                  </a:cubicBezTo>
                  <a:cubicBezTo>
                    <a:pt x="1903" y="62"/>
                    <a:pt x="1842" y="1"/>
                    <a:pt x="176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28"/>
            <p:cNvSpPr/>
            <p:nvPr/>
          </p:nvSpPr>
          <p:spPr>
            <a:xfrm>
              <a:off x="5586500" y="3552808"/>
              <a:ext cx="101963" cy="9622"/>
            </a:xfrm>
            <a:custGeom>
              <a:rect b="b" l="l" r="r" t="t"/>
              <a:pathLst>
                <a:path extrusionOk="0" h="271" w="2872">
                  <a:moveTo>
                    <a:pt x="136" y="0"/>
                  </a:moveTo>
                  <a:cubicBezTo>
                    <a:pt x="61" y="0"/>
                    <a:pt x="0" y="61"/>
                    <a:pt x="0" y="135"/>
                  </a:cubicBezTo>
                  <a:cubicBezTo>
                    <a:pt x="0" y="209"/>
                    <a:pt x="61" y="271"/>
                    <a:pt x="136" y="271"/>
                  </a:cubicBezTo>
                  <a:lnTo>
                    <a:pt x="2736" y="271"/>
                  </a:lnTo>
                  <a:cubicBezTo>
                    <a:pt x="2812" y="271"/>
                    <a:pt x="2871" y="209"/>
                    <a:pt x="2871" y="135"/>
                  </a:cubicBezTo>
                  <a:cubicBezTo>
                    <a:pt x="2871" y="61"/>
                    <a:pt x="2809" y="0"/>
                    <a:pt x="273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28"/>
            <p:cNvSpPr/>
            <p:nvPr/>
          </p:nvSpPr>
          <p:spPr>
            <a:xfrm>
              <a:off x="5665993" y="3531896"/>
              <a:ext cx="22473" cy="9657"/>
            </a:xfrm>
            <a:custGeom>
              <a:rect b="b" l="l" r="r" t="t"/>
              <a:pathLst>
                <a:path extrusionOk="0" h="272" w="633">
                  <a:moveTo>
                    <a:pt x="136" y="1"/>
                  </a:moveTo>
                  <a:cubicBezTo>
                    <a:pt x="61" y="1"/>
                    <a:pt x="0" y="62"/>
                    <a:pt x="0" y="136"/>
                  </a:cubicBezTo>
                  <a:cubicBezTo>
                    <a:pt x="0" y="209"/>
                    <a:pt x="61" y="271"/>
                    <a:pt x="136" y="271"/>
                  </a:cubicBezTo>
                  <a:lnTo>
                    <a:pt x="497" y="271"/>
                  </a:lnTo>
                  <a:cubicBezTo>
                    <a:pt x="573" y="271"/>
                    <a:pt x="632" y="212"/>
                    <a:pt x="632" y="136"/>
                  </a:cubicBezTo>
                  <a:cubicBezTo>
                    <a:pt x="632" y="62"/>
                    <a:pt x="570" y="1"/>
                    <a:pt x="49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42" name="Google Shape;4442;p28"/>
          <p:cNvGrpSpPr/>
          <p:nvPr/>
        </p:nvGrpSpPr>
        <p:grpSpPr>
          <a:xfrm>
            <a:off x="4732223" y="3539745"/>
            <a:ext cx="327049" cy="226231"/>
            <a:chOff x="4732223" y="3539745"/>
            <a:chExt cx="327049" cy="226231"/>
          </a:xfrm>
        </p:grpSpPr>
        <p:sp>
          <p:nvSpPr>
            <p:cNvPr id="4443" name="Google Shape;4443;p28"/>
            <p:cNvSpPr/>
            <p:nvPr/>
          </p:nvSpPr>
          <p:spPr>
            <a:xfrm>
              <a:off x="4755478" y="3539745"/>
              <a:ext cx="280505" cy="192721"/>
            </a:xfrm>
            <a:custGeom>
              <a:rect b="b" l="l" r="r" t="t"/>
              <a:pathLst>
                <a:path extrusionOk="0" h="5428" w="7901">
                  <a:moveTo>
                    <a:pt x="307" y="1"/>
                  </a:moveTo>
                  <a:cubicBezTo>
                    <a:pt x="137" y="1"/>
                    <a:pt x="0" y="139"/>
                    <a:pt x="0" y="309"/>
                  </a:cubicBezTo>
                  <a:lnTo>
                    <a:pt x="0" y="5119"/>
                  </a:lnTo>
                  <a:cubicBezTo>
                    <a:pt x="0" y="5291"/>
                    <a:pt x="138" y="5427"/>
                    <a:pt x="307" y="5427"/>
                  </a:cubicBezTo>
                  <a:lnTo>
                    <a:pt x="7592" y="5427"/>
                  </a:lnTo>
                  <a:cubicBezTo>
                    <a:pt x="7761" y="5427"/>
                    <a:pt x="7899" y="5289"/>
                    <a:pt x="7900" y="5119"/>
                  </a:cubicBezTo>
                  <a:lnTo>
                    <a:pt x="7900" y="309"/>
                  </a:lnTo>
                  <a:cubicBezTo>
                    <a:pt x="7900" y="137"/>
                    <a:pt x="7761" y="1"/>
                    <a:pt x="7592"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28"/>
            <p:cNvSpPr/>
            <p:nvPr/>
          </p:nvSpPr>
          <p:spPr>
            <a:xfrm>
              <a:off x="5011850" y="3539745"/>
              <a:ext cx="24071" cy="192721"/>
            </a:xfrm>
            <a:custGeom>
              <a:rect b="b" l="l" r="r" t="t"/>
              <a:pathLst>
                <a:path extrusionOk="0" h="5428" w="678">
                  <a:moveTo>
                    <a:pt x="0" y="1"/>
                  </a:moveTo>
                  <a:cubicBezTo>
                    <a:pt x="170" y="1"/>
                    <a:pt x="308" y="139"/>
                    <a:pt x="308" y="309"/>
                  </a:cubicBezTo>
                  <a:lnTo>
                    <a:pt x="308" y="5119"/>
                  </a:lnTo>
                  <a:cubicBezTo>
                    <a:pt x="308" y="5291"/>
                    <a:pt x="170" y="5427"/>
                    <a:pt x="0" y="5427"/>
                  </a:cubicBezTo>
                  <a:lnTo>
                    <a:pt x="371" y="5427"/>
                  </a:lnTo>
                  <a:cubicBezTo>
                    <a:pt x="540" y="5427"/>
                    <a:pt x="678" y="5289"/>
                    <a:pt x="678" y="5119"/>
                  </a:cubicBezTo>
                  <a:lnTo>
                    <a:pt x="678" y="309"/>
                  </a:lnTo>
                  <a:cubicBezTo>
                    <a:pt x="678" y="139"/>
                    <a:pt x="540" y="2"/>
                    <a:pt x="3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28"/>
            <p:cNvSpPr/>
            <p:nvPr/>
          </p:nvSpPr>
          <p:spPr>
            <a:xfrm>
              <a:off x="4776816" y="3561473"/>
              <a:ext cx="237796" cy="153098"/>
            </a:xfrm>
            <a:custGeom>
              <a:rect b="b" l="l" r="r" t="t"/>
              <a:pathLst>
                <a:path extrusionOk="0" h="4312" w="6698">
                  <a:moveTo>
                    <a:pt x="288" y="0"/>
                  </a:moveTo>
                  <a:cubicBezTo>
                    <a:pt x="173" y="0"/>
                    <a:pt x="83" y="94"/>
                    <a:pt x="83" y="208"/>
                  </a:cubicBezTo>
                  <a:lnTo>
                    <a:pt x="83" y="3232"/>
                  </a:lnTo>
                  <a:lnTo>
                    <a:pt x="1" y="3360"/>
                  </a:lnTo>
                  <a:lnTo>
                    <a:pt x="1" y="4104"/>
                  </a:lnTo>
                  <a:cubicBezTo>
                    <a:pt x="1" y="4220"/>
                    <a:pt x="94" y="4312"/>
                    <a:pt x="208" y="4312"/>
                  </a:cubicBezTo>
                  <a:lnTo>
                    <a:pt x="6491" y="4312"/>
                  </a:lnTo>
                  <a:cubicBezTo>
                    <a:pt x="6604" y="4312"/>
                    <a:pt x="6696" y="4218"/>
                    <a:pt x="6698" y="4104"/>
                  </a:cubicBezTo>
                  <a:lnTo>
                    <a:pt x="6698" y="3360"/>
                  </a:lnTo>
                  <a:lnTo>
                    <a:pt x="6645" y="3189"/>
                  </a:lnTo>
                  <a:lnTo>
                    <a:pt x="6655" y="208"/>
                  </a:lnTo>
                  <a:cubicBezTo>
                    <a:pt x="6655" y="92"/>
                    <a:pt x="6561" y="0"/>
                    <a:pt x="64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28"/>
            <p:cNvSpPr/>
            <p:nvPr/>
          </p:nvSpPr>
          <p:spPr>
            <a:xfrm>
              <a:off x="4993921" y="3557674"/>
              <a:ext cx="20662" cy="156897"/>
            </a:xfrm>
            <a:custGeom>
              <a:rect b="b" l="l" r="r" t="t"/>
              <a:pathLst>
                <a:path extrusionOk="0" h="4419" w="582">
                  <a:moveTo>
                    <a:pt x="0" y="1"/>
                  </a:moveTo>
                  <a:cubicBezTo>
                    <a:pt x="115" y="1"/>
                    <a:pt x="207" y="94"/>
                    <a:pt x="207" y="208"/>
                  </a:cubicBezTo>
                  <a:lnTo>
                    <a:pt x="207" y="4211"/>
                  </a:lnTo>
                  <a:cubicBezTo>
                    <a:pt x="207" y="4327"/>
                    <a:pt x="114" y="4419"/>
                    <a:pt x="0" y="4419"/>
                  </a:cubicBezTo>
                  <a:lnTo>
                    <a:pt x="374" y="4419"/>
                  </a:lnTo>
                  <a:cubicBezTo>
                    <a:pt x="489" y="4419"/>
                    <a:pt x="581" y="4325"/>
                    <a:pt x="581" y="4211"/>
                  </a:cubicBezTo>
                  <a:lnTo>
                    <a:pt x="581" y="208"/>
                  </a:lnTo>
                  <a:cubicBezTo>
                    <a:pt x="581" y="93"/>
                    <a:pt x="489" y="1"/>
                    <a:pt x="37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28"/>
            <p:cNvSpPr/>
            <p:nvPr/>
          </p:nvSpPr>
          <p:spPr>
            <a:xfrm>
              <a:off x="4875338" y="3557674"/>
              <a:ext cx="139241" cy="89402"/>
            </a:xfrm>
            <a:custGeom>
              <a:rect b="b" l="l" r="r" t="t"/>
              <a:pathLst>
                <a:path extrusionOk="0" h="2518" w="3922">
                  <a:moveTo>
                    <a:pt x="115" y="1"/>
                  </a:moveTo>
                  <a:cubicBezTo>
                    <a:pt x="0" y="1"/>
                    <a:pt x="33" y="94"/>
                    <a:pt x="33" y="208"/>
                  </a:cubicBezTo>
                  <a:lnTo>
                    <a:pt x="33" y="2518"/>
                  </a:lnTo>
                  <a:lnTo>
                    <a:pt x="3921" y="2518"/>
                  </a:lnTo>
                  <a:lnTo>
                    <a:pt x="3921" y="208"/>
                  </a:lnTo>
                  <a:cubicBezTo>
                    <a:pt x="3921" y="93"/>
                    <a:pt x="3829" y="1"/>
                    <a:pt x="371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28"/>
            <p:cNvSpPr/>
            <p:nvPr/>
          </p:nvSpPr>
          <p:spPr>
            <a:xfrm>
              <a:off x="4993850" y="3557674"/>
              <a:ext cx="20733" cy="89402"/>
            </a:xfrm>
            <a:custGeom>
              <a:rect b="b" l="l" r="r" t="t"/>
              <a:pathLst>
                <a:path extrusionOk="0" h="2518" w="584">
                  <a:moveTo>
                    <a:pt x="1" y="1"/>
                  </a:moveTo>
                  <a:cubicBezTo>
                    <a:pt x="116" y="1"/>
                    <a:pt x="208" y="94"/>
                    <a:pt x="208" y="208"/>
                  </a:cubicBezTo>
                  <a:lnTo>
                    <a:pt x="208" y="2518"/>
                  </a:lnTo>
                  <a:lnTo>
                    <a:pt x="583" y="2518"/>
                  </a:lnTo>
                  <a:lnTo>
                    <a:pt x="583" y="208"/>
                  </a:lnTo>
                  <a:cubicBezTo>
                    <a:pt x="583" y="93"/>
                    <a:pt x="491" y="1"/>
                    <a:pt x="37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28"/>
            <p:cNvSpPr/>
            <p:nvPr/>
          </p:nvSpPr>
          <p:spPr>
            <a:xfrm>
              <a:off x="4898274" y="3575319"/>
              <a:ext cx="98200" cy="54145"/>
            </a:xfrm>
            <a:custGeom>
              <a:rect b="b" l="l" r="r" t="t"/>
              <a:pathLst>
                <a:path extrusionOk="0" h="1525" w="2766">
                  <a:moveTo>
                    <a:pt x="167" y="0"/>
                  </a:moveTo>
                  <a:cubicBezTo>
                    <a:pt x="75" y="0"/>
                    <a:pt x="0" y="75"/>
                    <a:pt x="0" y="167"/>
                  </a:cubicBezTo>
                  <a:lnTo>
                    <a:pt x="0" y="1357"/>
                  </a:lnTo>
                  <a:cubicBezTo>
                    <a:pt x="0" y="1448"/>
                    <a:pt x="75" y="1524"/>
                    <a:pt x="167" y="1524"/>
                  </a:cubicBezTo>
                  <a:lnTo>
                    <a:pt x="2599" y="1524"/>
                  </a:lnTo>
                  <a:cubicBezTo>
                    <a:pt x="2693" y="1524"/>
                    <a:pt x="2766" y="1448"/>
                    <a:pt x="2766" y="1357"/>
                  </a:cubicBezTo>
                  <a:lnTo>
                    <a:pt x="2766" y="167"/>
                  </a:lnTo>
                  <a:cubicBezTo>
                    <a:pt x="2766" y="75"/>
                    <a:pt x="2691" y="0"/>
                    <a:pt x="259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28"/>
            <p:cNvSpPr/>
            <p:nvPr/>
          </p:nvSpPr>
          <p:spPr>
            <a:xfrm>
              <a:off x="4977340" y="3575319"/>
              <a:ext cx="19136" cy="54145"/>
            </a:xfrm>
            <a:custGeom>
              <a:rect b="b" l="l" r="r" t="t"/>
              <a:pathLst>
                <a:path extrusionOk="0" h="1525" w="539">
                  <a:moveTo>
                    <a:pt x="1" y="0"/>
                  </a:moveTo>
                  <a:cubicBezTo>
                    <a:pt x="93" y="0"/>
                    <a:pt x="169" y="75"/>
                    <a:pt x="169" y="167"/>
                  </a:cubicBezTo>
                  <a:lnTo>
                    <a:pt x="169" y="1357"/>
                  </a:lnTo>
                  <a:cubicBezTo>
                    <a:pt x="169" y="1448"/>
                    <a:pt x="93" y="1524"/>
                    <a:pt x="1" y="1524"/>
                  </a:cubicBezTo>
                  <a:lnTo>
                    <a:pt x="372" y="1524"/>
                  </a:lnTo>
                  <a:cubicBezTo>
                    <a:pt x="463" y="1524"/>
                    <a:pt x="539" y="1448"/>
                    <a:pt x="539" y="1357"/>
                  </a:cubicBezTo>
                  <a:lnTo>
                    <a:pt x="539" y="167"/>
                  </a:lnTo>
                  <a:cubicBezTo>
                    <a:pt x="539" y="74"/>
                    <a:pt x="466"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28"/>
            <p:cNvSpPr/>
            <p:nvPr/>
          </p:nvSpPr>
          <p:spPr>
            <a:xfrm>
              <a:off x="4776816" y="3647002"/>
              <a:ext cx="237796" cy="33801"/>
            </a:xfrm>
            <a:custGeom>
              <a:rect b="b" l="l" r="r" t="t"/>
              <a:pathLst>
                <a:path extrusionOk="0" h="952" w="6698">
                  <a:moveTo>
                    <a:pt x="1" y="0"/>
                  </a:moveTo>
                  <a:lnTo>
                    <a:pt x="1" y="951"/>
                  </a:lnTo>
                  <a:lnTo>
                    <a:pt x="6698" y="951"/>
                  </a:lnTo>
                  <a:lnTo>
                    <a:pt x="669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28"/>
            <p:cNvSpPr/>
            <p:nvPr/>
          </p:nvSpPr>
          <p:spPr>
            <a:xfrm>
              <a:off x="5001199" y="3647002"/>
              <a:ext cx="13384" cy="33801"/>
            </a:xfrm>
            <a:custGeom>
              <a:rect b="b" l="l" r="r" t="t"/>
              <a:pathLst>
                <a:path extrusionOk="0" h="952" w="377">
                  <a:moveTo>
                    <a:pt x="1" y="0"/>
                  </a:moveTo>
                  <a:lnTo>
                    <a:pt x="1" y="951"/>
                  </a:lnTo>
                  <a:lnTo>
                    <a:pt x="376" y="951"/>
                  </a:lnTo>
                  <a:lnTo>
                    <a:pt x="37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28"/>
            <p:cNvSpPr/>
            <p:nvPr/>
          </p:nvSpPr>
          <p:spPr>
            <a:xfrm>
              <a:off x="4836284" y="3663901"/>
              <a:ext cx="81017" cy="16900"/>
            </a:xfrm>
            <a:custGeom>
              <a:rect b="b" l="l" r="r" t="t"/>
              <a:pathLst>
                <a:path extrusionOk="0" h="476" w="2282">
                  <a:moveTo>
                    <a:pt x="242" y="1"/>
                  </a:moveTo>
                  <a:cubicBezTo>
                    <a:pt x="109" y="1"/>
                    <a:pt x="1" y="109"/>
                    <a:pt x="1" y="241"/>
                  </a:cubicBezTo>
                  <a:lnTo>
                    <a:pt x="1" y="475"/>
                  </a:lnTo>
                  <a:lnTo>
                    <a:pt x="2281" y="475"/>
                  </a:lnTo>
                  <a:lnTo>
                    <a:pt x="2281" y="241"/>
                  </a:lnTo>
                  <a:cubicBezTo>
                    <a:pt x="2281" y="109"/>
                    <a:pt x="2174" y="1"/>
                    <a:pt x="204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28"/>
            <p:cNvSpPr/>
            <p:nvPr/>
          </p:nvSpPr>
          <p:spPr>
            <a:xfrm>
              <a:off x="4917268" y="3663901"/>
              <a:ext cx="81017" cy="16900"/>
            </a:xfrm>
            <a:custGeom>
              <a:rect b="b" l="l" r="r" t="t"/>
              <a:pathLst>
                <a:path extrusionOk="0" h="476" w="2282">
                  <a:moveTo>
                    <a:pt x="242" y="1"/>
                  </a:moveTo>
                  <a:cubicBezTo>
                    <a:pt x="108" y="1"/>
                    <a:pt x="0" y="109"/>
                    <a:pt x="0" y="241"/>
                  </a:cubicBezTo>
                  <a:lnTo>
                    <a:pt x="0" y="475"/>
                  </a:lnTo>
                  <a:lnTo>
                    <a:pt x="2281" y="475"/>
                  </a:lnTo>
                  <a:lnTo>
                    <a:pt x="2281" y="241"/>
                  </a:lnTo>
                  <a:cubicBezTo>
                    <a:pt x="2281" y="109"/>
                    <a:pt x="2173" y="1"/>
                    <a:pt x="204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28"/>
            <p:cNvSpPr/>
            <p:nvPr/>
          </p:nvSpPr>
          <p:spPr>
            <a:xfrm>
              <a:off x="4895007" y="3663901"/>
              <a:ext cx="22296" cy="16900"/>
            </a:xfrm>
            <a:custGeom>
              <a:rect b="b" l="l" r="r" t="t"/>
              <a:pathLst>
                <a:path extrusionOk="0" h="476" w="628">
                  <a:moveTo>
                    <a:pt x="0" y="1"/>
                  </a:moveTo>
                  <a:cubicBezTo>
                    <a:pt x="132" y="1"/>
                    <a:pt x="240" y="109"/>
                    <a:pt x="240" y="241"/>
                  </a:cubicBezTo>
                  <a:lnTo>
                    <a:pt x="240" y="475"/>
                  </a:lnTo>
                  <a:lnTo>
                    <a:pt x="627" y="475"/>
                  </a:lnTo>
                  <a:lnTo>
                    <a:pt x="627" y="241"/>
                  </a:lnTo>
                  <a:cubicBezTo>
                    <a:pt x="627" y="109"/>
                    <a:pt x="520" y="1"/>
                    <a:pt x="38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28"/>
            <p:cNvSpPr/>
            <p:nvPr/>
          </p:nvSpPr>
          <p:spPr>
            <a:xfrm>
              <a:off x="4975920" y="3663901"/>
              <a:ext cx="22296" cy="16900"/>
            </a:xfrm>
            <a:custGeom>
              <a:rect b="b" l="l" r="r" t="t"/>
              <a:pathLst>
                <a:path extrusionOk="0" h="476" w="628">
                  <a:moveTo>
                    <a:pt x="0" y="1"/>
                  </a:moveTo>
                  <a:cubicBezTo>
                    <a:pt x="133" y="1"/>
                    <a:pt x="241" y="109"/>
                    <a:pt x="241" y="241"/>
                  </a:cubicBezTo>
                  <a:lnTo>
                    <a:pt x="241" y="475"/>
                  </a:lnTo>
                  <a:lnTo>
                    <a:pt x="628" y="475"/>
                  </a:lnTo>
                  <a:lnTo>
                    <a:pt x="628" y="241"/>
                  </a:lnTo>
                  <a:cubicBezTo>
                    <a:pt x="628" y="109"/>
                    <a:pt x="520" y="1"/>
                    <a:pt x="38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28"/>
            <p:cNvSpPr/>
            <p:nvPr/>
          </p:nvSpPr>
          <p:spPr>
            <a:xfrm>
              <a:off x="4776816" y="3557638"/>
              <a:ext cx="103454" cy="89402"/>
            </a:xfrm>
            <a:custGeom>
              <a:rect b="b" l="l" r="r" t="t"/>
              <a:pathLst>
                <a:path extrusionOk="0" h="2518" w="2914">
                  <a:moveTo>
                    <a:pt x="208" y="0"/>
                  </a:moveTo>
                  <a:cubicBezTo>
                    <a:pt x="93" y="0"/>
                    <a:pt x="1" y="94"/>
                    <a:pt x="1" y="208"/>
                  </a:cubicBezTo>
                  <a:lnTo>
                    <a:pt x="1" y="2517"/>
                  </a:lnTo>
                  <a:lnTo>
                    <a:pt x="2913" y="2517"/>
                  </a:lnTo>
                  <a:lnTo>
                    <a:pt x="2913" y="2"/>
                  </a:lnTo>
                  <a:lnTo>
                    <a:pt x="2913"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28"/>
            <p:cNvSpPr/>
            <p:nvPr/>
          </p:nvSpPr>
          <p:spPr>
            <a:xfrm>
              <a:off x="4789064" y="3576598"/>
              <a:ext cx="49597" cy="9622"/>
            </a:xfrm>
            <a:custGeom>
              <a:rect b="b" l="l" r="r" t="t"/>
              <a:pathLst>
                <a:path extrusionOk="0" h="271" w="1397">
                  <a:moveTo>
                    <a:pt x="136" y="0"/>
                  </a:moveTo>
                  <a:cubicBezTo>
                    <a:pt x="63" y="0"/>
                    <a:pt x="1" y="62"/>
                    <a:pt x="1" y="136"/>
                  </a:cubicBezTo>
                  <a:cubicBezTo>
                    <a:pt x="1" y="209"/>
                    <a:pt x="63" y="271"/>
                    <a:pt x="136" y="271"/>
                  </a:cubicBezTo>
                  <a:lnTo>
                    <a:pt x="1263" y="271"/>
                  </a:lnTo>
                  <a:cubicBezTo>
                    <a:pt x="1336" y="271"/>
                    <a:pt x="1397" y="209"/>
                    <a:pt x="1397" y="136"/>
                  </a:cubicBezTo>
                  <a:cubicBezTo>
                    <a:pt x="1397" y="62"/>
                    <a:pt x="1336" y="0"/>
                    <a:pt x="126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28"/>
            <p:cNvSpPr/>
            <p:nvPr/>
          </p:nvSpPr>
          <p:spPr>
            <a:xfrm>
              <a:off x="4848746" y="3576598"/>
              <a:ext cx="19207" cy="9622"/>
            </a:xfrm>
            <a:custGeom>
              <a:rect b="b" l="l" r="r" t="t"/>
              <a:pathLst>
                <a:path extrusionOk="0" h="271" w="541">
                  <a:moveTo>
                    <a:pt x="136" y="0"/>
                  </a:moveTo>
                  <a:cubicBezTo>
                    <a:pt x="61" y="0"/>
                    <a:pt x="1" y="62"/>
                    <a:pt x="1" y="136"/>
                  </a:cubicBezTo>
                  <a:cubicBezTo>
                    <a:pt x="1" y="209"/>
                    <a:pt x="61" y="271"/>
                    <a:pt x="136" y="271"/>
                  </a:cubicBezTo>
                  <a:lnTo>
                    <a:pt x="405" y="271"/>
                  </a:lnTo>
                  <a:cubicBezTo>
                    <a:pt x="481" y="271"/>
                    <a:pt x="540" y="209"/>
                    <a:pt x="540" y="136"/>
                  </a:cubicBezTo>
                  <a:cubicBezTo>
                    <a:pt x="540" y="62"/>
                    <a:pt x="479" y="0"/>
                    <a:pt x="40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28"/>
            <p:cNvSpPr/>
            <p:nvPr/>
          </p:nvSpPr>
          <p:spPr>
            <a:xfrm>
              <a:off x="4789064" y="3597545"/>
              <a:ext cx="49597" cy="9622"/>
            </a:xfrm>
            <a:custGeom>
              <a:rect b="b" l="l" r="r" t="t"/>
              <a:pathLst>
                <a:path extrusionOk="0" h="271" w="1397">
                  <a:moveTo>
                    <a:pt x="136" y="0"/>
                  </a:moveTo>
                  <a:cubicBezTo>
                    <a:pt x="63" y="0"/>
                    <a:pt x="1" y="61"/>
                    <a:pt x="1" y="136"/>
                  </a:cubicBezTo>
                  <a:cubicBezTo>
                    <a:pt x="1" y="209"/>
                    <a:pt x="63" y="271"/>
                    <a:pt x="136" y="271"/>
                  </a:cubicBezTo>
                  <a:lnTo>
                    <a:pt x="1263" y="271"/>
                  </a:lnTo>
                  <a:cubicBezTo>
                    <a:pt x="1336" y="271"/>
                    <a:pt x="1397" y="210"/>
                    <a:pt x="1397" y="136"/>
                  </a:cubicBezTo>
                  <a:cubicBezTo>
                    <a:pt x="1397" y="61"/>
                    <a:pt x="1336" y="0"/>
                    <a:pt x="126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28"/>
            <p:cNvSpPr/>
            <p:nvPr/>
          </p:nvSpPr>
          <p:spPr>
            <a:xfrm>
              <a:off x="4848746" y="3597545"/>
              <a:ext cx="19207" cy="9622"/>
            </a:xfrm>
            <a:custGeom>
              <a:rect b="b" l="l" r="r" t="t"/>
              <a:pathLst>
                <a:path extrusionOk="0" h="271" w="541">
                  <a:moveTo>
                    <a:pt x="136" y="0"/>
                  </a:moveTo>
                  <a:cubicBezTo>
                    <a:pt x="61" y="0"/>
                    <a:pt x="1" y="61"/>
                    <a:pt x="1" y="136"/>
                  </a:cubicBezTo>
                  <a:cubicBezTo>
                    <a:pt x="1" y="209"/>
                    <a:pt x="61" y="271"/>
                    <a:pt x="136" y="271"/>
                  </a:cubicBezTo>
                  <a:lnTo>
                    <a:pt x="405" y="271"/>
                  </a:lnTo>
                  <a:cubicBezTo>
                    <a:pt x="481" y="271"/>
                    <a:pt x="540" y="210"/>
                    <a:pt x="540" y="136"/>
                  </a:cubicBezTo>
                  <a:cubicBezTo>
                    <a:pt x="540" y="61"/>
                    <a:pt x="479" y="0"/>
                    <a:pt x="40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28"/>
            <p:cNvSpPr/>
            <p:nvPr/>
          </p:nvSpPr>
          <p:spPr>
            <a:xfrm>
              <a:off x="4789064" y="3618492"/>
              <a:ext cx="49597" cy="9622"/>
            </a:xfrm>
            <a:custGeom>
              <a:rect b="b" l="l" r="r" t="t"/>
              <a:pathLst>
                <a:path extrusionOk="0" h="271" w="1397">
                  <a:moveTo>
                    <a:pt x="136" y="0"/>
                  </a:moveTo>
                  <a:cubicBezTo>
                    <a:pt x="63" y="0"/>
                    <a:pt x="1" y="62"/>
                    <a:pt x="1" y="136"/>
                  </a:cubicBezTo>
                  <a:cubicBezTo>
                    <a:pt x="1" y="209"/>
                    <a:pt x="63" y="271"/>
                    <a:pt x="136" y="271"/>
                  </a:cubicBezTo>
                  <a:lnTo>
                    <a:pt x="1263" y="271"/>
                  </a:lnTo>
                  <a:cubicBezTo>
                    <a:pt x="1336" y="271"/>
                    <a:pt x="1397" y="209"/>
                    <a:pt x="1397" y="136"/>
                  </a:cubicBezTo>
                  <a:cubicBezTo>
                    <a:pt x="1397" y="62"/>
                    <a:pt x="1336" y="0"/>
                    <a:pt x="126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28"/>
            <p:cNvSpPr/>
            <p:nvPr/>
          </p:nvSpPr>
          <p:spPr>
            <a:xfrm>
              <a:off x="4848746" y="3618492"/>
              <a:ext cx="19207" cy="9622"/>
            </a:xfrm>
            <a:custGeom>
              <a:rect b="b" l="l" r="r" t="t"/>
              <a:pathLst>
                <a:path extrusionOk="0" h="271" w="541">
                  <a:moveTo>
                    <a:pt x="136" y="0"/>
                  </a:moveTo>
                  <a:cubicBezTo>
                    <a:pt x="61" y="0"/>
                    <a:pt x="1" y="62"/>
                    <a:pt x="1" y="136"/>
                  </a:cubicBezTo>
                  <a:cubicBezTo>
                    <a:pt x="1" y="209"/>
                    <a:pt x="61" y="271"/>
                    <a:pt x="136" y="271"/>
                  </a:cubicBezTo>
                  <a:lnTo>
                    <a:pt x="405" y="271"/>
                  </a:lnTo>
                  <a:cubicBezTo>
                    <a:pt x="481" y="271"/>
                    <a:pt x="540" y="209"/>
                    <a:pt x="540" y="136"/>
                  </a:cubicBezTo>
                  <a:cubicBezTo>
                    <a:pt x="540" y="62"/>
                    <a:pt x="479" y="0"/>
                    <a:pt x="40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28"/>
            <p:cNvSpPr/>
            <p:nvPr/>
          </p:nvSpPr>
          <p:spPr>
            <a:xfrm>
              <a:off x="4732223" y="3731075"/>
              <a:ext cx="327049" cy="34901"/>
            </a:xfrm>
            <a:custGeom>
              <a:rect b="b" l="l" r="r" t="t"/>
              <a:pathLst>
                <a:path extrusionOk="0" h="983" w="9212">
                  <a:moveTo>
                    <a:pt x="249" y="1"/>
                  </a:moveTo>
                  <a:cubicBezTo>
                    <a:pt x="111" y="1"/>
                    <a:pt x="0" y="112"/>
                    <a:pt x="0" y="251"/>
                  </a:cubicBezTo>
                  <a:lnTo>
                    <a:pt x="0" y="585"/>
                  </a:lnTo>
                  <a:cubicBezTo>
                    <a:pt x="0" y="805"/>
                    <a:pt x="177" y="982"/>
                    <a:pt x="397" y="982"/>
                  </a:cubicBezTo>
                  <a:lnTo>
                    <a:pt x="8812" y="982"/>
                  </a:lnTo>
                  <a:cubicBezTo>
                    <a:pt x="9032" y="982"/>
                    <a:pt x="9210" y="805"/>
                    <a:pt x="9212" y="585"/>
                  </a:cubicBezTo>
                  <a:lnTo>
                    <a:pt x="9212" y="251"/>
                  </a:lnTo>
                  <a:cubicBezTo>
                    <a:pt x="9212" y="112"/>
                    <a:pt x="9099" y="1"/>
                    <a:pt x="8961" y="1"/>
                  </a:cubicBezTo>
                  <a:lnTo>
                    <a:pt x="5532" y="1"/>
                  </a:lnTo>
                  <a:lnTo>
                    <a:pt x="4669" y="80"/>
                  </a:lnTo>
                  <a:lnTo>
                    <a:pt x="3678"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28"/>
            <p:cNvSpPr/>
            <p:nvPr/>
          </p:nvSpPr>
          <p:spPr>
            <a:xfrm>
              <a:off x="5031909" y="3731075"/>
              <a:ext cx="27337" cy="34901"/>
            </a:xfrm>
            <a:custGeom>
              <a:rect b="b" l="l" r="r" t="t"/>
              <a:pathLst>
                <a:path extrusionOk="0" h="983" w="770">
                  <a:moveTo>
                    <a:pt x="150" y="1"/>
                  </a:moveTo>
                  <a:cubicBezTo>
                    <a:pt x="287" y="1"/>
                    <a:pt x="398" y="113"/>
                    <a:pt x="398" y="251"/>
                  </a:cubicBezTo>
                  <a:lnTo>
                    <a:pt x="398" y="585"/>
                  </a:lnTo>
                  <a:cubicBezTo>
                    <a:pt x="398" y="805"/>
                    <a:pt x="219" y="982"/>
                    <a:pt x="1" y="982"/>
                  </a:cubicBezTo>
                  <a:lnTo>
                    <a:pt x="371" y="982"/>
                  </a:lnTo>
                  <a:cubicBezTo>
                    <a:pt x="591" y="982"/>
                    <a:pt x="769" y="805"/>
                    <a:pt x="769" y="585"/>
                  </a:cubicBezTo>
                  <a:lnTo>
                    <a:pt x="769" y="251"/>
                  </a:lnTo>
                  <a:cubicBezTo>
                    <a:pt x="769" y="112"/>
                    <a:pt x="657" y="1"/>
                    <a:pt x="52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28"/>
            <p:cNvSpPr/>
            <p:nvPr/>
          </p:nvSpPr>
          <p:spPr>
            <a:xfrm>
              <a:off x="4862805" y="3731146"/>
              <a:ext cx="65893" cy="16936"/>
            </a:xfrm>
            <a:custGeom>
              <a:rect b="b" l="l" r="r" t="t"/>
              <a:pathLst>
                <a:path extrusionOk="0" h="477" w="1856">
                  <a:moveTo>
                    <a:pt x="0" y="0"/>
                  </a:moveTo>
                  <a:lnTo>
                    <a:pt x="0" y="141"/>
                  </a:lnTo>
                  <a:cubicBezTo>
                    <a:pt x="0" y="326"/>
                    <a:pt x="152" y="477"/>
                    <a:pt x="337" y="477"/>
                  </a:cubicBezTo>
                  <a:lnTo>
                    <a:pt x="1519" y="477"/>
                  </a:lnTo>
                  <a:cubicBezTo>
                    <a:pt x="1704" y="477"/>
                    <a:pt x="1854" y="326"/>
                    <a:pt x="1855" y="141"/>
                  </a:cubicBezTo>
                  <a:lnTo>
                    <a:pt x="185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28"/>
            <p:cNvSpPr/>
            <p:nvPr/>
          </p:nvSpPr>
          <p:spPr>
            <a:xfrm>
              <a:off x="4903528" y="3731075"/>
              <a:ext cx="25100" cy="16971"/>
            </a:xfrm>
            <a:custGeom>
              <a:rect b="b" l="l" r="r" t="t"/>
              <a:pathLst>
                <a:path extrusionOk="0" h="478" w="707">
                  <a:moveTo>
                    <a:pt x="337" y="1"/>
                  </a:moveTo>
                  <a:lnTo>
                    <a:pt x="337" y="141"/>
                  </a:lnTo>
                  <a:cubicBezTo>
                    <a:pt x="337" y="326"/>
                    <a:pt x="186" y="477"/>
                    <a:pt x="0" y="477"/>
                  </a:cubicBezTo>
                  <a:lnTo>
                    <a:pt x="372" y="477"/>
                  </a:lnTo>
                  <a:cubicBezTo>
                    <a:pt x="557" y="477"/>
                    <a:pt x="707" y="326"/>
                    <a:pt x="707" y="141"/>
                  </a:cubicBezTo>
                  <a:lnTo>
                    <a:pt x="70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68" name="Google Shape;4468;p28"/>
          <p:cNvGrpSpPr/>
          <p:nvPr/>
        </p:nvGrpSpPr>
        <p:grpSpPr>
          <a:xfrm>
            <a:off x="4084872" y="3509564"/>
            <a:ext cx="327024" cy="286521"/>
            <a:chOff x="4084872" y="3509564"/>
            <a:chExt cx="327024" cy="286521"/>
          </a:xfrm>
        </p:grpSpPr>
        <p:sp>
          <p:nvSpPr>
            <p:cNvPr id="4469" name="Google Shape;4469;p28"/>
            <p:cNvSpPr/>
            <p:nvPr/>
          </p:nvSpPr>
          <p:spPr>
            <a:xfrm>
              <a:off x="4196140" y="3660385"/>
              <a:ext cx="215642" cy="135700"/>
            </a:xfrm>
            <a:custGeom>
              <a:rect b="b" l="l" r="r" t="t"/>
              <a:pathLst>
                <a:path extrusionOk="0" h="3822" w="6074">
                  <a:moveTo>
                    <a:pt x="195" y="1"/>
                  </a:moveTo>
                  <a:cubicBezTo>
                    <a:pt x="89" y="1"/>
                    <a:pt x="1" y="87"/>
                    <a:pt x="1" y="195"/>
                  </a:cubicBezTo>
                  <a:lnTo>
                    <a:pt x="1" y="797"/>
                  </a:lnTo>
                  <a:lnTo>
                    <a:pt x="191" y="1294"/>
                  </a:lnTo>
                  <a:lnTo>
                    <a:pt x="1" y="1912"/>
                  </a:lnTo>
                  <a:lnTo>
                    <a:pt x="1" y="3627"/>
                  </a:lnTo>
                  <a:cubicBezTo>
                    <a:pt x="1" y="3733"/>
                    <a:pt x="85" y="3821"/>
                    <a:pt x="190" y="3821"/>
                  </a:cubicBezTo>
                  <a:cubicBezTo>
                    <a:pt x="192" y="3821"/>
                    <a:pt x="194" y="3821"/>
                    <a:pt x="195" y="3821"/>
                  </a:cubicBezTo>
                  <a:lnTo>
                    <a:pt x="5879" y="3821"/>
                  </a:lnTo>
                  <a:cubicBezTo>
                    <a:pt x="5986" y="3821"/>
                    <a:pt x="6074" y="3735"/>
                    <a:pt x="6074" y="3627"/>
                  </a:cubicBezTo>
                  <a:lnTo>
                    <a:pt x="6074" y="1912"/>
                  </a:lnTo>
                  <a:lnTo>
                    <a:pt x="5786" y="1353"/>
                  </a:lnTo>
                  <a:lnTo>
                    <a:pt x="6074" y="797"/>
                  </a:lnTo>
                  <a:lnTo>
                    <a:pt x="6074" y="195"/>
                  </a:lnTo>
                  <a:cubicBezTo>
                    <a:pt x="6074" y="90"/>
                    <a:pt x="5987" y="1"/>
                    <a:pt x="587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28"/>
            <p:cNvSpPr/>
            <p:nvPr/>
          </p:nvSpPr>
          <p:spPr>
            <a:xfrm>
              <a:off x="4391482" y="3660491"/>
              <a:ext cx="20414" cy="135594"/>
            </a:xfrm>
            <a:custGeom>
              <a:rect b="b" l="l" r="r" t="t"/>
              <a:pathLst>
                <a:path extrusionOk="0" h="3819" w="575">
                  <a:moveTo>
                    <a:pt x="0" y="1"/>
                  </a:moveTo>
                  <a:cubicBezTo>
                    <a:pt x="107" y="1"/>
                    <a:pt x="195" y="87"/>
                    <a:pt x="195" y="195"/>
                  </a:cubicBezTo>
                  <a:lnTo>
                    <a:pt x="195" y="3624"/>
                  </a:lnTo>
                  <a:cubicBezTo>
                    <a:pt x="195" y="3731"/>
                    <a:pt x="108" y="3818"/>
                    <a:pt x="0" y="3818"/>
                  </a:cubicBezTo>
                  <a:lnTo>
                    <a:pt x="380" y="3818"/>
                  </a:lnTo>
                  <a:cubicBezTo>
                    <a:pt x="485" y="3818"/>
                    <a:pt x="575" y="3732"/>
                    <a:pt x="575" y="3624"/>
                  </a:cubicBezTo>
                  <a:lnTo>
                    <a:pt x="575" y="195"/>
                  </a:lnTo>
                  <a:cubicBezTo>
                    <a:pt x="575" y="87"/>
                    <a:pt x="485" y="1"/>
                    <a:pt x="38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28"/>
            <p:cNvSpPr/>
            <p:nvPr/>
          </p:nvSpPr>
          <p:spPr>
            <a:xfrm>
              <a:off x="4196140" y="3688681"/>
              <a:ext cx="215749" cy="39659"/>
            </a:xfrm>
            <a:custGeom>
              <a:rect b="b" l="l" r="r" t="t"/>
              <a:pathLst>
                <a:path extrusionOk="0" h="1117" w="6077">
                  <a:moveTo>
                    <a:pt x="1" y="1"/>
                  </a:moveTo>
                  <a:lnTo>
                    <a:pt x="1" y="1116"/>
                  </a:lnTo>
                  <a:lnTo>
                    <a:pt x="6077" y="1116"/>
                  </a:lnTo>
                  <a:lnTo>
                    <a:pt x="6077" y="1"/>
                  </a:ln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28"/>
            <p:cNvSpPr/>
            <p:nvPr/>
          </p:nvSpPr>
          <p:spPr>
            <a:xfrm>
              <a:off x="4398334" y="3688681"/>
              <a:ext cx="13455" cy="39659"/>
            </a:xfrm>
            <a:custGeom>
              <a:rect b="b" l="l" r="r" t="t"/>
              <a:pathLst>
                <a:path extrusionOk="0" h="1117" w="379">
                  <a:moveTo>
                    <a:pt x="0" y="1"/>
                  </a:moveTo>
                  <a:lnTo>
                    <a:pt x="0" y="1116"/>
                  </a:lnTo>
                  <a:lnTo>
                    <a:pt x="379" y="1116"/>
                  </a:lnTo>
                  <a:lnTo>
                    <a:pt x="37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28"/>
            <p:cNvSpPr/>
            <p:nvPr/>
          </p:nvSpPr>
          <p:spPr>
            <a:xfrm>
              <a:off x="4084872" y="3574572"/>
              <a:ext cx="215642" cy="135629"/>
            </a:xfrm>
            <a:custGeom>
              <a:rect b="b" l="l" r="r" t="t"/>
              <a:pathLst>
                <a:path extrusionOk="0" h="3820" w="6074">
                  <a:moveTo>
                    <a:pt x="195" y="0"/>
                  </a:moveTo>
                  <a:cubicBezTo>
                    <a:pt x="89" y="0"/>
                    <a:pt x="1" y="87"/>
                    <a:pt x="1" y="194"/>
                  </a:cubicBezTo>
                  <a:lnTo>
                    <a:pt x="1" y="3625"/>
                  </a:lnTo>
                  <a:cubicBezTo>
                    <a:pt x="1" y="3732"/>
                    <a:pt x="87" y="3819"/>
                    <a:pt x="195" y="3819"/>
                  </a:cubicBezTo>
                  <a:lnTo>
                    <a:pt x="5879" y="3819"/>
                  </a:lnTo>
                  <a:cubicBezTo>
                    <a:pt x="5984" y="3819"/>
                    <a:pt x="6073" y="3733"/>
                    <a:pt x="6073" y="3625"/>
                  </a:cubicBezTo>
                  <a:lnTo>
                    <a:pt x="6073" y="194"/>
                  </a:lnTo>
                  <a:cubicBezTo>
                    <a:pt x="6073" y="89"/>
                    <a:pt x="5987" y="0"/>
                    <a:pt x="587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28"/>
            <p:cNvSpPr/>
            <p:nvPr/>
          </p:nvSpPr>
          <p:spPr>
            <a:xfrm>
              <a:off x="4280390" y="3574572"/>
              <a:ext cx="20130" cy="135629"/>
            </a:xfrm>
            <a:custGeom>
              <a:rect b="b" l="l" r="r" t="t"/>
              <a:pathLst>
                <a:path extrusionOk="0" h="3820" w="567">
                  <a:moveTo>
                    <a:pt x="375" y="0"/>
                  </a:moveTo>
                  <a:cubicBezTo>
                    <a:pt x="374" y="0"/>
                    <a:pt x="373" y="0"/>
                    <a:pt x="372" y="0"/>
                  </a:cubicBezTo>
                  <a:lnTo>
                    <a:pt x="1" y="0"/>
                  </a:lnTo>
                  <a:cubicBezTo>
                    <a:pt x="107" y="0"/>
                    <a:pt x="195" y="87"/>
                    <a:pt x="195" y="194"/>
                  </a:cubicBezTo>
                  <a:lnTo>
                    <a:pt x="195" y="3625"/>
                  </a:lnTo>
                  <a:cubicBezTo>
                    <a:pt x="195" y="3732"/>
                    <a:pt x="109" y="3819"/>
                    <a:pt x="1" y="3819"/>
                  </a:cubicBezTo>
                  <a:lnTo>
                    <a:pt x="372" y="3819"/>
                  </a:lnTo>
                  <a:cubicBezTo>
                    <a:pt x="477" y="3819"/>
                    <a:pt x="566" y="3733"/>
                    <a:pt x="566" y="3625"/>
                  </a:cubicBezTo>
                  <a:lnTo>
                    <a:pt x="566" y="193"/>
                  </a:lnTo>
                  <a:cubicBezTo>
                    <a:pt x="566" y="87"/>
                    <a:pt x="482" y="0"/>
                    <a:pt x="37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28"/>
            <p:cNvSpPr/>
            <p:nvPr/>
          </p:nvSpPr>
          <p:spPr>
            <a:xfrm>
              <a:off x="4259088" y="3509564"/>
              <a:ext cx="101679" cy="101722"/>
            </a:xfrm>
            <a:custGeom>
              <a:rect b="b" l="l" r="r" t="t"/>
              <a:pathLst>
                <a:path extrusionOk="0" h="2865" w="2864">
                  <a:moveTo>
                    <a:pt x="1433" y="1"/>
                  </a:moveTo>
                  <a:cubicBezTo>
                    <a:pt x="641" y="1"/>
                    <a:pt x="1" y="641"/>
                    <a:pt x="1" y="1433"/>
                  </a:cubicBezTo>
                  <a:cubicBezTo>
                    <a:pt x="1" y="2223"/>
                    <a:pt x="641" y="2864"/>
                    <a:pt x="1433" y="2864"/>
                  </a:cubicBezTo>
                  <a:cubicBezTo>
                    <a:pt x="2223" y="2864"/>
                    <a:pt x="2863" y="2223"/>
                    <a:pt x="2863" y="1433"/>
                  </a:cubicBezTo>
                  <a:cubicBezTo>
                    <a:pt x="2863" y="641"/>
                    <a:pt x="2223" y="1"/>
                    <a:pt x="14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28"/>
            <p:cNvSpPr/>
            <p:nvPr/>
          </p:nvSpPr>
          <p:spPr>
            <a:xfrm>
              <a:off x="4276379" y="3513505"/>
              <a:ext cx="84425" cy="97781"/>
            </a:xfrm>
            <a:custGeom>
              <a:rect b="b" l="l" r="r" t="t"/>
              <a:pathLst>
                <a:path extrusionOk="0" h="2754" w="2378">
                  <a:moveTo>
                    <a:pt x="1494" y="1"/>
                  </a:moveTo>
                  <a:lnTo>
                    <a:pt x="1494" y="1"/>
                  </a:lnTo>
                  <a:cubicBezTo>
                    <a:pt x="1792" y="262"/>
                    <a:pt x="1982" y="647"/>
                    <a:pt x="1982" y="1077"/>
                  </a:cubicBezTo>
                  <a:cubicBezTo>
                    <a:pt x="1982" y="1868"/>
                    <a:pt x="1341" y="2509"/>
                    <a:pt x="550" y="2509"/>
                  </a:cubicBezTo>
                  <a:cubicBezTo>
                    <a:pt x="356" y="2509"/>
                    <a:pt x="170" y="2468"/>
                    <a:pt x="0" y="2399"/>
                  </a:cubicBezTo>
                  <a:lnTo>
                    <a:pt x="0" y="2399"/>
                  </a:lnTo>
                  <a:cubicBezTo>
                    <a:pt x="252" y="2618"/>
                    <a:pt x="583" y="2753"/>
                    <a:pt x="946" y="2753"/>
                  </a:cubicBezTo>
                  <a:cubicBezTo>
                    <a:pt x="1737" y="2753"/>
                    <a:pt x="2378" y="2113"/>
                    <a:pt x="2378" y="1322"/>
                  </a:cubicBezTo>
                  <a:cubicBezTo>
                    <a:pt x="2378" y="726"/>
                    <a:pt x="2013" y="215"/>
                    <a:pt x="149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28"/>
            <p:cNvSpPr/>
            <p:nvPr/>
          </p:nvSpPr>
          <p:spPr>
            <a:xfrm>
              <a:off x="4218117" y="3746694"/>
              <a:ext cx="81940" cy="9622"/>
            </a:xfrm>
            <a:custGeom>
              <a:rect b="b" l="l" r="r" t="t"/>
              <a:pathLst>
                <a:path extrusionOk="0" h="271" w="2308">
                  <a:moveTo>
                    <a:pt x="136" y="0"/>
                  </a:moveTo>
                  <a:cubicBezTo>
                    <a:pt x="63" y="0"/>
                    <a:pt x="1" y="62"/>
                    <a:pt x="1" y="136"/>
                  </a:cubicBezTo>
                  <a:cubicBezTo>
                    <a:pt x="1" y="209"/>
                    <a:pt x="63" y="271"/>
                    <a:pt x="136" y="271"/>
                  </a:cubicBezTo>
                  <a:lnTo>
                    <a:pt x="2172" y="271"/>
                  </a:lnTo>
                  <a:cubicBezTo>
                    <a:pt x="2246" y="271"/>
                    <a:pt x="2308" y="209"/>
                    <a:pt x="2308" y="136"/>
                  </a:cubicBezTo>
                  <a:cubicBezTo>
                    <a:pt x="2308" y="62"/>
                    <a:pt x="2249" y="0"/>
                    <a:pt x="21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28"/>
            <p:cNvSpPr/>
            <p:nvPr/>
          </p:nvSpPr>
          <p:spPr>
            <a:xfrm>
              <a:off x="4218117" y="3768103"/>
              <a:ext cx="49348" cy="9586"/>
            </a:xfrm>
            <a:custGeom>
              <a:rect b="b" l="l" r="r" t="t"/>
              <a:pathLst>
                <a:path extrusionOk="0" h="270" w="1390">
                  <a:moveTo>
                    <a:pt x="136" y="0"/>
                  </a:moveTo>
                  <a:cubicBezTo>
                    <a:pt x="63" y="0"/>
                    <a:pt x="1" y="61"/>
                    <a:pt x="1" y="135"/>
                  </a:cubicBezTo>
                  <a:cubicBezTo>
                    <a:pt x="1" y="209"/>
                    <a:pt x="63" y="269"/>
                    <a:pt x="136" y="269"/>
                  </a:cubicBezTo>
                  <a:lnTo>
                    <a:pt x="1256" y="269"/>
                  </a:lnTo>
                  <a:cubicBezTo>
                    <a:pt x="1329" y="269"/>
                    <a:pt x="1389" y="209"/>
                    <a:pt x="1389" y="135"/>
                  </a:cubicBezTo>
                  <a:cubicBezTo>
                    <a:pt x="1389" y="61"/>
                    <a:pt x="1330" y="0"/>
                    <a:pt x="125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28"/>
            <p:cNvSpPr/>
            <p:nvPr/>
          </p:nvSpPr>
          <p:spPr>
            <a:xfrm>
              <a:off x="4290332" y="3522204"/>
              <a:ext cx="39727" cy="76620"/>
            </a:xfrm>
            <a:custGeom>
              <a:rect b="b" l="l" r="r" t="t"/>
              <a:pathLst>
                <a:path extrusionOk="0" h="2158" w="1119">
                  <a:moveTo>
                    <a:pt x="410" y="510"/>
                  </a:moveTo>
                  <a:lnTo>
                    <a:pt x="410" y="790"/>
                  </a:lnTo>
                  <a:cubicBezTo>
                    <a:pt x="396" y="783"/>
                    <a:pt x="383" y="774"/>
                    <a:pt x="373" y="766"/>
                  </a:cubicBezTo>
                  <a:cubicBezTo>
                    <a:pt x="340" y="740"/>
                    <a:pt x="327" y="688"/>
                    <a:pt x="338" y="630"/>
                  </a:cubicBezTo>
                  <a:cubicBezTo>
                    <a:pt x="345" y="589"/>
                    <a:pt x="369" y="543"/>
                    <a:pt x="410" y="510"/>
                  </a:cubicBezTo>
                  <a:close/>
                  <a:moveTo>
                    <a:pt x="678" y="1202"/>
                  </a:moveTo>
                  <a:cubicBezTo>
                    <a:pt x="823" y="1265"/>
                    <a:pt x="820" y="1389"/>
                    <a:pt x="812" y="1442"/>
                  </a:cubicBezTo>
                  <a:cubicBezTo>
                    <a:pt x="799" y="1515"/>
                    <a:pt x="754" y="1590"/>
                    <a:pt x="678" y="1633"/>
                  </a:cubicBezTo>
                  <a:lnTo>
                    <a:pt x="678" y="1202"/>
                  </a:lnTo>
                  <a:close/>
                  <a:moveTo>
                    <a:pt x="543" y="0"/>
                  </a:moveTo>
                  <a:cubicBezTo>
                    <a:pt x="469" y="0"/>
                    <a:pt x="407" y="62"/>
                    <a:pt x="407" y="135"/>
                  </a:cubicBezTo>
                  <a:lnTo>
                    <a:pt x="407" y="220"/>
                  </a:lnTo>
                  <a:cubicBezTo>
                    <a:pt x="399" y="222"/>
                    <a:pt x="392" y="223"/>
                    <a:pt x="383" y="228"/>
                  </a:cubicBezTo>
                  <a:cubicBezTo>
                    <a:pt x="223" y="275"/>
                    <a:pt x="104" y="412"/>
                    <a:pt x="72" y="583"/>
                  </a:cubicBezTo>
                  <a:cubicBezTo>
                    <a:pt x="43" y="740"/>
                    <a:pt x="94" y="892"/>
                    <a:pt x="204" y="980"/>
                  </a:cubicBezTo>
                  <a:cubicBezTo>
                    <a:pt x="256" y="1022"/>
                    <a:pt x="321" y="1059"/>
                    <a:pt x="407" y="1100"/>
                  </a:cubicBezTo>
                  <a:lnTo>
                    <a:pt x="407" y="1668"/>
                  </a:lnTo>
                  <a:cubicBezTo>
                    <a:pt x="347" y="1659"/>
                    <a:pt x="302" y="1639"/>
                    <a:pt x="227" y="1590"/>
                  </a:cubicBezTo>
                  <a:cubicBezTo>
                    <a:pt x="205" y="1576"/>
                    <a:pt x="180" y="1569"/>
                    <a:pt x="155" y="1569"/>
                  </a:cubicBezTo>
                  <a:cubicBezTo>
                    <a:pt x="111" y="1569"/>
                    <a:pt x="68" y="1590"/>
                    <a:pt x="42" y="1631"/>
                  </a:cubicBezTo>
                  <a:cubicBezTo>
                    <a:pt x="0" y="1694"/>
                    <a:pt x="17" y="1776"/>
                    <a:pt x="81" y="1818"/>
                  </a:cubicBezTo>
                  <a:cubicBezTo>
                    <a:pt x="209" y="1900"/>
                    <a:pt x="298" y="1930"/>
                    <a:pt x="407" y="1940"/>
                  </a:cubicBezTo>
                  <a:lnTo>
                    <a:pt x="407" y="2022"/>
                  </a:lnTo>
                  <a:cubicBezTo>
                    <a:pt x="407" y="2097"/>
                    <a:pt x="469" y="2157"/>
                    <a:pt x="543" y="2157"/>
                  </a:cubicBezTo>
                  <a:cubicBezTo>
                    <a:pt x="617" y="2157"/>
                    <a:pt x="678" y="2097"/>
                    <a:pt x="678" y="2022"/>
                  </a:cubicBezTo>
                  <a:lnTo>
                    <a:pt x="678" y="1926"/>
                  </a:lnTo>
                  <a:cubicBezTo>
                    <a:pt x="901" y="1868"/>
                    <a:pt x="1045" y="1677"/>
                    <a:pt x="1077" y="1488"/>
                  </a:cubicBezTo>
                  <a:cubicBezTo>
                    <a:pt x="1118" y="1243"/>
                    <a:pt x="986" y="1025"/>
                    <a:pt x="748" y="941"/>
                  </a:cubicBezTo>
                  <a:cubicBezTo>
                    <a:pt x="725" y="933"/>
                    <a:pt x="701" y="925"/>
                    <a:pt x="676" y="917"/>
                  </a:cubicBezTo>
                  <a:lnTo>
                    <a:pt x="676" y="488"/>
                  </a:lnTo>
                  <a:cubicBezTo>
                    <a:pt x="720" y="504"/>
                    <a:pt x="746" y="525"/>
                    <a:pt x="751" y="530"/>
                  </a:cubicBezTo>
                  <a:lnTo>
                    <a:pt x="756" y="533"/>
                  </a:lnTo>
                  <a:lnTo>
                    <a:pt x="786" y="559"/>
                  </a:lnTo>
                  <a:cubicBezTo>
                    <a:pt x="811" y="580"/>
                    <a:pt x="842" y="591"/>
                    <a:pt x="874" y="591"/>
                  </a:cubicBezTo>
                  <a:cubicBezTo>
                    <a:pt x="912" y="591"/>
                    <a:pt x="950" y="575"/>
                    <a:pt x="977" y="544"/>
                  </a:cubicBezTo>
                  <a:cubicBezTo>
                    <a:pt x="1025" y="488"/>
                    <a:pt x="1018" y="402"/>
                    <a:pt x="961" y="353"/>
                  </a:cubicBezTo>
                  <a:lnTo>
                    <a:pt x="931" y="328"/>
                  </a:lnTo>
                  <a:cubicBezTo>
                    <a:pt x="911" y="310"/>
                    <a:pt x="820" y="238"/>
                    <a:pt x="678" y="209"/>
                  </a:cubicBezTo>
                  <a:lnTo>
                    <a:pt x="678" y="135"/>
                  </a:lnTo>
                  <a:cubicBezTo>
                    <a:pt x="678" y="62"/>
                    <a:pt x="617" y="0"/>
                    <a:pt x="54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28"/>
            <p:cNvSpPr/>
            <p:nvPr/>
          </p:nvSpPr>
          <p:spPr>
            <a:xfrm>
              <a:off x="4104292" y="3643165"/>
              <a:ext cx="81869" cy="9586"/>
            </a:xfrm>
            <a:custGeom>
              <a:rect b="b" l="l" r="r" t="t"/>
              <a:pathLst>
                <a:path extrusionOk="0" h="270" w="2306">
                  <a:moveTo>
                    <a:pt x="134" y="1"/>
                  </a:moveTo>
                  <a:cubicBezTo>
                    <a:pt x="61" y="1"/>
                    <a:pt x="1" y="61"/>
                    <a:pt x="1" y="136"/>
                  </a:cubicBezTo>
                  <a:cubicBezTo>
                    <a:pt x="1" y="209"/>
                    <a:pt x="61" y="270"/>
                    <a:pt x="134" y="270"/>
                  </a:cubicBezTo>
                  <a:lnTo>
                    <a:pt x="2171" y="270"/>
                  </a:lnTo>
                  <a:cubicBezTo>
                    <a:pt x="2245" y="270"/>
                    <a:pt x="2306" y="209"/>
                    <a:pt x="2306" y="136"/>
                  </a:cubicBezTo>
                  <a:cubicBezTo>
                    <a:pt x="2306" y="60"/>
                    <a:pt x="2247" y="1"/>
                    <a:pt x="21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28"/>
            <p:cNvSpPr/>
            <p:nvPr/>
          </p:nvSpPr>
          <p:spPr>
            <a:xfrm>
              <a:off x="4104292" y="3664467"/>
              <a:ext cx="24568" cy="9657"/>
            </a:xfrm>
            <a:custGeom>
              <a:rect b="b" l="l" r="r" t="t"/>
              <a:pathLst>
                <a:path extrusionOk="0" h="272" w="692">
                  <a:moveTo>
                    <a:pt x="134" y="1"/>
                  </a:moveTo>
                  <a:cubicBezTo>
                    <a:pt x="61" y="1"/>
                    <a:pt x="1" y="63"/>
                    <a:pt x="1" y="136"/>
                  </a:cubicBezTo>
                  <a:cubicBezTo>
                    <a:pt x="1" y="210"/>
                    <a:pt x="61" y="271"/>
                    <a:pt x="134" y="271"/>
                  </a:cubicBezTo>
                  <a:lnTo>
                    <a:pt x="556" y="271"/>
                  </a:lnTo>
                  <a:cubicBezTo>
                    <a:pt x="629" y="271"/>
                    <a:pt x="691" y="210"/>
                    <a:pt x="691" y="136"/>
                  </a:cubicBezTo>
                  <a:cubicBezTo>
                    <a:pt x="691" y="63"/>
                    <a:pt x="631" y="1"/>
                    <a:pt x="55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28"/>
            <p:cNvSpPr/>
            <p:nvPr/>
          </p:nvSpPr>
          <p:spPr>
            <a:xfrm>
              <a:off x="4145015" y="3664467"/>
              <a:ext cx="24568" cy="9657"/>
            </a:xfrm>
            <a:custGeom>
              <a:rect b="b" l="l" r="r" t="t"/>
              <a:pathLst>
                <a:path extrusionOk="0" h="272" w="692">
                  <a:moveTo>
                    <a:pt x="136" y="1"/>
                  </a:moveTo>
                  <a:cubicBezTo>
                    <a:pt x="62" y="1"/>
                    <a:pt x="1" y="63"/>
                    <a:pt x="1" y="136"/>
                  </a:cubicBezTo>
                  <a:cubicBezTo>
                    <a:pt x="1" y="210"/>
                    <a:pt x="62" y="271"/>
                    <a:pt x="136" y="271"/>
                  </a:cubicBezTo>
                  <a:lnTo>
                    <a:pt x="556" y="271"/>
                  </a:lnTo>
                  <a:cubicBezTo>
                    <a:pt x="631" y="271"/>
                    <a:pt x="691" y="210"/>
                    <a:pt x="691" y="136"/>
                  </a:cubicBezTo>
                  <a:cubicBezTo>
                    <a:pt x="691" y="63"/>
                    <a:pt x="631" y="1"/>
                    <a:pt x="55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83" name="Google Shape;4483;p28"/>
          <p:cNvGrpSpPr/>
          <p:nvPr/>
        </p:nvGrpSpPr>
        <p:grpSpPr>
          <a:xfrm>
            <a:off x="3451663" y="3489398"/>
            <a:ext cx="298657" cy="327037"/>
            <a:chOff x="3451663" y="3618198"/>
            <a:chExt cx="298657" cy="327037"/>
          </a:xfrm>
        </p:grpSpPr>
        <p:sp>
          <p:nvSpPr>
            <p:cNvPr id="4484" name="Google Shape;4484;p28"/>
            <p:cNvSpPr/>
            <p:nvPr/>
          </p:nvSpPr>
          <p:spPr>
            <a:xfrm>
              <a:off x="3451699" y="3624873"/>
              <a:ext cx="234707" cy="320362"/>
            </a:xfrm>
            <a:custGeom>
              <a:rect b="b" l="l" r="r" t="t"/>
              <a:pathLst>
                <a:path extrusionOk="0" h="9023" w="6611">
                  <a:moveTo>
                    <a:pt x="100" y="1"/>
                  </a:moveTo>
                  <a:cubicBezTo>
                    <a:pt x="45" y="1"/>
                    <a:pt x="1" y="45"/>
                    <a:pt x="1" y="100"/>
                  </a:cubicBezTo>
                  <a:lnTo>
                    <a:pt x="1" y="8923"/>
                  </a:lnTo>
                  <a:cubicBezTo>
                    <a:pt x="1" y="8977"/>
                    <a:pt x="45" y="9022"/>
                    <a:pt x="100" y="9022"/>
                  </a:cubicBezTo>
                  <a:lnTo>
                    <a:pt x="6511" y="9022"/>
                  </a:lnTo>
                  <a:cubicBezTo>
                    <a:pt x="6564" y="9022"/>
                    <a:pt x="6607" y="8977"/>
                    <a:pt x="6610" y="8923"/>
                  </a:cubicBezTo>
                  <a:lnTo>
                    <a:pt x="6610" y="100"/>
                  </a:lnTo>
                  <a:cubicBezTo>
                    <a:pt x="6610" y="45"/>
                    <a:pt x="6564" y="1"/>
                    <a:pt x="651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28"/>
            <p:cNvSpPr/>
            <p:nvPr/>
          </p:nvSpPr>
          <p:spPr>
            <a:xfrm>
              <a:off x="3669621" y="3656507"/>
              <a:ext cx="16686" cy="288727"/>
            </a:xfrm>
            <a:custGeom>
              <a:rect b="b" l="l" r="r" t="t"/>
              <a:pathLst>
                <a:path extrusionOk="0" h="8132" w="470">
                  <a:moveTo>
                    <a:pt x="0" y="1"/>
                  </a:moveTo>
                  <a:cubicBezTo>
                    <a:pt x="55" y="1"/>
                    <a:pt x="100" y="45"/>
                    <a:pt x="100" y="100"/>
                  </a:cubicBezTo>
                  <a:lnTo>
                    <a:pt x="100" y="8032"/>
                  </a:lnTo>
                  <a:cubicBezTo>
                    <a:pt x="100" y="8086"/>
                    <a:pt x="55" y="8131"/>
                    <a:pt x="0" y="8131"/>
                  </a:cubicBezTo>
                  <a:lnTo>
                    <a:pt x="372" y="8131"/>
                  </a:lnTo>
                  <a:cubicBezTo>
                    <a:pt x="425" y="8131"/>
                    <a:pt x="469" y="8086"/>
                    <a:pt x="469" y="8032"/>
                  </a:cubicBezTo>
                  <a:lnTo>
                    <a:pt x="469" y="100"/>
                  </a:lnTo>
                  <a:cubicBezTo>
                    <a:pt x="469" y="44"/>
                    <a:pt x="426"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28"/>
            <p:cNvSpPr/>
            <p:nvPr/>
          </p:nvSpPr>
          <p:spPr>
            <a:xfrm>
              <a:off x="3451663" y="3618198"/>
              <a:ext cx="234636" cy="42748"/>
            </a:xfrm>
            <a:custGeom>
              <a:rect b="b" l="l" r="r" t="t"/>
              <a:pathLst>
                <a:path extrusionOk="0" h="1204" w="6609">
                  <a:moveTo>
                    <a:pt x="100" y="0"/>
                  </a:moveTo>
                  <a:cubicBezTo>
                    <a:pt x="45" y="0"/>
                    <a:pt x="0" y="45"/>
                    <a:pt x="0" y="100"/>
                  </a:cubicBezTo>
                  <a:lnTo>
                    <a:pt x="0" y="1203"/>
                  </a:lnTo>
                  <a:lnTo>
                    <a:pt x="6608" y="1203"/>
                  </a:lnTo>
                  <a:lnTo>
                    <a:pt x="6608" y="100"/>
                  </a:lnTo>
                  <a:cubicBezTo>
                    <a:pt x="6608" y="43"/>
                    <a:pt x="6565" y="0"/>
                    <a:pt x="651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28"/>
            <p:cNvSpPr/>
            <p:nvPr/>
          </p:nvSpPr>
          <p:spPr>
            <a:xfrm>
              <a:off x="3669656" y="3618198"/>
              <a:ext cx="16651" cy="42748"/>
            </a:xfrm>
            <a:custGeom>
              <a:rect b="b" l="l" r="r" t="t"/>
              <a:pathLst>
                <a:path extrusionOk="0" h="1204" w="469">
                  <a:moveTo>
                    <a:pt x="1" y="0"/>
                  </a:moveTo>
                  <a:cubicBezTo>
                    <a:pt x="55" y="0"/>
                    <a:pt x="100" y="45"/>
                    <a:pt x="100" y="100"/>
                  </a:cubicBezTo>
                  <a:lnTo>
                    <a:pt x="100" y="1203"/>
                  </a:lnTo>
                  <a:lnTo>
                    <a:pt x="468" y="1203"/>
                  </a:lnTo>
                  <a:lnTo>
                    <a:pt x="468" y="100"/>
                  </a:lnTo>
                  <a:cubicBezTo>
                    <a:pt x="468" y="43"/>
                    <a:pt x="425"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28"/>
            <p:cNvSpPr/>
            <p:nvPr/>
          </p:nvSpPr>
          <p:spPr>
            <a:xfrm>
              <a:off x="3532683" y="3688176"/>
              <a:ext cx="72603" cy="72608"/>
            </a:xfrm>
            <a:custGeom>
              <a:rect b="b" l="l" r="r" t="t"/>
              <a:pathLst>
                <a:path extrusionOk="0" h="2045" w="2045">
                  <a:moveTo>
                    <a:pt x="1022" y="1"/>
                  </a:moveTo>
                  <a:cubicBezTo>
                    <a:pt x="458" y="1"/>
                    <a:pt x="1" y="458"/>
                    <a:pt x="1" y="1023"/>
                  </a:cubicBezTo>
                  <a:cubicBezTo>
                    <a:pt x="1" y="1587"/>
                    <a:pt x="458" y="2044"/>
                    <a:pt x="1022" y="2044"/>
                  </a:cubicBezTo>
                  <a:cubicBezTo>
                    <a:pt x="1587" y="2044"/>
                    <a:pt x="2044" y="1587"/>
                    <a:pt x="2044" y="1023"/>
                  </a:cubicBezTo>
                  <a:cubicBezTo>
                    <a:pt x="2044" y="458"/>
                    <a:pt x="1587" y="1"/>
                    <a:pt x="102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28"/>
            <p:cNvSpPr/>
            <p:nvPr/>
          </p:nvSpPr>
          <p:spPr>
            <a:xfrm>
              <a:off x="3541665" y="3690945"/>
              <a:ext cx="63656" cy="69838"/>
            </a:xfrm>
            <a:custGeom>
              <a:rect b="b" l="l" r="r" t="t"/>
              <a:pathLst>
                <a:path extrusionOk="0" h="1967" w="1793">
                  <a:moveTo>
                    <a:pt x="1165" y="0"/>
                  </a:moveTo>
                  <a:lnTo>
                    <a:pt x="1165" y="0"/>
                  </a:lnTo>
                  <a:cubicBezTo>
                    <a:pt x="1322" y="180"/>
                    <a:pt x="1417" y="415"/>
                    <a:pt x="1417" y="673"/>
                  </a:cubicBezTo>
                  <a:cubicBezTo>
                    <a:pt x="1417" y="1235"/>
                    <a:pt x="959" y="1694"/>
                    <a:pt x="395" y="1694"/>
                  </a:cubicBezTo>
                  <a:cubicBezTo>
                    <a:pt x="257" y="1694"/>
                    <a:pt x="122" y="1665"/>
                    <a:pt x="1" y="1615"/>
                  </a:cubicBezTo>
                  <a:lnTo>
                    <a:pt x="1" y="1615"/>
                  </a:lnTo>
                  <a:cubicBezTo>
                    <a:pt x="188" y="1831"/>
                    <a:pt x="463" y="1966"/>
                    <a:pt x="771" y="1966"/>
                  </a:cubicBezTo>
                  <a:cubicBezTo>
                    <a:pt x="1335" y="1966"/>
                    <a:pt x="1793" y="1509"/>
                    <a:pt x="1793" y="945"/>
                  </a:cubicBezTo>
                  <a:cubicBezTo>
                    <a:pt x="1793" y="520"/>
                    <a:pt x="1534" y="156"/>
                    <a:pt x="116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28"/>
            <p:cNvSpPr/>
            <p:nvPr/>
          </p:nvSpPr>
          <p:spPr>
            <a:xfrm>
              <a:off x="3482871" y="3782652"/>
              <a:ext cx="177122" cy="40405"/>
            </a:xfrm>
            <a:custGeom>
              <a:rect b="b" l="l" r="r" t="t"/>
              <a:pathLst>
                <a:path extrusionOk="0" h="1138" w="4989">
                  <a:moveTo>
                    <a:pt x="159" y="1"/>
                  </a:moveTo>
                  <a:cubicBezTo>
                    <a:pt x="71" y="1"/>
                    <a:pt x="1" y="70"/>
                    <a:pt x="1" y="159"/>
                  </a:cubicBezTo>
                  <a:lnTo>
                    <a:pt x="1" y="979"/>
                  </a:lnTo>
                  <a:cubicBezTo>
                    <a:pt x="1" y="1067"/>
                    <a:pt x="71" y="1137"/>
                    <a:pt x="159" y="1137"/>
                  </a:cubicBezTo>
                  <a:lnTo>
                    <a:pt x="4830" y="1137"/>
                  </a:lnTo>
                  <a:cubicBezTo>
                    <a:pt x="4919" y="1137"/>
                    <a:pt x="4988" y="1067"/>
                    <a:pt x="4988" y="979"/>
                  </a:cubicBezTo>
                  <a:lnTo>
                    <a:pt x="4988" y="159"/>
                  </a:lnTo>
                  <a:cubicBezTo>
                    <a:pt x="4988" y="70"/>
                    <a:pt x="4919" y="1"/>
                    <a:pt x="483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28"/>
            <p:cNvSpPr/>
            <p:nvPr/>
          </p:nvSpPr>
          <p:spPr>
            <a:xfrm>
              <a:off x="3641218" y="3782652"/>
              <a:ext cx="18781" cy="40405"/>
            </a:xfrm>
            <a:custGeom>
              <a:rect b="b" l="l" r="r" t="t"/>
              <a:pathLst>
                <a:path extrusionOk="0" h="1138" w="529">
                  <a:moveTo>
                    <a:pt x="0" y="1"/>
                  </a:moveTo>
                  <a:cubicBezTo>
                    <a:pt x="88" y="1"/>
                    <a:pt x="159" y="70"/>
                    <a:pt x="159" y="159"/>
                  </a:cubicBezTo>
                  <a:lnTo>
                    <a:pt x="159" y="979"/>
                  </a:lnTo>
                  <a:cubicBezTo>
                    <a:pt x="159" y="1067"/>
                    <a:pt x="88" y="1137"/>
                    <a:pt x="0" y="1137"/>
                  </a:cubicBezTo>
                  <a:lnTo>
                    <a:pt x="370" y="1137"/>
                  </a:lnTo>
                  <a:cubicBezTo>
                    <a:pt x="459" y="1137"/>
                    <a:pt x="528" y="1067"/>
                    <a:pt x="528" y="979"/>
                  </a:cubicBezTo>
                  <a:lnTo>
                    <a:pt x="528" y="159"/>
                  </a:lnTo>
                  <a:cubicBezTo>
                    <a:pt x="528" y="70"/>
                    <a:pt x="459" y="1"/>
                    <a:pt x="370" y="1"/>
                  </a:cubicBezTo>
                  <a:close/>
                </a:path>
              </a:pathLst>
            </a:custGeom>
            <a:solidFill>
              <a:srgbClr val="9F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28"/>
            <p:cNvSpPr/>
            <p:nvPr/>
          </p:nvSpPr>
          <p:spPr>
            <a:xfrm>
              <a:off x="3522280" y="3839919"/>
              <a:ext cx="90602" cy="9835"/>
            </a:xfrm>
            <a:custGeom>
              <a:rect b="b" l="l" r="r" t="t"/>
              <a:pathLst>
                <a:path extrusionOk="0" h="277" w="2552">
                  <a:moveTo>
                    <a:pt x="140" y="1"/>
                  </a:moveTo>
                  <a:cubicBezTo>
                    <a:pt x="63" y="1"/>
                    <a:pt x="0" y="64"/>
                    <a:pt x="0" y="139"/>
                  </a:cubicBezTo>
                  <a:cubicBezTo>
                    <a:pt x="0" y="215"/>
                    <a:pt x="62" y="277"/>
                    <a:pt x="140" y="277"/>
                  </a:cubicBezTo>
                  <a:lnTo>
                    <a:pt x="2413" y="277"/>
                  </a:lnTo>
                  <a:cubicBezTo>
                    <a:pt x="2488" y="277"/>
                    <a:pt x="2552" y="215"/>
                    <a:pt x="2552" y="139"/>
                  </a:cubicBezTo>
                  <a:cubicBezTo>
                    <a:pt x="2552" y="64"/>
                    <a:pt x="2490" y="1"/>
                    <a:pt x="241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28"/>
            <p:cNvSpPr/>
            <p:nvPr/>
          </p:nvSpPr>
          <p:spPr>
            <a:xfrm>
              <a:off x="3478007" y="3839919"/>
              <a:ext cx="31278" cy="9835"/>
            </a:xfrm>
            <a:custGeom>
              <a:rect b="b" l="l" r="r" t="t"/>
              <a:pathLst>
                <a:path extrusionOk="0" h="277" w="881">
                  <a:moveTo>
                    <a:pt x="139" y="1"/>
                  </a:moveTo>
                  <a:cubicBezTo>
                    <a:pt x="64" y="1"/>
                    <a:pt x="1" y="64"/>
                    <a:pt x="1" y="139"/>
                  </a:cubicBezTo>
                  <a:cubicBezTo>
                    <a:pt x="1" y="215"/>
                    <a:pt x="63" y="277"/>
                    <a:pt x="139" y="277"/>
                  </a:cubicBezTo>
                  <a:lnTo>
                    <a:pt x="742" y="277"/>
                  </a:lnTo>
                  <a:cubicBezTo>
                    <a:pt x="818" y="277"/>
                    <a:pt x="880" y="215"/>
                    <a:pt x="880" y="139"/>
                  </a:cubicBezTo>
                  <a:cubicBezTo>
                    <a:pt x="880" y="64"/>
                    <a:pt x="820" y="1"/>
                    <a:pt x="7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28"/>
            <p:cNvSpPr/>
            <p:nvPr/>
          </p:nvSpPr>
          <p:spPr>
            <a:xfrm>
              <a:off x="3478007" y="3864240"/>
              <a:ext cx="134874" cy="9906"/>
            </a:xfrm>
            <a:custGeom>
              <a:rect b="b" l="l" r="r" t="t"/>
              <a:pathLst>
                <a:path extrusionOk="0" h="279" w="3799">
                  <a:moveTo>
                    <a:pt x="139" y="1"/>
                  </a:moveTo>
                  <a:cubicBezTo>
                    <a:pt x="64" y="1"/>
                    <a:pt x="1" y="64"/>
                    <a:pt x="1" y="139"/>
                  </a:cubicBezTo>
                  <a:cubicBezTo>
                    <a:pt x="1" y="215"/>
                    <a:pt x="63" y="278"/>
                    <a:pt x="139" y="278"/>
                  </a:cubicBezTo>
                  <a:lnTo>
                    <a:pt x="3660" y="278"/>
                  </a:lnTo>
                  <a:cubicBezTo>
                    <a:pt x="3735" y="278"/>
                    <a:pt x="3799" y="215"/>
                    <a:pt x="3799" y="139"/>
                  </a:cubicBezTo>
                  <a:cubicBezTo>
                    <a:pt x="3799" y="64"/>
                    <a:pt x="3737" y="1"/>
                    <a:pt x="366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28"/>
            <p:cNvSpPr/>
            <p:nvPr/>
          </p:nvSpPr>
          <p:spPr>
            <a:xfrm>
              <a:off x="3566553" y="3888560"/>
              <a:ext cx="46331" cy="9906"/>
            </a:xfrm>
            <a:custGeom>
              <a:rect b="b" l="l" r="r" t="t"/>
              <a:pathLst>
                <a:path extrusionOk="0" h="279" w="1305">
                  <a:moveTo>
                    <a:pt x="139" y="1"/>
                  </a:moveTo>
                  <a:cubicBezTo>
                    <a:pt x="63" y="1"/>
                    <a:pt x="1" y="63"/>
                    <a:pt x="1" y="140"/>
                  </a:cubicBezTo>
                  <a:cubicBezTo>
                    <a:pt x="1" y="215"/>
                    <a:pt x="61" y="278"/>
                    <a:pt x="139" y="278"/>
                  </a:cubicBezTo>
                  <a:lnTo>
                    <a:pt x="1166" y="278"/>
                  </a:lnTo>
                  <a:cubicBezTo>
                    <a:pt x="1241" y="278"/>
                    <a:pt x="1305" y="215"/>
                    <a:pt x="1305" y="140"/>
                  </a:cubicBezTo>
                  <a:cubicBezTo>
                    <a:pt x="1305" y="64"/>
                    <a:pt x="1243" y="1"/>
                    <a:pt x="116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28"/>
            <p:cNvSpPr/>
            <p:nvPr/>
          </p:nvSpPr>
          <p:spPr>
            <a:xfrm>
              <a:off x="3478007" y="3888560"/>
              <a:ext cx="75301" cy="9906"/>
            </a:xfrm>
            <a:custGeom>
              <a:rect b="b" l="l" r="r" t="t"/>
              <a:pathLst>
                <a:path extrusionOk="0" h="279" w="2121">
                  <a:moveTo>
                    <a:pt x="139" y="1"/>
                  </a:moveTo>
                  <a:cubicBezTo>
                    <a:pt x="64" y="1"/>
                    <a:pt x="1" y="63"/>
                    <a:pt x="1" y="140"/>
                  </a:cubicBezTo>
                  <a:cubicBezTo>
                    <a:pt x="1" y="215"/>
                    <a:pt x="63" y="278"/>
                    <a:pt x="139" y="278"/>
                  </a:cubicBezTo>
                  <a:lnTo>
                    <a:pt x="1981" y="278"/>
                  </a:lnTo>
                  <a:cubicBezTo>
                    <a:pt x="2057" y="278"/>
                    <a:pt x="2121" y="215"/>
                    <a:pt x="2121" y="140"/>
                  </a:cubicBezTo>
                  <a:cubicBezTo>
                    <a:pt x="2121" y="64"/>
                    <a:pt x="2059" y="1"/>
                    <a:pt x="198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28"/>
            <p:cNvSpPr/>
            <p:nvPr/>
          </p:nvSpPr>
          <p:spPr>
            <a:xfrm>
              <a:off x="3478007" y="3912951"/>
              <a:ext cx="134874" cy="9835"/>
            </a:xfrm>
            <a:custGeom>
              <a:rect b="b" l="l" r="r" t="t"/>
              <a:pathLst>
                <a:path extrusionOk="0" h="277" w="3799">
                  <a:moveTo>
                    <a:pt x="139" y="0"/>
                  </a:moveTo>
                  <a:cubicBezTo>
                    <a:pt x="64" y="0"/>
                    <a:pt x="1" y="62"/>
                    <a:pt x="1" y="138"/>
                  </a:cubicBezTo>
                  <a:cubicBezTo>
                    <a:pt x="1" y="213"/>
                    <a:pt x="63" y="276"/>
                    <a:pt x="139" y="276"/>
                  </a:cubicBezTo>
                  <a:lnTo>
                    <a:pt x="3660" y="276"/>
                  </a:lnTo>
                  <a:cubicBezTo>
                    <a:pt x="3735" y="276"/>
                    <a:pt x="3799" y="213"/>
                    <a:pt x="3799" y="138"/>
                  </a:cubicBezTo>
                  <a:cubicBezTo>
                    <a:pt x="3799" y="62"/>
                    <a:pt x="3737" y="0"/>
                    <a:pt x="366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28"/>
            <p:cNvSpPr/>
            <p:nvPr/>
          </p:nvSpPr>
          <p:spPr>
            <a:xfrm>
              <a:off x="3639158" y="3759042"/>
              <a:ext cx="111158" cy="186188"/>
            </a:xfrm>
            <a:custGeom>
              <a:rect b="b" l="l" r="r" t="t"/>
              <a:pathLst>
                <a:path extrusionOk="0" h="5244" w="3131">
                  <a:moveTo>
                    <a:pt x="159" y="1"/>
                  </a:moveTo>
                  <a:cubicBezTo>
                    <a:pt x="71" y="1"/>
                    <a:pt x="1" y="73"/>
                    <a:pt x="1" y="159"/>
                  </a:cubicBezTo>
                  <a:lnTo>
                    <a:pt x="1" y="5085"/>
                  </a:lnTo>
                  <a:cubicBezTo>
                    <a:pt x="1" y="5173"/>
                    <a:pt x="73" y="5243"/>
                    <a:pt x="159" y="5243"/>
                  </a:cubicBezTo>
                  <a:lnTo>
                    <a:pt x="2972" y="5243"/>
                  </a:lnTo>
                  <a:cubicBezTo>
                    <a:pt x="3059" y="5243"/>
                    <a:pt x="3131" y="5171"/>
                    <a:pt x="3131" y="5085"/>
                  </a:cubicBezTo>
                  <a:lnTo>
                    <a:pt x="3131" y="159"/>
                  </a:lnTo>
                  <a:cubicBezTo>
                    <a:pt x="3131" y="71"/>
                    <a:pt x="3059" y="1"/>
                    <a:pt x="297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28"/>
            <p:cNvSpPr/>
            <p:nvPr/>
          </p:nvSpPr>
          <p:spPr>
            <a:xfrm>
              <a:off x="3731468" y="3759042"/>
              <a:ext cx="18852" cy="186188"/>
            </a:xfrm>
            <a:custGeom>
              <a:rect b="b" l="l" r="r" t="t"/>
              <a:pathLst>
                <a:path extrusionOk="0" h="5244" w="531">
                  <a:moveTo>
                    <a:pt x="1" y="1"/>
                  </a:moveTo>
                  <a:cubicBezTo>
                    <a:pt x="90" y="1"/>
                    <a:pt x="159" y="71"/>
                    <a:pt x="159" y="159"/>
                  </a:cubicBezTo>
                  <a:lnTo>
                    <a:pt x="159" y="5085"/>
                  </a:lnTo>
                  <a:cubicBezTo>
                    <a:pt x="159" y="5173"/>
                    <a:pt x="89" y="5243"/>
                    <a:pt x="1" y="5243"/>
                  </a:cubicBezTo>
                  <a:lnTo>
                    <a:pt x="372" y="5243"/>
                  </a:lnTo>
                  <a:cubicBezTo>
                    <a:pt x="460" y="5243"/>
                    <a:pt x="531" y="5171"/>
                    <a:pt x="531" y="5085"/>
                  </a:cubicBezTo>
                  <a:lnTo>
                    <a:pt x="531" y="159"/>
                  </a:lnTo>
                  <a:cubicBezTo>
                    <a:pt x="531" y="73"/>
                    <a:pt x="459"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28"/>
            <p:cNvSpPr/>
            <p:nvPr/>
          </p:nvSpPr>
          <p:spPr>
            <a:xfrm>
              <a:off x="3658543" y="3864240"/>
              <a:ext cx="72354" cy="9906"/>
            </a:xfrm>
            <a:custGeom>
              <a:rect b="b" l="l" r="r" t="t"/>
              <a:pathLst>
                <a:path extrusionOk="0" h="279" w="2038">
                  <a:moveTo>
                    <a:pt x="138" y="1"/>
                  </a:moveTo>
                  <a:cubicBezTo>
                    <a:pt x="62" y="1"/>
                    <a:pt x="0" y="64"/>
                    <a:pt x="0" y="139"/>
                  </a:cubicBezTo>
                  <a:cubicBezTo>
                    <a:pt x="0" y="215"/>
                    <a:pt x="60" y="278"/>
                    <a:pt x="138" y="278"/>
                  </a:cubicBezTo>
                  <a:lnTo>
                    <a:pt x="1900" y="278"/>
                  </a:lnTo>
                  <a:cubicBezTo>
                    <a:pt x="1976" y="278"/>
                    <a:pt x="2038" y="215"/>
                    <a:pt x="2038" y="139"/>
                  </a:cubicBezTo>
                  <a:cubicBezTo>
                    <a:pt x="2038" y="64"/>
                    <a:pt x="1976" y="1"/>
                    <a:pt x="190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28"/>
            <p:cNvSpPr/>
            <p:nvPr/>
          </p:nvSpPr>
          <p:spPr>
            <a:xfrm>
              <a:off x="3658579" y="3888560"/>
              <a:ext cx="55526" cy="9906"/>
            </a:xfrm>
            <a:custGeom>
              <a:rect b="b" l="l" r="r" t="t"/>
              <a:pathLst>
                <a:path extrusionOk="0" h="279" w="1564">
                  <a:moveTo>
                    <a:pt x="139" y="1"/>
                  </a:moveTo>
                  <a:cubicBezTo>
                    <a:pt x="64" y="1"/>
                    <a:pt x="0" y="63"/>
                    <a:pt x="0" y="140"/>
                  </a:cubicBezTo>
                  <a:cubicBezTo>
                    <a:pt x="0" y="215"/>
                    <a:pt x="61" y="278"/>
                    <a:pt x="139" y="278"/>
                  </a:cubicBezTo>
                  <a:lnTo>
                    <a:pt x="1425" y="278"/>
                  </a:lnTo>
                  <a:cubicBezTo>
                    <a:pt x="1503" y="278"/>
                    <a:pt x="1563" y="215"/>
                    <a:pt x="1563" y="140"/>
                  </a:cubicBezTo>
                  <a:cubicBezTo>
                    <a:pt x="1563" y="64"/>
                    <a:pt x="1503" y="1"/>
                    <a:pt x="142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28"/>
            <p:cNvSpPr/>
            <p:nvPr/>
          </p:nvSpPr>
          <p:spPr>
            <a:xfrm>
              <a:off x="3658579" y="3912951"/>
              <a:ext cx="55526" cy="9835"/>
            </a:xfrm>
            <a:custGeom>
              <a:rect b="b" l="l" r="r" t="t"/>
              <a:pathLst>
                <a:path extrusionOk="0" h="277" w="1564">
                  <a:moveTo>
                    <a:pt x="139" y="0"/>
                  </a:moveTo>
                  <a:cubicBezTo>
                    <a:pt x="64" y="0"/>
                    <a:pt x="0" y="62"/>
                    <a:pt x="0" y="138"/>
                  </a:cubicBezTo>
                  <a:cubicBezTo>
                    <a:pt x="0" y="213"/>
                    <a:pt x="61" y="276"/>
                    <a:pt x="139" y="276"/>
                  </a:cubicBezTo>
                  <a:lnTo>
                    <a:pt x="1425" y="276"/>
                  </a:lnTo>
                  <a:cubicBezTo>
                    <a:pt x="1503" y="276"/>
                    <a:pt x="1563" y="213"/>
                    <a:pt x="1563" y="138"/>
                  </a:cubicBezTo>
                  <a:cubicBezTo>
                    <a:pt x="1563" y="62"/>
                    <a:pt x="1503" y="0"/>
                    <a:pt x="142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503" name="Google Shape;4503;p28"/>
          <p:cNvSpPr/>
          <p:nvPr/>
        </p:nvSpPr>
        <p:spPr>
          <a:xfrm>
            <a:off x="2790123" y="3489327"/>
            <a:ext cx="326978" cy="327037"/>
          </a:xfrm>
          <a:custGeom>
            <a:rect b="b" l="l" r="r" t="t"/>
            <a:pathLst>
              <a:path extrusionOk="0" h="9211" w="9210">
                <a:moveTo>
                  <a:pt x="4052" y="1"/>
                </a:moveTo>
                <a:cubicBezTo>
                  <a:pt x="3955" y="1"/>
                  <a:pt x="3878" y="80"/>
                  <a:pt x="3878" y="175"/>
                </a:cubicBezTo>
                <a:lnTo>
                  <a:pt x="3878" y="1087"/>
                </a:lnTo>
                <a:cubicBezTo>
                  <a:pt x="3741" y="1116"/>
                  <a:pt x="3606" y="1152"/>
                  <a:pt x="3475" y="1195"/>
                </a:cubicBezTo>
                <a:lnTo>
                  <a:pt x="3018" y="405"/>
                </a:lnTo>
                <a:cubicBezTo>
                  <a:pt x="2986" y="348"/>
                  <a:pt x="2927" y="317"/>
                  <a:pt x="2866" y="317"/>
                </a:cubicBezTo>
                <a:cubicBezTo>
                  <a:pt x="2837" y="317"/>
                  <a:pt x="2806" y="324"/>
                  <a:pt x="2778" y="340"/>
                </a:cubicBezTo>
                <a:lnTo>
                  <a:pt x="1824" y="893"/>
                </a:lnTo>
                <a:cubicBezTo>
                  <a:pt x="1739" y="941"/>
                  <a:pt x="1710" y="1047"/>
                  <a:pt x="1759" y="1132"/>
                </a:cubicBezTo>
                <a:lnTo>
                  <a:pt x="2215" y="1923"/>
                </a:lnTo>
                <a:cubicBezTo>
                  <a:pt x="2110" y="2016"/>
                  <a:pt x="2014" y="2113"/>
                  <a:pt x="1922" y="2217"/>
                </a:cubicBezTo>
                <a:lnTo>
                  <a:pt x="1130" y="1759"/>
                </a:lnTo>
                <a:cubicBezTo>
                  <a:pt x="1102" y="1743"/>
                  <a:pt x="1072" y="1736"/>
                  <a:pt x="1043" y="1736"/>
                </a:cubicBezTo>
                <a:cubicBezTo>
                  <a:pt x="982" y="1736"/>
                  <a:pt x="924" y="1767"/>
                  <a:pt x="892" y="1824"/>
                </a:cubicBezTo>
                <a:lnTo>
                  <a:pt x="339" y="2780"/>
                </a:lnTo>
                <a:cubicBezTo>
                  <a:pt x="290" y="2865"/>
                  <a:pt x="319" y="2970"/>
                  <a:pt x="404" y="3019"/>
                </a:cubicBezTo>
                <a:lnTo>
                  <a:pt x="1194" y="3476"/>
                </a:lnTo>
                <a:cubicBezTo>
                  <a:pt x="1151" y="3607"/>
                  <a:pt x="1115" y="3739"/>
                  <a:pt x="1086" y="3879"/>
                </a:cubicBezTo>
                <a:lnTo>
                  <a:pt x="176" y="3879"/>
                </a:lnTo>
                <a:cubicBezTo>
                  <a:pt x="79" y="3879"/>
                  <a:pt x="1" y="3958"/>
                  <a:pt x="1" y="4053"/>
                </a:cubicBezTo>
                <a:lnTo>
                  <a:pt x="1" y="5157"/>
                </a:lnTo>
                <a:cubicBezTo>
                  <a:pt x="1" y="5255"/>
                  <a:pt x="80" y="5332"/>
                  <a:pt x="176" y="5332"/>
                </a:cubicBezTo>
                <a:lnTo>
                  <a:pt x="1087" y="5332"/>
                </a:lnTo>
                <a:cubicBezTo>
                  <a:pt x="1116" y="5469"/>
                  <a:pt x="1152" y="5603"/>
                  <a:pt x="1195" y="5734"/>
                </a:cubicBezTo>
                <a:lnTo>
                  <a:pt x="407" y="6192"/>
                </a:lnTo>
                <a:cubicBezTo>
                  <a:pt x="322" y="6241"/>
                  <a:pt x="293" y="6346"/>
                  <a:pt x="342" y="6430"/>
                </a:cubicBezTo>
                <a:lnTo>
                  <a:pt x="893" y="7386"/>
                </a:lnTo>
                <a:cubicBezTo>
                  <a:pt x="926" y="7443"/>
                  <a:pt x="984" y="7475"/>
                  <a:pt x="1045" y="7475"/>
                </a:cubicBezTo>
                <a:cubicBezTo>
                  <a:pt x="1075" y="7475"/>
                  <a:pt x="1105" y="7467"/>
                  <a:pt x="1133" y="7451"/>
                </a:cubicBezTo>
                <a:lnTo>
                  <a:pt x="1925" y="6995"/>
                </a:lnTo>
                <a:cubicBezTo>
                  <a:pt x="2015" y="7098"/>
                  <a:pt x="2115" y="7196"/>
                  <a:pt x="2217" y="7287"/>
                </a:cubicBezTo>
                <a:lnTo>
                  <a:pt x="1761" y="8078"/>
                </a:lnTo>
                <a:cubicBezTo>
                  <a:pt x="1712" y="8163"/>
                  <a:pt x="1741" y="8270"/>
                  <a:pt x="1826" y="8318"/>
                </a:cubicBezTo>
                <a:lnTo>
                  <a:pt x="2781" y="8870"/>
                </a:lnTo>
                <a:cubicBezTo>
                  <a:pt x="2809" y="8886"/>
                  <a:pt x="2839" y="8893"/>
                  <a:pt x="2868" y="8893"/>
                </a:cubicBezTo>
                <a:cubicBezTo>
                  <a:pt x="2929" y="8893"/>
                  <a:pt x="2987" y="8862"/>
                  <a:pt x="3020" y="8805"/>
                </a:cubicBezTo>
                <a:lnTo>
                  <a:pt x="3476" y="8016"/>
                </a:lnTo>
                <a:cubicBezTo>
                  <a:pt x="3608" y="8059"/>
                  <a:pt x="3741" y="8095"/>
                  <a:pt x="3879" y="8124"/>
                </a:cubicBezTo>
                <a:lnTo>
                  <a:pt x="3879" y="9035"/>
                </a:lnTo>
                <a:cubicBezTo>
                  <a:pt x="3879" y="9133"/>
                  <a:pt x="3958" y="9211"/>
                  <a:pt x="4055" y="9211"/>
                </a:cubicBezTo>
                <a:lnTo>
                  <a:pt x="5158" y="9211"/>
                </a:lnTo>
                <a:cubicBezTo>
                  <a:pt x="5255" y="9211"/>
                  <a:pt x="5332" y="9132"/>
                  <a:pt x="5332" y="9035"/>
                </a:cubicBezTo>
                <a:lnTo>
                  <a:pt x="5332" y="8124"/>
                </a:lnTo>
                <a:cubicBezTo>
                  <a:pt x="5469" y="8095"/>
                  <a:pt x="5604" y="8059"/>
                  <a:pt x="5735" y="8016"/>
                </a:cubicBezTo>
                <a:lnTo>
                  <a:pt x="6193" y="8805"/>
                </a:lnTo>
                <a:cubicBezTo>
                  <a:pt x="6225" y="8862"/>
                  <a:pt x="6283" y="8893"/>
                  <a:pt x="6344" y="8893"/>
                </a:cubicBezTo>
                <a:cubicBezTo>
                  <a:pt x="6373" y="8893"/>
                  <a:pt x="6404" y="8886"/>
                  <a:pt x="6432" y="8870"/>
                </a:cubicBezTo>
                <a:lnTo>
                  <a:pt x="7387" y="8318"/>
                </a:lnTo>
                <a:cubicBezTo>
                  <a:pt x="7472" y="8270"/>
                  <a:pt x="7501" y="8163"/>
                  <a:pt x="7452" y="8078"/>
                </a:cubicBezTo>
                <a:lnTo>
                  <a:pt x="6995" y="7287"/>
                </a:lnTo>
                <a:cubicBezTo>
                  <a:pt x="7100" y="7196"/>
                  <a:pt x="7196" y="7097"/>
                  <a:pt x="7288" y="6995"/>
                </a:cubicBezTo>
                <a:lnTo>
                  <a:pt x="8080" y="7451"/>
                </a:lnTo>
                <a:cubicBezTo>
                  <a:pt x="8108" y="7467"/>
                  <a:pt x="8138" y="7475"/>
                  <a:pt x="8168" y="7475"/>
                </a:cubicBezTo>
                <a:cubicBezTo>
                  <a:pt x="8228" y="7475"/>
                  <a:pt x="8287" y="7443"/>
                  <a:pt x="8318" y="7386"/>
                </a:cubicBezTo>
                <a:lnTo>
                  <a:pt x="8871" y="6430"/>
                </a:lnTo>
                <a:cubicBezTo>
                  <a:pt x="8920" y="6346"/>
                  <a:pt x="8891" y="6241"/>
                  <a:pt x="8806" y="6192"/>
                </a:cubicBezTo>
                <a:lnTo>
                  <a:pt x="8016" y="5734"/>
                </a:lnTo>
                <a:cubicBezTo>
                  <a:pt x="8059" y="5603"/>
                  <a:pt x="8095" y="5471"/>
                  <a:pt x="8124" y="5332"/>
                </a:cubicBezTo>
                <a:lnTo>
                  <a:pt x="9037" y="5332"/>
                </a:lnTo>
                <a:cubicBezTo>
                  <a:pt x="9037" y="5332"/>
                  <a:pt x="9038" y="5333"/>
                  <a:pt x="9039" y="5333"/>
                </a:cubicBezTo>
                <a:cubicBezTo>
                  <a:pt x="9133" y="5333"/>
                  <a:pt x="9209" y="5254"/>
                  <a:pt x="9209" y="5157"/>
                </a:cubicBezTo>
                <a:lnTo>
                  <a:pt x="9209" y="4053"/>
                </a:lnTo>
                <a:cubicBezTo>
                  <a:pt x="9209" y="3955"/>
                  <a:pt x="9130" y="3879"/>
                  <a:pt x="9035" y="3879"/>
                </a:cubicBezTo>
                <a:lnTo>
                  <a:pt x="8123" y="3879"/>
                </a:lnTo>
                <a:cubicBezTo>
                  <a:pt x="8094" y="3742"/>
                  <a:pt x="8058" y="3607"/>
                  <a:pt x="8015" y="3476"/>
                </a:cubicBezTo>
                <a:lnTo>
                  <a:pt x="8805" y="3019"/>
                </a:lnTo>
                <a:cubicBezTo>
                  <a:pt x="8890" y="2970"/>
                  <a:pt x="8919" y="2865"/>
                  <a:pt x="8870" y="2780"/>
                </a:cubicBezTo>
                <a:lnTo>
                  <a:pt x="8317" y="1824"/>
                </a:lnTo>
                <a:cubicBezTo>
                  <a:pt x="8284" y="1767"/>
                  <a:pt x="8226" y="1736"/>
                  <a:pt x="8166" y="1736"/>
                </a:cubicBezTo>
                <a:cubicBezTo>
                  <a:pt x="8136" y="1736"/>
                  <a:pt x="8106" y="1743"/>
                  <a:pt x="8078" y="1759"/>
                </a:cubicBezTo>
                <a:lnTo>
                  <a:pt x="7287" y="2217"/>
                </a:lnTo>
                <a:cubicBezTo>
                  <a:pt x="7195" y="2112"/>
                  <a:pt x="7095" y="2016"/>
                  <a:pt x="6993" y="1923"/>
                </a:cubicBezTo>
                <a:lnTo>
                  <a:pt x="7451" y="1132"/>
                </a:lnTo>
                <a:cubicBezTo>
                  <a:pt x="7498" y="1047"/>
                  <a:pt x="7469" y="941"/>
                  <a:pt x="7385" y="893"/>
                </a:cubicBezTo>
                <a:lnTo>
                  <a:pt x="6430" y="340"/>
                </a:lnTo>
                <a:cubicBezTo>
                  <a:pt x="6402" y="324"/>
                  <a:pt x="6372" y="317"/>
                  <a:pt x="6342" y="317"/>
                </a:cubicBezTo>
                <a:cubicBezTo>
                  <a:pt x="6282" y="317"/>
                  <a:pt x="6223" y="348"/>
                  <a:pt x="6190" y="405"/>
                </a:cubicBezTo>
                <a:lnTo>
                  <a:pt x="5734" y="1195"/>
                </a:lnTo>
                <a:cubicBezTo>
                  <a:pt x="5603" y="1152"/>
                  <a:pt x="5469" y="1116"/>
                  <a:pt x="5331" y="1087"/>
                </a:cubicBezTo>
                <a:lnTo>
                  <a:pt x="5331" y="175"/>
                </a:lnTo>
                <a:cubicBezTo>
                  <a:pt x="5331" y="77"/>
                  <a:pt x="5252" y="1"/>
                  <a:pt x="515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28"/>
          <p:cNvSpPr/>
          <p:nvPr/>
        </p:nvSpPr>
        <p:spPr>
          <a:xfrm>
            <a:off x="2960008" y="3489434"/>
            <a:ext cx="22402" cy="41967"/>
          </a:xfrm>
          <a:custGeom>
            <a:rect b="b" l="l" r="r" t="t"/>
            <a:pathLst>
              <a:path extrusionOk="0" h="1182" w="631">
                <a:moveTo>
                  <a:pt x="1" y="1"/>
                </a:moveTo>
                <a:cubicBezTo>
                  <a:pt x="97" y="1"/>
                  <a:pt x="176" y="78"/>
                  <a:pt x="176" y="175"/>
                </a:cubicBezTo>
                <a:lnTo>
                  <a:pt x="176" y="879"/>
                </a:lnTo>
                <a:cubicBezTo>
                  <a:pt x="176" y="998"/>
                  <a:pt x="257" y="1103"/>
                  <a:pt x="372" y="1132"/>
                </a:cubicBezTo>
                <a:cubicBezTo>
                  <a:pt x="399" y="1139"/>
                  <a:pt x="425" y="1152"/>
                  <a:pt x="452" y="1166"/>
                </a:cubicBezTo>
                <a:cubicBezTo>
                  <a:pt x="472" y="1177"/>
                  <a:pt x="493" y="1182"/>
                  <a:pt x="513" y="1182"/>
                </a:cubicBezTo>
                <a:cubicBezTo>
                  <a:pt x="563" y="1182"/>
                  <a:pt x="611" y="1153"/>
                  <a:pt x="631" y="1103"/>
                </a:cubicBezTo>
                <a:cubicBezTo>
                  <a:pt x="604" y="1099"/>
                  <a:pt x="576" y="1092"/>
                  <a:pt x="547" y="1086"/>
                </a:cubicBezTo>
                <a:lnTo>
                  <a:pt x="546" y="1086"/>
                </a:lnTo>
                <a:lnTo>
                  <a:pt x="546" y="175"/>
                </a:lnTo>
                <a:cubicBezTo>
                  <a:pt x="546" y="80"/>
                  <a:pt x="468"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28"/>
          <p:cNvSpPr/>
          <p:nvPr/>
        </p:nvSpPr>
        <p:spPr>
          <a:xfrm>
            <a:off x="2960079" y="3774778"/>
            <a:ext cx="22331" cy="41576"/>
          </a:xfrm>
          <a:custGeom>
            <a:rect b="b" l="l" r="r" t="t"/>
            <a:pathLst>
              <a:path extrusionOk="0" h="1171" w="629">
                <a:moveTo>
                  <a:pt x="518" y="0"/>
                </a:moveTo>
                <a:cubicBezTo>
                  <a:pt x="506" y="0"/>
                  <a:pt x="493" y="2"/>
                  <a:pt x="481" y="6"/>
                </a:cubicBezTo>
                <a:cubicBezTo>
                  <a:pt x="445" y="17"/>
                  <a:pt x="409" y="28"/>
                  <a:pt x="373" y="37"/>
                </a:cubicBezTo>
                <a:cubicBezTo>
                  <a:pt x="256" y="67"/>
                  <a:pt x="176" y="172"/>
                  <a:pt x="176" y="293"/>
                </a:cubicBezTo>
                <a:lnTo>
                  <a:pt x="176" y="995"/>
                </a:lnTo>
                <a:cubicBezTo>
                  <a:pt x="176" y="1092"/>
                  <a:pt x="98" y="1171"/>
                  <a:pt x="0" y="1171"/>
                </a:cubicBezTo>
                <a:lnTo>
                  <a:pt x="371" y="1171"/>
                </a:lnTo>
                <a:cubicBezTo>
                  <a:pt x="466" y="1171"/>
                  <a:pt x="545" y="1093"/>
                  <a:pt x="545" y="995"/>
                </a:cubicBezTo>
                <a:lnTo>
                  <a:pt x="545" y="84"/>
                </a:lnTo>
                <a:cubicBezTo>
                  <a:pt x="573" y="78"/>
                  <a:pt x="602" y="73"/>
                  <a:pt x="629" y="65"/>
                </a:cubicBezTo>
                <a:cubicBezTo>
                  <a:pt x="605" y="25"/>
                  <a:pt x="562" y="0"/>
                  <a:pt x="51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28"/>
          <p:cNvSpPr/>
          <p:nvPr/>
        </p:nvSpPr>
        <p:spPr>
          <a:xfrm>
            <a:off x="3007228" y="3739949"/>
            <a:ext cx="49135" cy="65152"/>
          </a:xfrm>
          <a:custGeom>
            <a:rect b="b" l="l" r="r" t="t"/>
            <a:pathLst>
              <a:path extrusionOk="0" h="1835" w="1384">
                <a:moveTo>
                  <a:pt x="851" y="0"/>
                </a:moveTo>
                <a:cubicBezTo>
                  <a:pt x="782" y="0"/>
                  <a:pt x="714" y="28"/>
                  <a:pt x="662" y="79"/>
                </a:cubicBezTo>
                <a:lnTo>
                  <a:pt x="655" y="87"/>
                </a:lnTo>
                <a:cubicBezTo>
                  <a:pt x="570" y="170"/>
                  <a:pt x="553" y="303"/>
                  <a:pt x="612" y="406"/>
                </a:cubicBezTo>
                <a:lnTo>
                  <a:pt x="892" y="874"/>
                </a:lnTo>
                <a:cubicBezTo>
                  <a:pt x="941" y="959"/>
                  <a:pt x="913" y="1065"/>
                  <a:pt x="828" y="1113"/>
                </a:cubicBezTo>
                <a:lnTo>
                  <a:pt x="0" y="1615"/>
                </a:lnTo>
                <a:lnTo>
                  <a:pt x="75" y="1746"/>
                </a:lnTo>
                <a:cubicBezTo>
                  <a:pt x="108" y="1803"/>
                  <a:pt x="167" y="1834"/>
                  <a:pt x="227" y="1834"/>
                </a:cubicBezTo>
                <a:cubicBezTo>
                  <a:pt x="257" y="1834"/>
                  <a:pt x="287" y="1827"/>
                  <a:pt x="315" y="1811"/>
                </a:cubicBezTo>
                <a:lnTo>
                  <a:pt x="1270" y="1259"/>
                </a:lnTo>
                <a:cubicBezTo>
                  <a:pt x="1354" y="1211"/>
                  <a:pt x="1383" y="1104"/>
                  <a:pt x="1336" y="1019"/>
                </a:cubicBezTo>
                <a:lnTo>
                  <a:pt x="878" y="225"/>
                </a:lnTo>
                <a:cubicBezTo>
                  <a:pt x="934" y="176"/>
                  <a:pt x="989" y="124"/>
                  <a:pt x="1042" y="69"/>
                </a:cubicBezTo>
                <a:lnTo>
                  <a:pt x="982" y="36"/>
                </a:lnTo>
                <a:cubicBezTo>
                  <a:pt x="941" y="12"/>
                  <a:pt x="896" y="0"/>
                  <a:pt x="85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28"/>
          <p:cNvSpPr/>
          <p:nvPr/>
        </p:nvSpPr>
        <p:spPr>
          <a:xfrm>
            <a:off x="3006696" y="3500617"/>
            <a:ext cx="49668" cy="65010"/>
          </a:xfrm>
          <a:custGeom>
            <a:rect b="b" l="l" r="r" t="t"/>
            <a:pathLst>
              <a:path extrusionOk="0" h="1831" w="1399">
                <a:moveTo>
                  <a:pt x="242" y="0"/>
                </a:moveTo>
                <a:cubicBezTo>
                  <a:pt x="182" y="0"/>
                  <a:pt x="123" y="32"/>
                  <a:pt x="90" y="89"/>
                </a:cubicBezTo>
                <a:lnTo>
                  <a:pt x="1" y="244"/>
                </a:lnTo>
                <a:lnTo>
                  <a:pt x="830" y="722"/>
                </a:lnTo>
                <a:cubicBezTo>
                  <a:pt x="915" y="771"/>
                  <a:pt x="943" y="877"/>
                  <a:pt x="895" y="961"/>
                </a:cubicBezTo>
                <a:lnTo>
                  <a:pt x="627" y="1426"/>
                </a:lnTo>
                <a:cubicBezTo>
                  <a:pt x="566" y="1529"/>
                  <a:pt x="585" y="1662"/>
                  <a:pt x="670" y="1745"/>
                </a:cubicBezTo>
                <a:lnTo>
                  <a:pt x="677" y="1752"/>
                </a:lnTo>
                <a:cubicBezTo>
                  <a:pt x="729" y="1804"/>
                  <a:pt x="797" y="1831"/>
                  <a:pt x="866" y="1831"/>
                </a:cubicBezTo>
                <a:cubicBezTo>
                  <a:pt x="911" y="1831"/>
                  <a:pt x="957" y="1819"/>
                  <a:pt x="998" y="1795"/>
                </a:cubicBezTo>
                <a:lnTo>
                  <a:pt x="1057" y="1762"/>
                </a:lnTo>
                <a:cubicBezTo>
                  <a:pt x="1005" y="1709"/>
                  <a:pt x="949" y="1657"/>
                  <a:pt x="893" y="1607"/>
                </a:cubicBezTo>
                <a:lnTo>
                  <a:pt x="1351" y="815"/>
                </a:lnTo>
                <a:cubicBezTo>
                  <a:pt x="1398" y="730"/>
                  <a:pt x="1369" y="625"/>
                  <a:pt x="1286" y="577"/>
                </a:cubicBezTo>
                <a:lnTo>
                  <a:pt x="330" y="24"/>
                </a:lnTo>
                <a:cubicBezTo>
                  <a:pt x="302" y="8"/>
                  <a:pt x="272" y="0"/>
                  <a:pt x="24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28"/>
          <p:cNvSpPr/>
          <p:nvPr/>
        </p:nvSpPr>
        <p:spPr>
          <a:xfrm>
            <a:off x="3061514" y="3678669"/>
            <a:ext cx="45266" cy="76052"/>
          </a:xfrm>
          <a:custGeom>
            <a:rect b="b" l="l" r="r" t="t"/>
            <a:pathLst>
              <a:path extrusionOk="0" h="2142" w="1275">
                <a:moveTo>
                  <a:pt x="318" y="1"/>
                </a:moveTo>
                <a:cubicBezTo>
                  <a:pt x="197" y="1"/>
                  <a:pt x="92" y="82"/>
                  <a:pt x="61" y="198"/>
                </a:cubicBezTo>
                <a:cubicBezTo>
                  <a:pt x="61" y="201"/>
                  <a:pt x="60" y="202"/>
                  <a:pt x="60" y="205"/>
                </a:cubicBezTo>
                <a:cubicBezTo>
                  <a:pt x="1" y="405"/>
                  <a:pt x="92" y="618"/>
                  <a:pt x="274" y="719"/>
                </a:cubicBezTo>
                <a:lnTo>
                  <a:pt x="699" y="952"/>
                </a:lnTo>
                <a:cubicBezTo>
                  <a:pt x="781" y="1001"/>
                  <a:pt x="752" y="1105"/>
                  <a:pt x="703" y="1190"/>
                </a:cubicBezTo>
                <a:lnTo>
                  <a:pt x="254" y="2014"/>
                </a:lnTo>
                <a:lnTo>
                  <a:pt x="434" y="2118"/>
                </a:lnTo>
                <a:cubicBezTo>
                  <a:pt x="462" y="2134"/>
                  <a:pt x="492" y="2142"/>
                  <a:pt x="522" y="2142"/>
                </a:cubicBezTo>
                <a:cubicBezTo>
                  <a:pt x="582" y="2142"/>
                  <a:pt x="640" y="2110"/>
                  <a:pt x="673" y="2053"/>
                </a:cubicBezTo>
                <a:lnTo>
                  <a:pt x="1226" y="1097"/>
                </a:lnTo>
                <a:cubicBezTo>
                  <a:pt x="1275" y="1014"/>
                  <a:pt x="1246" y="908"/>
                  <a:pt x="1161" y="860"/>
                </a:cubicBezTo>
                <a:lnTo>
                  <a:pt x="371" y="404"/>
                </a:lnTo>
                <a:cubicBezTo>
                  <a:pt x="414" y="273"/>
                  <a:pt x="450" y="138"/>
                  <a:pt x="47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28"/>
          <p:cNvSpPr/>
          <p:nvPr/>
        </p:nvSpPr>
        <p:spPr>
          <a:xfrm>
            <a:off x="3061691" y="3550997"/>
            <a:ext cx="45053" cy="76158"/>
          </a:xfrm>
          <a:custGeom>
            <a:rect b="b" l="l" r="r" t="t"/>
            <a:pathLst>
              <a:path extrusionOk="0" h="2145" w="1269">
                <a:moveTo>
                  <a:pt x="516" y="1"/>
                </a:moveTo>
                <a:cubicBezTo>
                  <a:pt x="487" y="1"/>
                  <a:pt x="457" y="8"/>
                  <a:pt x="429" y="24"/>
                </a:cubicBezTo>
                <a:lnTo>
                  <a:pt x="231" y="137"/>
                </a:lnTo>
                <a:lnTo>
                  <a:pt x="754" y="1015"/>
                </a:lnTo>
                <a:cubicBezTo>
                  <a:pt x="803" y="1100"/>
                  <a:pt x="774" y="1207"/>
                  <a:pt x="690" y="1257"/>
                </a:cubicBezTo>
                <a:lnTo>
                  <a:pt x="141" y="1582"/>
                </a:lnTo>
                <a:cubicBezTo>
                  <a:pt x="59" y="1628"/>
                  <a:pt x="22" y="1732"/>
                  <a:pt x="15" y="1821"/>
                </a:cubicBezTo>
                <a:cubicBezTo>
                  <a:pt x="0" y="2005"/>
                  <a:pt x="136" y="2136"/>
                  <a:pt x="314" y="2144"/>
                </a:cubicBezTo>
                <a:cubicBezTo>
                  <a:pt x="332" y="2144"/>
                  <a:pt x="349" y="2144"/>
                  <a:pt x="367" y="2144"/>
                </a:cubicBezTo>
                <a:cubicBezTo>
                  <a:pt x="402" y="2144"/>
                  <a:pt x="437" y="2144"/>
                  <a:pt x="474" y="2144"/>
                </a:cubicBezTo>
                <a:cubicBezTo>
                  <a:pt x="445" y="2005"/>
                  <a:pt x="409" y="1872"/>
                  <a:pt x="366" y="1741"/>
                </a:cubicBezTo>
                <a:lnTo>
                  <a:pt x="1156" y="1283"/>
                </a:lnTo>
                <a:cubicBezTo>
                  <a:pt x="1241" y="1235"/>
                  <a:pt x="1268" y="1129"/>
                  <a:pt x="1221" y="1044"/>
                </a:cubicBezTo>
                <a:lnTo>
                  <a:pt x="668" y="89"/>
                </a:lnTo>
                <a:cubicBezTo>
                  <a:pt x="635" y="32"/>
                  <a:pt x="577" y="1"/>
                  <a:pt x="51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28"/>
          <p:cNvSpPr/>
          <p:nvPr/>
        </p:nvSpPr>
        <p:spPr>
          <a:xfrm>
            <a:off x="3097692" y="3627082"/>
            <a:ext cx="19420" cy="51624"/>
          </a:xfrm>
          <a:custGeom>
            <a:rect b="b" l="l" r="r" t="t"/>
            <a:pathLst>
              <a:path extrusionOk="0" h="1454" w="547">
                <a:moveTo>
                  <a:pt x="375" y="0"/>
                </a:moveTo>
                <a:cubicBezTo>
                  <a:pt x="374" y="0"/>
                  <a:pt x="373" y="0"/>
                  <a:pt x="372" y="1"/>
                </a:cubicBezTo>
                <a:lnTo>
                  <a:pt x="1" y="1"/>
                </a:lnTo>
                <a:cubicBezTo>
                  <a:pt x="97" y="1"/>
                  <a:pt x="176" y="78"/>
                  <a:pt x="176" y="175"/>
                </a:cubicBezTo>
                <a:lnTo>
                  <a:pt x="176" y="1278"/>
                </a:lnTo>
                <a:cubicBezTo>
                  <a:pt x="176" y="1375"/>
                  <a:pt x="99" y="1454"/>
                  <a:pt x="1" y="1454"/>
                </a:cubicBezTo>
                <a:lnTo>
                  <a:pt x="372" y="1454"/>
                </a:lnTo>
                <a:cubicBezTo>
                  <a:pt x="467" y="1454"/>
                  <a:pt x="546" y="1376"/>
                  <a:pt x="546" y="1278"/>
                </a:cubicBezTo>
                <a:lnTo>
                  <a:pt x="546" y="175"/>
                </a:lnTo>
                <a:cubicBezTo>
                  <a:pt x="546" y="79"/>
                  <a:pt x="470" y="0"/>
                  <a:pt x="37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28"/>
          <p:cNvSpPr/>
          <p:nvPr/>
        </p:nvSpPr>
        <p:spPr>
          <a:xfrm>
            <a:off x="2854918" y="3554228"/>
            <a:ext cx="197358" cy="197337"/>
          </a:xfrm>
          <a:custGeom>
            <a:rect b="b" l="l" r="r" t="t"/>
            <a:pathLst>
              <a:path extrusionOk="0" h="5558" w="5559">
                <a:moveTo>
                  <a:pt x="2779" y="0"/>
                </a:moveTo>
                <a:cubicBezTo>
                  <a:pt x="1244" y="0"/>
                  <a:pt x="1" y="1244"/>
                  <a:pt x="1" y="2779"/>
                </a:cubicBezTo>
                <a:cubicBezTo>
                  <a:pt x="1" y="4313"/>
                  <a:pt x="1244" y="5558"/>
                  <a:pt x="2779" y="5558"/>
                </a:cubicBezTo>
                <a:cubicBezTo>
                  <a:pt x="4315" y="5558"/>
                  <a:pt x="5558" y="4313"/>
                  <a:pt x="5558" y="2779"/>
                </a:cubicBezTo>
                <a:cubicBezTo>
                  <a:pt x="5558" y="1244"/>
                  <a:pt x="4315" y="0"/>
                  <a:pt x="277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28"/>
          <p:cNvSpPr/>
          <p:nvPr/>
        </p:nvSpPr>
        <p:spPr>
          <a:xfrm>
            <a:off x="2913570" y="3557850"/>
            <a:ext cx="138708" cy="193715"/>
          </a:xfrm>
          <a:custGeom>
            <a:rect b="b" l="l" r="r" t="t"/>
            <a:pathLst>
              <a:path extrusionOk="0" h="5456" w="3907">
                <a:moveTo>
                  <a:pt x="1880" y="1"/>
                </a:moveTo>
                <a:lnTo>
                  <a:pt x="1880" y="1"/>
                </a:lnTo>
                <a:cubicBezTo>
                  <a:pt x="2853" y="432"/>
                  <a:pt x="3532" y="1409"/>
                  <a:pt x="3532" y="2542"/>
                </a:cubicBezTo>
                <a:cubicBezTo>
                  <a:pt x="3532" y="4076"/>
                  <a:pt x="2287" y="5321"/>
                  <a:pt x="753" y="5321"/>
                </a:cubicBezTo>
                <a:cubicBezTo>
                  <a:pt x="493" y="5321"/>
                  <a:pt x="241" y="5285"/>
                  <a:pt x="1" y="5219"/>
                </a:cubicBezTo>
                <a:lnTo>
                  <a:pt x="1" y="5219"/>
                </a:lnTo>
                <a:cubicBezTo>
                  <a:pt x="347" y="5371"/>
                  <a:pt x="726" y="5456"/>
                  <a:pt x="1127" y="5456"/>
                </a:cubicBezTo>
                <a:cubicBezTo>
                  <a:pt x="2661" y="5456"/>
                  <a:pt x="3906" y="4211"/>
                  <a:pt x="3906" y="2677"/>
                </a:cubicBezTo>
                <a:cubicBezTo>
                  <a:pt x="3906" y="1402"/>
                  <a:pt x="3050" y="327"/>
                  <a:pt x="188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28"/>
          <p:cNvSpPr/>
          <p:nvPr/>
        </p:nvSpPr>
        <p:spPr>
          <a:xfrm>
            <a:off x="2948683" y="3721451"/>
            <a:ext cx="9941" cy="15196"/>
          </a:xfrm>
          <a:custGeom>
            <a:rect b="b" l="l" r="r" t="t"/>
            <a:pathLst>
              <a:path extrusionOk="0" h="428" w="280">
                <a:moveTo>
                  <a:pt x="138" y="0"/>
                </a:moveTo>
                <a:cubicBezTo>
                  <a:pt x="63" y="0"/>
                  <a:pt x="0" y="62"/>
                  <a:pt x="0" y="140"/>
                </a:cubicBezTo>
                <a:lnTo>
                  <a:pt x="0" y="288"/>
                </a:lnTo>
                <a:cubicBezTo>
                  <a:pt x="0" y="364"/>
                  <a:pt x="61" y="428"/>
                  <a:pt x="138" y="428"/>
                </a:cubicBezTo>
                <a:cubicBezTo>
                  <a:pt x="216" y="428"/>
                  <a:pt x="279" y="366"/>
                  <a:pt x="276" y="288"/>
                </a:cubicBezTo>
                <a:lnTo>
                  <a:pt x="276" y="140"/>
                </a:lnTo>
                <a:cubicBezTo>
                  <a:pt x="276" y="64"/>
                  <a:pt x="216" y="0"/>
                  <a:pt x="13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28"/>
          <p:cNvSpPr/>
          <p:nvPr/>
        </p:nvSpPr>
        <p:spPr>
          <a:xfrm>
            <a:off x="2984755" y="3711617"/>
            <a:ext cx="13881" cy="14451"/>
          </a:xfrm>
          <a:custGeom>
            <a:rect b="b" l="l" r="r" t="t"/>
            <a:pathLst>
              <a:path extrusionOk="0" h="407" w="391">
                <a:moveTo>
                  <a:pt x="158" y="0"/>
                </a:moveTo>
                <a:cubicBezTo>
                  <a:pt x="134" y="0"/>
                  <a:pt x="110" y="6"/>
                  <a:pt x="88" y="18"/>
                </a:cubicBezTo>
                <a:cubicBezTo>
                  <a:pt x="22" y="57"/>
                  <a:pt x="0" y="141"/>
                  <a:pt x="38" y="208"/>
                </a:cubicBezTo>
                <a:lnTo>
                  <a:pt x="114" y="338"/>
                </a:lnTo>
                <a:cubicBezTo>
                  <a:pt x="138" y="382"/>
                  <a:pt x="186" y="407"/>
                  <a:pt x="235" y="407"/>
                </a:cubicBezTo>
                <a:cubicBezTo>
                  <a:pt x="258" y="407"/>
                  <a:pt x="281" y="403"/>
                  <a:pt x="302" y="388"/>
                </a:cubicBezTo>
                <a:cubicBezTo>
                  <a:pt x="368" y="349"/>
                  <a:pt x="390" y="266"/>
                  <a:pt x="353" y="198"/>
                </a:cubicBezTo>
                <a:lnTo>
                  <a:pt x="278" y="69"/>
                </a:lnTo>
                <a:cubicBezTo>
                  <a:pt x="252" y="24"/>
                  <a:pt x="206" y="0"/>
                  <a:pt x="15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28"/>
          <p:cNvSpPr/>
          <p:nvPr/>
        </p:nvSpPr>
        <p:spPr>
          <a:xfrm>
            <a:off x="2869829" y="3647994"/>
            <a:ext cx="15231" cy="9835"/>
          </a:xfrm>
          <a:custGeom>
            <a:rect b="b" l="l" r="r" t="t"/>
            <a:pathLst>
              <a:path extrusionOk="0" h="277" w="429">
                <a:moveTo>
                  <a:pt x="140" y="0"/>
                </a:moveTo>
                <a:cubicBezTo>
                  <a:pt x="64" y="0"/>
                  <a:pt x="1" y="61"/>
                  <a:pt x="1" y="138"/>
                </a:cubicBezTo>
                <a:cubicBezTo>
                  <a:pt x="1" y="213"/>
                  <a:pt x="63" y="276"/>
                  <a:pt x="140" y="276"/>
                </a:cubicBezTo>
                <a:lnTo>
                  <a:pt x="289" y="276"/>
                </a:lnTo>
                <a:cubicBezTo>
                  <a:pt x="366" y="276"/>
                  <a:pt x="428" y="213"/>
                  <a:pt x="428" y="138"/>
                </a:cubicBezTo>
                <a:cubicBezTo>
                  <a:pt x="428" y="62"/>
                  <a:pt x="366" y="0"/>
                  <a:pt x="28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28"/>
          <p:cNvSpPr/>
          <p:nvPr/>
        </p:nvSpPr>
        <p:spPr>
          <a:xfrm>
            <a:off x="2879699" y="3684669"/>
            <a:ext cx="15834" cy="12533"/>
          </a:xfrm>
          <a:custGeom>
            <a:rect b="b" l="l" r="r" t="t"/>
            <a:pathLst>
              <a:path extrusionOk="0" h="353" w="446">
                <a:moveTo>
                  <a:pt x="287" y="1"/>
                </a:moveTo>
                <a:cubicBezTo>
                  <a:pt x="264" y="1"/>
                  <a:pt x="240" y="7"/>
                  <a:pt x="218" y="19"/>
                </a:cubicBezTo>
                <a:lnTo>
                  <a:pt x="88" y="94"/>
                </a:lnTo>
                <a:cubicBezTo>
                  <a:pt x="22" y="133"/>
                  <a:pt x="0" y="216"/>
                  <a:pt x="38" y="284"/>
                </a:cubicBezTo>
                <a:cubicBezTo>
                  <a:pt x="64" y="328"/>
                  <a:pt x="110" y="353"/>
                  <a:pt x="159" y="353"/>
                </a:cubicBezTo>
                <a:cubicBezTo>
                  <a:pt x="182" y="353"/>
                  <a:pt x="208" y="349"/>
                  <a:pt x="226" y="334"/>
                </a:cubicBezTo>
                <a:lnTo>
                  <a:pt x="356" y="258"/>
                </a:lnTo>
                <a:cubicBezTo>
                  <a:pt x="424" y="220"/>
                  <a:pt x="445" y="136"/>
                  <a:pt x="406" y="69"/>
                </a:cubicBezTo>
                <a:cubicBezTo>
                  <a:pt x="381" y="25"/>
                  <a:pt x="335" y="1"/>
                  <a:pt x="28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28"/>
          <p:cNvSpPr/>
          <p:nvPr/>
        </p:nvSpPr>
        <p:spPr>
          <a:xfrm>
            <a:off x="2908528" y="3711652"/>
            <a:ext cx="13952" cy="14415"/>
          </a:xfrm>
          <a:custGeom>
            <a:rect b="b" l="l" r="r" t="t"/>
            <a:pathLst>
              <a:path extrusionOk="0" h="406" w="393">
                <a:moveTo>
                  <a:pt x="234" y="0"/>
                </a:moveTo>
                <a:cubicBezTo>
                  <a:pt x="187" y="0"/>
                  <a:pt x="140" y="26"/>
                  <a:pt x="115" y="71"/>
                </a:cubicBezTo>
                <a:lnTo>
                  <a:pt x="39" y="200"/>
                </a:lnTo>
                <a:cubicBezTo>
                  <a:pt x="0" y="265"/>
                  <a:pt x="23" y="351"/>
                  <a:pt x="89" y="389"/>
                </a:cubicBezTo>
                <a:cubicBezTo>
                  <a:pt x="112" y="402"/>
                  <a:pt x="137" y="406"/>
                  <a:pt x="160" y="406"/>
                </a:cubicBezTo>
                <a:cubicBezTo>
                  <a:pt x="209" y="406"/>
                  <a:pt x="255" y="381"/>
                  <a:pt x="278" y="338"/>
                </a:cubicBezTo>
                <a:lnTo>
                  <a:pt x="354" y="209"/>
                </a:lnTo>
                <a:cubicBezTo>
                  <a:pt x="393" y="144"/>
                  <a:pt x="370" y="58"/>
                  <a:pt x="304" y="20"/>
                </a:cubicBezTo>
                <a:cubicBezTo>
                  <a:pt x="282" y="7"/>
                  <a:pt x="258" y="0"/>
                  <a:pt x="23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28"/>
          <p:cNvSpPr/>
          <p:nvPr/>
        </p:nvSpPr>
        <p:spPr>
          <a:xfrm>
            <a:off x="2948683" y="3604040"/>
            <a:ext cx="9941" cy="45517"/>
          </a:xfrm>
          <a:custGeom>
            <a:rect b="b" l="l" r="r" t="t"/>
            <a:pathLst>
              <a:path extrusionOk="0" h="1282" w="280">
                <a:moveTo>
                  <a:pt x="138" y="1"/>
                </a:moveTo>
                <a:cubicBezTo>
                  <a:pt x="63" y="1"/>
                  <a:pt x="0" y="61"/>
                  <a:pt x="0" y="139"/>
                </a:cubicBezTo>
                <a:lnTo>
                  <a:pt x="0" y="1142"/>
                </a:lnTo>
                <a:cubicBezTo>
                  <a:pt x="0" y="1218"/>
                  <a:pt x="61" y="1281"/>
                  <a:pt x="138" y="1281"/>
                </a:cubicBezTo>
                <a:cubicBezTo>
                  <a:pt x="216" y="1281"/>
                  <a:pt x="279" y="1218"/>
                  <a:pt x="276" y="1142"/>
                </a:cubicBezTo>
                <a:lnTo>
                  <a:pt x="276" y="139"/>
                </a:lnTo>
                <a:cubicBezTo>
                  <a:pt x="276" y="62"/>
                  <a:pt x="216" y="1"/>
                  <a:pt x="13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28"/>
          <p:cNvSpPr/>
          <p:nvPr/>
        </p:nvSpPr>
        <p:spPr>
          <a:xfrm>
            <a:off x="2879025" y="3575424"/>
            <a:ext cx="154542" cy="124871"/>
          </a:xfrm>
          <a:custGeom>
            <a:rect b="b" l="l" r="r" t="t"/>
            <a:pathLst>
              <a:path extrusionOk="0" h="3517" w="4353">
                <a:moveTo>
                  <a:pt x="2102" y="1"/>
                </a:moveTo>
                <a:cubicBezTo>
                  <a:pt x="1631" y="1"/>
                  <a:pt x="1181" y="147"/>
                  <a:pt x="804" y="428"/>
                </a:cubicBezTo>
                <a:cubicBezTo>
                  <a:pt x="432" y="703"/>
                  <a:pt x="165" y="1080"/>
                  <a:pt x="24" y="1516"/>
                </a:cubicBezTo>
                <a:cubicBezTo>
                  <a:pt x="1" y="1591"/>
                  <a:pt x="41" y="1667"/>
                  <a:pt x="114" y="1692"/>
                </a:cubicBezTo>
                <a:cubicBezTo>
                  <a:pt x="128" y="1696"/>
                  <a:pt x="143" y="1698"/>
                  <a:pt x="156" y="1698"/>
                </a:cubicBezTo>
                <a:cubicBezTo>
                  <a:pt x="215" y="1698"/>
                  <a:pt x="270" y="1660"/>
                  <a:pt x="289" y="1601"/>
                </a:cubicBezTo>
                <a:cubicBezTo>
                  <a:pt x="540" y="809"/>
                  <a:pt x="1269" y="277"/>
                  <a:pt x="2100" y="277"/>
                </a:cubicBezTo>
                <a:cubicBezTo>
                  <a:pt x="3149" y="277"/>
                  <a:pt x="4001" y="1130"/>
                  <a:pt x="4001" y="2178"/>
                </a:cubicBezTo>
                <a:cubicBezTo>
                  <a:pt x="4001" y="2450"/>
                  <a:pt x="3945" y="2710"/>
                  <a:pt x="3836" y="2954"/>
                </a:cubicBezTo>
                <a:lnTo>
                  <a:pt x="3827" y="2886"/>
                </a:lnTo>
                <a:cubicBezTo>
                  <a:pt x="3817" y="2816"/>
                  <a:pt x="3757" y="2765"/>
                  <a:pt x="3689" y="2765"/>
                </a:cubicBezTo>
                <a:cubicBezTo>
                  <a:pt x="3683" y="2765"/>
                  <a:pt x="3677" y="2766"/>
                  <a:pt x="3670" y="2766"/>
                </a:cubicBezTo>
                <a:cubicBezTo>
                  <a:pt x="3595" y="2778"/>
                  <a:pt x="3541" y="2847"/>
                  <a:pt x="3552" y="2923"/>
                </a:cubicBezTo>
                <a:lnTo>
                  <a:pt x="3614" y="3397"/>
                </a:lnTo>
                <a:cubicBezTo>
                  <a:pt x="3620" y="3438"/>
                  <a:pt x="3646" y="3477"/>
                  <a:pt x="3683" y="3499"/>
                </a:cubicBezTo>
                <a:cubicBezTo>
                  <a:pt x="3705" y="3510"/>
                  <a:pt x="3728" y="3516"/>
                  <a:pt x="3751" y="3516"/>
                </a:cubicBezTo>
                <a:cubicBezTo>
                  <a:pt x="3770" y="3516"/>
                  <a:pt x="3790" y="3513"/>
                  <a:pt x="3806" y="3506"/>
                </a:cubicBezTo>
                <a:lnTo>
                  <a:pt x="4244" y="3319"/>
                </a:lnTo>
                <a:cubicBezTo>
                  <a:pt x="4318" y="3290"/>
                  <a:pt x="4352" y="3210"/>
                  <a:pt x="4322" y="3138"/>
                </a:cubicBezTo>
                <a:cubicBezTo>
                  <a:pt x="4299" y="3085"/>
                  <a:pt x="4247" y="3052"/>
                  <a:pt x="4193" y="3052"/>
                </a:cubicBezTo>
                <a:cubicBezTo>
                  <a:pt x="4176" y="3052"/>
                  <a:pt x="4158" y="3055"/>
                  <a:pt x="4141" y="3063"/>
                </a:cubicBezTo>
                <a:lnTo>
                  <a:pt x="4085" y="3087"/>
                </a:lnTo>
                <a:cubicBezTo>
                  <a:pt x="4214" y="2804"/>
                  <a:pt x="4282" y="2497"/>
                  <a:pt x="4282" y="2181"/>
                </a:cubicBezTo>
                <a:cubicBezTo>
                  <a:pt x="4282" y="979"/>
                  <a:pt x="3303" y="1"/>
                  <a:pt x="210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28"/>
          <p:cNvSpPr/>
          <p:nvPr/>
        </p:nvSpPr>
        <p:spPr>
          <a:xfrm>
            <a:off x="2936860" y="3636135"/>
            <a:ext cx="33514" cy="33481"/>
          </a:xfrm>
          <a:custGeom>
            <a:rect b="b" l="l" r="r" t="t"/>
            <a:pathLst>
              <a:path extrusionOk="0" h="943" w="944">
                <a:moveTo>
                  <a:pt x="471" y="0"/>
                </a:moveTo>
                <a:cubicBezTo>
                  <a:pt x="211" y="0"/>
                  <a:pt x="1" y="212"/>
                  <a:pt x="1" y="472"/>
                </a:cubicBezTo>
                <a:cubicBezTo>
                  <a:pt x="1" y="733"/>
                  <a:pt x="211" y="943"/>
                  <a:pt x="471" y="943"/>
                </a:cubicBezTo>
                <a:cubicBezTo>
                  <a:pt x="732" y="943"/>
                  <a:pt x="943" y="733"/>
                  <a:pt x="943" y="472"/>
                </a:cubicBezTo>
                <a:cubicBezTo>
                  <a:pt x="943" y="212"/>
                  <a:pt x="732" y="0"/>
                  <a:pt x="47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28"/>
          <p:cNvSpPr/>
          <p:nvPr/>
        </p:nvSpPr>
        <p:spPr>
          <a:xfrm>
            <a:off x="2940091" y="3636490"/>
            <a:ext cx="30213" cy="33126"/>
          </a:xfrm>
          <a:custGeom>
            <a:rect b="b" l="l" r="r" t="t"/>
            <a:pathLst>
              <a:path extrusionOk="0" h="933" w="851">
                <a:moveTo>
                  <a:pt x="462" y="0"/>
                </a:moveTo>
                <a:lnTo>
                  <a:pt x="462" y="0"/>
                </a:lnTo>
                <a:cubicBezTo>
                  <a:pt x="518" y="77"/>
                  <a:pt x="553" y="173"/>
                  <a:pt x="553" y="277"/>
                </a:cubicBezTo>
                <a:cubicBezTo>
                  <a:pt x="553" y="537"/>
                  <a:pt x="340" y="749"/>
                  <a:pt x="81" y="749"/>
                </a:cubicBezTo>
                <a:cubicBezTo>
                  <a:pt x="55" y="749"/>
                  <a:pt x="28" y="746"/>
                  <a:pt x="0" y="741"/>
                </a:cubicBezTo>
                <a:lnTo>
                  <a:pt x="0" y="741"/>
                </a:lnTo>
                <a:cubicBezTo>
                  <a:pt x="85" y="858"/>
                  <a:pt x="223" y="933"/>
                  <a:pt x="380" y="933"/>
                </a:cubicBezTo>
                <a:cubicBezTo>
                  <a:pt x="641" y="933"/>
                  <a:pt x="851" y="721"/>
                  <a:pt x="851" y="462"/>
                </a:cubicBezTo>
                <a:cubicBezTo>
                  <a:pt x="851" y="231"/>
                  <a:pt x="684" y="38"/>
                  <a:pt x="46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28"/>
          <p:cNvSpPr/>
          <p:nvPr/>
        </p:nvSpPr>
        <p:spPr>
          <a:xfrm>
            <a:off x="2261971" y="3489398"/>
            <a:ext cx="88543" cy="25777"/>
          </a:xfrm>
          <a:custGeom>
            <a:rect b="b" l="l" r="r" t="t"/>
            <a:pathLst>
              <a:path extrusionOk="0" h="726" w="2494">
                <a:moveTo>
                  <a:pt x="0" y="0"/>
                </a:moveTo>
                <a:lnTo>
                  <a:pt x="164" y="540"/>
                </a:lnTo>
                <a:cubicBezTo>
                  <a:pt x="199" y="649"/>
                  <a:pt x="301" y="726"/>
                  <a:pt x="416" y="726"/>
                </a:cubicBezTo>
                <a:lnTo>
                  <a:pt x="2077" y="726"/>
                </a:lnTo>
                <a:cubicBezTo>
                  <a:pt x="2192" y="726"/>
                  <a:pt x="2295" y="649"/>
                  <a:pt x="2328" y="540"/>
                </a:cubicBez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28"/>
          <p:cNvSpPr/>
          <p:nvPr/>
        </p:nvSpPr>
        <p:spPr>
          <a:xfrm>
            <a:off x="2322504" y="3489398"/>
            <a:ext cx="28118" cy="25777"/>
          </a:xfrm>
          <a:custGeom>
            <a:rect b="b" l="l" r="r" t="t"/>
            <a:pathLst>
              <a:path extrusionOk="0" h="726" w="792">
                <a:moveTo>
                  <a:pt x="418" y="0"/>
                </a:moveTo>
                <a:lnTo>
                  <a:pt x="252" y="540"/>
                </a:lnTo>
                <a:cubicBezTo>
                  <a:pt x="218" y="649"/>
                  <a:pt x="114" y="726"/>
                  <a:pt x="0" y="726"/>
                </a:cubicBezTo>
                <a:lnTo>
                  <a:pt x="375" y="726"/>
                </a:lnTo>
                <a:cubicBezTo>
                  <a:pt x="490" y="726"/>
                  <a:pt x="592" y="649"/>
                  <a:pt x="626" y="540"/>
                </a:cubicBezTo>
                <a:lnTo>
                  <a:pt x="79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524" name="Google Shape;4524;p28"/>
          <p:cNvGrpSpPr/>
          <p:nvPr/>
        </p:nvGrpSpPr>
        <p:grpSpPr>
          <a:xfrm>
            <a:off x="2200301" y="3489398"/>
            <a:ext cx="211956" cy="326966"/>
            <a:chOff x="2200301" y="3489398"/>
            <a:chExt cx="211956" cy="326966"/>
          </a:xfrm>
        </p:grpSpPr>
        <p:sp>
          <p:nvSpPr>
            <p:cNvPr id="4525" name="Google Shape;4525;p28"/>
            <p:cNvSpPr/>
            <p:nvPr/>
          </p:nvSpPr>
          <p:spPr>
            <a:xfrm>
              <a:off x="2220609" y="3489398"/>
              <a:ext cx="171406" cy="326966"/>
            </a:xfrm>
            <a:custGeom>
              <a:rect b="b" l="l" r="r" t="t"/>
              <a:pathLst>
                <a:path extrusionOk="0" h="9209" w="4828">
                  <a:moveTo>
                    <a:pt x="359" y="0"/>
                  </a:moveTo>
                  <a:cubicBezTo>
                    <a:pt x="161" y="0"/>
                    <a:pt x="1" y="160"/>
                    <a:pt x="1" y="359"/>
                  </a:cubicBezTo>
                  <a:lnTo>
                    <a:pt x="1" y="8850"/>
                  </a:lnTo>
                  <a:cubicBezTo>
                    <a:pt x="1" y="9047"/>
                    <a:pt x="161" y="9209"/>
                    <a:pt x="359" y="9209"/>
                  </a:cubicBezTo>
                  <a:lnTo>
                    <a:pt x="4469" y="9209"/>
                  </a:lnTo>
                  <a:cubicBezTo>
                    <a:pt x="4666" y="9209"/>
                    <a:pt x="4827" y="9047"/>
                    <a:pt x="4827" y="8850"/>
                  </a:cubicBezTo>
                  <a:lnTo>
                    <a:pt x="4827" y="359"/>
                  </a:lnTo>
                  <a:cubicBezTo>
                    <a:pt x="4827" y="160"/>
                    <a:pt x="4666" y="0"/>
                    <a:pt x="4471" y="0"/>
                  </a:cubicBezTo>
                  <a:lnTo>
                    <a:pt x="3663" y="0"/>
                  </a:lnTo>
                  <a:lnTo>
                    <a:pt x="2414" y="208"/>
                  </a:lnTo>
                  <a:lnTo>
                    <a:pt x="1167"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28"/>
            <p:cNvSpPr/>
            <p:nvPr/>
          </p:nvSpPr>
          <p:spPr>
            <a:xfrm>
              <a:off x="2365144" y="3489398"/>
              <a:ext cx="26875" cy="326966"/>
            </a:xfrm>
            <a:custGeom>
              <a:rect b="b" l="l" r="r" t="t"/>
              <a:pathLst>
                <a:path extrusionOk="0" h="9209" w="757">
                  <a:moveTo>
                    <a:pt x="1" y="0"/>
                  </a:moveTo>
                  <a:cubicBezTo>
                    <a:pt x="198" y="0"/>
                    <a:pt x="358" y="160"/>
                    <a:pt x="358" y="359"/>
                  </a:cubicBezTo>
                  <a:lnTo>
                    <a:pt x="358" y="8850"/>
                  </a:lnTo>
                  <a:cubicBezTo>
                    <a:pt x="358" y="9047"/>
                    <a:pt x="198" y="9209"/>
                    <a:pt x="1" y="9209"/>
                  </a:cubicBezTo>
                  <a:lnTo>
                    <a:pt x="398" y="9209"/>
                  </a:lnTo>
                  <a:cubicBezTo>
                    <a:pt x="595" y="9209"/>
                    <a:pt x="756" y="9047"/>
                    <a:pt x="756" y="8850"/>
                  </a:cubicBezTo>
                  <a:lnTo>
                    <a:pt x="756" y="359"/>
                  </a:lnTo>
                  <a:cubicBezTo>
                    <a:pt x="756" y="160"/>
                    <a:pt x="595" y="0"/>
                    <a:pt x="3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28"/>
            <p:cNvSpPr/>
            <p:nvPr/>
          </p:nvSpPr>
          <p:spPr>
            <a:xfrm>
              <a:off x="2200301" y="3561116"/>
              <a:ext cx="211950" cy="28653"/>
            </a:xfrm>
            <a:custGeom>
              <a:rect b="b" l="l" r="r" t="t"/>
              <a:pathLst>
                <a:path extrusionOk="0" h="807" w="5970">
                  <a:moveTo>
                    <a:pt x="305" y="1"/>
                  </a:moveTo>
                  <a:lnTo>
                    <a:pt x="0" y="807"/>
                  </a:lnTo>
                  <a:lnTo>
                    <a:pt x="5969" y="807"/>
                  </a:lnTo>
                  <a:lnTo>
                    <a:pt x="5666" y="1"/>
                  </a:lnTo>
                  <a:close/>
                </a:path>
              </a:pathLst>
            </a:custGeom>
            <a:solidFill>
              <a:srgbClr val="D9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28"/>
            <p:cNvSpPr/>
            <p:nvPr/>
          </p:nvSpPr>
          <p:spPr>
            <a:xfrm>
              <a:off x="2388257" y="3561116"/>
              <a:ext cx="24000" cy="28653"/>
            </a:xfrm>
            <a:custGeom>
              <a:rect b="b" l="l" r="r" t="t"/>
              <a:pathLst>
                <a:path extrusionOk="0" h="807" w="676">
                  <a:moveTo>
                    <a:pt x="0" y="1"/>
                  </a:moveTo>
                  <a:lnTo>
                    <a:pt x="304" y="807"/>
                  </a:lnTo>
                  <a:lnTo>
                    <a:pt x="675" y="807"/>
                  </a:lnTo>
                  <a:lnTo>
                    <a:pt x="37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28"/>
            <p:cNvSpPr/>
            <p:nvPr/>
          </p:nvSpPr>
          <p:spPr>
            <a:xfrm>
              <a:off x="2200301" y="3589732"/>
              <a:ext cx="42425" cy="57057"/>
            </a:xfrm>
            <a:custGeom>
              <a:rect b="b" l="l" r="r" t="t"/>
              <a:pathLst>
                <a:path extrusionOk="0" h="1607" w="1195">
                  <a:moveTo>
                    <a:pt x="0" y="1"/>
                  </a:moveTo>
                  <a:lnTo>
                    <a:pt x="0" y="1009"/>
                  </a:lnTo>
                  <a:cubicBezTo>
                    <a:pt x="0" y="1339"/>
                    <a:pt x="269" y="1607"/>
                    <a:pt x="597" y="1607"/>
                  </a:cubicBezTo>
                  <a:cubicBezTo>
                    <a:pt x="927" y="1607"/>
                    <a:pt x="1193" y="1339"/>
                    <a:pt x="1195" y="1009"/>
                  </a:cubicBezTo>
                  <a:lnTo>
                    <a:pt x="119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28"/>
            <p:cNvSpPr/>
            <p:nvPr/>
          </p:nvSpPr>
          <p:spPr>
            <a:xfrm>
              <a:off x="2214715" y="3589732"/>
              <a:ext cx="27976" cy="57057"/>
            </a:xfrm>
            <a:custGeom>
              <a:rect b="b" l="l" r="r" t="t"/>
              <a:pathLst>
                <a:path extrusionOk="0" h="1607" w="788">
                  <a:moveTo>
                    <a:pt x="406" y="1"/>
                  </a:moveTo>
                  <a:lnTo>
                    <a:pt x="406" y="1009"/>
                  </a:lnTo>
                  <a:cubicBezTo>
                    <a:pt x="406" y="1274"/>
                    <a:pt x="237" y="1497"/>
                    <a:pt x="0" y="1576"/>
                  </a:cubicBezTo>
                  <a:cubicBezTo>
                    <a:pt x="60" y="1595"/>
                    <a:pt x="124" y="1607"/>
                    <a:pt x="190" y="1607"/>
                  </a:cubicBezTo>
                  <a:cubicBezTo>
                    <a:pt x="520" y="1607"/>
                    <a:pt x="787" y="1339"/>
                    <a:pt x="787" y="1009"/>
                  </a:cubicBezTo>
                  <a:lnTo>
                    <a:pt x="78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28"/>
            <p:cNvSpPr/>
            <p:nvPr/>
          </p:nvSpPr>
          <p:spPr>
            <a:xfrm>
              <a:off x="2285048" y="3589732"/>
              <a:ext cx="42425" cy="57057"/>
            </a:xfrm>
            <a:custGeom>
              <a:rect b="b" l="l" r="r" t="t"/>
              <a:pathLst>
                <a:path extrusionOk="0" h="1607" w="1195">
                  <a:moveTo>
                    <a:pt x="1" y="1"/>
                  </a:moveTo>
                  <a:lnTo>
                    <a:pt x="1" y="1009"/>
                  </a:lnTo>
                  <a:cubicBezTo>
                    <a:pt x="1" y="1339"/>
                    <a:pt x="268" y="1607"/>
                    <a:pt x="598" y="1607"/>
                  </a:cubicBezTo>
                  <a:cubicBezTo>
                    <a:pt x="927" y="1607"/>
                    <a:pt x="1195" y="1339"/>
                    <a:pt x="1195" y="1009"/>
                  </a:cubicBezTo>
                  <a:lnTo>
                    <a:pt x="119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28"/>
            <p:cNvSpPr/>
            <p:nvPr/>
          </p:nvSpPr>
          <p:spPr>
            <a:xfrm>
              <a:off x="2369795" y="3589732"/>
              <a:ext cx="42461" cy="57057"/>
            </a:xfrm>
            <a:custGeom>
              <a:rect b="b" l="l" r="r" t="t"/>
              <a:pathLst>
                <a:path extrusionOk="0" h="1607" w="1196">
                  <a:moveTo>
                    <a:pt x="1" y="1"/>
                  </a:moveTo>
                  <a:lnTo>
                    <a:pt x="1" y="1009"/>
                  </a:lnTo>
                  <a:cubicBezTo>
                    <a:pt x="1" y="1339"/>
                    <a:pt x="269" y="1607"/>
                    <a:pt x="598" y="1607"/>
                  </a:cubicBezTo>
                  <a:cubicBezTo>
                    <a:pt x="929" y="1607"/>
                    <a:pt x="1195" y="1339"/>
                    <a:pt x="1195" y="1009"/>
                  </a:cubicBezTo>
                  <a:lnTo>
                    <a:pt x="119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28"/>
            <p:cNvSpPr/>
            <p:nvPr/>
          </p:nvSpPr>
          <p:spPr>
            <a:xfrm>
              <a:off x="2242657" y="3589732"/>
              <a:ext cx="42425" cy="57057"/>
            </a:xfrm>
            <a:custGeom>
              <a:rect b="b" l="l" r="r" t="t"/>
              <a:pathLst>
                <a:path extrusionOk="0" h="1607" w="1195">
                  <a:moveTo>
                    <a:pt x="0" y="1"/>
                  </a:moveTo>
                  <a:lnTo>
                    <a:pt x="0" y="1009"/>
                  </a:lnTo>
                  <a:cubicBezTo>
                    <a:pt x="0" y="1339"/>
                    <a:pt x="268" y="1607"/>
                    <a:pt x="597" y="1607"/>
                  </a:cubicBezTo>
                  <a:cubicBezTo>
                    <a:pt x="928" y="1607"/>
                    <a:pt x="1195" y="1339"/>
                    <a:pt x="1195" y="1009"/>
                  </a:cubicBez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28"/>
            <p:cNvSpPr/>
            <p:nvPr/>
          </p:nvSpPr>
          <p:spPr>
            <a:xfrm>
              <a:off x="2327439" y="3589732"/>
              <a:ext cx="42461" cy="57057"/>
            </a:xfrm>
            <a:custGeom>
              <a:rect b="b" l="l" r="r" t="t"/>
              <a:pathLst>
                <a:path extrusionOk="0" h="1607" w="1196">
                  <a:moveTo>
                    <a:pt x="1" y="1"/>
                  </a:moveTo>
                  <a:lnTo>
                    <a:pt x="1" y="1009"/>
                  </a:lnTo>
                  <a:cubicBezTo>
                    <a:pt x="1" y="1339"/>
                    <a:pt x="269" y="1607"/>
                    <a:pt x="598" y="1607"/>
                  </a:cubicBezTo>
                  <a:cubicBezTo>
                    <a:pt x="928" y="1607"/>
                    <a:pt x="1194" y="1339"/>
                    <a:pt x="1195" y="1009"/>
                  </a:cubicBez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28"/>
            <p:cNvSpPr/>
            <p:nvPr/>
          </p:nvSpPr>
          <p:spPr>
            <a:xfrm>
              <a:off x="2299498" y="3589732"/>
              <a:ext cx="27976" cy="57057"/>
            </a:xfrm>
            <a:custGeom>
              <a:rect b="b" l="l" r="r" t="t"/>
              <a:pathLst>
                <a:path extrusionOk="0" h="1607" w="788">
                  <a:moveTo>
                    <a:pt x="407" y="1"/>
                  </a:moveTo>
                  <a:lnTo>
                    <a:pt x="407" y="1009"/>
                  </a:lnTo>
                  <a:cubicBezTo>
                    <a:pt x="407" y="1274"/>
                    <a:pt x="235" y="1497"/>
                    <a:pt x="1" y="1576"/>
                  </a:cubicBezTo>
                  <a:cubicBezTo>
                    <a:pt x="61" y="1595"/>
                    <a:pt x="125" y="1607"/>
                    <a:pt x="191" y="1607"/>
                  </a:cubicBezTo>
                  <a:cubicBezTo>
                    <a:pt x="520" y="1607"/>
                    <a:pt x="788" y="1339"/>
                    <a:pt x="788" y="1009"/>
                  </a:cubicBezTo>
                  <a:lnTo>
                    <a:pt x="78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28"/>
            <p:cNvSpPr/>
            <p:nvPr/>
          </p:nvSpPr>
          <p:spPr>
            <a:xfrm>
              <a:off x="2384210" y="3589732"/>
              <a:ext cx="28047" cy="57057"/>
            </a:xfrm>
            <a:custGeom>
              <a:rect b="b" l="l" r="r" t="t"/>
              <a:pathLst>
                <a:path extrusionOk="0" h="1607" w="790">
                  <a:moveTo>
                    <a:pt x="408" y="1"/>
                  </a:moveTo>
                  <a:lnTo>
                    <a:pt x="408" y="1009"/>
                  </a:lnTo>
                  <a:cubicBezTo>
                    <a:pt x="408" y="1274"/>
                    <a:pt x="237" y="1497"/>
                    <a:pt x="1" y="1576"/>
                  </a:cubicBezTo>
                  <a:cubicBezTo>
                    <a:pt x="63" y="1595"/>
                    <a:pt x="126" y="1607"/>
                    <a:pt x="192" y="1607"/>
                  </a:cubicBezTo>
                  <a:cubicBezTo>
                    <a:pt x="522" y="1607"/>
                    <a:pt x="789" y="1339"/>
                    <a:pt x="789" y="1009"/>
                  </a:cubicBezTo>
                  <a:lnTo>
                    <a:pt x="78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28"/>
            <p:cNvSpPr/>
            <p:nvPr/>
          </p:nvSpPr>
          <p:spPr>
            <a:xfrm>
              <a:off x="2257107" y="3589732"/>
              <a:ext cx="27976" cy="57057"/>
            </a:xfrm>
            <a:custGeom>
              <a:rect b="b" l="l" r="r" t="t"/>
              <a:pathLst>
                <a:path extrusionOk="0" h="1607" w="788">
                  <a:moveTo>
                    <a:pt x="406" y="1"/>
                  </a:moveTo>
                  <a:lnTo>
                    <a:pt x="406" y="1009"/>
                  </a:lnTo>
                  <a:cubicBezTo>
                    <a:pt x="406" y="1274"/>
                    <a:pt x="238" y="1497"/>
                    <a:pt x="0" y="1576"/>
                  </a:cubicBezTo>
                  <a:cubicBezTo>
                    <a:pt x="61" y="1595"/>
                    <a:pt x="124" y="1607"/>
                    <a:pt x="190" y="1607"/>
                  </a:cubicBezTo>
                  <a:cubicBezTo>
                    <a:pt x="520" y="1607"/>
                    <a:pt x="788" y="1339"/>
                    <a:pt x="788" y="1009"/>
                  </a:cubicBezTo>
                  <a:lnTo>
                    <a:pt x="78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28"/>
            <p:cNvSpPr/>
            <p:nvPr/>
          </p:nvSpPr>
          <p:spPr>
            <a:xfrm>
              <a:off x="2341925" y="3589732"/>
              <a:ext cx="27905" cy="57057"/>
            </a:xfrm>
            <a:custGeom>
              <a:rect b="b" l="l" r="r" t="t"/>
              <a:pathLst>
                <a:path extrusionOk="0" h="1607" w="786">
                  <a:moveTo>
                    <a:pt x="406" y="1"/>
                  </a:moveTo>
                  <a:lnTo>
                    <a:pt x="406" y="1009"/>
                  </a:lnTo>
                  <a:cubicBezTo>
                    <a:pt x="406" y="1274"/>
                    <a:pt x="235" y="1497"/>
                    <a:pt x="0" y="1576"/>
                  </a:cubicBezTo>
                  <a:cubicBezTo>
                    <a:pt x="59" y="1595"/>
                    <a:pt x="123" y="1607"/>
                    <a:pt x="189" y="1607"/>
                  </a:cubicBezTo>
                  <a:cubicBezTo>
                    <a:pt x="518" y="1607"/>
                    <a:pt x="786" y="1339"/>
                    <a:pt x="786" y="1009"/>
                  </a:cubicBezTo>
                  <a:lnTo>
                    <a:pt x="78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28"/>
            <p:cNvSpPr/>
            <p:nvPr/>
          </p:nvSpPr>
          <p:spPr>
            <a:xfrm>
              <a:off x="2249580" y="3726812"/>
              <a:ext cx="113324" cy="39801"/>
            </a:xfrm>
            <a:custGeom>
              <a:rect b="b" l="l" r="r" t="t"/>
              <a:pathLst>
                <a:path extrusionOk="0" h="1121" w="3192">
                  <a:moveTo>
                    <a:pt x="561" y="0"/>
                  </a:moveTo>
                  <a:cubicBezTo>
                    <a:pt x="251" y="0"/>
                    <a:pt x="1" y="251"/>
                    <a:pt x="1" y="560"/>
                  </a:cubicBezTo>
                  <a:cubicBezTo>
                    <a:pt x="1" y="870"/>
                    <a:pt x="251" y="1120"/>
                    <a:pt x="561" y="1120"/>
                  </a:cubicBezTo>
                  <a:lnTo>
                    <a:pt x="2631" y="1120"/>
                  </a:lnTo>
                  <a:cubicBezTo>
                    <a:pt x="2941" y="1120"/>
                    <a:pt x="3191" y="870"/>
                    <a:pt x="3191" y="560"/>
                  </a:cubicBezTo>
                  <a:cubicBezTo>
                    <a:pt x="3191" y="251"/>
                    <a:pt x="2941" y="0"/>
                    <a:pt x="263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28"/>
            <p:cNvSpPr/>
            <p:nvPr/>
          </p:nvSpPr>
          <p:spPr>
            <a:xfrm>
              <a:off x="2329463" y="3726812"/>
              <a:ext cx="33479" cy="39801"/>
            </a:xfrm>
            <a:custGeom>
              <a:rect b="b" l="l" r="r" t="t"/>
              <a:pathLst>
                <a:path extrusionOk="0" h="1121" w="943">
                  <a:moveTo>
                    <a:pt x="0" y="0"/>
                  </a:moveTo>
                  <a:cubicBezTo>
                    <a:pt x="309" y="0"/>
                    <a:pt x="560" y="251"/>
                    <a:pt x="560" y="560"/>
                  </a:cubicBezTo>
                  <a:cubicBezTo>
                    <a:pt x="560" y="716"/>
                    <a:pt x="497" y="855"/>
                    <a:pt x="396" y="956"/>
                  </a:cubicBezTo>
                  <a:cubicBezTo>
                    <a:pt x="295" y="1057"/>
                    <a:pt x="154" y="1120"/>
                    <a:pt x="0" y="1120"/>
                  </a:cubicBezTo>
                  <a:lnTo>
                    <a:pt x="383" y="1120"/>
                  </a:lnTo>
                  <a:cubicBezTo>
                    <a:pt x="538" y="1120"/>
                    <a:pt x="678" y="1057"/>
                    <a:pt x="779" y="956"/>
                  </a:cubicBezTo>
                  <a:cubicBezTo>
                    <a:pt x="879" y="855"/>
                    <a:pt x="943" y="716"/>
                    <a:pt x="943" y="560"/>
                  </a:cubicBezTo>
                  <a:cubicBezTo>
                    <a:pt x="943" y="251"/>
                    <a:pt x="691" y="0"/>
                    <a:pt x="38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28"/>
            <p:cNvSpPr/>
            <p:nvPr/>
          </p:nvSpPr>
          <p:spPr>
            <a:xfrm>
              <a:off x="2247947" y="3670361"/>
              <a:ext cx="19775" cy="9906"/>
            </a:xfrm>
            <a:custGeom>
              <a:rect b="b" l="l" r="r" t="t"/>
              <a:pathLst>
                <a:path extrusionOk="0" h="279" w="557">
                  <a:moveTo>
                    <a:pt x="139" y="0"/>
                  </a:moveTo>
                  <a:cubicBezTo>
                    <a:pt x="64" y="0"/>
                    <a:pt x="1" y="64"/>
                    <a:pt x="1" y="140"/>
                  </a:cubicBezTo>
                  <a:cubicBezTo>
                    <a:pt x="1" y="215"/>
                    <a:pt x="61" y="278"/>
                    <a:pt x="139" y="278"/>
                  </a:cubicBezTo>
                  <a:lnTo>
                    <a:pt x="418" y="278"/>
                  </a:lnTo>
                  <a:cubicBezTo>
                    <a:pt x="496" y="278"/>
                    <a:pt x="556" y="215"/>
                    <a:pt x="556" y="140"/>
                  </a:cubicBezTo>
                  <a:cubicBezTo>
                    <a:pt x="556" y="64"/>
                    <a:pt x="496" y="0"/>
                    <a:pt x="41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28"/>
            <p:cNvSpPr/>
            <p:nvPr/>
          </p:nvSpPr>
          <p:spPr>
            <a:xfrm>
              <a:off x="2282279" y="3670361"/>
              <a:ext cx="82295" cy="9906"/>
            </a:xfrm>
            <a:custGeom>
              <a:rect b="b" l="l" r="r" t="t"/>
              <a:pathLst>
                <a:path extrusionOk="0" h="279" w="2318">
                  <a:moveTo>
                    <a:pt x="140" y="0"/>
                  </a:moveTo>
                  <a:cubicBezTo>
                    <a:pt x="64" y="0"/>
                    <a:pt x="1" y="64"/>
                    <a:pt x="1" y="140"/>
                  </a:cubicBezTo>
                  <a:cubicBezTo>
                    <a:pt x="1" y="215"/>
                    <a:pt x="63" y="278"/>
                    <a:pt x="140" y="278"/>
                  </a:cubicBezTo>
                  <a:lnTo>
                    <a:pt x="2180" y="278"/>
                  </a:lnTo>
                  <a:cubicBezTo>
                    <a:pt x="2257" y="278"/>
                    <a:pt x="2318" y="215"/>
                    <a:pt x="2318" y="140"/>
                  </a:cubicBezTo>
                  <a:cubicBezTo>
                    <a:pt x="2318" y="64"/>
                    <a:pt x="2257" y="0"/>
                    <a:pt x="218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28"/>
            <p:cNvSpPr/>
            <p:nvPr/>
          </p:nvSpPr>
          <p:spPr>
            <a:xfrm>
              <a:off x="2247947" y="3693332"/>
              <a:ext cx="19775" cy="9906"/>
            </a:xfrm>
            <a:custGeom>
              <a:rect b="b" l="l" r="r" t="t"/>
              <a:pathLst>
                <a:path extrusionOk="0" h="279" w="557">
                  <a:moveTo>
                    <a:pt x="139" y="1"/>
                  </a:moveTo>
                  <a:cubicBezTo>
                    <a:pt x="64" y="1"/>
                    <a:pt x="1" y="63"/>
                    <a:pt x="1" y="141"/>
                  </a:cubicBezTo>
                  <a:cubicBezTo>
                    <a:pt x="1" y="215"/>
                    <a:pt x="61" y="279"/>
                    <a:pt x="139" y="279"/>
                  </a:cubicBezTo>
                  <a:lnTo>
                    <a:pt x="418" y="279"/>
                  </a:lnTo>
                  <a:cubicBezTo>
                    <a:pt x="496" y="279"/>
                    <a:pt x="556" y="217"/>
                    <a:pt x="556" y="141"/>
                  </a:cubicBezTo>
                  <a:cubicBezTo>
                    <a:pt x="556" y="64"/>
                    <a:pt x="496" y="1"/>
                    <a:pt x="41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28"/>
            <p:cNvSpPr/>
            <p:nvPr/>
          </p:nvSpPr>
          <p:spPr>
            <a:xfrm>
              <a:off x="2282279" y="3693332"/>
              <a:ext cx="82295" cy="9906"/>
            </a:xfrm>
            <a:custGeom>
              <a:rect b="b" l="l" r="r" t="t"/>
              <a:pathLst>
                <a:path extrusionOk="0" h="279" w="2318">
                  <a:moveTo>
                    <a:pt x="140" y="1"/>
                  </a:moveTo>
                  <a:cubicBezTo>
                    <a:pt x="64" y="1"/>
                    <a:pt x="1" y="63"/>
                    <a:pt x="1" y="141"/>
                  </a:cubicBezTo>
                  <a:cubicBezTo>
                    <a:pt x="1" y="215"/>
                    <a:pt x="63" y="279"/>
                    <a:pt x="140" y="279"/>
                  </a:cubicBezTo>
                  <a:lnTo>
                    <a:pt x="2180" y="279"/>
                  </a:lnTo>
                  <a:cubicBezTo>
                    <a:pt x="2257" y="279"/>
                    <a:pt x="2318" y="217"/>
                    <a:pt x="2318" y="141"/>
                  </a:cubicBezTo>
                  <a:cubicBezTo>
                    <a:pt x="2318" y="64"/>
                    <a:pt x="2257" y="1"/>
                    <a:pt x="218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28"/>
            <p:cNvSpPr/>
            <p:nvPr/>
          </p:nvSpPr>
          <p:spPr>
            <a:xfrm>
              <a:off x="2201756" y="3537328"/>
              <a:ext cx="209003" cy="25102"/>
            </a:xfrm>
            <a:custGeom>
              <a:rect b="b" l="l" r="r" t="t"/>
              <a:pathLst>
                <a:path extrusionOk="0" h="707" w="5887">
                  <a:moveTo>
                    <a:pt x="353" y="0"/>
                  </a:moveTo>
                  <a:cubicBezTo>
                    <a:pt x="159" y="0"/>
                    <a:pt x="1" y="158"/>
                    <a:pt x="1" y="353"/>
                  </a:cubicBezTo>
                  <a:cubicBezTo>
                    <a:pt x="1" y="548"/>
                    <a:pt x="159" y="707"/>
                    <a:pt x="353" y="707"/>
                  </a:cubicBezTo>
                  <a:lnTo>
                    <a:pt x="5534" y="707"/>
                  </a:lnTo>
                  <a:cubicBezTo>
                    <a:pt x="5728" y="707"/>
                    <a:pt x="5887" y="548"/>
                    <a:pt x="5887" y="353"/>
                  </a:cubicBezTo>
                  <a:cubicBezTo>
                    <a:pt x="5887" y="158"/>
                    <a:pt x="5728" y="0"/>
                    <a:pt x="553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28"/>
            <p:cNvSpPr/>
            <p:nvPr/>
          </p:nvSpPr>
          <p:spPr>
            <a:xfrm>
              <a:off x="2384423" y="3537364"/>
              <a:ext cx="26343" cy="25067"/>
            </a:xfrm>
            <a:custGeom>
              <a:rect b="b" l="l" r="r" t="t"/>
              <a:pathLst>
                <a:path extrusionOk="0" h="706" w="742">
                  <a:moveTo>
                    <a:pt x="0" y="1"/>
                  </a:moveTo>
                  <a:cubicBezTo>
                    <a:pt x="195" y="1"/>
                    <a:pt x="353" y="159"/>
                    <a:pt x="353" y="353"/>
                  </a:cubicBezTo>
                  <a:cubicBezTo>
                    <a:pt x="353" y="450"/>
                    <a:pt x="316" y="537"/>
                    <a:pt x="251" y="602"/>
                  </a:cubicBezTo>
                  <a:cubicBezTo>
                    <a:pt x="186" y="665"/>
                    <a:pt x="97" y="706"/>
                    <a:pt x="0" y="706"/>
                  </a:cubicBezTo>
                  <a:lnTo>
                    <a:pt x="389" y="706"/>
                  </a:lnTo>
                  <a:cubicBezTo>
                    <a:pt x="487" y="706"/>
                    <a:pt x="575" y="667"/>
                    <a:pt x="639" y="602"/>
                  </a:cubicBezTo>
                  <a:cubicBezTo>
                    <a:pt x="703" y="537"/>
                    <a:pt x="742" y="450"/>
                    <a:pt x="742" y="353"/>
                  </a:cubicBezTo>
                  <a:cubicBezTo>
                    <a:pt x="742" y="159"/>
                    <a:pt x="583" y="1"/>
                    <a:pt x="38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47" name="Google Shape;4547;p28"/>
          <p:cNvGrpSpPr/>
          <p:nvPr/>
        </p:nvGrpSpPr>
        <p:grpSpPr>
          <a:xfrm>
            <a:off x="1495763" y="3489361"/>
            <a:ext cx="326668" cy="327037"/>
            <a:chOff x="1495588" y="3489398"/>
            <a:chExt cx="326668" cy="327037"/>
          </a:xfrm>
        </p:grpSpPr>
        <p:sp>
          <p:nvSpPr>
            <p:cNvPr id="4548" name="Google Shape;4548;p28"/>
            <p:cNvSpPr/>
            <p:nvPr/>
          </p:nvSpPr>
          <p:spPr>
            <a:xfrm>
              <a:off x="1559495" y="3489398"/>
              <a:ext cx="247630" cy="327037"/>
            </a:xfrm>
            <a:custGeom>
              <a:rect b="b" l="l" r="r" t="t"/>
              <a:pathLst>
                <a:path extrusionOk="0" h="9211" w="6975">
                  <a:moveTo>
                    <a:pt x="100" y="0"/>
                  </a:moveTo>
                  <a:cubicBezTo>
                    <a:pt x="45" y="0"/>
                    <a:pt x="1" y="45"/>
                    <a:pt x="1" y="100"/>
                  </a:cubicBezTo>
                  <a:lnTo>
                    <a:pt x="1" y="9111"/>
                  </a:lnTo>
                  <a:cubicBezTo>
                    <a:pt x="1" y="9165"/>
                    <a:pt x="45" y="9210"/>
                    <a:pt x="100" y="9210"/>
                  </a:cubicBezTo>
                  <a:lnTo>
                    <a:pt x="6875" y="9210"/>
                  </a:lnTo>
                  <a:cubicBezTo>
                    <a:pt x="6930" y="9210"/>
                    <a:pt x="6974" y="9165"/>
                    <a:pt x="6974" y="9111"/>
                  </a:cubicBezTo>
                  <a:lnTo>
                    <a:pt x="6974" y="100"/>
                  </a:lnTo>
                  <a:cubicBezTo>
                    <a:pt x="6974" y="45"/>
                    <a:pt x="6930" y="0"/>
                    <a:pt x="687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28"/>
            <p:cNvSpPr/>
            <p:nvPr/>
          </p:nvSpPr>
          <p:spPr>
            <a:xfrm>
              <a:off x="1790446" y="3489398"/>
              <a:ext cx="16686" cy="327037"/>
            </a:xfrm>
            <a:custGeom>
              <a:rect b="b" l="l" r="r" t="t"/>
              <a:pathLst>
                <a:path extrusionOk="0" h="9211" w="470">
                  <a:moveTo>
                    <a:pt x="0" y="0"/>
                  </a:moveTo>
                  <a:cubicBezTo>
                    <a:pt x="54" y="0"/>
                    <a:pt x="100" y="45"/>
                    <a:pt x="100" y="100"/>
                  </a:cubicBezTo>
                  <a:lnTo>
                    <a:pt x="100" y="9111"/>
                  </a:lnTo>
                  <a:cubicBezTo>
                    <a:pt x="100" y="9165"/>
                    <a:pt x="54" y="9210"/>
                    <a:pt x="0" y="9210"/>
                  </a:cubicBezTo>
                  <a:lnTo>
                    <a:pt x="370" y="9210"/>
                  </a:lnTo>
                  <a:cubicBezTo>
                    <a:pt x="425" y="9210"/>
                    <a:pt x="469" y="9165"/>
                    <a:pt x="469" y="9111"/>
                  </a:cubicBezTo>
                  <a:lnTo>
                    <a:pt x="469" y="100"/>
                  </a:lnTo>
                  <a:cubicBezTo>
                    <a:pt x="469" y="43"/>
                    <a:pt x="425" y="0"/>
                    <a:pt x="3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28"/>
            <p:cNvSpPr/>
            <p:nvPr/>
          </p:nvSpPr>
          <p:spPr>
            <a:xfrm>
              <a:off x="1589744" y="3509067"/>
              <a:ext cx="49597" cy="99521"/>
            </a:xfrm>
            <a:custGeom>
              <a:rect b="b" l="l" r="r" t="t"/>
              <a:pathLst>
                <a:path extrusionOk="0" h="2803" w="1397">
                  <a:moveTo>
                    <a:pt x="536" y="575"/>
                  </a:moveTo>
                  <a:lnTo>
                    <a:pt x="536" y="1093"/>
                  </a:lnTo>
                  <a:cubicBezTo>
                    <a:pt x="490" y="1068"/>
                    <a:pt x="451" y="1044"/>
                    <a:pt x="418" y="1018"/>
                  </a:cubicBezTo>
                  <a:cubicBezTo>
                    <a:pt x="363" y="975"/>
                    <a:pt x="339" y="891"/>
                    <a:pt x="358" y="798"/>
                  </a:cubicBezTo>
                  <a:cubicBezTo>
                    <a:pt x="373" y="714"/>
                    <a:pt x="428" y="613"/>
                    <a:pt x="536" y="575"/>
                  </a:cubicBezTo>
                  <a:close/>
                  <a:moveTo>
                    <a:pt x="811" y="1511"/>
                  </a:moveTo>
                  <a:cubicBezTo>
                    <a:pt x="821" y="1514"/>
                    <a:pt x="831" y="1519"/>
                    <a:pt x="841" y="1521"/>
                  </a:cubicBezTo>
                  <a:cubicBezTo>
                    <a:pt x="1099" y="1612"/>
                    <a:pt x="1083" y="1831"/>
                    <a:pt x="1071" y="1896"/>
                  </a:cubicBezTo>
                  <a:cubicBezTo>
                    <a:pt x="1050" y="2024"/>
                    <a:pt x="962" y="2159"/>
                    <a:pt x="811" y="2212"/>
                  </a:cubicBezTo>
                  <a:lnTo>
                    <a:pt x="811" y="1511"/>
                  </a:lnTo>
                  <a:close/>
                  <a:moveTo>
                    <a:pt x="676" y="0"/>
                  </a:moveTo>
                  <a:cubicBezTo>
                    <a:pt x="598" y="0"/>
                    <a:pt x="538" y="64"/>
                    <a:pt x="538" y="138"/>
                  </a:cubicBezTo>
                  <a:lnTo>
                    <a:pt x="538" y="284"/>
                  </a:lnTo>
                  <a:cubicBezTo>
                    <a:pt x="517" y="290"/>
                    <a:pt x="496" y="294"/>
                    <a:pt x="474" y="301"/>
                  </a:cubicBezTo>
                  <a:cubicBezTo>
                    <a:pt x="274" y="360"/>
                    <a:pt x="127" y="531"/>
                    <a:pt x="87" y="744"/>
                  </a:cubicBezTo>
                  <a:cubicBezTo>
                    <a:pt x="51" y="939"/>
                    <a:pt x="113" y="1129"/>
                    <a:pt x="251" y="1236"/>
                  </a:cubicBezTo>
                  <a:cubicBezTo>
                    <a:pt x="323" y="1294"/>
                    <a:pt x="415" y="1346"/>
                    <a:pt x="539" y="1402"/>
                  </a:cubicBezTo>
                  <a:lnTo>
                    <a:pt x="539" y="2234"/>
                  </a:lnTo>
                  <a:cubicBezTo>
                    <a:pt x="431" y="2227"/>
                    <a:pt x="358" y="2201"/>
                    <a:pt x="235" y="2121"/>
                  </a:cubicBezTo>
                  <a:cubicBezTo>
                    <a:pt x="211" y="2106"/>
                    <a:pt x="185" y="2099"/>
                    <a:pt x="158" y="2099"/>
                  </a:cubicBezTo>
                  <a:cubicBezTo>
                    <a:pt x="113" y="2099"/>
                    <a:pt x="69" y="2120"/>
                    <a:pt x="43" y="2160"/>
                  </a:cubicBezTo>
                  <a:cubicBezTo>
                    <a:pt x="1" y="2225"/>
                    <a:pt x="19" y="2311"/>
                    <a:pt x="83" y="2353"/>
                  </a:cubicBezTo>
                  <a:cubicBezTo>
                    <a:pt x="260" y="2470"/>
                    <a:pt x="381" y="2504"/>
                    <a:pt x="538" y="2513"/>
                  </a:cubicBezTo>
                  <a:lnTo>
                    <a:pt x="538" y="2664"/>
                  </a:lnTo>
                  <a:cubicBezTo>
                    <a:pt x="538" y="2742"/>
                    <a:pt x="601" y="2802"/>
                    <a:pt x="676" y="2802"/>
                  </a:cubicBezTo>
                  <a:cubicBezTo>
                    <a:pt x="753" y="2802"/>
                    <a:pt x="814" y="2739"/>
                    <a:pt x="814" y="2664"/>
                  </a:cubicBezTo>
                  <a:lnTo>
                    <a:pt x="814" y="2501"/>
                  </a:lnTo>
                  <a:cubicBezTo>
                    <a:pt x="1126" y="2441"/>
                    <a:pt x="1309" y="2183"/>
                    <a:pt x="1348" y="1944"/>
                  </a:cubicBezTo>
                  <a:cubicBezTo>
                    <a:pt x="1397" y="1634"/>
                    <a:pt x="1237" y="1366"/>
                    <a:pt x="935" y="1259"/>
                  </a:cubicBezTo>
                  <a:cubicBezTo>
                    <a:pt x="896" y="1245"/>
                    <a:pt x="854" y="1231"/>
                    <a:pt x="812" y="1215"/>
                  </a:cubicBezTo>
                  <a:lnTo>
                    <a:pt x="812" y="557"/>
                  </a:lnTo>
                  <a:cubicBezTo>
                    <a:pt x="917" y="583"/>
                    <a:pt x="978" y="635"/>
                    <a:pt x="984" y="639"/>
                  </a:cubicBezTo>
                  <a:cubicBezTo>
                    <a:pt x="1009" y="663"/>
                    <a:pt x="1042" y="674"/>
                    <a:pt x="1075" y="674"/>
                  </a:cubicBezTo>
                  <a:cubicBezTo>
                    <a:pt x="1113" y="674"/>
                    <a:pt x="1152" y="659"/>
                    <a:pt x="1179" y="629"/>
                  </a:cubicBezTo>
                  <a:cubicBezTo>
                    <a:pt x="1231" y="573"/>
                    <a:pt x="1228" y="485"/>
                    <a:pt x="1172" y="433"/>
                  </a:cubicBezTo>
                  <a:cubicBezTo>
                    <a:pt x="1165" y="426"/>
                    <a:pt x="1031" y="305"/>
                    <a:pt x="814" y="274"/>
                  </a:cubicBezTo>
                  <a:lnTo>
                    <a:pt x="814" y="138"/>
                  </a:lnTo>
                  <a:cubicBezTo>
                    <a:pt x="814" y="61"/>
                    <a:pt x="751" y="0"/>
                    <a:pt x="67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28"/>
            <p:cNvSpPr/>
            <p:nvPr/>
          </p:nvSpPr>
          <p:spPr>
            <a:xfrm>
              <a:off x="1659580" y="3558737"/>
              <a:ext cx="49668" cy="9870"/>
            </a:xfrm>
            <a:custGeom>
              <a:rect b="b" l="l" r="r" t="t"/>
              <a:pathLst>
                <a:path extrusionOk="0" h="278" w="1399">
                  <a:moveTo>
                    <a:pt x="141" y="0"/>
                  </a:moveTo>
                  <a:cubicBezTo>
                    <a:pt x="63" y="0"/>
                    <a:pt x="2" y="63"/>
                    <a:pt x="2" y="140"/>
                  </a:cubicBezTo>
                  <a:cubicBezTo>
                    <a:pt x="1" y="216"/>
                    <a:pt x="63" y="278"/>
                    <a:pt x="141" y="278"/>
                  </a:cubicBezTo>
                  <a:lnTo>
                    <a:pt x="1260" y="278"/>
                  </a:lnTo>
                  <a:cubicBezTo>
                    <a:pt x="1336" y="278"/>
                    <a:pt x="1398" y="214"/>
                    <a:pt x="1398" y="140"/>
                  </a:cubicBezTo>
                  <a:cubicBezTo>
                    <a:pt x="1398" y="63"/>
                    <a:pt x="1335" y="0"/>
                    <a:pt x="126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28"/>
            <p:cNvSpPr/>
            <p:nvPr/>
          </p:nvSpPr>
          <p:spPr>
            <a:xfrm>
              <a:off x="1726682" y="3558737"/>
              <a:ext cx="49597" cy="9870"/>
            </a:xfrm>
            <a:custGeom>
              <a:rect b="b" l="l" r="r" t="t"/>
              <a:pathLst>
                <a:path extrusionOk="0" h="278" w="1397">
                  <a:moveTo>
                    <a:pt x="140" y="0"/>
                  </a:moveTo>
                  <a:cubicBezTo>
                    <a:pt x="62" y="0"/>
                    <a:pt x="0" y="63"/>
                    <a:pt x="0" y="140"/>
                  </a:cubicBezTo>
                  <a:cubicBezTo>
                    <a:pt x="0" y="216"/>
                    <a:pt x="64" y="278"/>
                    <a:pt x="140" y="278"/>
                  </a:cubicBezTo>
                  <a:lnTo>
                    <a:pt x="1258" y="278"/>
                  </a:lnTo>
                  <a:cubicBezTo>
                    <a:pt x="1336" y="278"/>
                    <a:pt x="1396" y="214"/>
                    <a:pt x="1396" y="140"/>
                  </a:cubicBezTo>
                  <a:cubicBezTo>
                    <a:pt x="1396" y="63"/>
                    <a:pt x="1334" y="0"/>
                    <a:pt x="125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28"/>
            <p:cNvSpPr/>
            <p:nvPr/>
          </p:nvSpPr>
          <p:spPr>
            <a:xfrm>
              <a:off x="1659651" y="3584974"/>
              <a:ext cx="49597" cy="9906"/>
            </a:xfrm>
            <a:custGeom>
              <a:rect b="b" l="l" r="r" t="t"/>
              <a:pathLst>
                <a:path extrusionOk="0" h="279" w="1397">
                  <a:moveTo>
                    <a:pt x="139" y="1"/>
                  </a:moveTo>
                  <a:cubicBezTo>
                    <a:pt x="61" y="1"/>
                    <a:pt x="0" y="64"/>
                    <a:pt x="0" y="139"/>
                  </a:cubicBezTo>
                  <a:cubicBezTo>
                    <a:pt x="0" y="215"/>
                    <a:pt x="61" y="278"/>
                    <a:pt x="139" y="278"/>
                  </a:cubicBezTo>
                  <a:lnTo>
                    <a:pt x="1258" y="278"/>
                  </a:lnTo>
                  <a:cubicBezTo>
                    <a:pt x="1334" y="278"/>
                    <a:pt x="1396" y="215"/>
                    <a:pt x="1396" y="139"/>
                  </a:cubicBezTo>
                  <a:cubicBezTo>
                    <a:pt x="1396" y="64"/>
                    <a:pt x="1333" y="1"/>
                    <a:pt x="12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28"/>
            <p:cNvSpPr/>
            <p:nvPr/>
          </p:nvSpPr>
          <p:spPr>
            <a:xfrm>
              <a:off x="1726788" y="3584939"/>
              <a:ext cx="49597" cy="9835"/>
            </a:xfrm>
            <a:custGeom>
              <a:rect b="b" l="l" r="r" t="t"/>
              <a:pathLst>
                <a:path extrusionOk="0" h="277" w="1397">
                  <a:moveTo>
                    <a:pt x="138" y="0"/>
                  </a:moveTo>
                  <a:cubicBezTo>
                    <a:pt x="61" y="0"/>
                    <a:pt x="0" y="64"/>
                    <a:pt x="0" y="138"/>
                  </a:cubicBezTo>
                  <a:cubicBezTo>
                    <a:pt x="0" y="215"/>
                    <a:pt x="62" y="277"/>
                    <a:pt x="138" y="277"/>
                  </a:cubicBezTo>
                  <a:lnTo>
                    <a:pt x="1257" y="277"/>
                  </a:lnTo>
                  <a:cubicBezTo>
                    <a:pt x="1334" y="277"/>
                    <a:pt x="1396" y="215"/>
                    <a:pt x="1396" y="138"/>
                  </a:cubicBezTo>
                  <a:cubicBezTo>
                    <a:pt x="1396" y="64"/>
                    <a:pt x="1333" y="0"/>
                    <a:pt x="125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28"/>
            <p:cNvSpPr/>
            <p:nvPr/>
          </p:nvSpPr>
          <p:spPr>
            <a:xfrm>
              <a:off x="1659580" y="3611176"/>
              <a:ext cx="49668" cy="9870"/>
            </a:xfrm>
            <a:custGeom>
              <a:rect b="b" l="l" r="r" t="t"/>
              <a:pathLst>
                <a:path extrusionOk="0" h="278" w="1399">
                  <a:moveTo>
                    <a:pt x="141" y="1"/>
                  </a:moveTo>
                  <a:cubicBezTo>
                    <a:pt x="63" y="1"/>
                    <a:pt x="2" y="63"/>
                    <a:pt x="2" y="139"/>
                  </a:cubicBezTo>
                  <a:cubicBezTo>
                    <a:pt x="1" y="217"/>
                    <a:pt x="63" y="277"/>
                    <a:pt x="141" y="277"/>
                  </a:cubicBezTo>
                  <a:lnTo>
                    <a:pt x="1260" y="277"/>
                  </a:lnTo>
                  <a:cubicBezTo>
                    <a:pt x="1336" y="277"/>
                    <a:pt x="1398" y="214"/>
                    <a:pt x="1398" y="139"/>
                  </a:cubicBezTo>
                  <a:cubicBezTo>
                    <a:pt x="1398" y="61"/>
                    <a:pt x="1335" y="1"/>
                    <a:pt x="126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28"/>
            <p:cNvSpPr/>
            <p:nvPr/>
          </p:nvSpPr>
          <p:spPr>
            <a:xfrm>
              <a:off x="1726788" y="3611176"/>
              <a:ext cx="49597" cy="9870"/>
            </a:xfrm>
            <a:custGeom>
              <a:rect b="b" l="l" r="r" t="t"/>
              <a:pathLst>
                <a:path extrusionOk="0" h="278" w="1397">
                  <a:moveTo>
                    <a:pt x="138" y="1"/>
                  </a:moveTo>
                  <a:cubicBezTo>
                    <a:pt x="61" y="1"/>
                    <a:pt x="0" y="63"/>
                    <a:pt x="0" y="139"/>
                  </a:cubicBezTo>
                  <a:cubicBezTo>
                    <a:pt x="0" y="217"/>
                    <a:pt x="62" y="277"/>
                    <a:pt x="138" y="277"/>
                  </a:cubicBezTo>
                  <a:lnTo>
                    <a:pt x="1257" y="277"/>
                  </a:lnTo>
                  <a:cubicBezTo>
                    <a:pt x="1334" y="277"/>
                    <a:pt x="1396" y="214"/>
                    <a:pt x="1396" y="139"/>
                  </a:cubicBezTo>
                  <a:cubicBezTo>
                    <a:pt x="1396" y="61"/>
                    <a:pt x="1333" y="1"/>
                    <a:pt x="125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28"/>
            <p:cNvSpPr/>
            <p:nvPr/>
          </p:nvSpPr>
          <p:spPr>
            <a:xfrm>
              <a:off x="1659580" y="3637414"/>
              <a:ext cx="49668" cy="9870"/>
            </a:xfrm>
            <a:custGeom>
              <a:rect b="b" l="l" r="r" t="t"/>
              <a:pathLst>
                <a:path extrusionOk="0" h="278" w="1399">
                  <a:moveTo>
                    <a:pt x="141" y="0"/>
                  </a:moveTo>
                  <a:cubicBezTo>
                    <a:pt x="63" y="0"/>
                    <a:pt x="2" y="64"/>
                    <a:pt x="2" y="140"/>
                  </a:cubicBezTo>
                  <a:cubicBezTo>
                    <a:pt x="1" y="215"/>
                    <a:pt x="63" y="278"/>
                    <a:pt x="141" y="278"/>
                  </a:cubicBezTo>
                  <a:lnTo>
                    <a:pt x="1260" y="278"/>
                  </a:lnTo>
                  <a:cubicBezTo>
                    <a:pt x="1336" y="278"/>
                    <a:pt x="1398" y="215"/>
                    <a:pt x="1398" y="140"/>
                  </a:cubicBezTo>
                  <a:cubicBezTo>
                    <a:pt x="1398" y="62"/>
                    <a:pt x="1335" y="0"/>
                    <a:pt x="126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28"/>
            <p:cNvSpPr/>
            <p:nvPr/>
          </p:nvSpPr>
          <p:spPr>
            <a:xfrm>
              <a:off x="1726788" y="3637343"/>
              <a:ext cx="49597" cy="9906"/>
            </a:xfrm>
            <a:custGeom>
              <a:rect b="b" l="l" r="r" t="t"/>
              <a:pathLst>
                <a:path extrusionOk="0" h="279" w="1397">
                  <a:moveTo>
                    <a:pt x="138" y="1"/>
                  </a:moveTo>
                  <a:cubicBezTo>
                    <a:pt x="61" y="1"/>
                    <a:pt x="0" y="64"/>
                    <a:pt x="0" y="139"/>
                  </a:cubicBezTo>
                  <a:cubicBezTo>
                    <a:pt x="0" y="217"/>
                    <a:pt x="62" y="278"/>
                    <a:pt x="138" y="278"/>
                  </a:cubicBezTo>
                  <a:lnTo>
                    <a:pt x="1257" y="278"/>
                  </a:lnTo>
                  <a:cubicBezTo>
                    <a:pt x="1334" y="278"/>
                    <a:pt x="1396" y="215"/>
                    <a:pt x="1396" y="139"/>
                  </a:cubicBezTo>
                  <a:cubicBezTo>
                    <a:pt x="1396" y="64"/>
                    <a:pt x="1333" y="1"/>
                    <a:pt x="125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28"/>
            <p:cNvSpPr/>
            <p:nvPr/>
          </p:nvSpPr>
          <p:spPr>
            <a:xfrm>
              <a:off x="1659651" y="3663615"/>
              <a:ext cx="116732" cy="9835"/>
            </a:xfrm>
            <a:custGeom>
              <a:rect b="b" l="l" r="r" t="t"/>
              <a:pathLst>
                <a:path extrusionOk="0" h="277" w="3288">
                  <a:moveTo>
                    <a:pt x="139" y="0"/>
                  </a:moveTo>
                  <a:cubicBezTo>
                    <a:pt x="61" y="0"/>
                    <a:pt x="0" y="64"/>
                    <a:pt x="0" y="139"/>
                  </a:cubicBezTo>
                  <a:cubicBezTo>
                    <a:pt x="0" y="213"/>
                    <a:pt x="64" y="277"/>
                    <a:pt x="139" y="277"/>
                  </a:cubicBezTo>
                  <a:lnTo>
                    <a:pt x="3148" y="277"/>
                  </a:lnTo>
                  <a:cubicBezTo>
                    <a:pt x="3225" y="277"/>
                    <a:pt x="3287" y="213"/>
                    <a:pt x="3287" y="139"/>
                  </a:cubicBezTo>
                  <a:cubicBezTo>
                    <a:pt x="3287" y="64"/>
                    <a:pt x="3224" y="0"/>
                    <a:pt x="314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28"/>
            <p:cNvSpPr/>
            <p:nvPr/>
          </p:nvSpPr>
          <p:spPr>
            <a:xfrm>
              <a:off x="1717877" y="3779287"/>
              <a:ext cx="104377" cy="37138"/>
            </a:xfrm>
            <a:custGeom>
              <a:rect b="b" l="l" r="r" t="t"/>
              <a:pathLst>
                <a:path extrusionOk="0" h="1046" w="2940">
                  <a:moveTo>
                    <a:pt x="446" y="0"/>
                  </a:moveTo>
                  <a:cubicBezTo>
                    <a:pt x="198" y="0"/>
                    <a:pt x="1" y="199"/>
                    <a:pt x="1" y="444"/>
                  </a:cubicBezTo>
                  <a:lnTo>
                    <a:pt x="1" y="600"/>
                  </a:lnTo>
                  <a:cubicBezTo>
                    <a:pt x="1" y="847"/>
                    <a:pt x="201" y="1045"/>
                    <a:pt x="446" y="1045"/>
                  </a:cubicBezTo>
                  <a:lnTo>
                    <a:pt x="2496" y="1045"/>
                  </a:lnTo>
                  <a:cubicBezTo>
                    <a:pt x="2742" y="1045"/>
                    <a:pt x="2939" y="845"/>
                    <a:pt x="2939" y="600"/>
                  </a:cubicBezTo>
                  <a:lnTo>
                    <a:pt x="2939" y="444"/>
                  </a:lnTo>
                  <a:cubicBezTo>
                    <a:pt x="2939" y="198"/>
                    <a:pt x="2741" y="0"/>
                    <a:pt x="2496" y="0"/>
                  </a:cubicBezTo>
                  <a:close/>
                </a:path>
              </a:pathLst>
            </a:custGeom>
            <a:solidFill>
              <a:srgbClr val="ECE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28"/>
            <p:cNvSpPr/>
            <p:nvPr/>
          </p:nvSpPr>
          <p:spPr>
            <a:xfrm>
              <a:off x="1717877" y="3742256"/>
              <a:ext cx="104377" cy="37103"/>
            </a:xfrm>
            <a:custGeom>
              <a:rect b="b" l="l" r="r" t="t"/>
              <a:pathLst>
                <a:path extrusionOk="0" h="1045" w="2940">
                  <a:moveTo>
                    <a:pt x="446" y="0"/>
                  </a:moveTo>
                  <a:cubicBezTo>
                    <a:pt x="198" y="0"/>
                    <a:pt x="1" y="199"/>
                    <a:pt x="1" y="443"/>
                  </a:cubicBezTo>
                  <a:lnTo>
                    <a:pt x="1" y="600"/>
                  </a:lnTo>
                  <a:cubicBezTo>
                    <a:pt x="1" y="846"/>
                    <a:pt x="201" y="1045"/>
                    <a:pt x="446" y="1045"/>
                  </a:cubicBezTo>
                  <a:lnTo>
                    <a:pt x="2496" y="1045"/>
                  </a:lnTo>
                  <a:cubicBezTo>
                    <a:pt x="2742" y="1045"/>
                    <a:pt x="2939" y="845"/>
                    <a:pt x="2939" y="600"/>
                  </a:cubicBezTo>
                  <a:lnTo>
                    <a:pt x="2939" y="443"/>
                  </a:lnTo>
                  <a:cubicBezTo>
                    <a:pt x="2939" y="197"/>
                    <a:pt x="2741" y="0"/>
                    <a:pt x="24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28"/>
            <p:cNvSpPr/>
            <p:nvPr/>
          </p:nvSpPr>
          <p:spPr>
            <a:xfrm>
              <a:off x="1717877" y="3705084"/>
              <a:ext cx="104377" cy="37209"/>
            </a:xfrm>
            <a:custGeom>
              <a:rect b="b" l="l" r="r" t="t"/>
              <a:pathLst>
                <a:path extrusionOk="0" h="1048" w="2940">
                  <a:moveTo>
                    <a:pt x="446" y="1"/>
                  </a:moveTo>
                  <a:cubicBezTo>
                    <a:pt x="198" y="1"/>
                    <a:pt x="1" y="201"/>
                    <a:pt x="1" y="446"/>
                  </a:cubicBezTo>
                  <a:lnTo>
                    <a:pt x="1" y="602"/>
                  </a:lnTo>
                  <a:cubicBezTo>
                    <a:pt x="1" y="848"/>
                    <a:pt x="201" y="1047"/>
                    <a:pt x="446" y="1047"/>
                  </a:cubicBezTo>
                  <a:lnTo>
                    <a:pt x="2496" y="1047"/>
                  </a:lnTo>
                  <a:cubicBezTo>
                    <a:pt x="2742" y="1047"/>
                    <a:pt x="2939" y="848"/>
                    <a:pt x="2939" y="602"/>
                  </a:cubicBezTo>
                  <a:lnTo>
                    <a:pt x="2939" y="446"/>
                  </a:lnTo>
                  <a:cubicBezTo>
                    <a:pt x="2939" y="199"/>
                    <a:pt x="2741" y="1"/>
                    <a:pt x="2496" y="1"/>
                  </a:cubicBezTo>
                  <a:close/>
                </a:path>
              </a:pathLst>
            </a:custGeom>
            <a:solidFill>
              <a:srgbClr val="ECE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28"/>
            <p:cNvSpPr/>
            <p:nvPr/>
          </p:nvSpPr>
          <p:spPr>
            <a:xfrm>
              <a:off x="1792789" y="3779287"/>
              <a:ext cx="29467" cy="37138"/>
            </a:xfrm>
            <a:custGeom>
              <a:rect b="b" l="l" r="r" t="t"/>
              <a:pathLst>
                <a:path extrusionOk="0" h="1046" w="830">
                  <a:moveTo>
                    <a:pt x="0" y="0"/>
                  </a:moveTo>
                  <a:cubicBezTo>
                    <a:pt x="247" y="0"/>
                    <a:pt x="445" y="199"/>
                    <a:pt x="445" y="444"/>
                  </a:cubicBezTo>
                  <a:lnTo>
                    <a:pt x="445" y="600"/>
                  </a:lnTo>
                  <a:cubicBezTo>
                    <a:pt x="445" y="847"/>
                    <a:pt x="245" y="1045"/>
                    <a:pt x="0" y="1045"/>
                  </a:cubicBezTo>
                  <a:lnTo>
                    <a:pt x="386" y="1045"/>
                  </a:lnTo>
                  <a:cubicBezTo>
                    <a:pt x="631" y="1045"/>
                    <a:pt x="829" y="845"/>
                    <a:pt x="829" y="600"/>
                  </a:cubicBezTo>
                  <a:lnTo>
                    <a:pt x="829" y="444"/>
                  </a:lnTo>
                  <a:cubicBezTo>
                    <a:pt x="829" y="199"/>
                    <a:pt x="632" y="0"/>
                    <a:pt x="3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28"/>
            <p:cNvSpPr/>
            <p:nvPr/>
          </p:nvSpPr>
          <p:spPr>
            <a:xfrm>
              <a:off x="1792789" y="3742256"/>
              <a:ext cx="29467" cy="37103"/>
            </a:xfrm>
            <a:custGeom>
              <a:rect b="b" l="l" r="r" t="t"/>
              <a:pathLst>
                <a:path extrusionOk="0" h="1045" w="830">
                  <a:moveTo>
                    <a:pt x="0" y="0"/>
                  </a:moveTo>
                  <a:cubicBezTo>
                    <a:pt x="247" y="0"/>
                    <a:pt x="445" y="199"/>
                    <a:pt x="445" y="443"/>
                  </a:cubicBezTo>
                  <a:lnTo>
                    <a:pt x="445" y="600"/>
                  </a:lnTo>
                  <a:cubicBezTo>
                    <a:pt x="445" y="846"/>
                    <a:pt x="245" y="1045"/>
                    <a:pt x="0" y="1045"/>
                  </a:cubicBezTo>
                  <a:lnTo>
                    <a:pt x="386" y="1045"/>
                  </a:lnTo>
                  <a:cubicBezTo>
                    <a:pt x="631" y="1045"/>
                    <a:pt x="829" y="845"/>
                    <a:pt x="829" y="600"/>
                  </a:cubicBezTo>
                  <a:lnTo>
                    <a:pt x="829" y="443"/>
                  </a:lnTo>
                  <a:cubicBezTo>
                    <a:pt x="829" y="199"/>
                    <a:pt x="632" y="2"/>
                    <a:pt x="3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28"/>
            <p:cNvSpPr/>
            <p:nvPr/>
          </p:nvSpPr>
          <p:spPr>
            <a:xfrm>
              <a:off x="1792789" y="3705190"/>
              <a:ext cx="29467" cy="37138"/>
            </a:xfrm>
            <a:custGeom>
              <a:rect b="b" l="l" r="r" t="t"/>
              <a:pathLst>
                <a:path extrusionOk="0" h="1046" w="830">
                  <a:moveTo>
                    <a:pt x="0" y="1"/>
                  </a:moveTo>
                  <a:cubicBezTo>
                    <a:pt x="247" y="1"/>
                    <a:pt x="445" y="199"/>
                    <a:pt x="445" y="444"/>
                  </a:cubicBezTo>
                  <a:lnTo>
                    <a:pt x="445" y="601"/>
                  </a:lnTo>
                  <a:cubicBezTo>
                    <a:pt x="445" y="847"/>
                    <a:pt x="245" y="1046"/>
                    <a:pt x="0" y="1046"/>
                  </a:cubicBezTo>
                  <a:lnTo>
                    <a:pt x="386" y="1046"/>
                  </a:lnTo>
                  <a:cubicBezTo>
                    <a:pt x="631" y="1046"/>
                    <a:pt x="829" y="845"/>
                    <a:pt x="829" y="601"/>
                  </a:cubicBezTo>
                  <a:lnTo>
                    <a:pt x="829" y="444"/>
                  </a:lnTo>
                  <a:cubicBezTo>
                    <a:pt x="829" y="199"/>
                    <a:pt x="632" y="1"/>
                    <a:pt x="38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28"/>
            <p:cNvSpPr/>
            <p:nvPr/>
          </p:nvSpPr>
          <p:spPr>
            <a:xfrm>
              <a:off x="1495588" y="3628396"/>
              <a:ext cx="137111" cy="188034"/>
            </a:xfrm>
            <a:custGeom>
              <a:rect b="b" l="l" r="r" t="t"/>
              <a:pathLst>
                <a:path extrusionOk="0" h="5296" w="3862">
                  <a:moveTo>
                    <a:pt x="296" y="1"/>
                  </a:moveTo>
                  <a:cubicBezTo>
                    <a:pt x="133" y="1"/>
                    <a:pt x="1" y="132"/>
                    <a:pt x="1" y="296"/>
                  </a:cubicBezTo>
                  <a:lnTo>
                    <a:pt x="1" y="5000"/>
                  </a:lnTo>
                  <a:cubicBezTo>
                    <a:pt x="1" y="5161"/>
                    <a:pt x="132" y="5295"/>
                    <a:pt x="296" y="5295"/>
                  </a:cubicBezTo>
                  <a:lnTo>
                    <a:pt x="3567" y="5295"/>
                  </a:lnTo>
                  <a:cubicBezTo>
                    <a:pt x="3731" y="5295"/>
                    <a:pt x="3862" y="5161"/>
                    <a:pt x="3862" y="5000"/>
                  </a:cubicBezTo>
                  <a:lnTo>
                    <a:pt x="3862" y="296"/>
                  </a:lnTo>
                  <a:cubicBezTo>
                    <a:pt x="3862" y="135"/>
                    <a:pt x="3731" y="1"/>
                    <a:pt x="356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28"/>
            <p:cNvSpPr/>
            <p:nvPr/>
          </p:nvSpPr>
          <p:spPr>
            <a:xfrm>
              <a:off x="1609058" y="3628360"/>
              <a:ext cx="23645" cy="187999"/>
            </a:xfrm>
            <a:custGeom>
              <a:rect b="b" l="l" r="r" t="t"/>
              <a:pathLst>
                <a:path extrusionOk="0" h="5295" w="666">
                  <a:moveTo>
                    <a:pt x="373" y="0"/>
                  </a:moveTo>
                  <a:cubicBezTo>
                    <a:pt x="372" y="0"/>
                    <a:pt x="371" y="0"/>
                    <a:pt x="371" y="0"/>
                  </a:cubicBezTo>
                  <a:lnTo>
                    <a:pt x="1" y="0"/>
                  </a:lnTo>
                  <a:cubicBezTo>
                    <a:pt x="162" y="0"/>
                    <a:pt x="296" y="131"/>
                    <a:pt x="296" y="295"/>
                  </a:cubicBezTo>
                  <a:lnTo>
                    <a:pt x="296" y="5000"/>
                  </a:lnTo>
                  <a:cubicBezTo>
                    <a:pt x="296" y="5161"/>
                    <a:pt x="165" y="5295"/>
                    <a:pt x="1" y="5295"/>
                  </a:cubicBezTo>
                  <a:lnTo>
                    <a:pt x="371" y="5295"/>
                  </a:lnTo>
                  <a:cubicBezTo>
                    <a:pt x="533" y="5295"/>
                    <a:pt x="666" y="5162"/>
                    <a:pt x="666" y="5000"/>
                  </a:cubicBezTo>
                  <a:lnTo>
                    <a:pt x="666" y="295"/>
                  </a:lnTo>
                  <a:cubicBezTo>
                    <a:pt x="666" y="132"/>
                    <a:pt x="536" y="0"/>
                    <a:pt x="3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28"/>
            <p:cNvSpPr/>
            <p:nvPr/>
          </p:nvSpPr>
          <p:spPr>
            <a:xfrm>
              <a:off x="1516606" y="3647248"/>
              <a:ext cx="95147" cy="39588"/>
            </a:xfrm>
            <a:custGeom>
              <a:rect b="b" l="l" r="r" t="t"/>
              <a:pathLst>
                <a:path extrusionOk="0" h="1115" w="2680">
                  <a:moveTo>
                    <a:pt x="135" y="1"/>
                  </a:moveTo>
                  <a:cubicBezTo>
                    <a:pt x="59" y="1"/>
                    <a:pt x="0" y="61"/>
                    <a:pt x="0" y="136"/>
                  </a:cubicBezTo>
                  <a:lnTo>
                    <a:pt x="0" y="979"/>
                  </a:lnTo>
                  <a:cubicBezTo>
                    <a:pt x="0" y="1054"/>
                    <a:pt x="61" y="1115"/>
                    <a:pt x="135" y="1115"/>
                  </a:cubicBezTo>
                  <a:lnTo>
                    <a:pt x="2546" y="1115"/>
                  </a:lnTo>
                  <a:cubicBezTo>
                    <a:pt x="2619" y="1115"/>
                    <a:pt x="2678" y="1054"/>
                    <a:pt x="2680" y="979"/>
                  </a:cubicBezTo>
                  <a:lnTo>
                    <a:pt x="2680" y="136"/>
                  </a:lnTo>
                  <a:cubicBezTo>
                    <a:pt x="2680" y="61"/>
                    <a:pt x="2619" y="1"/>
                    <a:pt x="254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28"/>
            <p:cNvSpPr/>
            <p:nvPr/>
          </p:nvSpPr>
          <p:spPr>
            <a:xfrm>
              <a:off x="1593791" y="3647248"/>
              <a:ext cx="17929" cy="39588"/>
            </a:xfrm>
            <a:custGeom>
              <a:rect b="b" l="l" r="r" t="t"/>
              <a:pathLst>
                <a:path extrusionOk="0" h="1115" w="505">
                  <a:moveTo>
                    <a:pt x="0" y="1"/>
                  </a:moveTo>
                  <a:cubicBezTo>
                    <a:pt x="77" y="1"/>
                    <a:pt x="136" y="61"/>
                    <a:pt x="136" y="136"/>
                  </a:cubicBezTo>
                  <a:lnTo>
                    <a:pt x="136" y="979"/>
                  </a:lnTo>
                  <a:cubicBezTo>
                    <a:pt x="136" y="1054"/>
                    <a:pt x="74" y="1115"/>
                    <a:pt x="0" y="1115"/>
                  </a:cubicBezTo>
                  <a:lnTo>
                    <a:pt x="369" y="1115"/>
                  </a:lnTo>
                  <a:cubicBezTo>
                    <a:pt x="445" y="1115"/>
                    <a:pt x="504" y="1053"/>
                    <a:pt x="504" y="979"/>
                  </a:cubicBezTo>
                  <a:lnTo>
                    <a:pt x="504" y="136"/>
                  </a:lnTo>
                  <a:cubicBezTo>
                    <a:pt x="504" y="61"/>
                    <a:pt x="445"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28"/>
            <p:cNvSpPr/>
            <p:nvPr/>
          </p:nvSpPr>
          <p:spPr>
            <a:xfrm>
              <a:off x="1516606" y="3703770"/>
              <a:ext cx="38698" cy="38771"/>
            </a:xfrm>
            <a:custGeom>
              <a:rect b="b" l="l" r="r" t="t"/>
              <a:pathLst>
                <a:path extrusionOk="0" h="1092" w="1090">
                  <a:moveTo>
                    <a:pt x="135" y="0"/>
                  </a:moveTo>
                  <a:cubicBezTo>
                    <a:pt x="59" y="0"/>
                    <a:pt x="0" y="61"/>
                    <a:pt x="0" y="136"/>
                  </a:cubicBezTo>
                  <a:lnTo>
                    <a:pt x="0" y="956"/>
                  </a:lnTo>
                  <a:cubicBezTo>
                    <a:pt x="0" y="1029"/>
                    <a:pt x="61" y="1091"/>
                    <a:pt x="135" y="1091"/>
                  </a:cubicBezTo>
                  <a:lnTo>
                    <a:pt x="956" y="1091"/>
                  </a:lnTo>
                  <a:cubicBezTo>
                    <a:pt x="1029" y="1091"/>
                    <a:pt x="1089" y="1031"/>
                    <a:pt x="1089" y="956"/>
                  </a:cubicBezTo>
                  <a:lnTo>
                    <a:pt x="1089" y="136"/>
                  </a:lnTo>
                  <a:cubicBezTo>
                    <a:pt x="1089" y="61"/>
                    <a:pt x="1029" y="0"/>
                    <a:pt x="95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28"/>
            <p:cNvSpPr/>
            <p:nvPr/>
          </p:nvSpPr>
          <p:spPr>
            <a:xfrm>
              <a:off x="1573057" y="3703770"/>
              <a:ext cx="38698" cy="38771"/>
            </a:xfrm>
            <a:custGeom>
              <a:rect b="b" l="l" r="r" t="t"/>
              <a:pathLst>
                <a:path extrusionOk="0" h="1092" w="1090">
                  <a:moveTo>
                    <a:pt x="135" y="0"/>
                  </a:moveTo>
                  <a:cubicBezTo>
                    <a:pt x="61" y="0"/>
                    <a:pt x="0" y="61"/>
                    <a:pt x="0" y="136"/>
                  </a:cubicBezTo>
                  <a:lnTo>
                    <a:pt x="0" y="956"/>
                  </a:lnTo>
                  <a:cubicBezTo>
                    <a:pt x="0" y="1029"/>
                    <a:pt x="61" y="1091"/>
                    <a:pt x="135" y="1091"/>
                  </a:cubicBezTo>
                  <a:lnTo>
                    <a:pt x="956" y="1091"/>
                  </a:lnTo>
                  <a:cubicBezTo>
                    <a:pt x="1029" y="1091"/>
                    <a:pt x="1088" y="1031"/>
                    <a:pt x="1090" y="956"/>
                  </a:cubicBezTo>
                  <a:lnTo>
                    <a:pt x="1090" y="136"/>
                  </a:lnTo>
                  <a:cubicBezTo>
                    <a:pt x="1090" y="61"/>
                    <a:pt x="1029" y="0"/>
                    <a:pt x="95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28"/>
            <p:cNvSpPr/>
            <p:nvPr/>
          </p:nvSpPr>
          <p:spPr>
            <a:xfrm>
              <a:off x="1516606" y="3758695"/>
              <a:ext cx="38698" cy="38771"/>
            </a:xfrm>
            <a:custGeom>
              <a:rect b="b" l="l" r="r" t="t"/>
              <a:pathLst>
                <a:path extrusionOk="0" h="1092" w="1090">
                  <a:moveTo>
                    <a:pt x="135" y="0"/>
                  </a:moveTo>
                  <a:cubicBezTo>
                    <a:pt x="59" y="0"/>
                    <a:pt x="0" y="61"/>
                    <a:pt x="0" y="136"/>
                  </a:cubicBezTo>
                  <a:lnTo>
                    <a:pt x="0" y="956"/>
                  </a:lnTo>
                  <a:cubicBezTo>
                    <a:pt x="0" y="1029"/>
                    <a:pt x="61" y="1091"/>
                    <a:pt x="135" y="1091"/>
                  </a:cubicBezTo>
                  <a:lnTo>
                    <a:pt x="956" y="1091"/>
                  </a:lnTo>
                  <a:cubicBezTo>
                    <a:pt x="1029" y="1091"/>
                    <a:pt x="1089" y="1029"/>
                    <a:pt x="1089" y="956"/>
                  </a:cubicBezTo>
                  <a:lnTo>
                    <a:pt x="1089" y="136"/>
                  </a:lnTo>
                  <a:cubicBezTo>
                    <a:pt x="1089" y="61"/>
                    <a:pt x="1029" y="0"/>
                    <a:pt x="95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28"/>
            <p:cNvSpPr/>
            <p:nvPr/>
          </p:nvSpPr>
          <p:spPr>
            <a:xfrm>
              <a:off x="1573057" y="3758695"/>
              <a:ext cx="38698" cy="38771"/>
            </a:xfrm>
            <a:custGeom>
              <a:rect b="b" l="l" r="r" t="t"/>
              <a:pathLst>
                <a:path extrusionOk="0" h="1092" w="1090">
                  <a:moveTo>
                    <a:pt x="135" y="0"/>
                  </a:moveTo>
                  <a:cubicBezTo>
                    <a:pt x="61" y="0"/>
                    <a:pt x="0" y="61"/>
                    <a:pt x="0" y="136"/>
                  </a:cubicBezTo>
                  <a:lnTo>
                    <a:pt x="0" y="956"/>
                  </a:lnTo>
                  <a:cubicBezTo>
                    <a:pt x="0" y="1029"/>
                    <a:pt x="61" y="1091"/>
                    <a:pt x="135" y="1091"/>
                  </a:cubicBezTo>
                  <a:lnTo>
                    <a:pt x="956" y="1091"/>
                  </a:lnTo>
                  <a:cubicBezTo>
                    <a:pt x="1029" y="1091"/>
                    <a:pt x="1088" y="1029"/>
                    <a:pt x="1090" y="956"/>
                  </a:cubicBezTo>
                  <a:lnTo>
                    <a:pt x="1090" y="136"/>
                  </a:lnTo>
                  <a:cubicBezTo>
                    <a:pt x="1090" y="61"/>
                    <a:pt x="1029" y="0"/>
                    <a:pt x="95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28"/>
            <p:cNvSpPr/>
            <p:nvPr/>
          </p:nvSpPr>
          <p:spPr>
            <a:xfrm>
              <a:off x="1537340" y="3703770"/>
              <a:ext cx="17964" cy="38771"/>
            </a:xfrm>
            <a:custGeom>
              <a:rect b="b" l="l" r="r" t="t"/>
              <a:pathLst>
                <a:path extrusionOk="0" h="1092" w="506">
                  <a:moveTo>
                    <a:pt x="0" y="0"/>
                  </a:moveTo>
                  <a:cubicBezTo>
                    <a:pt x="77" y="0"/>
                    <a:pt x="136" y="62"/>
                    <a:pt x="136" y="136"/>
                  </a:cubicBezTo>
                  <a:lnTo>
                    <a:pt x="136" y="956"/>
                  </a:lnTo>
                  <a:cubicBezTo>
                    <a:pt x="136" y="1029"/>
                    <a:pt x="74" y="1091"/>
                    <a:pt x="0" y="1091"/>
                  </a:cubicBezTo>
                  <a:lnTo>
                    <a:pt x="372" y="1091"/>
                  </a:lnTo>
                  <a:cubicBezTo>
                    <a:pt x="446" y="1091"/>
                    <a:pt x="505" y="1029"/>
                    <a:pt x="505" y="956"/>
                  </a:cubicBezTo>
                  <a:lnTo>
                    <a:pt x="505" y="136"/>
                  </a:lnTo>
                  <a:cubicBezTo>
                    <a:pt x="505" y="62"/>
                    <a:pt x="445"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28"/>
            <p:cNvSpPr/>
            <p:nvPr/>
          </p:nvSpPr>
          <p:spPr>
            <a:xfrm>
              <a:off x="1593791" y="3703770"/>
              <a:ext cx="17929" cy="38771"/>
            </a:xfrm>
            <a:custGeom>
              <a:rect b="b" l="l" r="r" t="t"/>
              <a:pathLst>
                <a:path extrusionOk="0" h="1092" w="505">
                  <a:moveTo>
                    <a:pt x="0" y="0"/>
                  </a:moveTo>
                  <a:cubicBezTo>
                    <a:pt x="77" y="0"/>
                    <a:pt x="136" y="62"/>
                    <a:pt x="136" y="136"/>
                  </a:cubicBezTo>
                  <a:lnTo>
                    <a:pt x="136" y="956"/>
                  </a:lnTo>
                  <a:cubicBezTo>
                    <a:pt x="136" y="1029"/>
                    <a:pt x="74" y="1091"/>
                    <a:pt x="0" y="1091"/>
                  </a:cubicBezTo>
                  <a:lnTo>
                    <a:pt x="369" y="1091"/>
                  </a:lnTo>
                  <a:cubicBezTo>
                    <a:pt x="445" y="1091"/>
                    <a:pt x="504" y="1029"/>
                    <a:pt x="504" y="956"/>
                  </a:cubicBezTo>
                  <a:lnTo>
                    <a:pt x="504" y="136"/>
                  </a:lnTo>
                  <a:cubicBezTo>
                    <a:pt x="504" y="62"/>
                    <a:pt x="445"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28"/>
            <p:cNvSpPr/>
            <p:nvPr/>
          </p:nvSpPr>
          <p:spPr>
            <a:xfrm>
              <a:off x="1537340" y="3758624"/>
              <a:ext cx="17964" cy="38736"/>
            </a:xfrm>
            <a:custGeom>
              <a:rect b="b" l="l" r="r" t="t"/>
              <a:pathLst>
                <a:path extrusionOk="0" h="1091" w="506">
                  <a:moveTo>
                    <a:pt x="0" y="1"/>
                  </a:moveTo>
                  <a:cubicBezTo>
                    <a:pt x="77" y="1"/>
                    <a:pt x="136" y="61"/>
                    <a:pt x="136" y="136"/>
                  </a:cubicBezTo>
                  <a:lnTo>
                    <a:pt x="136" y="957"/>
                  </a:lnTo>
                  <a:cubicBezTo>
                    <a:pt x="136" y="1031"/>
                    <a:pt x="74" y="1090"/>
                    <a:pt x="0" y="1090"/>
                  </a:cubicBezTo>
                  <a:lnTo>
                    <a:pt x="372" y="1090"/>
                  </a:lnTo>
                  <a:cubicBezTo>
                    <a:pt x="446" y="1090"/>
                    <a:pt x="505" y="1030"/>
                    <a:pt x="505" y="957"/>
                  </a:cubicBezTo>
                  <a:lnTo>
                    <a:pt x="505" y="136"/>
                  </a:lnTo>
                  <a:cubicBezTo>
                    <a:pt x="505" y="61"/>
                    <a:pt x="445" y="2"/>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28"/>
            <p:cNvSpPr/>
            <p:nvPr/>
          </p:nvSpPr>
          <p:spPr>
            <a:xfrm>
              <a:off x="1593791" y="3758624"/>
              <a:ext cx="17929" cy="38736"/>
            </a:xfrm>
            <a:custGeom>
              <a:rect b="b" l="l" r="r" t="t"/>
              <a:pathLst>
                <a:path extrusionOk="0" h="1091" w="505">
                  <a:moveTo>
                    <a:pt x="0" y="1"/>
                  </a:moveTo>
                  <a:cubicBezTo>
                    <a:pt x="77" y="1"/>
                    <a:pt x="136" y="61"/>
                    <a:pt x="136" y="136"/>
                  </a:cubicBezTo>
                  <a:lnTo>
                    <a:pt x="136" y="957"/>
                  </a:lnTo>
                  <a:cubicBezTo>
                    <a:pt x="136" y="1031"/>
                    <a:pt x="74" y="1090"/>
                    <a:pt x="0" y="1090"/>
                  </a:cubicBezTo>
                  <a:lnTo>
                    <a:pt x="369" y="1090"/>
                  </a:lnTo>
                  <a:cubicBezTo>
                    <a:pt x="445" y="1090"/>
                    <a:pt x="504" y="1030"/>
                    <a:pt x="504" y="957"/>
                  </a:cubicBezTo>
                  <a:lnTo>
                    <a:pt x="504" y="136"/>
                  </a:lnTo>
                  <a:cubicBezTo>
                    <a:pt x="504" y="61"/>
                    <a:pt x="445" y="2"/>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78" name="Google Shape;4578;p28"/>
          <p:cNvGrpSpPr/>
          <p:nvPr/>
        </p:nvGrpSpPr>
        <p:grpSpPr>
          <a:xfrm>
            <a:off x="7338642" y="2830944"/>
            <a:ext cx="292896" cy="327099"/>
            <a:chOff x="7338642" y="2830944"/>
            <a:chExt cx="292896" cy="327099"/>
          </a:xfrm>
        </p:grpSpPr>
        <p:sp>
          <p:nvSpPr>
            <p:cNvPr id="4579" name="Google Shape;4579;p28"/>
            <p:cNvSpPr/>
            <p:nvPr/>
          </p:nvSpPr>
          <p:spPr>
            <a:xfrm>
              <a:off x="7338642" y="3088631"/>
              <a:ext cx="292896" cy="69412"/>
            </a:xfrm>
            <a:custGeom>
              <a:rect b="b" l="l" r="r" t="t"/>
              <a:pathLst>
                <a:path extrusionOk="0" h="1955" w="8250">
                  <a:moveTo>
                    <a:pt x="3088" y="1"/>
                  </a:moveTo>
                  <a:cubicBezTo>
                    <a:pt x="3088" y="1"/>
                    <a:pt x="2856" y="300"/>
                    <a:pt x="2820" y="614"/>
                  </a:cubicBezTo>
                  <a:cubicBezTo>
                    <a:pt x="2820" y="614"/>
                    <a:pt x="2650" y="497"/>
                    <a:pt x="2456" y="497"/>
                  </a:cubicBezTo>
                  <a:cubicBezTo>
                    <a:pt x="2213" y="497"/>
                    <a:pt x="2004" y="645"/>
                    <a:pt x="1915" y="857"/>
                  </a:cubicBezTo>
                  <a:cubicBezTo>
                    <a:pt x="1900" y="733"/>
                    <a:pt x="1830" y="619"/>
                    <a:pt x="1713" y="552"/>
                  </a:cubicBezTo>
                  <a:cubicBezTo>
                    <a:pt x="1649" y="514"/>
                    <a:pt x="1579" y="496"/>
                    <a:pt x="1510" y="496"/>
                  </a:cubicBezTo>
                  <a:cubicBezTo>
                    <a:pt x="1369" y="496"/>
                    <a:pt x="1231" y="570"/>
                    <a:pt x="1155" y="700"/>
                  </a:cubicBezTo>
                  <a:lnTo>
                    <a:pt x="1131" y="733"/>
                  </a:lnTo>
                  <a:cubicBezTo>
                    <a:pt x="1025" y="653"/>
                    <a:pt x="901" y="615"/>
                    <a:pt x="778" y="615"/>
                  </a:cubicBezTo>
                  <a:cubicBezTo>
                    <a:pt x="601" y="615"/>
                    <a:pt x="426" y="695"/>
                    <a:pt x="310" y="847"/>
                  </a:cubicBezTo>
                  <a:cubicBezTo>
                    <a:pt x="1" y="1254"/>
                    <a:pt x="289" y="1851"/>
                    <a:pt x="765" y="1955"/>
                  </a:cubicBezTo>
                  <a:lnTo>
                    <a:pt x="7481" y="1955"/>
                  </a:lnTo>
                  <a:cubicBezTo>
                    <a:pt x="7960" y="1851"/>
                    <a:pt x="8249" y="1257"/>
                    <a:pt x="7939" y="847"/>
                  </a:cubicBezTo>
                  <a:cubicBezTo>
                    <a:pt x="7823" y="695"/>
                    <a:pt x="7648" y="615"/>
                    <a:pt x="7471" y="615"/>
                  </a:cubicBezTo>
                  <a:cubicBezTo>
                    <a:pt x="7348" y="615"/>
                    <a:pt x="7224" y="653"/>
                    <a:pt x="7118" y="733"/>
                  </a:cubicBezTo>
                  <a:lnTo>
                    <a:pt x="7095" y="700"/>
                  </a:lnTo>
                  <a:cubicBezTo>
                    <a:pt x="7019" y="570"/>
                    <a:pt x="6883" y="496"/>
                    <a:pt x="6742" y="496"/>
                  </a:cubicBezTo>
                  <a:cubicBezTo>
                    <a:pt x="6673" y="496"/>
                    <a:pt x="6602" y="514"/>
                    <a:pt x="6537" y="552"/>
                  </a:cubicBezTo>
                  <a:cubicBezTo>
                    <a:pt x="6422" y="618"/>
                    <a:pt x="6350" y="733"/>
                    <a:pt x="6336" y="857"/>
                  </a:cubicBezTo>
                  <a:cubicBezTo>
                    <a:pt x="6248" y="647"/>
                    <a:pt x="6039" y="497"/>
                    <a:pt x="5795" y="497"/>
                  </a:cubicBezTo>
                  <a:cubicBezTo>
                    <a:pt x="5600" y="497"/>
                    <a:pt x="5430" y="614"/>
                    <a:pt x="5430" y="614"/>
                  </a:cubicBezTo>
                  <a:cubicBezTo>
                    <a:pt x="5393" y="297"/>
                    <a:pt x="5163" y="1"/>
                    <a:pt x="51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28"/>
            <p:cNvSpPr/>
            <p:nvPr/>
          </p:nvSpPr>
          <p:spPr>
            <a:xfrm>
              <a:off x="7455449" y="3070950"/>
              <a:ext cx="59289" cy="54997"/>
            </a:xfrm>
            <a:custGeom>
              <a:rect b="b" l="l" r="r" t="t"/>
              <a:pathLst>
                <a:path extrusionOk="0" h="1549" w="1670">
                  <a:moveTo>
                    <a:pt x="532" y="1"/>
                  </a:moveTo>
                  <a:cubicBezTo>
                    <a:pt x="1" y="424"/>
                    <a:pt x="228" y="1204"/>
                    <a:pt x="755" y="1526"/>
                  </a:cubicBezTo>
                  <a:cubicBezTo>
                    <a:pt x="779" y="1541"/>
                    <a:pt x="807" y="1549"/>
                    <a:pt x="835" y="1549"/>
                  </a:cubicBezTo>
                  <a:cubicBezTo>
                    <a:pt x="862" y="1549"/>
                    <a:pt x="890" y="1541"/>
                    <a:pt x="914" y="1526"/>
                  </a:cubicBezTo>
                  <a:cubicBezTo>
                    <a:pt x="1444" y="1204"/>
                    <a:pt x="1670" y="424"/>
                    <a:pt x="113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28"/>
            <p:cNvSpPr/>
            <p:nvPr/>
          </p:nvSpPr>
          <p:spPr>
            <a:xfrm>
              <a:off x="7476645" y="3071021"/>
              <a:ext cx="38059" cy="54926"/>
            </a:xfrm>
            <a:custGeom>
              <a:rect b="b" l="l" r="r" t="t"/>
              <a:pathLst>
                <a:path extrusionOk="0" h="1547" w="1072">
                  <a:moveTo>
                    <a:pt x="274" y="0"/>
                  </a:moveTo>
                  <a:cubicBezTo>
                    <a:pt x="668" y="423"/>
                    <a:pt x="463" y="1094"/>
                    <a:pt x="1" y="1409"/>
                  </a:cubicBezTo>
                  <a:cubicBezTo>
                    <a:pt x="50" y="1452"/>
                    <a:pt x="102" y="1490"/>
                    <a:pt x="158" y="1524"/>
                  </a:cubicBezTo>
                  <a:cubicBezTo>
                    <a:pt x="183" y="1539"/>
                    <a:pt x="212" y="1547"/>
                    <a:pt x="240" y="1547"/>
                  </a:cubicBezTo>
                  <a:cubicBezTo>
                    <a:pt x="268" y="1547"/>
                    <a:pt x="295" y="1540"/>
                    <a:pt x="317" y="1525"/>
                  </a:cubicBezTo>
                  <a:cubicBezTo>
                    <a:pt x="844" y="1203"/>
                    <a:pt x="1071" y="423"/>
                    <a:pt x="5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28"/>
            <p:cNvSpPr/>
            <p:nvPr/>
          </p:nvSpPr>
          <p:spPr>
            <a:xfrm>
              <a:off x="7386892" y="2923929"/>
              <a:ext cx="56733" cy="93769"/>
            </a:xfrm>
            <a:custGeom>
              <a:rect b="b" l="l" r="r" t="t"/>
              <a:pathLst>
                <a:path extrusionOk="0" h="2641" w="1598">
                  <a:moveTo>
                    <a:pt x="1275" y="0"/>
                  </a:moveTo>
                  <a:lnTo>
                    <a:pt x="736" y="474"/>
                  </a:lnTo>
                  <a:cubicBezTo>
                    <a:pt x="399" y="769"/>
                    <a:pt x="160" y="1159"/>
                    <a:pt x="58" y="1593"/>
                  </a:cubicBezTo>
                  <a:cubicBezTo>
                    <a:pt x="38" y="1675"/>
                    <a:pt x="19" y="1762"/>
                    <a:pt x="5" y="1854"/>
                  </a:cubicBezTo>
                  <a:cubicBezTo>
                    <a:pt x="0" y="1884"/>
                    <a:pt x="55" y="1928"/>
                    <a:pt x="52" y="1960"/>
                  </a:cubicBezTo>
                  <a:cubicBezTo>
                    <a:pt x="32" y="2105"/>
                    <a:pt x="34" y="2244"/>
                    <a:pt x="36" y="2403"/>
                  </a:cubicBezTo>
                  <a:cubicBezTo>
                    <a:pt x="38" y="2536"/>
                    <a:pt x="146" y="2641"/>
                    <a:pt x="277" y="2641"/>
                  </a:cubicBezTo>
                  <a:lnTo>
                    <a:pt x="1598" y="2641"/>
                  </a:lnTo>
                  <a:lnTo>
                    <a:pt x="1275"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28"/>
            <p:cNvSpPr/>
            <p:nvPr/>
          </p:nvSpPr>
          <p:spPr>
            <a:xfrm>
              <a:off x="7410786" y="2923929"/>
              <a:ext cx="32733" cy="93769"/>
            </a:xfrm>
            <a:custGeom>
              <a:rect b="b" l="l" r="r" t="t"/>
              <a:pathLst>
                <a:path extrusionOk="0" h="2641" w="922">
                  <a:moveTo>
                    <a:pt x="601" y="0"/>
                  </a:moveTo>
                  <a:lnTo>
                    <a:pt x="61" y="474"/>
                  </a:lnTo>
                  <a:cubicBezTo>
                    <a:pt x="47" y="488"/>
                    <a:pt x="30" y="501"/>
                    <a:pt x="15" y="515"/>
                  </a:cubicBezTo>
                  <a:cubicBezTo>
                    <a:pt x="1" y="803"/>
                    <a:pt x="15" y="1094"/>
                    <a:pt x="57" y="1382"/>
                  </a:cubicBezTo>
                  <a:cubicBezTo>
                    <a:pt x="100" y="1690"/>
                    <a:pt x="178" y="2147"/>
                    <a:pt x="302" y="2641"/>
                  </a:cubicBezTo>
                  <a:lnTo>
                    <a:pt x="922" y="2641"/>
                  </a:lnTo>
                  <a:lnTo>
                    <a:pt x="60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28"/>
            <p:cNvSpPr/>
            <p:nvPr/>
          </p:nvSpPr>
          <p:spPr>
            <a:xfrm>
              <a:off x="7526670" y="2923929"/>
              <a:ext cx="56733" cy="93769"/>
            </a:xfrm>
            <a:custGeom>
              <a:rect b="b" l="l" r="r" t="t"/>
              <a:pathLst>
                <a:path extrusionOk="0" h="2641" w="1598">
                  <a:moveTo>
                    <a:pt x="323" y="0"/>
                  </a:moveTo>
                  <a:lnTo>
                    <a:pt x="1" y="2641"/>
                  </a:lnTo>
                  <a:lnTo>
                    <a:pt x="1316" y="2641"/>
                  </a:lnTo>
                  <a:cubicBezTo>
                    <a:pt x="1447" y="2641"/>
                    <a:pt x="1555" y="2536"/>
                    <a:pt x="1556" y="2403"/>
                  </a:cubicBezTo>
                  <a:cubicBezTo>
                    <a:pt x="1558" y="2249"/>
                    <a:pt x="1555" y="2105"/>
                    <a:pt x="1536" y="1964"/>
                  </a:cubicBezTo>
                  <a:cubicBezTo>
                    <a:pt x="1532" y="1928"/>
                    <a:pt x="1598" y="1888"/>
                    <a:pt x="1592" y="1854"/>
                  </a:cubicBezTo>
                  <a:cubicBezTo>
                    <a:pt x="1578" y="1762"/>
                    <a:pt x="1561" y="1675"/>
                    <a:pt x="1540" y="1593"/>
                  </a:cubicBezTo>
                  <a:cubicBezTo>
                    <a:pt x="1438" y="1159"/>
                    <a:pt x="1198" y="769"/>
                    <a:pt x="863" y="474"/>
                  </a:cubicBezTo>
                  <a:lnTo>
                    <a:pt x="323"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28"/>
            <p:cNvSpPr/>
            <p:nvPr/>
          </p:nvSpPr>
          <p:spPr>
            <a:xfrm>
              <a:off x="7536646" y="2924035"/>
              <a:ext cx="48141" cy="93662"/>
            </a:xfrm>
            <a:custGeom>
              <a:rect b="b" l="l" r="r" t="t"/>
              <a:pathLst>
                <a:path extrusionOk="0" h="2638" w="1356">
                  <a:moveTo>
                    <a:pt x="39" y="0"/>
                  </a:moveTo>
                  <a:lnTo>
                    <a:pt x="0" y="331"/>
                  </a:lnTo>
                  <a:lnTo>
                    <a:pt x="203" y="508"/>
                  </a:lnTo>
                  <a:cubicBezTo>
                    <a:pt x="540" y="802"/>
                    <a:pt x="779" y="1192"/>
                    <a:pt x="881" y="1628"/>
                  </a:cubicBezTo>
                  <a:cubicBezTo>
                    <a:pt x="938" y="1865"/>
                    <a:pt x="980" y="2141"/>
                    <a:pt x="977" y="2439"/>
                  </a:cubicBezTo>
                  <a:cubicBezTo>
                    <a:pt x="974" y="2523"/>
                    <a:pt x="930" y="2597"/>
                    <a:pt x="864" y="2638"/>
                  </a:cubicBezTo>
                  <a:lnTo>
                    <a:pt x="1111" y="2638"/>
                  </a:lnTo>
                  <a:cubicBezTo>
                    <a:pt x="1244" y="2638"/>
                    <a:pt x="1351" y="2533"/>
                    <a:pt x="1353" y="2400"/>
                  </a:cubicBezTo>
                  <a:cubicBezTo>
                    <a:pt x="1356" y="2104"/>
                    <a:pt x="1315" y="1828"/>
                    <a:pt x="1258" y="1592"/>
                  </a:cubicBezTo>
                  <a:cubicBezTo>
                    <a:pt x="1154" y="1158"/>
                    <a:pt x="915" y="767"/>
                    <a:pt x="579" y="472"/>
                  </a:cubicBezTo>
                  <a:lnTo>
                    <a:pt x="3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28"/>
            <p:cNvSpPr/>
            <p:nvPr/>
          </p:nvSpPr>
          <p:spPr>
            <a:xfrm>
              <a:off x="7385472" y="2989717"/>
              <a:ext cx="58047" cy="27978"/>
            </a:xfrm>
            <a:custGeom>
              <a:rect b="b" l="l" r="r" t="t"/>
              <a:pathLst>
                <a:path extrusionOk="0" h="788" w="1635">
                  <a:moveTo>
                    <a:pt x="45" y="1"/>
                  </a:moveTo>
                  <a:cubicBezTo>
                    <a:pt x="16" y="172"/>
                    <a:pt x="0" y="356"/>
                    <a:pt x="2" y="550"/>
                  </a:cubicBezTo>
                  <a:cubicBezTo>
                    <a:pt x="4" y="683"/>
                    <a:pt x="112" y="788"/>
                    <a:pt x="243" y="788"/>
                  </a:cubicBezTo>
                  <a:lnTo>
                    <a:pt x="1635" y="788"/>
                  </a:lnTo>
                  <a:lnTo>
                    <a:pt x="1540"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28"/>
            <p:cNvSpPr/>
            <p:nvPr/>
          </p:nvSpPr>
          <p:spPr>
            <a:xfrm>
              <a:off x="7415508" y="2989717"/>
              <a:ext cx="28011" cy="27978"/>
            </a:xfrm>
            <a:custGeom>
              <a:rect b="b" l="l" r="r" t="t"/>
              <a:pathLst>
                <a:path extrusionOk="0" h="788" w="789">
                  <a:moveTo>
                    <a:pt x="0" y="1"/>
                  </a:moveTo>
                  <a:cubicBezTo>
                    <a:pt x="43" y="238"/>
                    <a:pt x="98" y="506"/>
                    <a:pt x="169" y="788"/>
                  </a:cubicBezTo>
                  <a:lnTo>
                    <a:pt x="789" y="788"/>
                  </a:lnTo>
                  <a:lnTo>
                    <a:pt x="69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28"/>
            <p:cNvSpPr/>
            <p:nvPr/>
          </p:nvSpPr>
          <p:spPr>
            <a:xfrm>
              <a:off x="7526670" y="2989717"/>
              <a:ext cx="58082" cy="27978"/>
            </a:xfrm>
            <a:custGeom>
              <a:rect b="b" l="l" r="r" t="t"/>
              <a:pathLst>
                <a:path extrusionOk="0" h="788" w="1636">
                  <a:moveTo>
                    <a:pt x="96" y="1"/>
                  </a:moveTo>
                  <a:lnTo>
                    <a:pt x="1" y="788"/>
                  </a:lnTo>
                  <a:lnTo>
                    <a:pt x="1392" y="788"/>
                  </a:lnTo>
                  <a:cubicBezTo>
                    <a:pt x="1523" y="788"/>
                    <a:pt x="1631" y="683"/>
                    <a:pt x="1634" y="550"/>
                  </a:cubicBezTo>
                  <a:cubicBezTo>
                    <a:pt x="1635" y="356"/>
                    <a:pt x="1620" y="172"/>
                    <a:pt x="1591"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28"/>
            <p:cNvSpPr/>
            <p:nvPr/>
          </p:nvSpPr>
          <p:spPr>
            <a:xfrm>
              <a:off x="7567286" y="2989788"/>
              <a:ext cx="17503" cy="27907"/>
            </a:xfrm>
            <a:custGeom>
              <a:rect b="b" l="l" r="r" t="t"/>
              <a:pathLst>
                <a:path extrusionOk="0" h="786" w="493">
                  <a:moveTo>
                    <a:pt x="65" y="0"/>
                  </a:moveTo>
                  <a:cubicBezTo>
                    <a:pt x="96" y="181"/>
                    <a:pt x="116" y="380"/>
                    <a:pt x="114" y="587"/>
                  </a:cubicBezTo>
                  <a:cubicBezTo>
                    <a:pt x="111" y="671"/>
                    <a:pt x="67" y="745"/>
                    <a:pt x="1" y="786"/>
                  </a:cubicBezTo>
                  <a:lnTo>
                    <a:pt x="248" y="786"/>
                  </a:lnTo>
                  <a:cubicBezTo>
                    <a:pt x="382" y="786"/>
                    <a:pt x="488" y="681"/>
                    <a:pt x="490" y="548"/>
                  </a:cubicBezTo>
                  <a:cubicBezTo>
                    <a:pt x="493" y="357"/>
                    <a:pt x="476" y="171"/>
                    <a:pt x="44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28"/>
            <p:cNvSpPr/>
            <p:nvPr/>
          </p:nvSpPr>
          <p:spPr>
            <a:xfrm>
              <a:off x="7590576" y="3110466"/>
              <a:ext cx="40047" cy="46299"/>
            </a:xfrm>
            <a:custGeom>
              <a:rect b="b" l="l" r="r" t="t"/>
              <a:pathLst>
                <a:path extrusionOk="0" h="1304" w="1128">
                  <a:moveTo>
                    <a:pt x="375" y="0"/>
                  </a:moveTo>
                  <a:cubicBezTo>
                    <a:pt x="251" y="0"/>
                    <a:pt x="127" y="39"/>
                    <a:pt x="21" y="119"/>
                  </a:cubicBezTo>
                  <a:cubicBezTo>
                    <a:pt x="14" y="125"/>
                    <a:pt x="8" y="130"/>
                    <a:pt x="1" y="135"/>
                  </a:cubicBezTo>
                  <a:cubicBezTo>
                    <a:pt x="195" y="141"/>
                    <a:pt x="384" y="232"/>
                    <a:pt x="510" y="399"/>
                  </a:cubicBezTo>
                  <a:cubicBezTo>
                    <a:pt x="725" y="679"/>
                    <a:pt x="686" y="1039"/>
                    <a:pt x="504" y="1304"/>
                  </a:cubicBezTo>
                  <a:cubicBezTo>
                    <a:pt x="909" y="1135"/>
                    <a:pt x="1128" y="606"/>
                    <a:pt x="843" y="233"/>
                  </a:cubicBezTo>
                  <a:cubicBezTo>
                    <a:pt x="727" y="80"/>
                    <a:pt x="552" y="0"/>
                    <a:pt x="37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28"/>
            <p:cNvSpPr/>
            <p:nvPr/>
          </p:nvSpPr>
          <p:spPr>
            <a:xfrm>
              <a:off x="7563239" y="3106241"/>
              <a:ext cx="28402" cy="17824"/>
            </a:xfrm>
            <a:custGeom>
              <a:rect b="b" l="l" r="r" t="t"/>
              <a:pathLst>
                <a:path extrusionOk="0" h="502" w="800">
                  <a:moveTo>
                    <a:pt x="415" y="0"/>
                  </a:moveTo>
                  <a:cubicBezTo>
                    <a:pt x="345" y="0"/>
                    <a:pt x="275" y="18"/>
                    <a:pt x="211" y="56"/>
                  </a:cubicBezTo>
                  <a:cubicBezTo>
                    <a:pt x="94" y="123"/>
                    <a:pt x="23" y="240"/>
                    <a:pt x="10" y="367"/>
                  </a:cubicBezTo>
                  <a:cubicBezTo>
                    <a:pt x="1" y="424"/>
                    <a:pt x="30" y="474"/>
                    <a:pt x="74" y="502"/>
                  </a:cubicBezTo>
                  <a:cubicBezTo>
                    <a:pt x="106" y="407"/>
                    <a:pt x="168" y="326"/>
                    <a:pt x="259" y="274"/>
                  </a:cubicBezTo>
                  <a:cubicBezTo>
                    <a:pt x="322" y="238"/>
                    <a:pt x="392" y="221"/>
                    <a:pt x="461" y="221"/>
                  </a:cubicBezTo>
                  <a:cubicBezTo>
                    <a:pt x="573" y="221"/>
                    <a:pt x="684" y="267"/>
                    <a:pt x="762" y="352"/>
                  </a:cubicBezTo>
                  <a:cubicBezTo>
                    <a:pt x="794" y="312"/>
                    <a:pt x="800" y="253"/>
                    <a:pt x="769" y="204"/>
                  </a:cubicBezTo>
                  <a:cubicBezTo>
                    <a:pt x="693" y="74"/>
                    <a:pt x="556" y="0"/>
                    <a:pt x="41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28"/>
            <p:cNvSpPr/>
            <p:nvPr/>
          </p:nvSpPr>
          <p:spPr>
            <a:xfrm>
              <a:off x="7535155" y="3106277"/>
              <a:ext cx="30142" cy="38381"/>
            </a:xfrm>
            <a:custGeom>
              <a:rect b="b" l="l" r="r" t="t"/>
              <a:pathLst>
                <a:path extrusionOk="0" h="1081" w="849">
                  <a:moveTo>
                    <a:pt x="260" y="0"/>
                  </a:moveTo>
                  <a:cubicBezTo>
                    <a:pt x="166" y="0"/>
                    <a:pt x="78" y="22"/>
                    <a:pt x="0" y="59"/>
                  </a:cubicBezTo>
                  <a:cubicBezTo>
                    <a:pt x="272" y="109"/>
                    <a:pt x="478" y="350"/>
                    <a:pt x="478" y="635"/>
                  </a:cubicBezTo>
                  <a:cubicBezTo>
                    <a:pt x="478" y="681"/>
                    <a:pt x="475" y="725"/>
                    <a:pt x="464" y="768"/>
                  </a:cubicBezTo>
                  <a:cubicBezTo>
                    <a:pt x="441" y="868"/>
                    <a:pt x="470" y="970"/>
                    <a:pt x="539" y="1043"/>
                  </a:cubicBezTo>
                  <a:lnTo>
                    <a:pt x="575" y="1081"/>
                  </a:lnTo>
                  <a:cubicBezTo>
                    <a:pt x="740" y="979"/>
                    <a:pt x="848" y="796"/>
                    <a:pt x="848" y="587"/>
                  </a:cubicBezTo>
                  <a:cubicBezTo>
                    <a:pt x="848" y="263"/>
                    <a:pt x="585" y="0"/>
                    <a:pt x="26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28"/>
            <p:cNvSpPr/>
            <p:nvPr/>
          </p:nvSpPr>
          <p:spPr>
            <a:xfrm>
              <a:off x="7339672" y="3110466"/>
              <a:ext cx="39940" cy="46299"/>
            </a:xfrm>
            <a:custGeom>
              <a:rect b="b" l="l" r="r" t="t"/>
              <a:pathLst>
                <a:path extrusionOk="0" h="1304" w="1125">
                  <a:moveTo>
                    <a:pt x="752" y="0"/>
                  </a:moveTo>
                  <a:cubicBezTo>
                    <a:pt x="574" y="0"/>
                    <a:pt x="398" y="80"/>
                    <a:pt x="283" y="233"/>
                  </a:cubicBezTo>
                  <a:cubicBezTo>
                    <a:pt x="1" y="606"/>
                    <a:pt x="218" y="1135"/>
                    <a:pt x="621" y="1304"/>
                  </a:cubicBezTo>
                  <a:cubicBezTo>
                    <a:pt x="440" y="1039"/>
                    <a:pt x="402" y="679"/>
                    <a:pt x="615" y="399"/>
                  </a:cubicBezTo>
                  <a:cubicBezTo>
                    <a:pt x="742" y="232"/>
                    <a:pt x="932" y="141"/>
                    <a:pt x="1125" y="135"/>
                  </a:cubicBezTo>
                  <a:cubicBezTo>
                    <a:pt x="1117" y="130"/>
                    <a:pt x="1112" y="125"/>
                    <a:pt x="1104" y="119"/>
                  </a:cubicBezTo>
                  <a:cubicBezTo>
                    <a:pt x="999" y="39"/>
                    <a:pt x="875" y="0"/>
                    <a:pt x="75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28"/>
            <p:cNvSpPr/>
            <p:nvPr/>
          </p:nvSpPr>
          <p:spPr>
            <a:xfrm>
              <a:off x="7378548" y="3106241"/>
              <a:ext cx="28402" cy="17824"/>
            </a:xfrm>
            <a:custGeom>
              <a:rect b="b" l="l" r="r" t="t"/>
              <a:pathLst>
                <a:path extrusionOk="0" h="502" w="800">
                  <a:moveTo>
                    <a:pt x="386" y="0"/>
                  </a:moveTo>
                  <a:cubicBezTo>
                    <a:pt x="245" y="0"/>
                    <a:pt x="107" y="74"/>
                    <a:pt x="31" y="204"/>
                  </a:cubicBezTo>
                  <a:cubicBezTo>
                    <a:pt x="1" y="253"/>
                    <a:pt x="8" y="312"/>
                    <a:pt x="38" y="352"/>
                  </a:cubicBezTo>
                  <a:cubicBezTo>
                    <a:pt x="117" y="267"/>
                    <a:pt x="227" y="221"/>
                    <a:pt x="340" y="221"/>
                  </a:cubicBezTo>
                  <a:cubicBezTo>
                    <a:pt x="409" y="221"/>
                    <a:pt x="478" y="238"/>
                    <a:pt x="542" y="274"/>
                  </a:cubicBezTo>
                  <a:cubicBezTo>
                    <a:pt x="633" y="326"/>
                    <a:pt x="696" y="407"/>
                    <a:pt x="726" y="502"/>
                  </a:cubicBezTo>
                  <a:cubicBezTo>
                    <a:pt x="771" y="474"/>
                    <a:pt x="800" y="424"/>
                    <a:pt x="791" y="367"/>
                  </a:cubicBezTo>
                  <a:cubicBezTo>
                    <a:pt x="778" y="240"/>
                    <a:pt x="706" y="123"/>
                    <a:pt x="589" y="56"/>
                  </a:cubicBezTo>
                  <a:cubicBezTo>
                    <a:pt x="525" y="18"/>
                    <a:pt x="455" y="0"/>
                    <a:pt x="3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28"/>
            <p:cNvSpPr/>
            <p:nvPr/>
          </p:nvSpPr>
          <p:spPr>
            <a:xfrm>
              <a:off x="7405034" y="3106277"/>
              <a:ext cx="30000" cy="38381"/>
            </a:xfrm>
            <a:custGeom>
              <a:rect b="b" l="l" r="r" t="t"/>
              <a:pathLst>
                <a:path extrusionOk="0" h="1081" w="845">
                  <a:moveTo>
                    <a:pt x="586" y="0"/>
                  </a:moveTo>
                  <a:cubicBezTo>
                    <a:pt x="262" y="0"/>
                    <a:pt x="0" y="263"/>
                    <a:pt x="0" y="587"/>
                  </a:cubicBezTo>
                  <a:cubicBezTo>
                    <a:pt x="0" y="796"/>
                    <a:pt x="108" y="979"/>
                    <a:pt x="271" y="1081"/>
                  </a:cubicBezTo>
                  <a:lnTo>
                    <a:pt x="307" y="1043"/>
                  </a:lnTo>
                  <a:cubicBezTo>
                    <a:pt x="376" y="970"/>
                    <a:pt x="405" y="868"/>
                    <a:pt x="382" y="768"/>
                  </a:cubicBezTo>
                  <a:cubicBezTo>
                    <a:pt x="370" y="725"/>
                    <a:pt x="367" y="681"/>
                    <a:pt x="367" y="635"/>
                  </a:cubicBezTo>
                  <a:cubicBezTo>
                    <a:pt x="367" y="350"/>
                    <a:pt x="573" y="109"/>
                    <a:pt x="845" y="59"/>
                  </a:cubicBezTo>
                  <a:cubicBezTo>
                    <a:pt x="767" y="22"/>
                    <a:pt x="679" y="0"/>
                    <a:pt x="5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28"/>
            <p:cNvSpPr/>
            <p:nvPr/>
          </p:nvSpPr>
          <p:spPr>
            <a:xfrm>
              <a:off x="7423993" y="2833536"/>
              <a:ext cx="122342" cy="236144"/>
            </a:xfrm>
            <a:custGeom>
              <a:rect b="b" l="l" r="r" t="t"/>
              <a:pathLst>
                <a:path extrusionOk="0" h="6651" w="3446">
                  <a:moveTo>
                    <a:pt x="1723" y="0"/>
                  </a:moveTo>
                  <a:cubicBezTo>
                    <a:pt x="1632" y="0"/>
                    <a:pt x="1540" y="33"/>
                    <a:pt x="1468" y="100"/>
                  </a:cubicBezTo>
                  <a:cubicBezTo>
                    <a:pt x="1272" y="283"/>
                    <a:pt x="1029" y="517"/>
                    <a:pt x="766" y="932"/>
                  </a:cubicBezTo>
                  <a:cubicBezTo>
                    <a:pt x="751" y="953"/>
                    <a:pt x="698" y="969"/>
                    <a:pt x="685" y="991"/>
                  </a:cubicBezTo>
                  <a:cubicBezTo>
                    <a:pt x="471" y="1342"/>
                    <a:pt x="274" y="1769"/>
                    <a:pt x="151" y="2276"/>
                  </a:cubicBezTo>
                  <a:cubicBezTo>
                    <a:pt x="22" y="2817"/>
                    <a:pt x="0" y="3378"/>
                    <a:pt x="79" y="3928"/>
                  </a:cubicBezTo>
                  <a:cubicBezTo>
                    <a:pt x="145" y="4390"/>
                    <a:pt x="287" y="5184"/>
                    <a:pt x="546" y="5941"/>
                  </a:cubicBezTo>
                  <a:cubicBezTo>
                    <a:pt x="561" y="5985"/>
                    <a:pt x="658" y="6030"/>
                    <a:pt x="675" y="6076"/>
                  </a:cubicBezTo>
                  <a:cubicBezTo>
                    <a:pt x="737" y="6249"/>
                    <a:pt x="807" y="6419"/>
                    <a:pt x="884" y="6581"/>
                  </a:cubicBezTo>
                  <a:cubicBezTo>
                    <a:pt x="912" y="6640"/>
                    <a:pt x="961" y="6650"/>
                    <a:pt x="1019" y="6650"/>
                  </a:cubicBezTo>
                  <a:cubicBezTo>
                    <a:pt x="1049" y="6650"/>
                    <a:pt x="1082" y="6647"/>
                    <a:pt x="1115" y="6647"/>
                  </a:cubicBezTo>
                  <a:lnTo>
                    <a:pt x="2344" y="6647"/>
                  </a:lnTo>
                  <a:cubicBezTo>
                    <a:pt x="2378" y="6647"/>
                    <a:pt x="2410" y="6650"/>
                    <a:pt x="2441" y="6650"/>
                  </a:cubicBezTo>
                  <a:cubicBezTo>
                    <a:pt x="2499" y="6650"/>
                    <a:pt x="2548" y="6640"/>
                    <a:pt x="2576" y="6581"/>
                  </a:cubicBezTo>
                  <a:cubicBezTo>
                    <a:pt x="2651" y="6419"/>
                    <a:pt x="2697" y="6239"/>
                    <a:pt x="2759" y="6069"/>
                  </a:cubicBezTo>
                  <a:cubicBezTo>
                    <a:pt x="2776" y="6023"/>
                    <a:pt x="2884" y="5987"/>
                    <a:pt x="2900" y="5941"/>
                  </a:cubicBezTo>
                  <a:cubicBezTo>
                    <a:pt x="3159" y="5184"/>
                    <a:pt x="3298" y="4388"/>
                    <a:pt x="3366" y="3928"/>
                  </a:cubicBezTo>
                  <a:cubicBezTo>
                    <a:pt x="3445" y="3378"/>
                    <a:pt x="3424" y="2817"/>
                    <a:pt x="3294" y="2276"/>
                  </a:cubicBezTo>
                  <a:cubicBezTo>
                    <a:pt x="3172" y="1769"/>
                    <a:pt x="2973" y="1342"/>
                    <a:pt x="2759" y="991"/>
                  </a:cubicBezTo>
                  <a:cubicBezTo>
                    <a:pt x="2733" y="947"/>
                    <a:pt x="2678" y="949"/>
                    <a:pt x="2651" y="909"/>
                  </a:cubicBezTo>
                  <a:cubicBezTo>
                    <a:pt x="2399" y="524"/>
                    <a:pt x="2162" y="271"/>
                    <a:pt x="1974" y="98"/>
                  </a:cubicBezTo>
                  <a:cubicBezTo>
                    <a:pt x="1904" y="33"/>
                    <a:pt x="1814" y="0"/>
                    <a:pt x="172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28"/>
            <p:cNvSpPr/>
            <p:nvPr/>
          </p:nvSpPr>
          <p:spPr>
            <a:xfrm>
              <a:off x="7478172" y="2830944"/>
              <a:ext cx="68165" cy="241541"/>
            </a:xfrm>
            <a:custGeom>
              <a:rect b="b" l="l" r="r" t="t"/>
              <a:pathLst>
                <a:path extrusionOk="0" h="6803" w="1920">
                  <a:moveTo>
                    <a:pt x="197" y="1"/>
                  </a:moveTo>
                  <a:cubicBezTo>
                    <a:pt x="129" y="1"/>
                    <a:pt x="61" y="19"/>
                    <a:pt x="1" y="56"/>
                  </a:cubicBezTo>
                  <a:cubicBezTo>
                    <a:pt x="21" y="69"/>
                    <a:pt x="41" y="85"/>
                    <a:pt x="59" y="101"/>
                  </a:cubicBezTo>
                  <a:cubicBezTo>
                    <a:pt x="430" y="443"/>
                    <a:pt x="1100" y="1197"/>
                    <a:pt x="1377" y="2349"/>
                  </a:cubicBezTo>
                  <a:cubicBezTo>
                    <a:pt x="1506" y="2890"/>
                    <a:pt x="1528" y="3451"/>
                    <a:pt x="1449" y="4001"/>
                  </a:cubicBezTo>
                  <a:cubicBezTo>
                    <a:pt x="1362" y="4596"/>
                    <a:pt x="1154" y="5745"/>
                    <a:pt x="726" y="6654"/>
                  </a:cubicBezTo>
                  <a:cubicBezTo>
                    <a:pt x="684" y="6745"/>
                    <a:pt x="592" y="6802"/>
                    <a:pt x="495" y="6802"/>
                  </a:cubicBezTo>
                  <a:lnTo>
                    <a:pt x="885" y="6802"/>
                  </a:lnTo>
                  <a:cubicBezTo>
                    <a:pt x="984" y="6802"/>
                    <a:pt x="1074" y="6745"/>
                    <a:pt x="1116" y="6654"/>
                  </a:cubicBezTo>
                  <a:cubicBezTo>
                    <a:pt x="1546" y="5745"/>
                    <a:pt x="1755" y="4596"/>
                    <a:pt x="1840" y="4001"/>
                  </a:cubicBezTo>
                  <a:cubicBezTo>
                    <a:pt x="1919" y="3451"/>
                    <a:pt x="1898" y="2890"/>
                    <a:pt x="1770" y="2349"/>
                  </a:cubicBezTo>
                  <a:cubicBezTo>
                    <a:pt x="1492" y="1197"/>
                    <a:pt x="820" y="443"/>
                    <a:pt x="451" y="101"/>
                  </a:cubicBezTo>
                  <a:cubicBezTo>
                    <a:pt x="379" y="34"/>
                    <a:pt x="288" y="1"/>
                    <a:pt x="19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28"/>
            <p:cNvSpPr/>
            <p:nvPr/>
          </p:nvSpPr>
          <p:spPr>
            <a:xfrm>
              <a:off x="7443236" y="3044500"/>
              <a:ext cx="83715" cy="28013"/>
            </a:xfrm>
            <a:custGeom>
              <a:rect b="b" l="l" r="r" t="t"/>
              <a:pathLst>
                <a:path extrusionOk="0" h="789" w="2358">
                  <a:moveTo>
                    <a:pt x="1" y="0"/>
                  </a:moveTo>
                  <a:cubicBezTo>
                    <a:pt x="77" y="220"/>
                    <a:pt x="162" y="436"/>
                    <a:pt x="258" y="641"/>
                  </a:cubicBezTo>
                  <a:cubicBezTo>
                    <a:pt x="300" y="731"/>
                    <a:pt x="392" y="789"/>
                    <a:pt x="490" y="789"/>
                  </a:cubicBezTo>
                  <a:lnTo>
                    <a:pt x="1869" y="789"/>
                  </a:lnTo>
                  <a:cubicBezTo>
                    <a:pt x="1968" y="789"/>
                    <a:pt x="2057" y="731"/>
                    <a:pt x="2100" y="641"/>
                  </a:cubicBezTo>
                  <a:cubicBezTo>
                    <a:pt x="2198" y="436"/>
                    <a:pt x="2282" y="220"/>
                    <a:pt x="235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28"/>
            <p:cNvSpPr/>
            <p:nvPr/>
          </p:nvSpPr>
          <p:spPr>
            <a:xfrm>
              <a:off x="7495711" y="3044500"/>
              <a:ext cx="31242" cy="28013"/>
            </a:xfrm>
            <a:custGeom>
              <a:rect b="b" l="l" r="r" t="t"/>
              <a:pathLst>
                <a:path extrusionOk="0" h="789" w="880">
                  <a:moveTo>
                    <a:pt x="488" y="0"/>
                  </a:moveTo>
                  <a:cubicBezTo>
                    <a:pt x="414" y="220"/>
                    <a:pt x="329" y="436"/>
                    <a:pt x="232" y="641"/>
                  </a:cubicBezTo>
                  <a:cubicBezTo>
                    <a:pt x="190" y="731"/>
                    <a:pt x="98" y="789"/>
                    <a:pt x="1" y="789"/>
                  </a:cubicBezTo>
                  <a:lnTo>
                    <a:pt x="391" y="789"/>
                  </a:lnTo>
                  <a:cubicBezTo>
                    <a:pt x="490" y="789"/>
                    <a:pt x="580" y="731"/>
                    <a:pt x="622" y="641"/>
                  </a:cubicBezTo>
                  <a:cubicBezTo>
                    <a:pt x="720" y="436"/>
                    <a:pt x="804" y="220"/>
                    <a:pt x="88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28"/>
            <p:cNvSpPr/>
            <p:nvPr/>
          </p:nvSpPr>
          <p:spPr>
            <a:xfrm>
              <a:off x="7455556" y="2900212"/>
              <a:ext cx="59041" cy="59045"/>
            </a:xfrm>
            <a:custGeom>
              <a:rect b="b" l="l" r="r" t="t"/>
              <a:pathLst>
                <a:path extrusionOk="0" h="1663" w="1663">
                  <a:moveTo>
                    <a:pt x="832" y="0"/>
                  </a:moveTo>
                  <a:cubicBezTo>
                    <a:pt x="373" y="0"/>
                    <a:pt x="0" y="373"/>
                    <a:pt x="0" y="832"/>
                  </a:cubicBezTo>
                  <a:cubicBezTo>
                    <a:pt x="0" y="1291"/>
                    <a:pt x="373" y="1663"/>
                    <a:pt x="832" y="1663"/>
                  </a:cubicBezTo>
                  <a:cubicBezTo>
                    <a:pt x="1291" y="1663"/>
                    <a:pt x="1663" y="1291"/>
                    <a:pt x="1663" y="832"/>
                  </a:cubicBezTo>
                  <a:cubicBezTo>
                    <a:pt x="1663" y="373"/>
                    <a:pt x="1291" y="0"/>
                    <a:pt x="83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28"/>
            <p:cNvSpPr/>
            <p:nvPr/>
          </p:nvSpPr>
          <p:spPr>
            <a:xfrm>
              <a:off x="7461521" y="2902449"/>
              <a:ext cx="53112" cy="56844"/>
            </a:xfrm>
            <a:custGeom>
              <a:rect b="b" l="l" r="r" t="t"/>
              <a:pathLst>
                <a:path extrusionOk="0" h="1601" w="1496">
                  <a:moveTo>
                    <a:pt x="979" y="1"/>
                  </a:moveTo>
                  <a:cubicBezTo>
                    <a:pt x="1086" y="142"/>
                    <a:pt x="1148" y="314"/>
                    <a:pt x="1148" y="503"/>
                  </a:cubicBezTo>
                  <a:cubicBezTo>
                    <a:pt x="1148" y="962"/>
                    <a:pt x="776" y="1335"/>
                    <a:pt x="317" y="1335"/>
                  </a:cubicBezTo>
                  <a:cubicBezTo>
                    <a:pt x="205" y="1335"/>
                    <a:pt x="97" y="1310"/>
                    <a:pt x="1" y="1271"/>
                  </a:cubicBezTo>
                  <a:lnTo>
                    <a:pt x="1" y="1271"/>
                  </a:lnTo>
                  <a:cubicBezTo>
                    <a:pt x="153" y="1471"/>
                    <a:pt x="395" y="1601"/>
                    <a:pt x="664" y="1601"/>
                  </a:cubicBezTo>
                  <a:cubicBezTo>
                    <a:pt x="1123" y="1601"/>
                    <a:pt x="1496" y="1228"/>
                    <a:pt x="1496" y="769"/>
                  </a:cubicBezTo>
                  <a:cubicBezTo>
                    <a:pt x="1496" y="422"/>
                    <a:pt x="1283" y="126"/>
                    <a:pt x="97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28"/>
            <p:cNvSpPr/>
            <p:nvPr/>
          </p:nvSpPr>
          <p:spPr>
            <a:xfrm>
              <a:off x="7448242" y="2831051"/>
              <a:ext cx="73703" cy="37671"/>
            </a:xfrm>
            <a:custGeom>
              <a:rect b="b" l="l" r="r" t="t"/>
              <a:pathLst>
                <a:path extrusionOk="0" h="1061" w="2076">
                  <a:moveTo>
                    <a:pt x="1038" y="0"/>
                  </a:moveTo>
                  <a:cubicBezTo>
                    <a:pt x="946" y="0"/>
                    <a:pt x="855" y="34"/>
                    <a:pt x="784" y="101"/>
                  </a:cubicBezTo>
                  <a:cubicBezTo>
                    <a:pt x="576" y="291"/>
                    <a:pt x="274" y="613"/>
                    <a:pt x="1" y="1061"/>
                  </a:cubicBezTo>
                  <a:lnTo>
                    <a:pt x="2076" y="1061"/>
                  </a:lnTo>
                  <a:cubicBezTo>
                    <a:pt x="1802" y="613"/>
                    <a:pt x="1500" y="292"/>
                    <a:pt x="1291" y="101"/>
                  </a:cubicBezTo>
                  <a:cubicBezTo>
                    <a:pt x="1220" y="34"/>
                    <a:pt x="1129" y="0"/>
                    <a:pt x="103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28"/>
            <p:cNvSpPr/>
            <p:nvPr/>
          </p:nvSpPr>
          <p:spPr>
            <a:xfrm>
              <a:off x="7478172" y="2830944"/>
              <a:ext cx="43846" cy="37777"/>
            </a:xfrm>
            <a:custGeom>
              <a:rect b="b" l="l" r="r" t="t"/>
              <a:pathLst>
                <a:path extrusionOk="0" h="1064" w="1235">
                  <a:moveTo>
                    <a:pt x="196" y="1"/>
                  </a:moveTo>
                  <a:cubicBezTo>
                    <a:pt x="128" y="1"/>
                    <a:pt x="61" y="19"/>
                    <a:pt x="1" y="56"/>
                  </a:cubicBezTo>
                  <a:cubicBezTo>
                    <a:pt x="21" y="69"/>
                    <a:pt x="41" y="85"/>
                    <a:pt x="59" y="101"/>
                  </a:cubicBezTo>
                  <a:cubicBezTo>
                    <a:pt x="266" y="294"/>
                    <a:pt x="568" y="616"/>
                    <a:pt x="843" y="1064"/>
                  </a:cubicBezTo>
                  <a:lnTo>
                    <a:pt x="1234" y="1064"/>
                  </a:lnTo>
                  <a:cubicBezTo>
                    <a:pt x="959" y="615"/>
                    <a:pt x="657" y="294"/>
                    <a:pt x="450" y="101"/>
                  </a:cubicBezTo>
                  <a:cubicBezTo>
                    <a:pt x="378" y="34"/>
                    <a:pt x="287" y="1"/>
                    <a:pt x="19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04" name="Google Shape;4604;p28"/>
          <p:cNvGrpSpPr/>
          <p:nvPr/>
        </p:nvGrpSpPr>
        <p:grpSpPr>
          <a:xfrm>
            <a:off x="6674262" y="2854696"/>
            <a:ext cx="327023" cy="279700"/>
            <a:chOff x="6674262" y="2854696"/>
            <a:chExt cx="327023" cy="279700"/>
          </a:xfrm>
        </p:grpSpPr>
        <p:sp>
          <p:nvSpPr>
            <p:cNvPr id="4605" name="Google Shape;4605;p28"/>
            <p:cNvSpPr/>
            <p:nvPr/>
          </p:nvSpPr>
          <p:spPr>
            <a:xfrm>
              <a:off x="6806513" y="3066903"/>
              <a:ext cx="62449" cy="40618"/>
            </a:xfrm>
            <a:custGeom>
              <a:rect b="b" l="l" r="r" t="t"/>
              <a:pathLst>
                <a:path extrusionOk="0" h="1144" w="1759">
                  <a:moveTo>
                    <a:pt x="148" y="1"/>
                  </a:moveTo>
                  <a:cubicBezTo>
                    <a:pt x="148" y="1"/>
                    <a:pt x="98" y="741"/>
                    <a:pt x="0" y="1144"/>
                  </a:cubicBezTo>
                  <a:lnTo>
                    <a:pt x="1759" y="1144"/>
                  </a:lnTo>
                  <a:cubicBezTo>
                    <a:pt x="1662" y="742"/>
                    <a:pt x="1612" y="1"/>
                    <a:pt x="161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28"/>
            <p:cNvSpPr/>
            <p:nvPr/>
          </p:nvSpPr>
          <p:spPr>
            <a:xfrm>
              <a:off x="6849757" y="3066903"/>
              <a:ext cx="19242" cy="40618"/>
            </a:xfrm>
            <a:custGeom>
              <a:rect b="b" l="l" r="r" t="t"/>
              <a:pathLst>
                <a:path extrusionOk="0" h="1144" w="542">
                  <a:moveTo>
                    <a:pt x="1" y="1"/>
                  </a:moveTo>
                  <a:cubicBezTo>
                    <a:pt x="1" y="1"/>
                    <a:pt x="51" y="741"/>
                    <a:pt x="151" y="1144"/>
                  </a:cubicBezTo>
                  <a:lnTo>
                    <a:pt x="542" y="1144"/>
                  </a:lnTo>
                  <a:cubicBezTo>
                    <a:pt x="444" y="741"/>
                    <a:pt x="394" y="1"/>
                    <a:pt x="39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28"/>
            <p:cNvSpPr/>
            <p:nvPr/>
          </p:nvSpPr>
          <p:spPr>
            <a:xfrm>
              <a:off x="6674262" y="2854696"/>
              <a:ext cx="327014" cy="213598"/>
            </a:xfrm>
            <a:custGeom>
              <a:rect b="b" l="l" r="r" t="t"/>
              <a:pathLst>
                <a:path extrusionOk="0" h="6016" w="9211">
                  <a:moveTo>
                    <a:pt x="339" y="0"/>
                  </a:moveTo>
                  <a:cubicBezTo>
                    <a:pt x="152" y="0"/>
                    <a:pt x="1" y="151"/>
                    <a:pt x="1" y="338"/>
                  </a:cubicBezTo>
                  <a:lnTo>
                    <a:pt x="1" y="5677"/>
                  </a:lnTo>
                  <a:cubicBezTo>
                    <a:pt x="1" y="5864"/>
                    <a:pt x="152" y="6015"/>
                    <a:pt x="339" y="6015"/>
                  </a:cubicBezTo>
                  <a:lnTo>
                    <a:pt x="8872" y="6015"/>
                  </a:lnTo>
                  <a:cubicBezTo>
                    <a:pt x="9059" y="6015"/>
                    <a:pt x="9211" y="5864"/>
                    <a:pt x="9211" y="5677"/>
                  </a:cubicBezTo>
                  <a:lnTo>
                    <a:pt x="9211" y="338"/>
                  </a:lnTo>
                  <a:cubicBezTo>
                    <a:pt x="9211" y="151"/>
                    <a:pt x="9059" y="0"/>
                    <a:pt x="88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28"/>
            <p:cNvSpPr/>
            <p:nvPr/>
          </p:nvSpPr>
          <p:spPr>
            <a:xfrm>
              <a:off x="6976114" y="2854696"/>
              <a:ext cx="25171" cy="213598"/>
            </a:xfrm>
            <a:custGeom>
              <a:rect b="b" l="l" r="r" t="t"/>
              <a:pathLst>
                <a:path extrusionOk="0" h="6016" w="709">
                  <a:moveTo>
                    <a:pt x="1" y="0"/>
                  </a:moveTo>
                  <a:cubicBezTo>
                    <a:pt x="188" y="0"/>
                    <a:pt x="339" y="151"/>
                    <a:pt x="339" y="338"/>
                  </a:cubicBezTo>
                  <a:lnTo>
                    <a:pt x="339" y="5677"/>
                  </a:lnTo>
                  <a:cubicBezTo>
                    <a:pt x="339" y="5864"/>
                    <a:pt x="188" y="6015"/>
                    <a:pt x="1" y="6015"/>
                  </a:cubicBezTo>
                  <a:lnTo>
                    <a:pt x="370" y="6015"/>
                  </a:lnTo>
                  <a:cubicBezTo>
                    <a:pt x="557" y="6015"/>
                    <a:pt x="709" y="5864"/>
                    <a:pt x="709" y="5677"/>
                  </a:cubicBezTo>
                  <a:lnTo>
                    <a:pt x="709" y="338"/>
                  </a:lnTo>
                  <a:cubicBezTo>
                    <a:pt x="709" y="151"/>
                    <a:pt x="557" y="0"/>
                    <a:pt x="3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28"/>
            <p:cNvSpPr/>
            <p:nvPr/>
          </p:nvSpPr>
          <p:spPr>
            <a:xfrm>
              <a:off x="6674262" y="3033210"/>
              <a:ext cx="327014" cy="35079"/>
            </a:xfrm>
            <a:custGeom>
              <a:rect b="b" l="l" r="r" t="t"/>
              <a:pathLst>
                <a:path extrusionOk="0" h="988" w="9211">
                  <a:moveTo>
                    <a:pt x="1" y="0"/>
                  </a:moveTo>
                  <a:lnTo>
                    <a:pt x="1" y="649"/>
                  </a:lnTo>
                  <a:cubicBezTo>
                    <a:pt x="1" y="836"/>
                    <a:pt x="152" y="987"/>
                    <a:pt x="339" y="987"/>
                  </a:cubicBezTo>
                  <a:lnTo>
                    <a:pt x="8872" y="987"/>
                  </a:lnTo>
                  <a:cubicBezTo>
                    <a:pt x="9059" y="987"/>
                    <a:pt x="9211" y="836"/>
                    <a:pt x="9211" y="649"/>
                  </a:cubicBezTo>
                  <a:lnTo>
                    <a:pt x="9211"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28"/>
            <p:cNvSpPr/>
            <p:nvPr/>
          </p:nvSpPr>
          <p:spPr>
            <a:xfrm>
              <a:off x="6976114" y="3033210"/>
              <a:ext cx="25171" cy="35008"/>
            </a:xfrm>
            <a:custGeom>
              <a:rect b="b" l="l" r="r" t="t"/>
              <a:pathLst>
                <a:path extrusionOk="0" h="986" w="709">
                  <a:moveTo>
                    <a:pt x="339" y="0"/>
                  </a:moveTo>
                  <a:lnTo>
                    <a:pt x="339" y="648"/>
                  </a:lnTo>
                  <a:cubicBezTo>
                    <a:pt x="339" y="835"/>
                    <a:pt x="188" y="986"/>
                    <a:pt x="1" y="986"/>
                  </a:cubicBezTo>
                  <a:lnTo>
                    <a:pt x="370" y="986"/>
                  </a:lnTo>
                  <a:cubicBezTo>
                    <a:pt x="557" y="986"/>
                    <a:pt x="709" y="835"/>
                    <a:pt x="709" y="648"/>
                  </a:cubicBezTo>
                  <a:lnTo>
                    <a:pt x="70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28"/>
            <p:cNvSpPr/>
            <p:nvPr/>
          </p:nvSpPr>
          <p:spPr>
            <a:xfrm>
              <a:off x="6674262" y="2854696"/>
              <a:ext cx="100224" cy="178555"/>
            </a:xfrm>
            <a:custGeom>
              <a:rect b="b" l="l" r="r" t="t"/>
              <a:pathLst>
                <a:path extrusionOk="0" h="5029" w="2823">
                  <a:moveTo>
                    <a:pt x="339" y="0"/>
                  </a:moveTo>
                  <a:cubicBezTo>
                    <a:pt x="152" y="0"/>
                    <a:pt x="1" y="151"/>
                    <a:pt x="1" y="338"/>
                  </a:cubicBezTo>
                  <a:lnTo>
                    <a:pt x="1" y="5028"/>
                  </a:lnTo>
                  <a:lnTo>
                    <a:pt x="2823" y="5028"/>
                  </a:lnTo>
                  <a:lnTo>
                    <a:pt x="2823"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28"/>
            <p:cNvSpPr/>
            <p:nvPr/>
          </p:nvSpPr>
          <p:spPr>
            <a:xfrm>
              <a:off x="6761068" y="2854696"/>
              <a:ext cx="13420" cy="178555"/>
            </a:xfrm>
            <a:custGeom>
              <a:rect b="b" l="l" r="r" t="t"/>
              <a:pathLst>
                <a:path extrusionOk="0" h="5029" w="378">
                  <a:moveTo>
                    <a:pt x="1" y="0"/>
                  </a:moveTo>
                  <a:lnTo>
                    <a:pt x="1" y="5028"/>
                  </a:lnTo>
                  <a:lnTo>
                    <a:pt x="378" y="5028"/>
                  </a:lnTo>
                  <a:lnTo>
                    <a:pt x="37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28"/>
            <p:cNvSpPr/>
            <p:nvPr/>
          </p:nvSpPr>
          <p:spPr>
            <a:xfrm>
              <a:off x="6690310" y="2872981"/>
              <a:ext cx="17148" cy="9835"/>
            </a:xfrm>
            <a:custGeom>
              <a:rect b="b" l="l" r="r" t="t"/>
              <a:pathLst>
                <a:path extrusionOk="0" h="277" w="483">
                  <a:moveTo>
                    <a:pt x="139" y="0"/>
                  </a:moveTo>
                  <a:cubicBezTo>
                    <a:pt x="64" y="0"/>
                    <a:pt x="1" y="61"/>
                    <a:pt x="1" y="139"/>
                  </a:cubicBezTo>
                  <a:cubicBezTo>
                    <a:pt x="1" y="215"/>
                    <a:pt x="61" y="277"/>
                    <a:pt x="139" y="277"/>
                  </a:cubicBezTo>
                  <a:lnTo>
                    <a:pt x="345" y="277"/>
                  </a:lnTo>
                  <a:cubicBezTo>
                    <a:pt x="419" y="277"/>
                    <a:pt x="483" y="216"/>
                    <a:pt x="483" y="139"/>
                  </a:cubicBezTo>
                  <a:cubicBezTo>
                    <a:pt x="483" y="64"/>
                    <a:pt x="421" y="0"/>
                    <a:pt x="34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28"/>
            <p:cNvSpPr/>
            <p:nvPr/>
          </p:nvSpPr>
          <p:spPr>
            <a:xfrm>
              <a:off x="6713955" y="2872981"/>
              <a:ext cx="44556" cy="9835"/>
            </a:xfrm>
            <a:custGeom>
              <a:rect b="b" l="l" r="r" t="t"/>
              <a:pathLst>
                <a:path extrusionOk="0" h="277" w="1255">
                  <a:moveTo>
                    <a:pt x="141" y="0"/>
                  </a:moveTo>
                  <a:cubicBezTo>
                    <a:pt x="64" y="0"/>
                    <a:pt x="1" y="61"/>
                    <a:pt x="1" y="139"/>
                  </a:cubicBezTo>
                  <a:cubicBezTo>
                    <a:pt x="1" y="215"/>
                    <a:pt x="63" y="277"/>
                    <a:pt x="141" y="277"/>
                  </a:cubicBezTo>
                  <a:lnTo>
                    <a:pt x="1115" y="277"/>
                  </a:lnTo>
                  <a:cubicBezTo>
                    <a:pt x="1191" y="277"/>
                    <a:pt x="1254" y="216"/>
                    <a:pt x="1254" y="139"/>
                  </a:cubicBezTo>
                  <a:cubicBezTo>
                    <a:pt x="1254" y="64"/>
                    <a:pt x="1192" y="0"/>
                    <a:pt x="111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28"/>
            <p:cNvSpPr/>
            <p:nvPr/>
          </p:nvSpPr>
          <p:spPr>
            <a:xfrm>
              <a:off x="6699363" y="2899396"/>
              <a:ext cx="17148" cy="9906"/>
            </a:xfrm>
            <a:custGeom>
              <a:rect b="b" l="l" r="r" t="t"/>
              <a:pathLst>
                <a:path extrusionOk="0" h="279" w="483">
                  <a:moveTo>
                    <a:pt x="140" y="0"/>
                  </a:moveTo>
                  <a:cubicBezTo>
                    <a:pt x="64" y="0"/>
                    <a:pt x="0" y="64"/>
                    <a:pt x="0" y="140"/>
                  </a:cubicBezTo>
                  <a:cubicBezTo>
                    <a:pt x="0" y="215"/>
                    <a:pt x="62" y="278"/>
                    <a:pt x="140" y="278"/>
                  </a:cubicBezTo>
                  <a:lnTo>
                    <a:pt x="344" y="278"/>
                  </a:lnTo>
                  <a:cubicBezTo>
                    <a:pt x="422" y="278"/>
                    <a:pt x="482" y="215"/>
                    <a:pt x="482" y="140"/>
                  </a:cubicBezTo>
                  <a:cubicBezTo>
                    <a:pt x="482" y="64"/>
                    <a:pt x="422" y="0"/>
                    <a:pt x="34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28"/>
            <p:cNvSpPr/>
            <p:nvPr/>
          </p:nvSpPr>
          <p:spPr>
            <a:xfrm>
              <a:off x="6723079" y="2899396"/>
              <a:ext cx="35431" cy="9906"/>
            </a:xfrm>
            <a:custGeom>
              <a:rect b="b" l="l" r="r" t="t"/>
              <a:pathLst>
                <a:path extrusionOk="0" h="279" w="998">
                  <a:moveTo>
                    <a:pt x="138" y="0"/>
                  </a:moveTo>
                  <a:cubicBezTo>
                    <a:pt x="63" y="0"/>
                    <a:pt x="0" y="64"/>
                    <a:pt x="0" y="140"/>
                  </a:cubicBezTo>
                  <a:cubicBezTo>
                    <a:pt x="0" y="215"/>
                    <a:pt x="62" y="278"/>
                    <a:pt x="138" y="278"/>
                  </a:cubicBezTo>
                  <a:lnTo>
                    <a:pt x="858" y="278"/>
                  </a:lnTo>
                  <a:cubicBezTo>
                    <a:pt x="934" y="278"/>
                    <a:pt x="997" y="215"/>
                    <a:pt x="997" y="140"/>
                  </a:cubicBezTo>
                  <a:cubicBezTo>
                    <a:pt x="997" y="64"/>
                    <a:pt x="935" y="0"/>
                    <a:pt x="85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28"/>
            <p:cNvSpPr/>
            <p:nvPr/>
          </p:nvSpPr>
          <p:spPr>
            <a:xfrm>
              <a:off x="6690310" y="2925846"/>
              <a:ext cx="17148" cy="9870"/>
            </a:xfrm>
            <a:custGeom>
              <a:rect b="b" l="l" r="r" t="t"/>
              <a:pathLst>
                <a:path extrusionOk="0" h="278" w="483">
                  <a:moveTo>
                    <a:pt x="139" y="1"/>
                  </a:moveTo>
                  <a:cubicBezTo>
                    <a:pt x="64" y="1"/>
                    <a:pt x="1" y="64"/>
                    <a:pt x="1" y="139"/>
                  </a:cubicBezTo>
                  <a:cubicBezTo>
                    <a:pt x="1" y="215"/>
                    <a:pt x="61" y="277"/>
                    <a:pt x="139" y="277"/>
                  </a:cubicBezTo>
                  <a:lnTo>
                    <a:pt x="345" y="277"/>
                  </a:lnTo>
                  <a:cubicBezTo>
                    <a:pt x="419" y="277"/>
                    <a:pt x="483" y="215"/>
                    <a:pt x="483" y="139"/>
                  </a:cubicBezTo>
                  <a:cubicBezTo>
                    <a:pt x="483" y="64"/>
                    <a:pt x="421" y="1"/>
                    <a:pt x="34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28"/>
            <p:cNvSpPr/>
            <p:nvPr/>
          </p:nvSpPr>
          <p:spPr>
            <a:xfrm>
              <a:off x="6713955" y="2925846"/>
              <a:ext cx="44556" cy="9870"/>
            </a:xfrm>
            <a:custGeom>
              <a:rect b="b" l="l" r="r" t="t"/>
              <a:pathLst>
                <a:path extrusionOk="0" h="278" w="1255">
                  <a:moveTo>
                    <a:pt x="141" y="1"/>
                  </a:moveTo>
                  <a:cubicBezTo>
                    <a:pt x="64" y="1"/>
                    <a:pt x="1" y="64"/>
                    <a:pt x="1" y="139"/>
                  </a:cubicBezTo>
                  <a:cubicBezTo>
                    <a:pt x="1" y="215"/>
                    <a:pt x="63" y="277"/>
                    <a:pt x="141" y="277"/>
                  </a:cubicBezTo>
                  <a:lnTo>
                    <a:pt x="1115" y="277"/>
                  </a:lnTo>
                  <a:cubicBezTo>
                    <a:pt x="1191" y="277"/>
                    <a:pt x="1254" y="215"/>
                    <a:pt x="1254" y="139"/>
                  </a:cubicBezTo>
                  <a:cubicBezTo>
                    <a:pt x="1254" y="64"/>
                    <a:pt x="1192" y="1"/>
                    <a:pt x="111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28"/>
            <p:cNvSpPr/>
            <p:nvPr/>
          </p:nvSpPr>
          <p:spPr>
            <a:xfrm>
              <a:off x="6699363" y="2952261"/>
              <a:ext cx="17148" cy="9906"/>
            </a:xfrm>
            <a:custGeom>
              <a:rect b="b" l="l" r="r" t="t"/>
              <a:pathLst>
                <a:path extrusionOk="0" h="279" w="483">
                  <a:moveTo>
                    <a:pt x="140" y="1"/>
                  </a:moveTo>
                  <a:cubicBezTo>
                    <a:pt x="64" y="1"/>
                    <a:pt x="0" y="64"/>
                    <a:pt x="0" y="140"/>
                  </a:cubicBezTo>
                  <a:cubicBezTo>
                    <a:pt x="0" y="215"/>
                    <a:pt x="62" y="279"/>
                    <a:pt x="140" y="279"/>
                  </a:cubicBezTo>
                  <a:lnTo>
                    <a:pt x="344" y="279"/>
                  </a:lnTo>
                  <a:cubicBezTo>
                    <a:pt x="422" y="279"/>
                    <a:pt x="482" y="215"/>
                    <a:pt x="482" y="140"/>
                  </a:cubicBezTo>
                  <a:cubicBezTo>
                    <a:pt x="482" y="64"/>
                    <a:pt x="422" y="1"/>
                    <a:pt x="34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28"/>
            <p:cNvSpPr/>
            <p:nvPr/>
          </p:nvSpPr>
          <p:spPr>
            <a:xfrm>
              <a:off x="6723079" y="2952261"/>
              <a:ext cx="35431" cy="9906"/>
            </a:xfrm>
            <a:custGeom>
              <a:rect b="b" l="l" r="r" t="t"/>
              <a:pathLst>
                <a:path extrusionOk="0" h="279" w="998">
                  <a:moveTo>
                    <a:pt x="138" y="1"/>
                  </a:moveTo>
                  <a:cubicBezTo>
                    <a:pt x="63" y="1"/>
                    <a:pt x="0" y="64"/>
                    <a:pt x="0" y="140"/>
                  </a:cubicBezTo>
                  <a:cubicBezTo>
                    <a:pt x="0" y="215"/>
                    <a:pt x="62" y="279"/>
                    <a:pt x="138" y="279"/>
                  </a:cubicBezTo>
                  <a:lnTo>
                    <a:pt x="858" y="279"/>
                  </a:lnTo>
                  <a:cubicBezTo>
                    <a:pt x="934" y="279"/>
                    <a:pt x="997" y="215"/>
                    <a:pt x="997" y="140"/>
                  </a:cubicBezTo>
                  <a:cubicBezTo>
                    <a:pt x="997" y="64"/>
                    <a:pt x="935" y="1"/>
                    <a:pt x="8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28"/>
            <p:cNvSpPr/>
            <p:nvPr/>
          </p:nvSpPr>
          <p:spPr>
            <a:xfrm>
              <a:off x="6690310" y="2978747"/>
              <a:ext cx="17148" cy="9835"/>
            </a:xfrm>
            <a:custGeom>
              <a:rect b="b" l="l" r="r" t="t"/>
              <a:pathLst>
                <a:path extrusionOk="0" h="277" w="483">
                  <a:moveTo>
                    <a:pt x="139" y="0"/>
                  </a:moveTo>
                  <a:cubicBezTo>
                    <a:pt x="64" y="0"/>
                    <a:pt x="1" y="61"/>
                    <a:pt x="1" y="138"/>
                  </a:cubicBezTo>
                  <a:cubicBezTo>
                    <a:pt x="1" y="215"/>
                    <a:pt x="61" y="277"/>
                    <a:pt x="139" y="277"/>
                  </a:cubicBezTo>
                  <a:lnTo>
                    <a:pt x="345" y="277"/>
                  </a:lnTo>
                  <a:cubicBezTo>
                    <a:pt x="419" y="277"/>
                    <a:pt x="483" y="215"/>
                    <a:pt x="483" y="138"/>
                  </a:cubicBezTo>
                  <a:cubicBezTo>
                    <a:pt x="483" y="64"/>
                    <a:pt x="421" y="0"/>
                    <a:pt x="34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28"/>
            <p:cNvSpPr/>
            <p:nvPr/>
          </p:nvSpPr>
          <p:spPr>
            <a:xfrm>
              <a:off x="6713955" y="2978747"/>
              <a:ext cx="44556" cy="9835"/>
            </a:xfrm>
            <a:custGeom>
              <a:rect b="b" l="l" r="r" t="t"/>
              <a:pathLst>
                <a:path extrusionOk="0" h="277" w="1255">
                  <a:moveTo>
                    <a:pt x="141" y="0"/>
                  </a:moveTo>
                  <a:cubicBezTo>
                    <a:pt x="64" y="0"/>
                    <a:pt x="1" y="61"/>
                    <a:pt x="1" y="138"/>
                  </a:cubicBezTo>
                  <a:cubicBezTo>
                    <a:pt x="1" y="215"/>
                    <a:pt x="63" y="277"/>
                    <a:pt x="141" y="277"/>
                  </a:cubicBezTo>
                  <a:lnTo>
                    <a:pt x="1115" y="277"/>
                  </a:lnTo>
                  <a:cubicBezTo>
                    <a:pt x="1191" y="277"/>
                    <a:pt x="1254" y="215"/>
                    <a:pt x="1254" y="138"/>
                  </a:cubicBezTo>
                  <a:cubicBezTo>
                    <a:pt x="1254" y="64"/>
                    <a:pt x="1192" y="0"/>
                    <a:pt x="111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28"/>
            <p:cNvSpPr/>
            <p:nvPr/>
          </p:nvSpPr>
          <p:spPr>
            <a:xfrm>
              <a:off x="6699363" y="3005091"/>
              <a:ext cx="17254" cy="9906"/>
            </a:xfrm>
            <a:custGeom>
              <a:rect b="b" l="l" r="r" t="t"/>
              <a:pathLst>
                <a:path extrusionOk="0" h="279" w="486">
                  <a:moveTo>
                    <a:pt x="140" y="1"/>
                  </a:moveTo>
                  <a:cubicBezTo>
                    <a:pt x="64" y="1"/>
                    <a:pt x="0" y="63"/>
                    <a:pt x="0" y="139"/>
                  </a:cubicBezTo>
                  <a:cubicBezTo>
                    <a:pt x="0" y="215"/>
                    <a:pt x="62" y="279"/>
                    <a:pt x="140" y="279"/>
                  </a:cubicBezTo>
                  <a:lnTo>
                    <a:pt x="344" y="279"/>
                  </a:lnTo>
                  <a:cubicBezTo>
                    <a:pt x="422" y="279"/>
                    <a:pt x="485" y="217"/>
                    <a:pt x="482" y="139"/>
                  </a:cubicBezTo>
                  <a:cubicBezTo>
                    <a:pt x="482" y="64"/>
                    <a:pt x="422" y="1"/>
                    <a:pt x="34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28"/>
            <p:cNvSpPr/>
            <p:nvPr/>
          </p:nvSpPr>
          <p:spPr>
            <a:xfrm>
              <a:off x="6723079" y="3005091"/>
              <a:ext cx="35431" cy="9906"/>
            </a:xfrm>
            <a:custGeom>
              <a:rect b="b" l="l" r="r" t="t"/>
              <a:pathLst>
                <a:path extrusionOk="0" h="279" w="998">
                  <a:moveTo>
                    <a:pt x="138" y="1"/>
                  </a:moveTo>
                  <a:cubicBezTo>
                    <a:pt x="63" y="1"/>
                    <a:pt x="0" y="63"/>
                    <a:pt x="0" y="139"/>
                  </a:cubicBezTo>
                  <a:cubicBezTo>
                    <a:pt x="0" y="215"/>
                    <a:pt x="62" y="279"/>
                    <a:pt x="138" y="279"/>
                  </a:cubicBezTo>
                  <a:lnTo>
                    <a:pt x="858" y="279"/>
                  </a:lnTo>
                  <a:cubicBezTo>
                    <a:pt x="934" y="279"/>
                    <a:pt x="997" y="217"/>
                    <a:pt x="997" y="139"/>
                  </a:cubicBezTo>
                  <a:cubicBezTo>
                    <a:pt x="997" y="64"/>
                    <a:pt x="935" y="1"/>
                    <a:pt x="8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28"/>
            <p:cNvSpPr/>
            <p:nvPr/>
          </p:nvSpPr>
          <p:spPr>
            <a:xfrm>
              <a:off x="6821709" y="2874721"/>
              <a:ext cx="27798" cy="30996"/>
            </a:xfrm>
            <a:custGeom>
              <a:rect b="b" l="l" r="r" t="t"/>
              <a:pathLst>
                <a:path extrusionOk="0" h="873" w="783">
                  <a:moveTo>
                    <a:pt x="438" y="0"/>
                  </a:moveTo>
                  <a:cubicBezTo>
                    <a:pt x="198" y="0"/>
                    <a:pt x="1" y="196"/>
                    <a:pt x="1" y="436"/>
                  </a:cubicBezTo>
                  <a:cubicBezTo>
                    <a:pt x="1" y="678"/>
                    <a:pt x="199" y="872"/>
                    <a:pt x="440" y="872"/>
                  </a:cubicBezTo>
                  <a:cubicBezTo>
                    <a:pt x="538" y="872"/>
                    <a:pt x="627" y="839"/>
                    <a:pt x="696" y="779"/>
                  </a:cubicBezTo>
                  <a:cubicBezTo>
                    <a:pt x="709" y="766"/>
                    <a:pt x="723" y="753"/>
                    <a:pt x="733" y="739"/>
                  </a:cubicBezTo>
                  <a:cubicBezTo>
                    <a:pt x="782" y="680"/>
                    <a:pt x="775" y="593"/>
                    <a:pt x="717" y="543"/>
                  </a:cubicBezTo>
                  <a:cubicBezTo>
                    <a:pt x="691" y="521"/>
                    <a:pt x="659" y="510"/>
                    <a:pt x="628" y="510"/>
                  </a:cubicBezTo>
                  <a:cubicBezTo>
                    <a:pt x="589" y="510"/>
                    <a:pt x="550" y="527"/>
                    <a:pt x="522" y="559"/>
                  </a:cubicBezTo>
                  <a:lnTo>
                    <a:pt x="510" y="570"/>
                  </a:lnTo>
                  <a:cubicBezTo>
                    <a:pt x="493" y="586"/>
                    <a:pt x="469" y="593"/>
                    <a:pt x="440" y="593"/>
                  </a:cubicBezTo>
                  <a:cubicBezTo>
                    <a:pt x="352" y="593"/>
                    <a:pt x="281" y="521"/>
                    <a:pt x="281" y="435"/>
                  </a:cubicBezTo>
                  <a:cubicBezTo>
                    <a:pt x="281" y="347"/>
                    <a:pt x="353" y="277"/>
                    <a:pt x="440" y="277"/>
                  </a:cubicBezTo>
                  <a:cubicBezTo>
                    <a:pt x="473" y="277"/>
                    <a:pt x="503" y="285"/>
                    <a:pt x="529" y="304"/>
                  </a:cubicBezTo>
                  <a:cubicBezTo>
                    <a:pt x="552" y="320"/>
                    <a:pt x="579" y="328"/>
                    <a:pt x="606" y="328"/>
                  </a:cubicBezTo>
                  <a:cubicBezTo>
                    <a:pt x="650" y="328"/>
                    <a:pt x="694" y="307"/>
                    <a:pt x="720" y="267"/>
                  </a:cubicBezTo>
                  <a:cubicBezTo>
                    <a:pt x="764" y="203"/>
                    <a:pt x="748" y="117"/>
                    <a:pt x="683" y="74"/>
                  </a:cubicBezTo>
                  <a:cubicBezTo>
                    <a:pt x="611" y="25"/>
                    <a:pt x="526" y="0"/>
                    <a:pt x="43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28"/>
            <p:cNvSpPr/>
            <p:nvPr/>
          </p:nvSpPr>
          <p:spPr>
            <a:xfrm>
              <a:off x="6854763" y="2874614"/>
              <a:ext cx="31065" cy="31102"/>
            </a:xfrm>
            <a:custGeom>
              <a:rect b="b" l="l" r="r" t="t"/>
              <a:pathLst>
                <a:path extrusionOk="0" h="876" w="875">
                  <a:moveTo>
                    <a:pt x="437" y="280"/>
                  </a:moveTo>
                  <a:cubicBezTo>
                    <a:pt x="526" y="280"/>
                    <a:pt x="595" y="352"/>
                    <a:pt x="595" y="438"/>
                  </a:cubicBezTo>
                  <a:cubicBezTo>
                    <a:pt x="595" y="526"/>
                    <a:pt x="523" y="596"/>
                    <a:pt x="437" y="596"/>
                  </a:cubicBezTo>
                  <a:cubicBezTo>
                    <a:pt x="349" y="596"/>
                    <a:pt x="279" y="524"/>
                    <a:pt x="279" y="438"/>
                  </a:cubicBezTo>
                  <a:cubicBezTo>
                    <a:pt x="277" y="350"/>
                    <a:pt x="349" y="280"/>
                    <a:pt x="437" y="280"/>
                  </a:cubicBezTo>
                  <a:close/>
                  <a:moveTo>
                    <a:pt x="437" y="0"/>
                  </a:moveTo>
                  <a:cubicBezTo>
                    <a:pt x="197" y="0"/>
                    <a:pt x="1" y="198"/>
                    <a:pt x="1" y="438"/>
                  </a:cubicBezTo>
                  <a:cubicBezTo>
                    <a:pt x="1" y="680"/>
                    <a:pt x="197" y="875"/>
                    <a:pt x="437" y="875"/>
                  </a:cubicBezTo>
                  <a:cubicBezTo>
                    <a:pt x="679" y="875"/>
                    <a:pt x="874" y="680"/>
                    <a:pt x="874" y="438"/>
                  </a:cubicBezTo>
                  <a:cubicBezTo>
                    <a:pt x="874" y="198"/>
                    <a:pt x="679" y="0"/>
                    <a:pt x="43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28"/>
            <p:cNvSpPr/>
            <p:nvPr/>
          </p:nvSpPr>
          <p:spPr>
            <a:xfrm>
              <a:off x="6891473" y="2873691"/>
              <a:ext cx="37917" cy="31244"/>
            </a:xfrm>
            <a:custGeom>
              <a:rect b="b" l="l" r="r" t="t"/>
              <a:pathLst>
                <a:path extrusionOk="0" h="880" w="1068">
                  <a:moveTo>
                    <a:pt x="140" y="1"/>
                  </a:moveTo>
                  <a:cubicBezTo>
                    <a:pt x="62" y="1"/>
                    <a:pt x="0" y="62"/>
                    <a:pt x="0" y="139"/>
                  </a:cubicBezTo>
                  <a:lnTo>
                    <a:pt x="0" y="737"/>
                  </a:lnTo>
                  <a:cubicBezTo>
                    <a:pt x="4" y="817"/>
                    <a:pt x="68" y="878"/>
                    <a:pt x="143" y="878"/>
                  </a:cubicBezTo>
                  <a:cubicBezTo>
                    <a:pt x="220" y="878"/>
                    <a:pt x="281" y="815"/>
                    <a:pt x="281" y="739"/>
                  </a:cubicBezTo>
                  <a:lnTo>
                    <a:pt x="281" y="432"/>
                  </a:lnTo>
                  <a:cubicBezTo>
                    <a:pt x="281" y="418"/>
                    <a:pt x="284" y="291"/>
                    <a:pt x="357" y="291"/>
                  </a:cubicBezTo>
                  <a:cubicBezTo>
                    <a:pt x="370" y="291"/>
                    <a:pt x="377" y="293"/>
                    <a:pt x="377" y="293"/>
                  </a:cubicBezTo>
                  <a:cubicBezTo>
                    <a:pt x="377" y="293"/>
                    <a:pt x="396" y="314"/>
                    <a:pt x="399" y="405"/>
                  </a:cubicBezTo>
                  <a:lnTo>
                    <a:pt x="399" y="442"/>
                  </a:lnTo>
                  <a:lnTo>
                    <a:pt x="399" y="444"/>
                  </a:lnTo>
                  <a:lnTo>
                    <a:pt x="399" y="742"/>
                  </a:lnTo>
                  <a:cubicBezTo>
                    <a:pt x="399" y="818"/>
                    <a:pt x="461" y="880"/>
                    <a:pt x="537" y="880"/>
                  </a:cubicBezTo>
                  <a:cubicBezTo>
                    <a:pt x="615" y="880"/>
                    <a:pt x="675" y="817"/>
                    <a:pt x="675" y="742"/>
                  </a:cubicBezTo>
                  <a:lnTo>
                    <a:pt x="675" y="473"/>
                  </a:lnTo>
                  <a:lnTo>
                    <a:pt x="675" y="429"/>
                  </a:lnTo>
                  <a:lnTo>
                    <a:pt x="675" y="418"/>
                  </a:lnTo>
                  <a:lnTo>
                    <a:pt x="675" y="391"/>
                  </a:lnTo>
                  <a:cubicBezTo>
                    <a:pt x="675" y="293"/>
                    <a:pt x="715" y="293"/>
                    <a:pt x="740" y="293"/>
                  </a:cubicBezTo>
                  <a:cubicBezTo>
                    <a:pt x="763" y="293"/>
                    <a:pt x="773" y="297"/>
                    <a:pt x="773" y="297"/>
                  </a:cubicBezTo>
                  <a:cubicBezTo>
                    <a:pt x="774" y="298"/>
                    <a:pt x="792" y="324"/>
                    <a:pt x="787" y="429"/>
                  </a:cubicBezTo>
                  <a:lnTo>
                    <a:pt x="787" y="435"/>
                  </a:lnTo>
                  <a:lnTo>
                    <a:pt x="787" y="739"/>
                  </a:lnTo>
                  <a:cubicBezTo>
                    <a:pt x="787" y="817"/>
                    <a:pt x="849" y="878"/>
                    <a:pt x="925" y="878"/>
                  </a:cubicBezTo>
                  <a:cubicBezTo>
                    <a:pt x="1003" y="878"/>
                    <a:pt x="1064" y="815"/>
                    <a:pt x="1064" y="739"/>
                  </a:cubicBezTo>
                  <a:lnTo>
                    <a:pt x="1064" y="437"/>
                  </a:lnTo>
                  <a:cubicBezTo>
                    <a:pt x="1068" y="339"/>
                    <a:pt x="1062" y="198"/>
                    <a:pt x="971" y="103"/>
                  </a:cubicBezTo>
                  <a:cubicBezTo>
                    <a:pt x="914" y="44"/>
                    <a:pt x="838" y="12"/>
                    <a:pt x="738" y="12"/>
                  </a:cubicBezTo>
                  <a:cubicBezTo>
                    <a:pt x="665" y="12"/>
                    <a:pt x="597" y="32"/>
                    <a:pt x="544" y="68"/>
                  </a:cubicBezTo>
                  <a:cubicBezTo>
                    <a:pt x="481" y="19"/>
                    <a:pt x="409" y="9"/>
                    <a:pt x="353" y="9"/>
                  </a:cubicBezTo>
                  <a:cubicBezTo>
                    <a:pt x="308" y="9"/>
                    <a:pt x="266" y="18"/>
                    <a:pt x="229" y="32"/>
                  </a:cubicBezTo>
                  <a:cubicBezTo>
                    <a:pt x="206" y="12"/>
                    <a:pt x="173"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28"/>
            <p:cNvSpPr/>
            <p:nvPr/>
          </p:nvSpPr>
          <p:spPr>
            <a:xfrm>
              <a:off x="6794016" y="2872945"/>
              <a:ext cx="17680" cy="32771"/>
            </a:xfrm>
            <a:custGeom>
              <a:rect b="b" l="l" r="r" t="t"/>
              <a:pathLst>
                <a:path extrusionOk="0" h="923" w="498">
                  <a:moveTo>
                    <a:pt x="338" y="1"/>
                  </a:moveTo>
                  <a:cubicBezTo>
                    <a:pt x="290" y="1"/>
                    <a:pt x="245" y="25"/>
                    <a:pt x="218" y="68"/>
                  </a:cubicBezTo>
                  <a:lnTo>
                    <a:pt x="28" y="383"/>
                  </a:lnTo>
                  <a:cubicBezTo>
                    <a:pt x="1" y="426"/>
                    <a:pt x="1" y="479"/>
                    <a:pt x="25" y="524"/>
                  </a:cubicBezTo>
                  <a:lnTo>
                    <a:pt x="217" y="852"/>
                  </a:lnTo>
                  <a:cubicBezTo>
                    <a:pt x="241" y="897"/>
                    <a:pt x="289" y="922"/>
                    <a:pt x="338" y="922"/>
                  </a:cubicBezTo>
                  <a:cubicBezTo>
                    <a:pt x="361" y="922"/>
                    <a:pt x="384" y="917"/>
                    <a:pt x="407" y="904"/>
                  </a:cubicBezTo>
                  <a:cubicBezTo>
                    <a:pt x="474" y="866"/>
                    <a:pt x="497" y="780"/>
                    <a:pt x="457" y="714"/>
                  </a:cubicBezTo>
                  <a:lnTo>
                    <a:pt x="309" y="456"/>
                  </a:lnTo>
                  <a:lnTo>
                    <a:pt x="456" y="212"/>
                  </a:lnTo>
                  <a:cubicBezTo>
                    <a:pt x="496" y="145"/>
                    <a:pt x="474" y="60"/>
                    <a:pt x="410" y="20"/>
                  </a:cubicBezTo>
                  <a:cubicBezTo>
                    <a:pt x="387" y="7"/>
                    <a:pt x="362" y="1"/>
                    <a:pt x="33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28"/>
            <p:cNvSpPr/>
            <p:nvPr/>
          </p:nvSpPr>
          <p:spPr>
            <a:xfrm>
              <a:off x="6794300" y="2925846"/>
              <a:ext cx="187098" cy="9870"/>
            </a:xfrm>
            <a:custGeom>
              <a:rect b="b" l="l" r="r" t="t"/>
              <a:pathLst>
                <a:path extrusionOk="0" h="278" w="5270">
                  <a:moveTo>
                    <a:pt x="138" y="1"/>
                  </a:moveTo>
                  <a:cubicBezTo>
                    <a:pt x="61" y="1"/>
                    <a:pt x="0" y="64"/>
                    <a:pt x="0" y="139"/>
                  </a:cubicBezTo>
                  <a:cubicBezTo>
                    <a:pt x="0" y="215"/>
                    <a:pt x="63" y="277"/>
                    <a:pt x="138" y="277"/>
                  </a:cubicBezTo>
                  <a:lnTo>
                    <a:pt x="5132" y="277"/>
                  </a:lnTo>
                  <a:cubicBezTo>
                    <a:pt x="5209" y="277"/>
                    <a:pt x="5270" y="215"/>
                    <a:pt x="5270" y="139"/>
                  </a:cubicBezTo>
                  <a:cubicBezTo>
                    <a:pt x="5270" y="64"/>
                    <a:pt x="5208" y="1"/>
                    <a:pt x="513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28"/>
            <p:cNvSpPr/>
            <p:nvPr/>
          </p:nvSpPr>
          <p:spPr>
            <a:xfrm>
              <a:off x="6851745" y="2952225"/>
              <a:ext cx="129655" cy="9906"/>
            </a:xfrm>
            <a:custGeom>
              <a:rect b="b" l="l" r="r" t="t"/>
              <a:pathLst>
                <a:path extrusionOk="0" h="279" w="3652">
                  <a:moveTo>
                    <a:pt x="139" y="0"/>
                  </a:moveTo>
                  <a:cubicBezTo>
                    <a:pt x="61" y="0"/>
                    <a:pt x="1" y="64"/>
                    <a:pt x="1" y="139"/>
                  </a:cubicBezTo>
                  <a:cubicBezTo>
                    <a:pt x="1" y="216"/>
                    <a:pt x="63" y="278"/>
                    <a:pt x="139" y="278"/>
                  </a:cubicBezTo>
                  <a:lnTo>
                    <a:pt x="3514" y="278"/>
                  </a:lnTo>
                  <a:cubicBezTo>
                    <a:pt x="3591" y="278"/>
                    <a:pt x="3652" y="215"/>
                    <a:pt x="3652" y="139"/>
                  </a:cubicBezTo>
                  <a:cubicBezTo>
                    <a:pt x="3652" y="64"/>
                    <a:pt x="3591" y="0"/>
                    <a:pt x="351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28"/>
            <p:cNvSpPr/>
            <p:nvPr/>
          </p:nvSpPr>
          <p:spPr>
            <a:xfrm>
              <a:off x="6794300" y="2952261"/>
              <a:ext cx="44520" cy="9906"/>
            </a:xfrm>
            <a:custGeom>
              <a:rect b="b" l="l" r="r" t="t"/>
              <a:pathLst>
                <a:path extrusionOk="0" h="279" w="1254">
                  <a:moveTo>
                    <a:pt x="138" y="1"/>
                  </a:moveTo>
                  <a:cubicBezTo>
                    <a:pt x="61" y="1"/>
                    <a:pt x="0" y="64"/>
                    <a:pt x="0" y="140"/>
                  </a:cubicBezTo>
                  <a:cubicBezTo>
                    <a:pt x="0" y="215"/>
                    <a:pt x="63" y="279"/>
                    <a:pt x="138" y="279"/>
                  </a:cubicBezTo>
                  <a:lnTo>
                    <a:pt x="1115" y="279"/>
                  </a:lnTo>
                  <a:cubicBezTo>
                    <a:pt x="1192" y="279"/>
                    <a:pt x="1253" y="215"/>
                    <a:pt x="1253" y="140"/>
                  </a:cubicBezTo>
                  <a:cubicBezTo>
                    <a:pt x="1253" y="64"/>
                    <a:pt x="1190" y="1"/>
                    <a:pt x="111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28"/>
            <p:cNvSpPr/>
            <p:nvPr/>
          </p:nvSpPr>
          <p:spPr>
            <a:xfrm>
              <a:off x="6947747" y="2978676"/>
              <a:ext cx="33656" cy="9870"/>
            </a:xfrm>
            <a:custGeom>
              <a:rect b="b" l="l" r="r" t="t"/>
              <a:pathLst>
                <a:path extrusionOk="0" h="278" w="948">
                  <a:moveTo>
                    <a:pt x="139" y="1"/>
                  </a:moveTo>
                  <a:cubicBezTo>
                    <a:pt x="61" y="1"/>
                    <a:pt x="1" y="63"/>
                    <a:pt x="1" y="139"/>
                  </a:cubicBezTo>
                  <a:cubicBezTo>
                    <a:pt x="1" y="217"/>
                    <a:pt x="63" y="277"/>
                    <a:pt x="139" y="277"/>
                  </a:cubicBezTo>
                  <a:lnTo>
                    <a:pt x="810" y="277"/>
                  </a:lnTo>
                  <a:cubicBezTo>
                    <a:pt x="887" y="277"/>
                    <a:pt x="948" y="214"/>
                    <a:pt x="948" y="139"/>
                  </a:cubicBezTo>
                  <a:cubicBezTo>
                    <a:pt x="948" y="63"/>
                    <a:pt x="887" y="1"/>
                    <a:pt x="81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28"/>
            <p:cNvSpPr/>
            <p:nvPr/>
          </p:nvSpPr>
          <p:spPr>
            <a:xfrm>
              <a:off x="6794300" y="2978747"/>
              <a:ext cx="140554" cy="9835"/>
            </a:xfrm>
            <a:custGeom>
              <a:rect b="b" l="l" r="r" t="t"/>
              <a:pathLst>
                <a:path extrusionOk="0" h="277" w="3959">
                  <a:moveTo>
                    <a:pt x="138" y="0"/>
                  </a:moveTo>
                  <a:cubicBezTo>
                    <a:pt x="61" y="0"/>
                    <a:pt x="0" y="64"/>
                    <a:pt x="0" y="138"/>
                  </a:cubicBezTo>
                  <a:cubicBezTo>
                    <a:pt x="0" y="215"/>
                    <a:pt x="63" y="277"/>
                    <a:pt x="138" y="277"/>
                  </a:cubicBezTo>
                  <a:lnTo>
                    <a:pt x="3821" y="277"/>
                  </a:lnTo>
                  <a:cubicBezTo>
                    <a:pt x="3898" y="277"/>
                    <a:pt x="3959" y="215"/>
                    <a:pt x="3959" y="138"/>
                  </a:cubicBezTo>
                  <a:cubicBezTo>
                    <a:pt x="3959" y="61"/>
                    <a:pt x="3896" y="0"/>
                    <a:pt x="382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28"/>
            <p:cNvSpPr/>
            <p:nvPr/>
          </p:nvSpPr>
          <p:spPr>
            <a:xfrm>
              <a:off x="6899497" y="3005091"/>
              <a:ext cx="81904" cy="9906"/>
            </a:xfrm>
            <a:custGeom>
              <a:rect b="b" l="l" r="r" t="t"/>
              <a:pathLst>
                <a:path extrusionOk="0" h="279" w="2307">
                  <a:moveTo>
                    <a:pt x="138" y="1"/>
                  </a:moveTo>
                  <a:cubicBezTo>
                    <a:pt x="60" y="1"/>
                    <a:pt x="0" y="64"/>
                    <a:pt x="0" y="139"/>
                  </a:cubicBezTo>
                  <a:cubicBezTo>
                    <a:pt x="0" y="217"/>
                    <a:pt x="62" y="279"/>
                    <a:pt x="138" y="279"/>
                  </a:cubicBezTo>
                  <a:lnTo>
                    <a:pt x="2169" y="279"/>
                  </a:lnTo>
                  <a:cubicBezTo>
                    <a:pt x="2246" y="279"/>
                    <a:pt x="2307" y="215"/>
                    <a:pt x="2307" y="139"/>
                  </a:cubicBezTo>
                  <a:cubicBezTo>
                    <a:pt x="2307" y="64"/>
                    <a:pt x="2246" y="1"/>
                    <a:pt x="216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28"/>
            <p:cNvSpPr/>
            <p:nvPr/>
          </p:nvSpPr>
          <p:spPr>
            <a:xfrm>
              <a:off x="6794335" y="3005091"/>
              <a:ext cx="92307" cy="9906"/>
            </a:xfrm>
            <a:custGeom>
              <a:rect b="b" l="l" r="r" t="t"/>
              <a:pathLst>
                <a:path extrusionOk="0" h="279" w="2600">
                  <a:moveTo>
                    <a:pt x="139" y="1"/>
                  </a:moveTo>
                  <a:cubicBezTo>
                    <a:pt x="62" y="1"/>
                    <a:pt x="1" y="64"/>
                    <a:pt x="1" y="139"/>
                  </a:cubicBezTo>
                  <a:cubicBezTo>
                    <a:pt x="1" y="217"/>
                    <a:pt x="64" y="279"/>
                    <a:pt x="139" y="279"/>
                  </a:cubicBezTo>
                  <a:lnTo>
                    <a:pt x="2461" y="279"/>
                  </a:lnTo>
                  <a:cubicBezTo>
                    <a:pt x="2539" y="279"/>
                    <a:pt x="2599" y="215"/>
                    <a:pt x="2599" y="139"/>
                  </a:cubicBezTo>
                  <a:cubicBezTo>
                    <a:pt x="2599" y="64"/>
                    <a:pt x="2538" y="1"/>
                    <a:pt x="24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28"/>
            <p:cNvSpPr/>
            <p:nvPr/>
          </p:nvSpPr>
          <p:spPr>
            <a:xfrm>
              <a:off x="6739660" y="3106774"/>
              <a:ext cx="196222" cy="27587"/>
            </a:xfrm>
            <a:custGeom>
              <a:rect b="b" l="l" r="r" t="t"/>
              <a:pathLst>
                <a:path extrusionOk="0" h="777" w="5527">
                  <a:moveTo>
                    <a:pt x="589" y="0"/>
                  </a:moveTo>
                  <a:cubicBezTo>
                    <a:pt x="264" y="0"/>
                    <a:pt x="1" y="265"/>
                    <a:pt x="1" y="589"/>
                  </a:cubicBezTo>
                  <a:lnTo>
                    <a:pt x="1" y="776"/>
                  </a:lnTo>
                  <a:lnTo>
                    <a:pt x="5527" y="776"/>
                  </a:lnTo>
                  <a:lnTo>
                    <a:pt x="5527" y="589"/>
                  </a:lnTo>
                  <a:cubicBezTo>
                    <a:pt x="5527" y="264"/>
                    <a:pt x="5262" y="0"/>
                    <a:pt x="493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28"/>
            <p:cNvSpPr/>
            <p:nvPr/>
          </p:nvSpPr>
          <p:spPr>
            <a:xfrm>
              <a:off x="6900917" y="3106809"/>
              <a:ext cx="34934" cy="27587"/>
            </a:xfrm>
            <a:custGeom>
              <a:rect b="b" l="l" r="r" t="t"/>
              <a:pathLst>
                <a:path extrusionOk="0" h="777" w="984">
                  <a:moveTo>
                    <a:pt x="0" y="1"/>
                  </a:moveTo>
                  <a:cubicBezTo>
                    <a:pt x="327" y="1"/>
                    <a:pt x="589" y="266"/>
                    <a:pt x="589" y="589"/>
                  </a:cubicBezTo>
                  <a:lnTo>
                    <a:pt x="589" y="777"/>
                  </a:lnTo>
                  <a:lnTo>
                    <a:pt x="983" y="777"/>
                  </a:lnTo>
                  <a:lnTo>
                    <a:pt x="983" y="589"/>
                  </a:lnTo>
                  <a:cubicBezTo>
                    <a:pt x="983" y="264"/>
                    <a:pt x="720" y="1"/>
                    <a:pt x="39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38" name="Google Shape;4638;p28"/>
          <p:cNvGrpSpPr/>
          <p:nvPr/>
        </p:nvGrpSpPr>
        <p:grpSpPr>
          <a:xfrm>
            <a:off x="6026746" y="2831051"/>
            <a:ext cx="326665" cy="326992"/>
            <a:chOff x="6026746" y="2831051"/>
            <a:chExt cx="326665" cy="326992"/>
          </a:xfrm>
        </p:grpSpPr>
        <p:sp>
          <p:nvSpPr>
            <p:cNvPr id="4639" name="Google Shape;4639;p28"/>
            <p:cNvSpPr/>
            <p:nvPr/>
          </p:nvSpPr>
          <p:spPr>
            <a:xfrm>
              <a:off x="6175932" y="2831051"/>
              <a:ext cx="177477" cy="177418"/>
            </a:xfrm>
            <a:custGeom>
              <a:rect b="b" l="l" r="r" t="t"/>
              <a:pathLst>
                <a:path extrusionOk="0" h="4997" w="4999">
                  <a:moveTo>
                    <a:pt x="2499" y="0"/>
                  </a:moveTo>
                  <a:cubicBezTo>
                    <a:pt x="1120" y="0"/>
                    <a:pt x="0" y="1118"/>
                    <a:pt x="0" y="2498"/>
                  </a:cubicBezTo>
                  <a:cubicBezTo>
                    <a:pt x="0" y="3878"/>
                    <a:pt x="1120" y="4996"/>
                    <a:pt x="2499" y="4996"/>
                  </a:cubicBezTo>
                  <a:cubicBezTo>
                    <a:pt x="3879" y="4996"/>
                    <a:pt x="4998" y="3878"/>
                    <a:pt x="4998" y="2498"/>
                  </a:cubicBezTo>
                  <a:cubicBezTo>
                    <a:pt x="4998" y="1118"/>
                    <a:pt x="3879" y="0"/>
                    <a:pt x="24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28"/>
            <p:cNvSpPr/>
            <p:nvPr/>
          </p:nvSpPr>
          <p:spPr>
            <a:xfrm>
              <a:off x="6224217" y="2836128"/>
              <a:ext cx="129194" cy="172341"/>
            </a:xfrm>
            <a:custGeom>
              <a:rect b="b" l="l" r="r" t="t"/>
              <a:pathLst>
                <a:path extrusionOk="0" h="4854" w="3639">
                  <a:moveTo>
                    <a:pt x="1975" y="1"/>
                  </a:moveTo>
                  <a:lnTo>
                    <a:pt x="1975" y="1"/>
                  </a:lnTo>
                  <a:cubicBezTo>
                    <a:pt x="2783" y="414"/>
                    <a:pt x="3336" y="1256"/>
                    <a:pt x="3336" y="2226"/>
                  </a:cubicBezTo>
                  <a:cubicBezTo>
                    <a:pt x="3336" y="3606"/>
                    <a:pt x="2216" y="4724"/>
                    <a:pt x="838" y="4724"/>
                  </a:cubicBezTo>
                  <a:cubicBezTo>
                    <a:pt x="544" y="4724"/>
                    <a:pt x="262" y="4673"/>
                    <a:pt x="0" y="4580"/>
                  </a:cubicBezTo>
                  <a:lnTo>
                    <a:pt x="0" y="4580"/>
                  </a:lnTo>
                  <a:cubicBezTo>
                    <a:pt x="343" y="4754"/>
                    <a:pt x="730" y="4853"/>
                    <a:pt x="1140" y="4853"/>
                  </a:cubicBezTo>
                  <a:cubicBezTo>
                    <a:pt x="2519" y="4853"/>
                    <a:pt x="3638" y="3735"/>
                    <a:pt x="3638" y="2355"/>
                  </a:cubicBezTo>
                  <a:cubicBezTo>
                    <a:pt x="3638" y="1269"/>
                    <a:pt x="2943" y="342"/>
                    <a:pt x="197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28"/>
            <p:cNvSpPr/>
            <p:nvPr/>
          </p:nvSpPr>
          <p:spPr>
            <a:xfrm>
              <a:off x="6026746" y="2965965"/>
              <a:ext cx="191252" cy="177028"/>
            </a:xfrm>
            <a:custGeom>
              <a:rect b="b" l="l" r="r" t="t"/>
              <a:pathLst>
                <a:path extrusionOk="0" h="4986" w="5387">
                  <a:moveTo>
                    <a:pt x="749" y="0"/>
                  </a:moveTo>
                  <a:cubicBezTo>
                    <a:pt x="474" y="481"/>
                    <a:pt x="232" y="1008"/>
                    <a:pt x="209" y="1575"/>
                  </a:cubicBezTo>
                  <a:cubicBezTo>
                    <a:pt x="195" y="1899"/>
                    <a:pt x="365" y="2195"/>
                    <a:pt x="293" y="2522"/>
                  </a:cubicBezTo>
                  <a:cubicBezTo>
                    <a:pt x="209" y="2894"/>
                    <a:pt x="29" y="3241"/>
                    <a:pt x="19" y="3630"/>
                  </a:cubicBezTo>
                  <a:cubicBezTo>
                    <a:pt x="1" y="4319"/>
                    <a:pt x="608" y="4961"/>
                    <a:pt x="1296" y="4985"/>
                  </a:cubicBezTo>
                  <a:lnTo>
                    <a:pt x="4092" y="4985"/>
                  </a:lnTo>
                  <a:cubicBezTo>
                    <a:pt x="4778" y="4961"/>
                    <a:pt x="5387" y="4319"/>
                    <a:pt x="5368" y="3630"/>
                  </a:cubicBezTo>
                  <a:cubicBezTo>
                    <a:pt x="5357" y="3241"/>
                    <a:pt x="5177" y="2894"/>
                    <a:pt x="5093" y="2522"/>
                  </a:cubicBezTo>
                  <a:cubicBezTo>
                    <a:pt x="5021" y="2194"/>
                    <a:pt x="5190" y="1899"/>
                    <a:pt x="5177" y="1575"/>
                  </a:cubicBezTo>
                  <a:cubicBezTo>
                    <a:pt x="5152" y="1008"/>
                    <a:pt x="4912" y="481"/>
                    <a:pt x="463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28"/>
            <p:cNvSpPr/>
            <p:nvPr/>
          </p:nvSpPr>
          <p:spPr>
            <a:xfrm>
              <a:off x="6157186" y="2965930"/>
              <a:ext cx="60780" cy="176957"/>
            </a:xfrm>
            <a:custGeom>
              <a:rect b="b" l="l" r="r" t="t"/>
              <a:pathLst>
                <a:path extrusionOk="0" h="4984" w="1712">
                  <a:moveTo>
                    <a:pt x="547" y="0"/>
                  </a:moveTo>
                  <a:cubicBezTo>
                    <a:pt x="822" y="479"/>
                    <a:pt x="1064" y="1007"/>
                    <a:pt x="1087" y="1573"/>
                  </a:cubicBezTo>
                  <a:cubicBezTo>
                    <a:pt x="1101" y="1897"/>
                    <a:pt x="931" y="2192"/>
                    <a:pt x="1003" y="2521"/>
                  </a:cubicBezTo>
                  <a:cubicBezTo>
                    <a:pt x="1087" y="2895"/>
                    <a:pt x="1267" y="3241"/>
                    <a:pt x="1277" y="3629"/>
                  </a:cubicBezTo>
                  <a:cubicBezTo>
                    <a:pt x="1295" y="4319"/>
                    <a:pt x="687" y="4960"/>
                    <a:pt x="0" y="4983"/>
                  </a:cubicBezTo>
                  <a:lnTo>
                    <a:pt x="416" y="4983"/>
                  </a:lnTo>
                  <a:cubicBezTo>
                    <a:pt x="1104" y="4960"/>
                    <a:pt x="1711" y="4319"/>
                    <a:pt x="1693" y="3629"/>
                  </a:cubicBezTo>
                  <a:cubicBezTo>
                    <a:pt x="1683" y="3242"/>
                    <a:pt x="1503" y="2895"/>
                    <a:pt x="1419" y="2521"/>
                  </a:cubicBezTo>
                  <a:cubicBezTo>
                    <a:pt x="1347" y="2195"/>
                    <a:pt x="1516" y="1897"/>
                    <a:pt x="1503" y="1573"/>
                  </a:cubicBezTo>
                  <a:cubicBezTo>
                    <a:pt x="1478" y="1007"/>
                    <a:pt x="1238" y="479"/>
                    <a:pt x="96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28"/>
            <p:cNvSpPr/>
            <p:nvPr/>
          </p:nvSpPr>
          <p:spPr>
            <a:xfrm>
              <a:off x="6048154" y="3083767"/>
              <a:ext cx="148436" cy="74276"/>
            </a:xfrm>
            <a:custGeom>
              <a:rect b="b" l="l" r="r" t="t"/>
              <a:pathLst>
                <a:path extrusionOk="0" h="2092" w="4181">
                  <a:moveTo>
                    <a:pt x="2091" y="1"/>
                  </a:moveTo>
                  <a:cubicBezTo>
                    <a:pt x="936" y="1"/>
                    <a:pt x="0" y="936"/>
                    <a:pt x="0" y="2092"/>
                  </a:cubicBezTo>
                  <a:lnTo>
                    <a:pt x="4181" y="2092"/>
                  </a:lnTo>
                  <a:cubicBezTo>
                    <a:pt x="4181" y="936"/>
                    <a:pt x="3245" y="1"/>
                    <a:pt x="209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28"/>
            <p:cNvSpPr/>
            <p:nvPr/>
          </p:nvSpPr>
          <p:spPr>
            <a:xfrm>
              <a:off x="6114866" y="3083767"/>
              <a:ext cx="81691" cy="74276"/>
            </a:xfrm>
            <a:custGeom>
              <a:rect b="b" l="l" r="r" t="t"/>
              <a:pathLst>
                <a:path extrusionOk="0" h="2092" w="2301">
                  <a:moveTo>
                    <a:pt x="209" y="1"/>
                  </a:moveTo>
                  <a:cubicBezTo>
                    <a:pt x="140" y="1"/>
                    <a:pt x="70" y="5"/>
                    <a:pt x="1" y="12"/>
                  </a:cubicBezTo>
                  <a:cubicBezTo>
                    <a:pt x="1057" y="116"/>
                    <a:pt x="1882" y="1008"/>
                    <a:pt x="1882" y="2092"/>
                  </a:cubicBezTo>
                  <a:lnTo>
                    <a:pt x="2300" y="2092"/>
                  </a:lnTo>
                  <a:cubicBezTo>
                    <a:pt x="2300" y="1513"/>
                    <a:pt x="2066" y="992"/>
                    <a:pt x="1687" y="612"/>
                  </a:cubicBezTo>
                  <a:cubicBezTo>
                    <a:pt x="1309" y="234"/>
                    <a:pt x="788" y="1"/>
                    <a:pt x="20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28"/>
            <p:cNvSpPr/>
            <p:nvPr/>
          </p:nvSpPr>
          <p:spPr>
            <a:xfrm>
              <a:off x="6106025" y="3047234"/>
              <a:ext cx="32804" cy="59719"/>
            </a:xfrm>
            <a:custGeom>
              <a:rect b="b" l="l" r="r" t="t"/>
              <a:pathLst>
                <a:path extrusionOk="0" h="1682" w="924">
                  <a:moveTo>
                    <a:pt x="1" y="1"/>
                  </a:moveTo>
                  <a:lnTo>
                    <a:pt x="1" y="1221"/>
                  </a:lnTo>
                  <a:cubicBezTo>
                    <a:pt x="1" y="1475"/>
                    <a:pt x="205" y="1682"/>
                    <a:pt x="461" y="1682"/>
                  </a:cubicBezTo>
                  <a:cubicBezTo>
                    <a:pt x="715" y="1682"/>
                    <a:pt x="922" y="1475"/>
                    <a:pt x="923" y="1221"/>
                  </a:cubicBezTo>
                  <a:lnTo>
                    <a:pt x="923"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28"/>
            <p:cNvSpPr/>
            <p:nvPr/>
          </p:nvSpPr>
          <p:spPr>
            <a:xfrm>
              <a:off x="6115647" y="3047198"/>
              <a:ext cx="23112" cy="59648"/>
            </a:xfrm>
            <a:custGeom>
              <a:rect b="b" l="l" r="r" t="t"/>
              <a:pathLst>
                <a:path extrusionOk="0" h="1680" w="651">
                  <a:moveTo>
                    <a:pt x="272" y="1"/>
                  </a:moveTo>
                  <a:lnTo>
                    <a:pt x="272" y="1219"/>
                  </a:lnTo>
                  <a:cubicBezTo>
                    <a:pt x="272" y="1406"/>
                    <a:pt x="162" y="1569"/>
                    <a:pt x="0" y="1641"/>
                  </a:cubicBezTo>
                  <a:cubicBezTo>
                    <a:pt x="58" y="1665"/>
                    <a:pt x="123" y="1680"/>
                    <a:pt x="190" y="1680"/>
                  </a:cubicBezTo>
                  <a:cubicBezTo>
                    <a:pt x="444" y="1680"/>
                    <a:pt x="651" y="1476"/>
                    <a:pt x="651" y="1219"/>
                  </a:cubicBezTo>
                  <a:lnTo>
                    <a:pt x="65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28"/>
            <p:cNvSpPr/>
            <p:nvPr/>
          </p:nvSpPr>
          <p:spPr>
            <a:xfrm>
              <a:off x="6257875" y="2851324"/>
              <a:ext cx="39372" cy="56630"/>
            </a:xfrm>
            <a:custGeom>
              <a:rect b="b" l="l" r="r" t="t"/>
              <a:pathLst>
                <a:path extrusionOk="0" h="1595" w="1109">
                  <a:moveTo>
                    <a:pt x="671" y="408"/>
                  </a:moveTo>
                  <a:lnTo>
                    <a:pt x="671" y="934"/>
                  </a:lnTo>
                  <a:lnTo>
                    <a:pt x="371" y="934"/>
                  </a:lnTo>
                  <a:cubicBezTo>
                    <a:pt x="484" y="731"/>
                    <a:pt x="596" y="534"/>
                    <a:pt x="671" y="408"/>
                  </a:cubicBezTo>
                  <a:close/>
                  <a:moveTo>
                    <a:pt x="732" y="1"/>
                  </a:moveTo>
                  <a:cubicBezTo>
                    <a:pt x="667" y="1"/>
                    <a:pt x="602" y="34"/>
                    <a:pt x="549" y="98"/>
                  </a:cubicBezTo>
                  <a:cubicBezTo>
                    <a:pt x="474" y="192"/>
                    <a:pt x="97" y="869"/>
                    <a:pt x="24" y="1003"/>
                  </a:cubicBezTo>
                  <a:cubicBezTo>
                    <a:pt x="1" y="1045"/>
                    <a:pt x="1" y="1095"/>
                    <a:pt x="27" y="1137"/>
                  </a:cubicBezTo>
                  <a:cubicBezTo>
                    <a:pt x="50" y="1179"/>
                    <a:pt x="94" y="1203"/>
                    <a:pt x="143" y="1203"/>
                  </a:cubicBezTo>
                  <a:lnTo>
                    <a:pt x="671" y="1203"/>
                  </a:lnTo>
                  <a:cubicBezTo>
                    <a:pt x="671" y="1294"/>
                    <a:pt x="671" y="1380"/>
                    <a:pt x="670" y="1459"/>
                  </a:cubicBezTo>
                  <a:cubicBezTo>
                    <a:pt x="670" y="1533"/>
                    <a:pt x="729" y="1595"/>
                    <a:pt x="805" y="1595"/>
                  </a:cubicBezTo>
                  <a:cubicBezTo>
                    <a:pt x="878" y="1595"/>
                    <a:pt x="940" y="1534"/>
                    <a:pt x="940" y="1459"/>
                  </a:cubicBezTo>
                  <a:cubicBezTo>
                    <a:pt x="940" y="1412"/>
                    <a:pt x="940" y="1318"/>
                    <a:pt x="942" y="1203"/>
                  </a:cubicBezTo>
                  <a:lnTo>
                    <a:pt x="973" y="1203"/>
                  </a:lnTo>
                  <a:cubicBezTo>
                    <a:pt x="1048" y="1203"/>
                    <a:pt x="1109" y="1143"/>
                    <a:pt x="1109" y="1069"/>
                  </a:cubicBezTo>
                  <a:cubicBezTo>
                    <a:pt x="1109" y="995"/>
                    <a:pt x="1048" y="934"/>
                    <a:pt x="973" y="934"/>
                  </a:cubicBezTo>
                  <a:lnTo>
                    <a:pt x="942" y="934"/>
                  </a:lnTo>
                  <a:cubicBezTo>
                    <a:pt x="943" y="613"/>
                    <a:pt x="943" y="265"/>
                    <a:pt x="937" y="216"/>
                  </a:cubicBezTo>
                  <a:cubicBezTo>
                    <a:pt x="929" y="117"/>
                    <a:pt x="870" y="35"/>
                    <a:pt x="786" y="9"/>
                  </a:cubicBezTo>
                  <a:cubicBezTo>
                    <a:pt x="768" y="4"/>
                    <a:pt x="750" y="1"/>
                    <a:pt x="73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28"/>
            <p:cNvSpPr/>
            <p:nvPr/>
          </p:nvSpPr>
          <p:spPr>
            <a:xfrm>
              <a:off x="6224821" y="2851004"/>
              <a:ext cx="35751" cy="57518"/>
            </a:xfrm>
            <a:custGeom>
              <a:rect b="b" l="l" r="r" t="t"/>
              <a:pathLst>
                <a:path extrusionOk="0" h="1620" w="1007">
                  <a:moveTo>
                    <a:pt x="478" y="1"/>
                  </a:moveTo>
                  <a:cubicBezTo>
                    <a:pt x="254" y="1"/>
                    <a:pt x="57" y="160"/>
                    <a:pt x="14" y="382"/>
                  </a:cubicBezTo>
                  <a:cubicBezTo>
                    <a:pt x="1" y="453"/>
                    <a:pt x="48" y="524"/>
                    <a:pt x="120" y="539"/>
                  </a:cubicBezTo>
                  <a:cubicBezTo>
                    <a:pt x="129" y="541"/>
                    <a:pt x="138" y="541"/>
                    <a:pt x="146" y="541"/>
                  </a:cubicBezTo>
                  <a:cubicBezTo>
                    <a:pt x="210" y="541"/>
                    <a:pt x="266" y="496"/>
                    <a:pt x="278" y="432"/>
                  </a:cubicBezTo>
                  <a:cubicBezTo>
                    <a:pt x="297" y="337"/>
                    <a:pt x="382" y="268"/>
                    <a:pt x="478" y="268"/>
                  </a:cubicBezTo>
                  <a:cubicBezTo>
                    <a:pt x="588" y="268"/>
                    <a:pt x="678" y="356"/>
                    <a:pt x="681" y="464"/>
                  </a:cubicBezTo>
                  <a:lnTo>
                    <a:pt x="678" y="499"/>
                  </a:lnTo>
                  <a:cubicBezTo>
                    <a:pt x="661" y="565"/>
                    <a:pt x="622" y="644"/>
                    <a:pt x="559" y="732"/>
                  </a:cubicBezTo>
                  <a:cubicBezTo>
                    <a:pt x="349" y="1032"/>
                    <a:pt x="225" y="1196"/>
                    <a:pt x="156" y="1284"/>
                  </a:cubicBezTo>
                  <a:cubicBezTo>
                    <a:pt x="74" y="1392"/>
                    <a:pt x="39" y="1435"/>
                    <a:pt x="63" y="1513"/>
                  </a:cubicBezTo>
                  <a:cubicBezTo>
                    <a:pt x="77" y="1558"/>
                    <a:pt x="110" y="1591"/>
                    <a:pt x="155" y="1607"/>
                  </a:cubicBezTo>
                  <a:cubicBezTo>
                    <a:pt x="172" y="1612"/>
                    <a:pt x="192" y="1620"/>
                    <a:pt x="444" y="1620"/>
                  </a:cubicBezTo>
                  <a:cubicBezTo>
                    <a:pt x="545" y="1620"/>
                    <a:pt x="683" y="1617"/>
                    <a:pt x="873" y="1615"/>
                  </a:cubicBezTo>
                  <a:cubicBezTo>
                    <a:pt x="946" y="1614"/>
                    <a:pt x="1007" y="1552"/>
                    <a:pt x="1005" y="1479"/>
                  </a:cubicBezTo>
                  <a:cubicBezTo>
                    <a:pt x="1004" y="1407"/>
                    <a:pt x="947" y="1346"/>
                    <a:pt x="873" y="1346"/>
                  </a:cubicBezTo>
                  <a:cubicBezTo>
                    <a:pt x="872" y="1346"/>
                    <a:pt x="870" y="1346"/>
                    <a:pt x="868" y="1346"/>
                  </a:cubicBezTo>
                  <a:cubicBezTo>
                    <a:pt x="723" y="1348"/>
                    <a:pt x="568" y="1349"/>
                    <a:pt x="445" y="1349"/>
                  </a:cubicBezTo>
                  <a:cubicBezTo>
                    <a:pt x="520" y="1250"/>
                    <a:pt x="628" y="1104"/>
                    <a:pt x="779" y="889"/>
                  </a:cubicBezTo>
                  <a:cubicBezTo>
                    <a:pt x="861" y="771"/>
                    <a:pt x="917" y="657"/>
                    <a:pt x="940" y="555"/>
                  </a:cubicBezTo>
                  <a:cubicBezTo>
                    <a:pt x="942" y="550"/>
                    <a:pt x="942" y="545"/>
                    <a:pt x="942" y="542"/>
                  </a:cubicBezTo>
                  <a:lnTo>
                    <a:pt x="949" y="491"/>
                  </a:lnTo>
                  <a:cubicBezTo>
                    <a:pt x="949" y="486"/>
                    <a:pt x="952" y="480"/>
                    <a:pt x="952" y="473"/>
                  </a:cubicBezTo>
                  <a:cubicBezTo>
                    <a:pt x="952" y="212"/>
                    <a:pt x="739" y="1"/>
                    <a:pt x="47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28"/>
            <p:cNvSpPr/>
            <p:nvPr/>
          </p:nvSpPr>
          <p:spPr>
            <a:xfrm>
              <a:off x="6214454" y="2915195"/>
              <a:ext cx="100366" cy="9622"/>
            </a:xfrm>
            <a:custGeom>
              <a:rect b="b" l="l" r="r" t="t"/>
              <a:pathLst>
                <a:path extrusionOk="0" h="271" w="2827">
                  <a:moveTo>
                    <a:pt x="136" y="0"/>
                  </a:moveTo>
                  <a:cubicBezTo>
                    <a:pt x="61" y="0"/>
                    <a:pt x="1" y="62"/>
                    <a:pt x="1" y="135"/>
                  </a:cubicBezTo>
                  <a:cubicBezTo>
                    <a:pt x="1" y="209"/>
                    <a:pt x="61" y="271"/>
                    <a:pt x="136" y="271"/>
                  </a:cubicBezTo>
                  <a:lnTo>
                    <a:pt x="2691" y="271"/>
                  </a:lnTo>
                  <a:cubicBezTo>
                    <a:pt x="2765" y="271"/>
                    <a:pt x="2827" y="209"/>
                    <a:pt x="2827" y="135"/>
                  </a:cubicBezTo>
                  <a:cubicBezTo>
                    <a:pt x="2827" y="62"/>
                    <a:pt x="2768" y="0"/>
                    <a:pt x="269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28"/>
            <p:cNvSpPr/>
            <p:nvPr/>
          </p:nvSpPr>
          <p:spPr>
            <a:xfrm>
              <a:off x="6243318" y="2931598"/>
              <a:ext cx="35893" cy="56986"/>
            </a:xfrm>
            <a:custGeom>
              <a:rect b="b" l="l" r="r" t="t"/>
              <a:pathLst>
                <a:path extrusionOk="0" h="1605" w="1011">
                  <a:moveTo>
                    <a:pt x="136" y="0"/>
                  </a:moveTo>
                  <a:cubicBezTo>
                    <a:pt x="61" y="0"/>
                    <a:pt x="1" y="62"/>
                    <a:pt x="1" y="135"/>
                  </a:cubicBezTo>
                  <a:cubicBezTo>
                    <a:pt x="1" y="209"/>
                    <a:pt x="61" y="271"/>
                    <a:pt x="136" y="271"/>
                  </a:cubicBezTo>
                  <a:lnTo>
                    <a:pt x="664" y="271"/>
                  </a:lnTo>
                  <a:lnTo>
                    <a:pt x="160" y="1416"/>
                  </a:lnTo>
                  <a:cubicBezTo>
                    <a:pt x="130" y="1485"/>
                    <a:pt x="163" y="1564"/>
                    <a:pt x="229" y="1594"/>
                  </a:cubicBezTo>
                  <a:cubicBezTo>
                    <a:pt x="247" y="1602"/>
                    <a:pt x="265" y="1605"/>
                    <a:pt x="283" y="1605"/>
                  </a:cubicBezTo>
                  <a:cubicBezTo>
                    <a:pt x="334" y="1605"/>
                    <a:pt x="383" y="1574"/>
                    <a:pt x="406" y="1524"/>
                  </a:cubicBezTo>
                  <a:lnTo>
                    <a:pt x="993" y="187"/>
                  </a:lnTo>
                  <a:cubicBezTo>
                    <a:pt x="1011" y="145"/>
                    <a:pt x="1008" y="98"/>
                    <a:pt x="982" y="59"/>
                  </a:cubicBezTo>
                  <a:cubicBezTo>
                    <a:pt x="959" y="22"/>
                    <a:pt x="919" y="0"/>
                    <a:pt x="87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28"/>
            <p:cNvSpPr/>
            <p:nvPr/>
          </p:nvSpPr>
          <p:spPr>
            <a:xfrm>
              <a:off x="6035906" y="2868223"/>
              <a:ext cx="172897" cy="107687"/>
            </a:xfrm>
            <a:custGeom>
              <a:rect b="b" l="l" r="r" t="t"/>
              <a:pathLst>
                <a:path extrusionOk="0" h="3033" w="4870">
                  <a:moveTo>
                    <a:pt x="1681" y="1"/>
                  </a:moveTo>
                  <a:cubicBezTo>
                    <a:pt x="754" y="1"/>
                    <a:pt x="0" y="755"/>
                    <a:pt x="0" y="1681"/>
                  </a:cubicBezTo>
                  <a:lnTo>
                    <a:pt x="0" y="2897"/>
                  </a:lnTo>
                  <a:cubicBezTo>
                    <a:pt x="0" y="2971"/>
                    <a:pt x="62" y="3033"/>
                    <a:pt x="135" y="3033"/>
                  </a:cubicBezTo>
                  <a:cubicBezTo>
                    <a:pt x="209" y="3033"/>
                    <a:pt x="271" y="2971"/>
                    <a:pt x="271" y="2897"/>
                  </a:cubicBezTo>
                  <a:lnTo>
                    <a:pt x="271" y="1681"/>
                  </a:lnTo>
                  <a:cubicBezTo>
                    <a:pt x="271" y="904"/>
                    <a:pt x="902" y="271"/>
                    <a:pt x="1681" y="271"/>
                  </a:cubicBezTo>
                  <a:lnTo>
                    <a:pt x="3189" y="271"/>
                  </a:lnTo>
                  <a:cubicBezTo>
                    <a:pt x="3966" y="271"/>
                    <a:pt x="4599" y="904"/>
                    <a:pt x="4599" y="1681"/>
                  </a:cubicBezTo>
                  <a:lnTo>
                    <a:pt x="4599" y="2897"/>
                  </a:lnTo>
                  <a:cubicBezTo>
                    <a:pt x="4599" y="2971"/>
                    <a:pt x="4661" y="3033"/>
                    <a:pt x="4735" y="3033"/>
                  </a:cubicBezTo>
                  <a:cubicBezTo>
                    <a:pt x="4811" y="3033"/>
                    <a:pt x="4870" y="2971"/>
                    <a:pt x="4870" y="2897"/>
                  </a:cubicBezTo>
                  <a:lnTo>
                    <a:pt x="4870" y="1681"/>
                  </a:lnTo>
                  <a:cubicBezTo>
                    <a:pt x="4870" y="755"/>
                    <a:pt x="4116" y="1"/>
                    <a:pt x="318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28"/>
            <p:cNvSpPr/>
            <p:nvPr/>
          </p:nvSpPr>
          <p:spPr>
            <a:xfrm>
              <a:off x="6187258" y="2963516"/>
              <a:ext cx="30106" cy="40405"/>
            </a:xfrm>
            <a:custGeom>
              <a:rect b="b" l="l" r="r" t="t"/>
              <a:pathLst>
                <a:path extrusionOk="0" h="1138" w="848">
                  <a:moveTo>
                    <a:pt x="1" y="0"/>
                  </a:moveTo>
                  <a:lnTo>
                    <a:pt x="1" y="1137"/>
                  </a:lnTo>
                  <a:lnTo>
                    <a:pt x="279" y="1137"/>
                  </a:lnTo>
                  <a:cubicBezTo>
                    <a:pt x="592" y="1137"/>
                    <a:pt x="847" y="884"/>
                    <a:pt x="847" y="569"/>
                  </a:cubicBezTo>
                  <a:cubicBezTo>
                    <a:pt x="847" y="257"/>
                    <a:pt x="594" y="0"/>
                    <a:pt x="27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28"/>
            <p:cNvSpPr/>
            <p:nvPr/>
          </p:nvSpPr>
          <p:spPr>
            <a:xfrm>
              <a:off x="6027420" y="2963516"/>
              <a:ext cx="31917" cy="40405"/>
            </a:xfrm>
            <a:custGeom>
              <a:rect b="b" l="l" r="r" t="t"/>
              <a:pathLst>
                <a:path extrusionOk="0" h="1138" w="899">
                  <a:moveTo>
                    <a:pt x="569" y="0"/>
                  </a:moveTo>
                  <a:cubicBezTo>
                    <a:pt x="253" y="0"/>
                    <a:pt x="0" y="257"/>
                    <a:pt x="0" y="569"/>
                  </a:cubicBezTo>
                  <a:cubicBezTo>
                    <a:pt x="0" y="884"/>
                    <a:pt x="255" y="1137"/>
                    <a:pt x="569" y="1137"/>
                  </a:cubicBezTo>
                  <a:lnTo>
                    <a:pt x="898" y="1137"/>
                  </a:lnTo>
                  <a:lnTo>
                    <a:pt x="898"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28"/>
            <p:cNvSpPr/>
            <p:nvPr/>
          </p:nvSpPr>
          <p:spPr>
            <a:xfrm>
              <a:off x="6056214" y="2922580"/>
              <a:ext cx="132353" cy="141771"/>
            </a:xfrm>
            <a:custGeom>
              <a:rect b="b" l="l" r="r" t="t"/>
              <a:pathLst>
                <a:path extrusionOk="0" h="3993" w="3728">
                  <a:moveTo>
                    <a:pt x="1864" y="1"/>
                  </a:moveTo>
                  <a:lnTo>
                    <a:pt x="1" y="988"/>
                  </a:lnTo>
                  <a:lnTo>
                    <a:pt x="1" y="2129"/>
                  </a:lnTo>
                  <a:cubicBezTo>
                    <a:pt x="1" y="3158"/>
                    <a:pt x="834" y="3993"/>
                    <a:pt x="1864" y="3993"/>
                  </a:cubicBezTo>
                  <a:cubicBezTo>
                    <a:pt x="2893" y="3993"/>
                    <a:pt x="3728" y="3158"/>
                    <a:pt x="3728" y="2129"/>
                  </a:cubicBezTo>
                  <a:lnTo>
                    <a:pt x="3728" y="988"/>
                  </a:lnTo>
                  <a:lnTo>
                    <a:pt x="1864"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28"/>
            <p:cNvSpPr/>
            <p:nvPr/>
          </p:nvSpPr>
          <p:spPr>
            <a:xfrm>
              <a:off x="6115540" y="2950344"/>
              <a:ext cx="73029" cy="113971"/>
            </a:xfrm>
            <a:custGeom>
              <a:rect b="b" l="l" r="r" t="t"/>
              <a:pathLst>
                <a:path extrusionOk="0" h="3210" w="2057">
                  <a:moveTo>
                    <a:pt x="1671" y="0"/>
                  </a:moveTo>
                  <a:lnTo>
                    <a:pt x="1671" y="1344"/>
                  </a:lnTo>
                  <a:cubicBezTo>
                    <a:pt x="1671" y="2310"/>
                    <a:pt x="939" y="3103"/>
                    <a:pt x="1" y="3199"/>
                  </a:cubicBezTo>
                  <a:cubicBezTo>
                    <a:pt x="62" y="3205"/>
                    <a:pt x="129" y="3209"/>
                    <a:pt x="193" y="3209"/>
                  </a:cubicBezTo>
                  <a:cubicBezTo>
                    <a:pt x="1222" y="3209"/>
                    <a:pt x="2057" y="2373"/>
                    <a:pt x="2057" y="1344"/>
                  </a:cubicBezTo>
                  <a:lnTo>
                    <a:pt x="2057" y="204"/>
                  </a:lnTo>
                  <a:lnTo>
                    <a:pt x="167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28"/>
            <p:cNvSpPr/>
            <p:nvPr/>
          </p:nvSpPr>
          <p:spPr>
            <a:xfrm>
              <a:off x="6087741" y="2978995"/>
              <a:ext cx="9586" cy="19031"/>
            </a:xfrm>
            <a:custGeom>
              <a:rect b="b" l="l" r="r" t="t"/>
              <a:pathLst>
                <a:path extrusionOk="0" h="536" w="270">
                  <a:moveTo>
                    <a:pt x="136" y="0"/>
                  </a:moveTo>
                  <a:cubicBezTo>
                    <a:pt x="61" y="0"/>
                    <a:pt x="1" y="61"/>
                    <a:pt x="1" y="136"/>
                  </a:cubicBezTo>
                  <a:lnTo>
                    <a:pt x="1" y="402"/>
                  </a:lnTo>
                  <a:cubicBezTo>
                    <a:pt x="1" y="475"/>
                    <a:pt x="61" y="536"/>
                    <a:pt x="136" y="536"/>
                  </a:cubicBezTo>
                  <a:cubicBezTo>
                    <a:pt x="211" y="536"/>
                    <a:pt x="270" y="475"/>
                    <a:pt x="270" y="402"/>
                  </a:cubicBezTo>
                  <a:lnTo>
                    <a:pt x="270" y="136"/>
                  </a:lnTo>
                  <a:cubicBezTo>
                    <a:pt x="270" y="61"/>
                    <a:pt x="209" y="0"/>
                    <a:pt x="136" y="0"/>
                  </a:cubicBezTo>
                  <a:close/>
                </a:path>
              </a:pathLst>
            </a:custGeom>
            <a:solidFill>
              <a:srgbClr val="9182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28"/>
            <p:cNvSpPr/>
            <p:nvPr/>
          </p:nvSpPr>
          <p:spPr>
            <a:xfrm>
              <a:off x="6147316" y="2978995"/>
              <a:ext cx="9657" cy="19031"/>
            </a:xfrm>
            <a:custGeom>
              <a:rect b="b" l="l" r="r" t="t"/>
              <a:pathLst>
                <a:path extrusionOk="0" h="536" w="272">
                  <a:moveTo>
                    <a:pt x="136" y="0"/>
                  </a:moveTo>
                  <a:cubicBezTo>
                    <a:pt x="62" y="0"/>
                    <a:pt x="1" y="61"/>
                    <a:pt x="1" y="136"/>
                  </a:cubicBezTo>
                  <a:lnTo>
                    <a:pt x="1" y="402"/>
                  </a:lnTo>
                  <a:cubicBezTo>
                    <a:pt x="1" y="475"/>
                    <a:pt x="62" y="536"/>
                    <a:pt x="136" y="536"/>
                  </a:cubicBezTo>
                  <a:cubicBezTo>
                    <a:pt x="209" y="536"/>
                    <a:pt x="271" y="475"/>
                    <a:pt x="271" y="402"/>
                  </a:cubicBezTo>
                  <a:lnTo>
                    <a:pt x="271" y="136"/>
                  </a:lnTo>
                  <a:cubicBezTo>
                    <a:pt x="271" y="61"/>
                    <a:pt x="209" y="0"/>
                    <a:pt x="136" y="0"/>
                  </a:cubicBezTo>
                  <a:close/>
                </a:path>
              </a:pathLst>
            </a:custGeom>
            <a:solidFill>
              <a:srgbClr val="9182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28"/>
            <p:cNvSpPr/>
            <p:nvPr/>
          </p:nvSpPr>
          <p:spPr>
            <a:xfrm>
              <a:off x="6141565" y="2999126"/>
              <a:ext cx="61135" cy="40511"/>
            </a:xfrm>
            <a:custGeom>
              <a:rect b="b" l="l" r="r" t="t"/>
              <a:pathLst>
                <a:path extrusionOk="0" h="1141" w="1722">
                  <a:moveTo>
                    <a:pt x="1586" y="0"/>
                  </a:moveTo>
                  <a:cubicBezTo>
                    <a:pt x="1512" y="0"/>
                    <a:pt x="1451" y="61"/>
                    <a:pt x="1451" y="134"/>
                  </a:cubicBezTo>
                  <a:lnTo>
                    <a:pt x="1451" y="642"/>
                  </a:lnTo>
                  <a:cubicBezTo>
                    <a:pt x="1451" y="757"/>
                    <a:pt x="1364" y="857"/>
                    <a:pt x="1249" y="871"/>
                  </a:cubicBezTo>
                  <a:lnTo>
                    <a:pt x="134" y="871"/>
                  </a:lnTo>
                  <a:cubicBezTo>
                    <a:pt x="60" y="871"/>
                    <a:pt x="0" y="931"/>
                    <a:pt x="0" y="1005"/>
                  </a:cubicBezTo>
                  <a:cubicBezTo>
                    <a:pt x="0" y="1080"/>
                    <a:pt x="60" y="1140"/>
                    <a:pt x="134" y="1140"/>
                  </a:cubicBezTo>
                  <a:lnTo>
                    <a:pt x="1271" y="1140"/>
                  </a:lnTo>
                  <a:cubicBezTo>
                    <a:pt x="1528" y="1113"/>
                    <a:pt x="1721" y="900"/>
                    <a:pt x="1721" y="642"/>
                  </a:cubicBezTo>
                  <a:lnTo>
                    <a:pt x="1721" y="134"/>
                  </a:lnTo>
                  <a:cubicBezTo>
                    <a:pt x="1721" y="61"/>
                    <a:pt x="1659" y="0"/>
                    <a:pt x="158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28"/>
            <p:cNvSpPr/>
            <p:nvPr/>
          </p:nvSpPr>
          <p:spPr>
            <a:xfrm>
              <a:off x="6056214" y="2888248"/>
              <a:ext cx="132353" cy="77720"/>
            </a:xfrm>
            <a:custGeom>
              <a:rect b="b" l="l" r="r" t="t"/>
              <a:pathLst>
                <a:path extrusionOk="0" h="2189" w="3728">
                  <a:moveTo>
                    <a:pt x="1864" y="1"/>
                  </a:moveTo>
                  <a:cubicBezTo>
                    <a:pt x="834" y="1"/>
                    <a:pt x="1" y="835"/>
                    <a:pt x="1" y="1864"/>
                  </a:cubicBezTo>
                  <a:lnTo>
                    <a:pt x="1" y="2188"/>
                  </a:lnTo>
                  <a:cubicBezTo>
                    <a:pt x="1" y="2188"/>
                    <a:pt x="1" y="2188"/>
                    <a:pt x="3" y="2188"/>
                  </a:cubicBezTo>
                  <a:cubicBezTo>
                    <a:pt x="53" y="2188"/>
                    <a:pt x="1224" y="2178"/>
                    <a:pt x="1864" y="1289"/>
                  </a:cubicBezTo>
                  <a:cubicBezTo>
                    <a:pt x="2506" y="2178"/>
                    <a:pt x="3676" y="2188"/>
                    <a:pt x="3726" y="2188"/>
                  </a:cubicBezTo>
                  <a:cubicBezTo>
                    <a:pt x="3727" y="2188"/>
                    <a:pt x="3728" y="2188"/>
                    <a:pt x="3728" y="2188"/>
                  </a:cubicBezTo>
                  <a:lnTo>
                    <a:pt x="3728" y="1864"/>
                  </a:lnTo>
                  <a:cubicBezTo>
                    <a:pt x="3728" y="835"/>
                    <a:pt x="2893" y="1"/>
                    <a:pt x="18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28"/>
            <p:cNvSpPr/>
            <p:nvPr/>
          </p:nvSpPr>
          <p:spPr>
            <a:xfrm>
              <a:off x="6107623" y="2888212"/>
              <a:ext cx="80946" cy="77756"/>
            </a:xfrm>
            <a:custGeom>
              <a:rect b="b" l="l" r="r" t="t"/>
              <a:pathLst>
                <a:path extrusionOk="0" h="2190" w="2280">
                  <a:moveTo>
                    <a:pt x="416" y="0"/>
                  </a:moveTo>
                  <a:cubicBezTo>
                    <a:pt x="274" y="0"/>
                    <a:pt x="133" y="18"/>
                    <a:pt x="0" y="48"/>
                  </a:cubicBezTo>
                  <a:lnTo>
                    <a:pt x="29" y="48"/>
                  </a:lnTo>
                  <a:cubicBezTo>
                    <a:pt x="1058" y="48"/>
                    <a:pt x="1893" y="882"/>
                    <a:pt x="1893" y="1911"/>
                  </a:cubicBezTo>
                  <a:lnTo>
                    <a:pt x="1893" y="2150"/>
                  </a:lnTo>
                  <a:cubicBezTo>
                    <a:pt x="2108" y="2188"/>
                    <a:pt x="2259" y="2189"/>
                    <a:pt x="2278" y="2189"/>
                  </a:cubicBezTo>
                  <a:cubicBezTo>
                    <a:pt x="2279" y="2189"/>
                    <a:pt x="2280" y="2189"/>
                    <a:pt x="2280" y="2189"/>
                  </a:cubicBezTo>
                  <a:lnTo>
                    <a:pt x="2280" y="1865"/>
                  </a:lnTo>
                  <a:cubicBezTo>
                    <a:pt x="2280" y="836"/>
                    <a:pt x="1445" y="2"/>
                    <a:pt x="41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28"/>
            <p:cNvSpPr/>
            <p:nvPr/>
          </p:nvSpPr>
          <p:spPr>
            <a:xfrm>
              <a:off x="6121576" y="3024724"/>
              <a:ext cx="24745" cy="20309"/>
            </a:xfrm>
            <a:custGeom>
              <a:rect b="b" l="l" r="r" t="t"/>
              <a:pathLst>
                <a:path extrusionOk="0" h="572" w="697">
                  <a:moveTo>
                    <a:pt x="265" y="0"/>
                  </a:moveTo>
                  <a:cubicBezTo>
                    <a:pt x="120" y="0"/>
                    <a:pt x="0" y="118"/>
                    <a:pt x="0" y="265"/>
                  </a:cubicBezTo>
                  <a:lnTo>
                    <a:pt x="0" y="308"/>
                  </a:lnTo>
                  <a:cubicBezTo>
                    <a:pt x="0" y="454"/>
                    <a:pt x="120" y="572"/>
                    <a:pt x="265" y="572"/>
                  </a:cubicBezTo>
                  <a:lnTo>
                    <a:pt x="432" y="572"/>
                  </a:lnTo>
                  <a:cubicBezTo>
                    <a:pt x="579" y="572"/>
                    <a:pt x="697" y="454"/>
                    <a:pt x="697" y="308"/>
                  </a:cubicBezTo>
                  <a:lnTo>
                    <a:pt x="697" y="265"/>
                  </a:lnTo>
                  <a:cubicBezTo>
                    <a:pt x="697" y="118"/>
                    <a:pt x="579" y="0"/>
                    <a:pt x="432"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28"/>
            <p:cNvSpPr/>
            <p:nvPr/>
          </p:nvSpPr>
          <p:spPr>
            <a:xfrm>
              <a:off x="6128819" y="3024653"/>
              <a:ext cx="17503" cy="20344"/>
            </a:xfrm>
            <a:custGeom>
              <a:rect b="b" l="l" r="r" t="t"/>
              <a:pathLst>
                <a:path extrusionOk="0" h="573" w="493">
                  <a:moveTo>
                    <a:pt x="61" y="1"/>
                  </a:moveTo>
                  <a:cubicBezTo>
                    <a:pt x="42" y="1"/>
                    <a:pt x="21" y="2"/>
                    <a:pt x="1" y="8"/>
                  </a:cubicBezTo>
                  <a:cubicBezTo>
                    <a:pt x="117" y="34"/>
                    <a:pt x="204" y="141"/>
                    <a:pt x="204" y="264"/>
                  </a:cubicBezTo>
                  <a:lnTo>
                    <a:pt x="204" y="307"/>
                  </a:lnTo>
                  <a:cubicBezTo>
                    <a:pt x="204" y="433"/>
                    <a:pt x="117" y="538"/>
                    <a:pt x="1" y="565"/>
                  </a:cubicBezTo>
                  <a:cubicBezTo>
                    <a:pt x="21" y="571"/>
                    <a:pt x="40" y="572"/>
                    <a:pt x="61" y="572"/>
                  </a:cubicBezTo>
                  <a:lnTo>
                    <a:pt x="228" y="572"/>
                  </a:lnTo>
                  <a:cubicBezTo>
                    <a:pt x="375" y="572"/>
                    <a:pt x="493" y="454"/>
                    <a:pt x="493" y="307"/>
                  </a:cubicBezTo>
                  <a:lnTo>
                    <a:pt x="493" y="264"/>
                  </a:lnTo>
                  <a:cubicBezTo>
                    <a:pt x="493" y="119"/>
                    <a:pt x="375" y="1"/>
                    <a:pt x="22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28"/>
            <p:cNvSpPr/>
            <p:nvPr/>
          </p:nvSpPr>
          <p:spPr>
            <a:xfrm>
              <a:off x="6188465" y="2963906"/>
              <a:ext cx="28828" cy="40014"/>
            </a:xfrm>
            <a:custGeom>
              <a:rect b="b" l="l" r="r" t="t"/>
              <a:pathLst>
                <a:path extrusionOk="0" h="1127" w="812">
                  <a:moveTo>
                    <a:pt x="345" y="1"/>
                  </a:moveTo>
                  <a:lnTo>
                    <a:pt x="345" y="1"/>
                  </a:lnTo>
                  <a:cubicBezTo>
                    <a:pt x="413" y="94"/>
                    <a:pt x="452" y="208"/>
                    <a:pt x="452" y="332"/>
                  </a:cubicBezTo>
                  <a:cubicBezTo>
                    <a:pt x="452" y="605"/>
                    <a:pt x="258" y="834"/>
                    <a:pt x="0" y="887"/>
                  </a:cubicBezTo>
                  <a:lnTo>
                    <a:pt x="0" y="1126"/>
                  </a:lnTo>
                  <a:lnTo>
                    <a:pt x="243" y="1126"/>
                  </a:lnTo>
                  <a:cubicBezTo>
                    <a:pt x="558" y="1126"/>
                    <a:pt x="812" y="872"/>
                    <a:pt x="812" y="558"/>
                  </a:cubicBezTo>
                  <a:cubicBezTo>
                    <a:pt x="812" y="402"/>
                    <a:pt x="748" y="260"/>
                    <a:pt x="645" y="158"/>
                  </a:cubicBezTo>
                  <a:cubicBezTo>
                    <a:pt x="566" y="79"/>
                    <a:pt x="461" y="23"/>
                    <a:pt x="34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64" name="Google Shape;4664;p28"/>
          <p:cNvGrpSpPr/>
          <p:nvPr/>
        </p:nvGrpSpPr>
        <p:grpSpPr>
          <a:xfrm>
            <a:off x="5425775" y="2831051"/>
            <a:ext cx="234643" cy="327001"/>
            <a:chOff x="5425775" y="2831051"/>
            <a:chExt cx="234643" cy="327001"/>
          </a:xfrm>
        </p:grpSpPr>
        <p:sp>
          <p:nvSpPr>
            <p:cNvPr id="4665" name="Google Shape;4665;p28"/>
            <p:cNvSpPr/>
            <p:nvPr/>
          </p:nvSpPr>
          <p:spPr>
            <a:xfrm>
              <a:off x="5425775" y="2837335"/>
              <a:ext cx="234636" cy="320717"/>
            </a:xfrm>
            <a:custGeom>
              <a:rect b="b" l="l" r="r" t="t"/>
              <a:pathLst>
                <a:path extrusionOk="0" h="9033" w="6609">
                  <a:moveTo>
                    <a:pt x="154" y="0"/>
                  </a:moveTo>
                  <a:cubicBezTo>
                    <a:pt x="69" y="0"/>
                    <a:pt x="0" y="69"/>
                    <a:pt x="0" y="155"/>
                  </a:cubicBezTo>
                  <a:lnTo>
                    <a:pt x="0" y="8877"/>
                  </a:lnTo>
                  <a:cubicBezTo>
                    <a:pt x="0" y="8962"/>
                    <a:pt x="68" y="9033"/>
                    <a:pt x="154" y="9033"/>
                  </a:cubicBezTo>
                  <a:lnTo>
                    <a:pt x="5054" y="9033"/>
                  </a:lnTo>
                  <a:lnTo>
                    <a:pt x="6608" y="7591"/>
                  </a:lnTo>
                  <a:lnTo>
                    <a:pt x="6608" y="155"/>
                  </a:lnTo>
                  <a:cubicBezTo>
                    <a:pt x="6608" y="71"/>
                    <a:pt x="6541" y="0"/>
                    <a:pt x="645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28"/>
            <p:cNvSpPr/>
            <p:nvPr/>
          </p:nvSpPr>
          <p:spPr>
            <a:xfrm>
              <a:off x="5641708" y="2831051"/>
              <a:ext cx="18710" cy="287981"/>
            </a:xfrm>
            <a:custGeom>
              <a:rect b="b" l="l" r="r" t="t"/>
              <a:pathLst>
                <a:path extrusionOk="0" h="8111" w="527">
                  <a:moveTo>
                    <a:pt x="1" y="0"/>
                  </a:moveTo>
                  <a:cubicBezTo>
                    <a:pt x="86" y="0"/>
                    <a:pt x="156" y="68"/>
                    <a:pt x="156" y="154"/>
                  </a:cubicBezTo>
                  <a:lnTo>
                    <a:pt x="156" y="8110"/>
                  </a:lnTo>
                  <a:lnTo>
                    <a:pt x="526" y="7766"/>
                  </a:lnTo>
                  <a:lnTo>
                    <a:pt x="526" y="154"/>
                  </a:lnTo>
                  <a:cubicBezTo>
                    <a:pt x="526" y="69"/>
                    <a:pt x="456"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28"/>
            <p:cNvSpPr/>
            <p:nvPr/>
          </p:nvSpPr>
          <p:spPr>
            <a:xfrm>
              <a:off x="5453645" y="2895100"/>
              <a:ext cx="80378" cy="80419"/>
            </a:xfrm>
            <a:custGeom>
              <a:rect b="b" l="l" r="r" t="t"/>
              <a:pathLst>
                <a:path extrusionOk="0" h="2265" w="2264">
                  <a:moveTo>
                    <a:pt x="1132" y="1"/>
                  </a:moveTo>
                  <a:cubicBezTo>
                    <a:pt x="507" y="1"/>
                    <a:pt x="1" y="509"/>
                    <a:pt x="1" y="1133"/>
                  </a:cubicBezTo>
                  <a:cubicBezTo>
                    <a:pt x="1" y="1758"/>
                    <a:pt x="507" y="2264"/>
                    <a:pt x="1132" y="2264"/>
                  </a:cubicBezTo>
                  <a:cubicBezTo>
                    <a:pt x="1756" y="2264"/>
                    <a:pt x="2263" y="1758"/>
                    <a:pt x="2263" y="1133"/>
                  </a:cubicBezTo>
                  <a:cubicBezTo>
                    <a:pt x="2263" y="509"/>
                    <a:pt x="1756"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28"/>
            <p:cNvSpPr/>
            <p:nvPr/>
          </p:nvSpPr>
          <p:spPr>
            <a:xfrm>
              <a:off x="5453645" y="3005091"/>
              <a:ext cx="80378" cy="80419"/>
            </a:xfrm>
            <a:custGeom>
              <a:rect b="b" l="l" r="r" t="t"/>
              <a:pathLst>
                <a:path extrusionOk="0" h="2265" w="2264">
                  <a:moveTo>
                    <a:pt x="1132" y="1"/>
                  </a:moveTo>
                  <a:cubicBezTo>
                    <a:pt x="507" y="1"/>
                    <a:pt x="1" y="507"/>
                    <a:pt x="1" y="1132"/>
                  </a:cubicBezTo>
                  <a:cubicBezTo>
                    <a:pt x="1" y="1756"/>
                    <a:pt x="507" y="2264"/>
                    <a:pt x="1132" y="2264"/>
                  </a:cubicBezTo>
                  <a:cubicBezTo>
                    <a:pt x="1756" y="2264"/>
                    <a:pt x="2263" y="1756"/>
                    <a:pt x="2263" y="1132"/>
                  </a:cubicBezTo>
                  <a:cubicBezTo>
                    <a:pt x="2263" y="507"/>
                    <a:pt x="1756"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28"/>
            <p:cNvSpPr/>
            <p:nvPr/>
          </p:nvSpPr>
          <p:spPr>
            <a:xfrm>
              <a:off x="5468734" y="2897195"/>
              <a:ext cx="65289" cy="78324"/>
            </a:xfrm>
            <a:custGeom>
              <a:rect b="b" l="l" r="r" t="t"/>
              <a:pathLst>
                <a:path extrusionOk="0" h="2206" w="1839">
                  <a:moveTo>
                    <a:pt x="1061" y="1"/>
                  </a:moveTo>
                  <a:lnTo>
                    <a:pt x="1061" y="1"/>
                  </a:lnTo>
                  <a:cubicBezTo>
                    <a:pt x="1319" y="206"/>
                    <a:pt x="1484" y="526"/>
                    <a:pt x="1484" y="881"/>
                  </a:cubicBezTo>
                  <a:cubicBezTo>
                    <a:pt x="1484" y="1507"/>
                    <a:pt x="977" y="2012"/>
                    <a:pt x="353" y="2012"/>
                  </a:cubicBezTo>
                  <a:cubicBezTo>
                    <a:pt x="231" y="2012"/>
                    <a:pt x="111" y="1994"/>
                    <a:pt x="0" y="1958"/>
                  </a:cubicBezTo>
                  <a:lnTo>
                    <a:pt x="0" y="1958"/>
                  </a:lnTo>
                  <a:cubicBezTo>
                    <a:pt x="193" y="2112"/>
                    <a:pt x="439" y="2205"/>
                    <a:pt x="707" y="2205"/>
                  </a:cubicBezTo>
                  <a:cubicBezTo>
                    <a:pt x="1333" y="2205"/>
                    <a:pt x="1838" y="1699"/>
                    <a:pt x="1838" y="1074"/>
                  </a:cubicBezTo>
                  <a:cubicBezTo>
                    <a:pt x="1838" y="572"/>
                    <a:pt x="1511" y="147"/>
                    <a:pt x="10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28"/>
            <p:cNvSpPr/>
            <p:nvPr/>
          </p:nvSpPr>
          <p:spPr>
            <a:xfrm>
              <a:off x="5468663" y="3007079"/>
              <a:ext cx="65360" cy="78431"/>
            </a:xfrm>
            <a:custGeom>
              <a:rect b="b" l="l" r="r" t="t"/>
              <a:pathLst>
                <a:path extrusionOk="0" h="2209" w="1841">
                  <a:moveTo>
                    <a:pt x="1062" y="1"/>
                  </a:moveTo>
                  <a:cubicBezTo>
                    <a:pt x="1319" y="208"/>
                    <a:pt x="1485" y="526"/>
                    <a:pt x="1485" y="882"/>
                  </a:cubicBezTo>
                  <a:cubicBezTo>
                    <a:pt x="1485" y="1506"/>
                    <a:pt x="977" y="2014"/>
                    <a:pt x="354" y="2014"/>
                  </a:cubicBezTo>
                  <a:cubicBezTo>
                    <a:pt x="231" y="2014"/>
                    <a:pt x="112" y="1994"/>
                    <a:pt x="1" y="1958"/>
                  </a:cubicBezTo>
                  <a:lnTo>
                    <a:pt x="1" y="1958"/>
                  </a:lnTo>
                  <a:cubicBezTo>
                    <a:pt x="195" y="2115"/>
                    <a:pt x="441" y="2208"/>
                    <a:pt x="709" y="2208"/>
                  </a:cubicBezTo>
                  <a:cubicBezTo>
                    <a:pt x="1335" y="2208"/>
                    <a:pt x="1840" y="1700"/>
                    <a:pt x="1840" y="1076"/>
                  </a:cubicBezTo>
                  <a:cubicBezTo>
                    <a:pt x="1840" y="575"/>
                    <a:pt x="1513" y="151"/>
                    <a:pt x="106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28"/>
            <p:cNvSpPr/>
            <p:nvPr/>
          </p:nvSpPr>
          <p:spPr>
            <a:xfrm>
              <a:off x="5425775" y="2831051"/>
              <a:ext cx="234636" cy="42677"/>
            </a:xfrm>
            <a:custGeom>
              <a:rect b="b" l="l" r="r" t="t"/>
              <a:pathLst>
                <a:path extrusionOk="0" h="1202" w="6609">
                  <a:moveTo>
                    <a:pt x="154" y="0"/>
                  </a:moveTo>
                  <a:cubicBezTo>
                    <a:pt x="69" y="0"/>
                    <a:pt x="0" y="68"/>
                    <a:pt x="0" y="154"/>
                  </a:cubicBezTo>
                  <a:lnTo>
                    <a:pt x="0" y="1202"/>
                  </a:lnTo>
                  <a:lnTo>
                    <a:pt x="6608" y="1202"/>
                  </a:lnTo>
                  <a:lnTo>
                    <a:pt x="6608" y="154"/>
                  </a:lnTo>
                  <a:cubicBezTo>
                    <a:pt x="6608" y="69"/>
                    <a:pt x="6538" y="0"/>
                    <a:pt x="645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28"/>
            <p:cNvSpPr/>
            <p:nvPr/>
          </p:nvSpPr>
          <p:spPr>
            <a:xfrm>
              <a:off x="5641708" y="2831051"/>
              <a:ext cx="18710" cy="42677"/>
            </a:xfrm>
            <a:custGeom>
              <a:rect b="b" l="l" r="r" t="t"/>
              <a:pathLst>
                <a:path extrusionOk="0" h="1202" w="527">
                  <a:moveTo>
                    <a:pt x="1" y="0"/>
                  </a:moveTo>
                  <a:cubicBezTo>
                    <a:pt x="86" y="0"/>
                    <a:pt x="156" y="68"/>
                    <a:pt x="156" y="154"/>
                  </a:cubicBezTo>
                  <a:lnTo>
                    <a:pt x="156" y="1202"/>
                  </a:lnTo>
                  <a:lnTo>
                    <a:pt x="526" y="1202"/>
                  </a:lnTo>
                  <a:lnTo>
                    <a:pt x="526" y="154"/>
                  </a:lnTo>
                  <a:cubicBezTo>
                    <a:pt x="526" y="69"/>
                    <a:pt x="456"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28"/>
            <p:cNvSpPr/>
            <p:nvPr/>
          </p:nvSpPr>
          <p:spPr>
            <a:xfrm>
              <a:off x="5605210" y="3106774"/>
              <a:ext cx="55206" cy="51269"/>
            </a:xfrm>
            <a:custGeom>
              <a:rect b="b" l="l" r="r" t="t"/>
              <a:pathLst>
                <a:path extrusionOk="0" h="1444" w="1555">
                  <a:moveTo>
                    <a:pt x="223" y="0"/>
                  </a:moveTo>
                  <a:cubicBezTo>
                    <a:pt x="99" y="0"/>
                    <a:pt x="0" y="101"/>
                    <a:pt x="0" y="223"/>
                  </a:cubicBezTo>
                  <a:lnTo>
                    <a:pt x="0" y="1444"/>
                  </a:lnTo>
                  <a:lnTo>
                    <a:pt x="1554"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28"/>
            <p:cNvSpPr/>
            <p:nvPr/>
          </p:nvSpPr>
          <p:spPr>
            <a:xfrm>
              <a:off x="5605139" y="3106809"/>
              <a:ext cx="55277" cy="12498"/>
            </a:xfrm>
            <a:custGeom>
              <a:rect b="b" l="l" r="r" t="t"/>
              <a:pathLst>
                <a:path extrusionOk="0" h="352" w="1557">
                  <a:moveTo>
                    <a:pt x="222" y="1"/>
                  </a:moveTo>
                  <a:cubicBezTo>
                    <a:pt x="100" y="1"/>
                    <a:pt x="1" y="100"/>
                    <a:pt x="1" y="222"/>
                  </a:cubicBezTo>
                  <a:lnTo>
                    <a:pt x="1" y="352"/>
                  </a:lnTo>
                  <a:cubicBezTo>
                    <a:pt x="18" y="349"/>
                    <a:pt x="35" y="346"/>
                    <a:pt x="52" y="346"/>
                  </a:cubicBezTo>
                  <a:lnTo>
                    <a:pt x="1183" y="346"/>
                  </a:lnTo>
                  <a:lnTo>
                    <a:pt x="155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28"/>
            <p:cNvSpPr/>
            <p:nvPr/>
          </p:nvSpPr>
          <p:spPr>
            <a:xfrm>
              <a:off x="5473598" y="2911893"/>
              <a:ext cx="40366" cy="46902"/>
            </a:xfrm>
            <a:custGeom>
              <a:rect b="b" l="l" r="r" t="t"/>
              <a:pathLst>
                <a:path extrusionOk="0" h="1321" w="1137">
                  <a:moveTo>
                    <a:pt x="571" y="489"/>
                  </a:moveTo>
                  <a:lnTo>
                    <a:pt x="684" y="785"/>
                  </a:lnTo>
                  <a:lnTo>
                    <a:pt x="459" y="785"/>
                  </a:lnTo>
                  <a:lnTo>
                    <a:pt x="571" y="489"/>
                  </a:lnTo>
                  <a:close/>
                  <a:moveTo>
                    <a:pt x="570" y="1"/>
                  </a:moveTo>
                  <a:cubicBezTo>
                    <a:pt x="504" y="1"/>
                    <a:pt x="443" y="41"/>
                    <a:pt x="419" y="102"/>
                  </a:cubicBezTo>
                  <a:cubicBezTo>
                    <a:pt x="419" y="105"/>
                    <a:pt x="419" y="105"/>
                    <a:pt x="417" y="106"/>
                  </a:cubicBezTo>
                  <a:lnTo>
                    <a:pt x="26" y="1131"/>
                  </a:lnTo>
                  <a:cubicBezTo>
                    <a:pt x="0" y="1203"/>
                    <a:pt x="36" y="1285"/>
                    <a:pt x="108" y="1311"/>
                  </a:cubicBezTo>
                  <a:cubicBezTo>
                    <a:pt x="124" y="1317"/>
                    <a:pt x="141" y="1320"/>
                    <a:pt x="157" y="1320"/>
                  </a:cubicBezTo>
                  <a:cubicBezTo>
                    <a:pt x="213" y="1320"/>
                    <a:pt x="266" y="1286"/>
                    <a:pt x="288" y="1230"/>
                  </a:cubicBezTo>
                  <a:lnTo>
                    <a:pt x="350" y="1064"/>
                  </a:lnTo>
                  <a:lnTo>
                    <a:pt x="786" y="1064"/>
                  </a:lnTo>
                  <a:lnTo>
                    <a:pt x="849" y="1230"/>
                  </a:lnTo>
                  <a:cubicBezTo>
                    <a:pt x="871" y="1286"/>
                    <a:pt x="923" y="1321"/>
                    <a:pt x="979" y="1321"/>
                  </a:cubicBezTo>
                  <a:cubicBezTo>
                    <a:pt x="994" y="1321"/>
                    <a:pt x="1010" y="1316"/>
                    <a:pt x="1028" y="1311"/>
                  </a:cubicBezTo>
                  <a:cubicBezTo>
                    <a:pt x="1101" y="1282"/>
                    <a:pt x="1137" y="1201"/>
                    <a:pt x="1110" y="1131"/>
                  </a:cubicBezTo>
                  <a:lnTo>
                    <a:pt x="722" y="106"/>
                  </a:lnTo>
                  <a:cubicBezTo>
                    <a:pt x="722" y="105"/>
                    <a:pt x="721" y="105"/>
                    <a:pt x="721" y="102"/>
                  </a:cubicBezTo>
                  <a:cubicBezTo>
                    <a:pt x="695" y="41"/>
                    <a:pt x="636" y="1"/>
                    <a:pt x="5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28"/>
            <p:cNvSpPr/>
            <p:nvPr/>
          </p:nvSpPr>
          <p:spPr>
            <a:xfrm>
              <a:off x="5477681" y="3021919"/>
              <a:ext cx="32449" cy="46760"/>
            </a:xfrm>
            <a:custGeom>
              <a:rect b="b" l="l" r="r" t="t"/>
              <a:pathLst>
                <a:path extrusionOk="0" h="1317" w="914">
                  <a:moveTo>
                    <a:pt x="439" y="277"/>
                  </a:moveTo>
                  <a:cubicBezTo>
                    <a:pt x="495" y="277"/>
                    <a:pt x="540" y="323"/>
                    <a:pt x="540" y="377"/>
                  </a:cubicBezTo>
                  <a:cubicBezTo>
                    <a:pt x="540" y="433"/>
                    <a:pt x="495" y="478"/>
                    <a:pt x="439" y="478"/>
                  </a:cubicBezTo>
                  <a:lnTo>
                    <a:pt x="275" y="478"/>
                  </a:lnTo>
                  <a:lnTo>
                    <a:pt x="275" y="277"/>
                  </a:lnTo>
                  <a:close/>
                  <a:moveTo>
                    <a:pt x="492" y="756"/>
                  </a:moveTo>
                  <a:cubicBezTo>
                    <a:pt x="570" y="756"/>
                    <a:pt x="633" y="819"/>
                    <a:pt x="633" y="895"/>
                  </a:cubicBezTo>
                  <a:cubicBezTo>
                    <a:pt x="633" y="973"/>
                    <a:pt x="570" y="1038"/>
                    <a:pt x="492" y="1038"/>
                  </a:cubicBezTo>
                  <a:lnTo>
                    <a:pt x="277" y="1038"/>
                  </a:lnTo>
                  <a:lnTo>
                    <a:pt x="277" y="756"/>
                  </a:lnTo>
                  <a:close/>
                  <a:moveTo>
                    <a:pt x="138" y="0"/>
                  </a:moveTo>
                  <a:cubicBezTo>
                    <a:pt x="61" y="0"/>
                    <a:pt x="0" y="64"/>
                    <a:pt x="0" y="138"/>
                  </a:cubicBezTo>
                  <a:lnTo>
                    <a:pt x="0" y="618"/>
                  </a:lnTo>
                  <a:lnTo>
                    <a:pt x="0" y="1179"/>
                  </a:lnTo>
                  <a:cubicBezTo>
                    <a:pt x="0" y="1216"/>
                    <a:pt x="15" y="1251"/>
                    <a:pt x="41" y="1277"/>
                  </a:cubicBezTo>
                  <a:cubicBezTo>
                    <a:pt x="66" y="1303"/>
                    <a:pt x="102" y="1317"/>
                    <a:pt x="140" y="1317"/>
                  </a:cubicBezTo>
                  <a:cubicBezTo>
                    <a:pt x="140" y="1317"/>
                    <a:pt x="418" y="1315"/>
                    <a:pt x="495" y="1315"/>
                  </a:cubicBezTo>
                  <a:cubicBezTo>
                    <a:pt x="724" y="1315"/>
                    <a:pt x="914" y="1126"/>
                    <a:pt x="914" y="895"/>
                  </a:cubicBezTo>
                  <a:cubicBezTo>
                    <a:pt x="913" y="769"/>
                    <a:pt x="852" y="654"/>
                    <a:pt x="760" y="576"/>
                  </a:cubicBezTo>
                  <a:cubicBezTo>
                    <a:pt x="796" y="518"/>
                    <a:pt x="819" y="449"/>
                    <a:pt x="819" y="377"/>
                  </a:cubicBezTo>
                  <a:cubicBezTo>
                    <a:pt x="819" y="169"/>
                    <a:pt x="649" y="0"/>
                    <a:pt x="4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28"/>
            <p:cNvSpPr/>
            <p:nvPr/>
          </p:nvSpPr>
          <p:spPr>
            <a:xfrm>
              <a:off x="5549363" y="2912284"/>
              <a:ext cx="54745" cy="9835"/>
            </a:xfrm>
            <a:custGeom>
              <a:rect b="b" l="l" r="r" t="t"/>
              <a:pathLst>
                <a:path extrusionOk="0" h="277" w="1542">
                  <a:moveTo>
                    <a:pt x="140" y="0"/>
                  </a:moveTo>
                  <a:cubicBezTo>
                    <a:pt x="64" y="0"/>
                    <a:pt x="0" y="60"/>
                    <a:pt x="0" y="138"/>
                  </a:cubicBezTo>
                  <a:cubicBezTo>
                    <a:pt x="0" y="213"/>
                    <a:pt x="62" y="276"/>
                    <a:pt x="140" y="276"/>
                  </a:cubicBezTo>
                  <a:lnTo>
                    <a:pt x="1402" y="276"/>
                  </a:lnTo>
                  <a:cubicBezTo>
                    <a:pt x="1478" y="276"/>
                    <a:pt x="1541" y="216"/>
                    <a:pt x="1541" y="138"/>
                  </a:cubicBezTo>
                  <a:cubicBezTo>
                    <a:pt x="1541" y="62"/>
                    <a:pt x="1480" y="0"/>
                    <a:pt x="140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28"/>
            <p:cNvSpPr/>
            <p:nvPr/>
          </p:nvSpPr>
          <p:spPr>
            <a:xfrm>
              <a:off x="5549363" y="2931669"/>
              <a:ext cx="88011" cy="9870"/>
            </a:xfrm>
            <a:custGeom>
              <a:rect b="b" l="l" r="r" t="t"/>
              <a:pathLst>
                <a:path extrusionOk="0" h="278" w="2479">
                  <a:moveTo>
                    <a:pt x="140" y="1"/>
                  </a:moveTo>
                  <a:cubicBezTo>
                    <a:pt x="64" y="1"/>
                    <a:pt x="0" y="61"/>
                    <a:pt x="0" y="139"/>
                  </a:cubicBezTo>
                  <a:cubicBezTo>
                    <a:pt x="0" y="214"/>
                    <a:pt x="62" y="277"/>
                    <a:pt x="140" y="277"/>
                  </a:cubicBezTo>
                  <a:lnTo>
                    <a:pt x="2339" y="277"/>
                  </a:lnTo>
                  <a:cubicBezTo>
                    <a:pt x="2416" y="277"/>
                    <a:pt x="2478" y="217"/>
                    <a:pt x="2478" y="139"/>
                  </a:cubicBezTo>
                  <a:cubicBezTo>
                    <a:pt x="2478" y="63"/>
                    <a:pt x="2416" y="1"/>
                    <a:pt x="23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28"/>
            <p:cNvSpPr/>
            <p:nvPr/>
          </p:nvSpPr>
          <p:spPr>
            <a:xfrm>
              <a:off x="5549363" y="2951089"/>
              <a:ext cx="88011" cy="9870"/>
            </a:xfrm>
            <a:custGeom>
              <a:rect b="b" l="l" r="r" t="t"/>
              <a:pathLst>
                <a:path extrusionOk="0" h="278" w="2479">
                  <a:moveTo>
                    <a:pt x="140" y="1"/>
                  </a:moveTo>
                  <a:cubicBezTo>
                    <a:pt x="64" y="1"/>
                    <a:pt x="0" y="61"/>
                    <a:pt x="0" y="139"/>
                  </a:cubicBezTo>
                  <a:cubicBezTo>
                    <a:pt x="0" y="214"/>
                    <a:pt x="62" y="277"/>
                    <a:pt x="140" y="277"/>
                  </a:cubicBezTo>
                  <a:lnTo>
                    <a:pt x="2339" y="277"/>
                  </a:lnTo>
                  <a:cubicBezTo>
                    <a:pt x="2416" y="277"/>
                    <a:pt x="2478" y="217"/>
                    <a:pt x="2478" y="139"/>
                  </a:cubicBezTo>
                  <a:cubicBezTo>
                    <a:pt x="2478" y="63"/>
                    <a:pt x="2416" y="1"/>
                    <a:pt x="23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28"/>
            <p:cNvSpPr/>
            <p:nvPr/>
          </p:nvSpPr>
          <p:spPr>
            <a:xfrm>
              <a:off x="5549363" y="2970545"/>
              <a:ext cx="88011" cy="9870"/>
            </a:xfrm>
            <a:custGeom>
              <a:rect b="b" l="l" r="r" t="t"/>
              <a:pathLst>
                <a:path extrusionOk="0" h="278" w="2479">
                  <a:moveTo>
                    <a:pt x="140" y="1"/>
                  </a:moveTo>
                  <a:cubicBezTo>
                    <a:pt x="64" y="1"/>
                    <a:pt x="0" y="61"/>
                    <a:pt x="0" y="139"/>
                  </a:cubicBezTo>
                  <a:cubicBezTo>
                    <a:pt x="0" y="215"/>
                    <a:pt x="62" y="277"/>
                    <a:pt x="140" y="277"/>
                  </a:cubicBezTo>
                  <a:lnTo>
                    <a:pt x="2339" y="277"/>
                  </a:lnTo>
                  <a:cubicBezTo>
                    <a:pt x="2416" y="277"/>
                    <a:pt x="2478" y="215"/>
                    <a:pt x="2478" y="139"/>
                  </a:cubicBezTo>
                  <a:cubicBezTo>
                    <a:pt x="2478" y="64"/>
                    <a:pt x="2416" y="1"/>
                    <a:pt x="23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28"/>
            <p:cNvSpPr/>
            <p:nvPr/>
          </p:nvSpPr>
          <p:spPr>
            <a:xfrm>
              <a:off x="5549363" y="3022274"/>
              <a:ext cx="54745" cy="9906"/>
            </a:xfrm>
            <a:custGeom>
              <a:rect b="b" l="l" r="r" t="t"/>
              <a:pathLst>
                <a:path extrusionOk="0" h="279" w="1542">
                  <a:moveTo>
                    <a:pt x="140" y="0"/>
                  </a:moveTo>
                  <a:cubicBezTo>
                    <a:pt x="64" y="0"/>
                    <a:pt x="0" y="64"/>
                    <a:pt x="0" y="140"/>
                  </a:cubicBezTo>
                  <a:cubicBezTo>
                    <a:pt x="0" y="215"/>
                    <a:pt x="62" y="278"/>
                    <a:pt x="140" y="278"/>
                  </a:cubicBezTo>
                  <a:lnTo>
                    <a:pt x="1402" y="278"/>
                  </a:lnTo>
                  <a:cubicBezTo>
                    <a:pt x="1478" y="278"/>
                    <a:pt x="1541" y="215"/>
                    <a:pt x="1541" y="140"/>
                  </a:cubicBezTo>
                  <a:cubicBezTo>
                    <a:pt x="1541" y="64"/>
                    <a:pt x="1480" y="0"/>
                    <a:pt x="140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28"/>
            <p:cNvSpPr/>
            <p:nvPr/>
          </p:nvSpPr>
          <p:spPr>
            <a:xfrm>
              <a:off x="5549363" y="3041695"/>
              <a:ext cx="88011" cy="9870"/>
            </a:xfrm>
            <a:custGeom>
              <a:rect b="b" l="l" r="r" t="t"/>
              <a:pathLst>
                <a:path extrusionOk="0" h="278" w="2479">
                  <a:moveTo>
                    <a:pt x="140" y="0"/>
                  </a:moveTo>
                  <a:cubicBezTo>
                    <a:pt x="64" y="0"/>
                    <a:pt x="0" y="62"/>
                    <a:pt x="0" y="140"/>
                  </a:cubicBezTo>
                  <a:cubicBezTo>
                    <a:pt x="0" y="215"/>
                    <a:pt x="62" y="278"/>
                    <a:pt x="140" y="278"/>
                  </a:cubicBezTo>
                  <a:lnTo>
                    <a:pt x="2339" y="278"/>
                  </a:lnTo>
                  <a:cubicBezTo>
                    <a:pt x="2416" y="278"/>
                    <a:pt x="2478" y="215"/>
                    <a:pt x="2478" y="140"/>
                  </a:cubicBezTo>
                  <a:cubicBezTo>
                    <a:pt x="2478" y="63"/>
                    <a:pt x="2416" y="0"/>
                    <a:pt x="233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28"/>
            <p:cNvSpPr/>
            <p:nvPr/>
          </p:nvSpPr>
          <p:spPr>
            <a:xfrm>
              <a:off x="5549363" y="3061080"/>
              <a:ext cx="88011" cy="9906"/>
            </a:xfrm>
            <a:custGeom>
              <a:rect b="b" l="l" r="r" t="t"/>
              <a:pathLst>
                <a:path extrusionOk="0" h="279" w="2479">
                  <a:moveTo>
                    <a:pt x="140" y="1"/>
                  </a:moveTo>
                  <a:cubicBezTo>
                    <a:pt x="64" y="1"/>
                    <a:pt x="0" y="63"/>
                    <a:pt x="0" y="141"/>
                  </a:cubicBezTo>
                  <a:cubicBezTo>
                    <a:pt x="0" y="215"/>
                    <a:pt x="62" y="279"/>
                    <a:pt x="140" y="279"/>
                  </a:cubicBezTo>
                  <a:lnTo>
                    <a:pt x="2339" y="279"/>
                  </a:lnTo>
                  <a:cubicBezTo>
                    <a:pt x="2416" y="279"/>
                    <a:pt x="2478" y="215"/>
                    <a:pt x="2478" y="141"/>
                  </a:cubicBezTo>
                  <a:cubicBezTo>
                    <a:pt x="2478" y="64"/>
                    <a:pt x="2416" y="1"/>
                    <a:pt x="23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28"/>
            <p:cNvSpPr/>
            <p:nvPr/>
          </p:nvSpPr>
          <p:spPr>
            <a:xfrm>
              <a:off x="5549363" y="3080501"/>
              <a:ext cx="88011" cy="9906"/>
            </a:xfrm>
            <a:custGeom>
              <a:rect b="b" l="l" r="r" t="t"/>
              <a:pathLst>
                <a:path extrusionOk="0" h="279" w="2479">
                  <a:moveTo>
                    <a:pt x="140" y="1"/>
                  </a:moveTo>
                  <a:cubicBezTo>
                    <a:pt x="64" y="1"/>
                    <a:pt x="0" y="64"/>
                    <a:pt x="0" y="140"/>
                  </a:cubicBezTo>
                  <a:cubicBezTo>
                    <a:pt x="0" y="215"/>
                    <a:pt x="62" y="279"/>
                    <a:pt x="140" y="279"/>
                  </a:cubicBezTo>
                  <a:lnTo>
                    <a:pt x="2339" y="279"/>
                  </a:lnTo>
                  <a:cubicBezTo>
                    <a:pt x="2416" y="279"/>
                    <a:pt x="2478" y="215"/>
                    <a:pt x="2478" y="140"/>
                  </a:cubicBezTo>
                  <a:cubicBezTo>
                    <a:pt x="2478" y="64"/>
                    <a:pt x="2416" y="1"/>
                    <a:pt x="23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85" name="Google Shape;4685;p28"/>
          <p:cNvGrpSpPr/>
          <p:nvPr/>
        </p:nvGrpSpPr>
        <p:grpSpPr>
          <a:xfrm>
            <a:off x="4741548" y="2831051"/>
            <a:ext cx="308314" cy="327001"/>
            <a:chOff x="4741548" y="2831051"/>
            <a:chExt cx="308314" cy="327001"/>
          </a:xfrm>
        </p:grpSpPr>
        <p:sp>
          <p:nvSpPr>
            <p:cNvPr id="4686" name="Google Shape;4686;p28"/>
            <p:cNvSpPr/>
            <p:nvPr/>
          </p:nvSpPr>
          <p:spPr>
            <a:xfrm>
              <a:off x="4741548" y="2835524"/>
              <a:ext cx="308304" cy="322527"/>
            </a:xfrm>
            <a:custGeom>
              <a:rect b="b" l="l" r="r" t="t"/>
              <a:pathLst>
                <a:path extrusionOk="0" h="9084" w="8684">
                  <a:moveTo>
                    <a:pt x="100" y="1"/>
                  </a:moveTo>
                  <a:cubicBezTo>
                    <a:pt x="47" y="1"/>
                    <a:pt x="1" y="47"/>
                    <a:pt x="1" y="100"/>
                  </a:cubicBezTo>
                  <a:lnTo>
                    <a:pt x="1" y="8984"/>
                  </a:lnTo>
                  <a:cubicBezTo>
                    <a:pt x="1" y="9038"/>
                    <a:pt x="47" y="9084"/>
                    <a:pt x="100" y="9084"/>
                  </a:cubicBezTo>
                  <a:lnTo>
                    <a:pt x="8584" y="9084"/>
                  </a:lnTo>
                  <a:cubicBezTo>
                    <a:pt x="8639" y="9084"/>
                    <a:pt x="8684" y="9041"/>
                    <a:pt x="8684" y="8984"/>
                  </a:cubicBezTo>
                  <a:lnTo>
                    <a:pt x="8684" y="100"/>
                  </a:lnTo>
                  <a:cubicBezTo>
                    <a:pt x="8684" y="47"/>
                    <a:pt x="8639" y="1"/>
                    <a:pt x="858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28"/>
            <p:cNvSpPr/>
            <p:nvPr/>
          </p:nvSpPr>
          <p:spPr>
            <a:xfrm>
              <a:off x="5032785" y="2831051"/>
              <a:ext cx="17077" cy="327001"/>
            </a:xfrm>
            <a:custGeom>
              <a:rect b="b" l="l" r="r" t="t"/>
              <a:pathLst>
                <a:path extrusionOk="0" h="9210" w="481">
                  <a:moveTo>
                    <a:pt x="0" y="0"/>
                  </a:moveTo>
                  <a:cubicBezTo>
                    <a:pt x="27" y="0"/>
                    <a:pt x="52" y="10"/>
                    <a:pt x="71" y="29"/>
                  </a:cubicBezTo>
                  <a:cubicBezTo>
                    <a:pt x="88" y="46"/>
                    <a:pt x="99" y="72"/>
                    <a:pt x="99" y="98"/>
                  </a:cubicBezTo>
                  <a:lnTo>
                    <a:pt x="99" y="9110"/>
                  </a:lnTo>
                  <a:cubicBezTo>
                    <a:pt x="99" y="9164"/>
                    <a:pt x="55" y="9210"/>
                    <a:pt x="0" y="9210"/>
                  </a:cubicBezTo>
                  <a:lnTo>
                    <a:pt x="381" y="9210"/>
                  </a:lnTo>
                  <a:cubicBezTo>
                    <a:pt x="436" y="9210"/>
                    <a:pt x="481" y="9164"/>
                    <a:pt x="481" y="9110"/>
                  </a:cubicBezTo>
                  <a:lnTo>
                    <a:pt x="481" y="98"/>
                  </a:lnTo>
                  <a:cubicBezTo>
                    <a:pt x="481" y="75"/>
                    <a:pt x="472" y="53"/>
                    <a:pt x="459" y="36"/>
                  </a:cubicBezTo>
                  <a:cubicBezTo>
                    <a:pt x="456" y="33"/>
                    <a:pt x="453" y="30"/>
                    <a:pt x="452" y="29"/>
                  </a:cubicBezTo>
                  <a:cubicBezTo>
                    <a:pt x="435" y="10"/>
                    <a:pt x="409" y="0"/>
                    <a:pt x="38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28"/>
            <p:cNvSpPr/>
            <p:nvPr/>
          </p:nvSpPr>
          <p:spPr>
            <a:xfrm>
              <a:off x="4741548" y="2831051"/>
              <a:ext cx="308304" cy="42748"/>
            </a:xfrm>
            <a:custGeom>
              <a:rect b="b" l="l" r="r" t="t"/>
              <a:pathLst>
                <a:path extrusionOk="0" h="1204" w="8684">
                  <a:moveTo>
                    <a:pt x="100" y="0"/>
                  </a:moveTo>
                  <a:cubicBezTo>
                    <a:pt x="47" y="0"/>
                    <a:pt x="1" y="45"/>
                    <a:pt x="1" y="98"/>
                  </a:cubicBezTo>
                  <a:lnTo>
                    <a:pt x="1" y="1203"/>
                  </a:lnTo>
                  <a:lnTo>
                    <a:pt x="8684" y="1203"/>
                  </a:lnTo>
                  <a:lnTo>
                    <a:pt x="8684" y="98"/>
                  </a:lnTo>
                  <a:cubicBezTo>
                    <a:pt x="8684" y="45"/>
                    <a:pt x="8639" y="0"/>
                    <a:pt x="858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28"/>
            <p:cNvSpPr/>
            <p:nvPr/>
          </p:nvSpPr>
          <p:spPr>
            <a:xfrm>
              <a:off x="5032785" y="2831051"/>
              <a:ext cx="17077" cy="42748"/>
            </a:xfrm>
            <a:custGeom>
              <a:rect b="b" l="l" r="r" t="t"/>
              <a:pathLst>
                <a:path extrusionOk="0" h="1204" w="481">
                  <a:moveTo>
                    <a:pt x="0" y="0"/>
                  </a:moveTo>
                  <a:cubicBezTo>
                    <a:pt x="27" y="0"/>
                    <a:pt x="52" y="10"/>
                    <a:pt x="71" y="29"/>
                  </a:cubicBezTo>
                  <a:cubicBezTo>
                    <a:pt x="88" y="46"/>
                    <a:pt x="99" y="72"/>
                    <a:pt x="99" y="98"/>
                  </a:cubicBezTo>
                  <a:lnTo>
                    <a:pt x="99" y="1203"/>
                  </a:lnTo>
                  <a:lnTo>
                    <a:pt x="481" y="1203"/>
                  </a:lnTo>
                  <a:lnTo>
                    <a:pt x="481" y="98"/>
                  </a:lnTo>
                  <a:cubicBezTo>
                    <a:pt x="481" y="75"/>
                    <a:pt x="472" y="53"/>
                    <a:pt x="459" y="36"/>
                  </a:cubicBezTo>
                  <a:cubicBezTo>
                    <a:pt x="456" y="33"/>
                    <a:pt x="453" y="30"/>
                    <a:pt x="452" y="29"/>
                  </a:cubicBezTo>
                  <a:cubicBezTo>
                    <a:pt x="435" y="10"/>
                    <a:pt x="409" y="0"/>
                    <a:pt x="38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28"/>
            <p:cNvSpPr/>
            <p:nvPr/>
          </p:nvSpPr>
          <p:spPr>
            <a:xfrm>
              <a:off x="4803786" y="2900496"/>
              <a:ext cx="183903" cy="230996"/>
            </a:xfrm>
            <a:custGeom>
              <a:rect b="b" l="l" r="r" t="t"/>
              <a:pathLst>
                <a:path extrusionOk="0" h="6506" w="5180">
                  <a:moveTo>
                    <a:pt x="2590" y="0"/>
                  </a:moveTo>
                  <a:cubicBezTo>
                    <a:pt x="2552" y="0"/>
                    <a:pt x="2513" y="11"/>
                    <a:pt x="2478" y="33"/>
                  </a:cubicBezTo>
                  <a:cubicBezTo>
                    <a:pt x="2168" y="228"/>
                    <a:pt x="1238" y="775"/>
                    <a:pt x="264" y="972"/>
                  </a:cubicBezTo>
                  <a:cubicBezTo>
                    <a:pt x="167" y="991"/>
                    <a:pt x="98" y="1076"/>
                    <a:pt x="98" y="1175"/>
                  </a:cubicBezTo>
                  <a:lnTo>
                    <a:pt x="98" y="3997"/>
                  </a:lnTo>
                  <a:cubicBezTo>
                    <a:pt x="98" y="3997"/>
                    <a:pt x="0" y="5845"/>
                    <a:pt x="2591" y="6505"/>
                  </a:cubicBezTo>
                  <a:cubicBezTo>
                    <a:pt x="5179" y="5846"/>
                    <a:pt x="5080" y="3997"/>
                    <a:pt x="5080" y="3997"/>
                  </a:cubicBezTo>
                  <a:lnTo>
                    <a:pt x="5080" y="1175"/>
                  </a:lnTo>
                  <a:cubicBezTo>
                    <a:pt x="5080" y="1076"/>
                    <a:pt x="5010" y="991"/>
                    <a:pt x="4915" y="972"/>
                  </a:cubicBezTo>
                  <a:cubicBezTo>
                    <a:pt x="3942" y="775"/>
                    <a:pt x="3011" y="228"/>
                    <a:pt x="2700" y="33"/>
                  </a:cubicBezTo>
                  <a:cubicBezTo>
                    <a:pt x="2667" y="11"/>
                    <a:pt x="2629" y="0"/>
                    <a:pt x="259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28"/>
            <p:cNvSpPr/>
            <p:nvPr/>
          </p:nvSpPr>
          <p:spPr>
            <a:xfrm>
              <a:off x="4888995" y="2900425"/>
              <a:ext cx="96141" cy="231067"/>
            </a:xfrm>
            <a:custGeom>
              <a:rect b="b" l="l" r="r" t="t"/>
              <a:pathLst>
                <a:path extrusionOk="0" h="6508" w="2708">
                  <a:moveTo>
                    <a:pt x="188" y="1"/>
                  </a:moveTo>
                  <a:cubicBezTo>
                    <a:pt x="150" y="1"/>
                    <a:pt x="112" y="12"/>
                    <a:pt x="78" y="33"/>
                  </a:cubicBezTo>
                  <a:cubicBezTo>
                    <a:pt x="55" y="48"/>
                    <a:pt x="31" y="64"/>
                    <a:pt x="1" y="81"/>
                  </a:cubicBezTo>
                  <a:cubicBezTo>
                    <a:pt x="368" y="330"/>
                    <a:pt x="1237" y="983"/>
                    <a:pt x="2143" y="1164"/>
                  </a:cubicBezTo>
                  <a:cubicBezTo>
                    <a:pt x="2240" y="1185"/>
                    <a:pt x="2309" y="1268"/>
                    <a:pt x="2309" y="1367"/>
                  </a:cubicBezTo>
                  <a:lnTo>
                    <a:pt x="2309" y="3999"/>
                  </a:lnTo>
                  <a:cubicBezTo>
                    <a:pt x="2309" y="3999"/>
                    <a:pt x="2338" y="4530"/>
                    <a:pt x="1966" y="5123"/>
                  </a:cubicBezTo>
                  <a:cubicBezTo>
                    <a:pt x="1660" y="5611"/>
                    <a:pt x="1086" y="6142"/>
                    <a:pt x="4" y="6456"/>
                  </a:cubicBezTo>
                  <a:cubicBezTo>
                    <a:pt x="63" y="6474"/>
                    <a:pt x="126" y="6490"/>
                    <a:pt x="189" y="6507"/>
                  </a:cubicBezTo>
                  <a:cubicBezTo>
                    <a:pt x="1392" y="6201"/>
                    <a:pt x="2014" y="5638"/>
                    <a:pt x="2336" y="5123"/>
                  </a:cubicBezTo>
                  <a:cubicBezTo>
                    <a:pt x="2708" y="4530"/>
                    <a:pt x="2680" y="3999"/>
                    <a:pt x="2680" y="3998"/>
                  </a:cubicBezTo>
                  <a:lnTo>
                    <a:pt x="2680" y="1173"/>
                  </a:lnTo>
                  <a:cubicBezTo>
                    <a:pt x="2680" y="1077"/>
                    <a:pt x="2611" y="992"/>
                    <a:pt x="2515" y="972"/>
                  </a:cubicBezTo>
                  <a:cubicBezTo>
                    <a:pt x="1542" y="776"/>
                    <a:pt x="611" y="229"/>
                    <a:pt x="300" y="33"/>
                  </a:cubicBezTo>
                  <a:cubicBezTo>
                    <a:pt x="265" y="12"/>
                    <a:pt x="227" y="1"/>
                    <a:pt x="18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28"/>
            <p:cNvSpPr/>
            <p:nvPr/>
          </p:nvSpPr>
          <p:spPr>
            <a:xfrm>
              <a:off x="4825479" y="2925101"/>
              <a:ext cx="140377" cy="182389"/>
            </a:xfrm>
            <a:custGeom>
              <a:rect b="b" l="l" r="r" t="t"/>
              <a:pathLst>
                <a:path extrusionOk="0" h="5137" w="3954">
                  <a:moveTo>
                    <a:pt x="1977" y="1"/>
                  </a:moveTo>
                  <a:cubicBezTo>
                    <a:pt x="1948" y="1"/>
                    <a:pt x="1919" y="9"/>
                    <a:pt x="1893" y="25"/>
                  </a:cubicBezTo>
                  <a:cubicBezTo>
                    <a:pt x="1656" y="174"/>
                    <a:pt x="945" y="592"/>
                    <a:pt x="202" y="743"/>
                  </a:cubicBezTo>
                  <a:cubicBezTo>
                    <a:pt x="129" y="757"/>
                    <a:pt x="76" y="822"/>
                    <a:pt x="76" y="898"/>
                  </a:cubicBezTo>
                  <a:lnTo>
                    <a:pt x="76" y="3052"/>
                  </a:lnTo>
                  <a:cubicBezTo>
                    <a:pt x="76" y="3052"/>
                    <a:pt x="1" y="4632"/>
                    <a:pt x="1978" y="5136"/>
                  </a:cubicBezTo>
                  <a:cubicBezTo>
                    <a:pt x="3954" y="4632"/>
                    <a:pt x="3879" y="3052"/>
                    <a:pt x="3879" y="3052"/>
                  </a:cubicBezTo>
                  <a:lnTo>
                    <a:pt x="3879" y="898"/>
                  </a:lnTo>
                  <a:cubicBezTo>
                    <a:pt x="3879" y="822"/>
                    <a:pt x="3827" y="757"/>
                    <a:pt x="3753" y="743"/>
                  </a:cubicBezTo>
                  <a:cubicBezTo>
                    <a:pt x="3010" y="593"/>
                    <a:pt x="2301" y="176"/>
                    <a:pt x="2062" y="25"/>
                  </a:cubicBezTo>
                  <a:cubicBezTo>
                    <a:pt x="2036" y="9"/>
                    <a:pt x="2007" y="1"/>
                    <a:pt x="197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28"/>
            <p:cNvSpPr/>
            <p:nvPr/>
          </p:nvSpPr>
          <p:spPr>
            <a:xfrm>
              <a:off x="4884876" y="2925030"/>
              <a:ext cx="79100" cy="182354"/>
            </a:xfrm>
            <a:custGeom>
              <a:rect b="b" l="l" r="r" t="t"/>
              <a:pathLst>
                <a:path extrusionOk="0" h="5136" w="2228">
                  <a:moveTo>
                    <a:pt x="306" y="0"/>
                  </a:moveTo>
                  <a:cubicBezTo>
                    <a:pt x="277" y="0"/>
                    <a:pt x="248" y="9"/>
                    <a:pt x="222" y="25"/>
                  </a:cubicBezTo>
                  <a:cubicBezTo>
                    <a:pt x="170" y="57"/>
                    <a:pt x="94" y="103"/>
                    <a:pt x="0" y="156"/>
                  </a:cubicBezTo>
                  <a:cubicBezTo>
                    <a:pt x="291" y="335"/>
                    <a:pt x="1026" y="866"/>
                    <a:pt x="1718" y="1004"/>
                  </a:cubicBezTo>
                  <a:cubicBezTo>
                    <a:pt x="1792" y="1018"/>
                    <a:pt x="1844" y="1083"/>
                    <a:pt x="1844" y="1158"/>
                  </a:cubicBezTo>
                  <a:lnTo>
                    <a:pt x="1844" y="3053"/>
                  </a:lnTo>
                  <a:cubicBezTo>
                    <a:pt x="1844" y="3053"/>
                    <a:pt x="1865" y="3506"/>
                    <a:pt x="1582" y="4004"/>
                  </a:cubicBezTo>
                  <a:cubicBezTo>
                    <a:pt x="1351" y="4407"/>
                    <a:pt x="923" y="4839"/>
                    <a:pt x="122" y="5085"/>
                  </a:cubicBezTo>
                  <a:cubicBezTo>
                    <a:pt x="181" y="5104"/>
                    <a:pt x="242" y="5119"/>
                    <a:pt x="304" y="5135"/>
                  </a:cubicBezTo>
                  <a:cubicBezTo>
                    <a:pt x="1222" y="4902"/>
                    <a:pt x="1697" y="4436"/>
                    <a:pt x="1943" y="4004"/>
                  </a:cubicBezTo>
                  <a:cubicBezTo>
                    <a:pt x="2228" y="3508"/>
                    <a:pt x="2206" y="3054"/>
                    <a:pt x="2208" y="3053"/>
                  </a:cubicBezTo>
                  <a:lnTo>
                    <a:pt x="2208" y="897"/>
                  </a:lnTo>
                  <a:cubicBezTo>
                    <a:pt x="2208" y="823"/>
                    <a:pt x="2156" y="758"/>
                    <a:pt x="2082" y="743"/>
                  </a:cubicBezTo>
                  <a:cubicBezTo>
                    <a:pt x="1338" y="592"/>
                    <a:pt x="629" y="175"/>
                    <a:pt x="392" y="25"/>
                  </a:cubicBezTo>
                  <a:cubicBezTo>
                    <a:pt x="365" y="9"/>
                    <a:pt x="335" y="0"/>
                    <a:pt x="30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28"/>
            <p:cNvSpPr/>
            <p:nvPr/>
          </p:nvSpPr>
          <p:spPr>
            <a:xfrm>
              <a:off x="4848520" y="2969125"/>
              <a:ext cx="94366" cy="94301"/>
            </a:xfrm>
            <a:custGeom>
              <a:rect b="b" l="l" r="r" t="t"/>
              <a:pathLst>
                <a:path extrusionOk="0" h="2656" w="2658">
                  <a:moveTo>
                    <a:pt x="1073" y="1"/>
                  </a:moveTo>
                  <a:cubicBezTo>
                    <a:pt x="981" y="1"/>
                    <a:pt x="906" y="77"/>
                    <a:pt x="906" y="169"/>
                  </a:cubicBezTo>
                  <a:lnTo>
                    <a:pt x="906" y="739"/>
                  </a:lnTo>
                  <a:cubicBezTo>
                    <a:pt x="906" y="831"/>
                    <a:pt x="830" y="906"/>
                    <a:pt x="739" y="906"/>
                  </a:cubicBezTo>
                  <a:lnTo>
                    <a:pt x="168" y="906"/>
                  </a:lnTo>
                  <a:cubicBezTo>
                    <a:pt x="77" y="906"/>
                    <a:pt x="1" y="982"/>
                    <a:pt x="1" y="1073"/>
                  </a:cubicBezTo>
                  <a:lnTo>
                    <a:pt x="1" y="1584"/>
                  </a:lnTo>
                  <a:cubicBezTo>
                    <a:pt x="1" y="1676"/>
                    <a:pt x="77" y="1752"/>
                    <a:pt x="168" y="1752"/>
                  </a:cubicBezTo>
                  <a:lnTo>
                    <a:pt x="739" y="1752"/>
                  </a:lnTo>
                  <a:cubicBezTo>
                    <a:pt x="830" y="1752"/>
                    <a:pt x="906" y="1827"/>
                    <a:pt x="906" y="1919"/>
                  </a:cubicBezTo>
                  <a:lnTo>
                    <a:pt x="906" y="2489"/>
                  </a:lnTo>
                  <a:cubicBezTo>
                    <a:pt x="906" y="2581"/>
                    <a:pt x="981" y="2656"/>
                    <a:pt x="1073" y="2656"/>
                  </a:cubicBezTo>
                  <a:lnTo>
                    <a:pt x="1584" y="2656"/>
                  </a:lnTo>
                  <a:cubicBezTo>
                    <a:pt x="1676" y="2656"/>
                    <a:pt x="1751" y="2581"/>
                    <a:pt x="1751" y="2489"/>
                  </a:cubicBezTo>
                  <a:lnTo>
                    <a:pt x="1751" y="1919"/>
                  </a:lnTo>
                  <a:cubicBezTo>
                    <a:pt x="1751" y="1827"/>
                    <a:pt x="1827" y="1752"/>
                    <a:pt x="1918" y="1752"/>
                  </a:cubicBezTo>
                  <a:lnTo>
                    <a:pt x="2489" y="1752"/>
                  </a:lnTo>
                  <a:cubicBezTo>
                    <a:pt x="2580" y="1752"/>
                    <a:pt x="2656" y="1676"/>
                    <a:pt x="2656" y="1584"/>
                  </a:cubicBezTo>
                  <a:lnTo>
                    <a:pt x="2656" y="1073"/>
                  </a:lnTo>
                  <a:cubicBezTo>
                    <a:pt x="2657" y="979"/>
                    <a:pt x="2583" y="906"/>
                    <a:pt x="2491" y="906"/>
                  </a:cubicBezTo>
                  <a:lnTo>
                    <a:pt x="1919" y="906"/>
                  </a:lnTo>
                  <a:cubicBezTo>
                    <a:pt x="1827" y="906"/>
                    <a:pt x="1751" y="831"/>
                    <a:pt x="1751" y="739"/>
                  </a:cubicBezTo>
                  <a:lnTo>
                    <a:pt x="1751" y="169"/>
                  </a:lnTo>
                  <a:cubicBezTo>
                    <a:pt x="1751" y="77"/>
                    <a:pt x="1676" y="1"/>
                    <a:pt x="15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28"/>
            <p:cNvSpPr/>
            <p:nvPr/>
          </p:nvSpPr>
          <p:spPr>
            <a:xfrm>
              <a:off x="4891622" y="3031292"/>
              <a:ext cx="25065" cy="32132"/>
            </a:xfrm>
            <a:custGeom>
              <a:rect b="b" l="l" r="r" t="t"/>
              <a:pathLst>
                <a:path extrusionOk="0" h="905" w="706">
                  <a:moveTo>
                    <a:pt x="334" y="1"/>
                  </a:moveTo>
                  <a:cubicBezTo>
                    <a:pt x="242" y="1"/>
                    <a:pt x="167" y="74"/>
                    <a:pt x="167" y="168"/>
                  </a:cubicBezTo>
                  <a:lnTo>
                    <a:pt x="167" y="738"/>
                  </a:lnTo>
                  <a:cubicBezTo>
                    <a:pt x="167" y="830"/>
                    <a:pt x="91" y="905"/>
                    <a:pt x="0" y="905"/>
                  </a:cubicBezTo>
                  <a:lnTo>
                    <a:pt x="370" y="905"/>
                  </a:lnTo>
                  <a:cubicBezTo>
                    <a:pt x="462" y="905"/>
                    <a:pt x="537" y="830"/>
                    <a:pt x="537" y="738"/>
                  </a:cubicBezTo>
                  <a:lnTo>
                    <a:pt x="537" y="168"/>
                  </a:lnTo>
                  <a:cubicBezTo>
                    <a:pt x="537" y="76"/>
                    <a:pt x="610" y="1"/>
                    <a:pt x="70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28"/>
            <p:cNvSpPr/>
            <p:nvPr/>
          </p:nvSpPr>
          <p:spPr>
            <a:xfrm>
              <a:off x="4891622" y="2969125"/>
              <a:ext cx="25065" cy="32168"/>
            </a:xfrm>
            <a:custGeom>
              <a:rect b="b" l="l" r="r" t="t"/>
              <a:pathLst>
                <a:path extrusionOk="0" h="906" w="706">
                  <a:moveTo>
                    <a:pt x="0" y="1"/>
                  </a:moveTo>
                  <a:cubicBezTo>
                    <a:pt x="91" y="1"/>
                    <a:pt x="167" y="77"/>
                    <a:pt x="167" y="169"/>
                  </a:cubicBezTo>
                  <a:lnTo>
                    <a:pt x="167" y="739"/>
                  </a:lnTo>
                  <a:cubicBezTo>
                    <a:pt x="167" y="831"/>
                    <a:pt x="240" y="906"/>
                    <a:pt x="334" y="906"/>
                  </a:cubicBezTo>
                  <a:lnTo>
                    <a:pt x="705" y="906"/>
                  </a:lnTo>
                  <a:cubicBezTo>
                    <a:pt x="613" y="906"/>
                    <a:pt x="537" y="831"/>
                    <a:pt x="537" y="739"/>
                  </a:cubicBezTo>
                  <a:lnTo>
                    <a:pt x="537" y="169"/>
                  </a:lnTo>
                  <a:cubicBezTo>
                    <a:pt x="537" y="77"/>
                    <a:pt x="463" y="1"/>
                    <a:pt x="3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28"/>
            <p:cNvSpPr/>
            <p:nvPr/>
          </p:nvSpPr>
          <p:spPr>
            <a:xfrm>
              <a:off x="4923788" y="3001256"/>
              <a:ext cx="19100" cy="30073"/>
            </a:xfrm>
            <a:custGeom>
              <a:rect b="b" l="l" r="r" t="t"/>
              <a:pathLst>
                <a:path extrusionOk="0" h="847" w="538">
                  <a:moveTo>
                    <a:pt x="1" y="1"/>
                  </a:moveTo>
                  <a:cubicBezTo>
                    <a:pt x="91" y="1"/>
                    <a:pt x="168" y="77"/>
                    <a:pt x="168" y="168"/>
                  </a:cubicBezTo>
                  <a:lnTo>
                    <a:pt x="168" y="679"/>
                  </a:lnTo>
                  <a:cubicBezTo>
                    <a:pt x="168" y="771"/>
                    <a:pt x="94" y="847"/>
                    <a:pt x="1" y="847"/>
                  </a:cubicBezTo>
                  <a:lnTo>
                    <a:pt x="371" y="847"/>
                  </a:lnTo>
                  <a:cubicBezTo>
                    <a:pt x="463" y="847"/>
                    <a:pt x="537" y="771"/>
                    <a:pt x="537" y="679"/>
                  </a:cubicBezTo>
                  <a:lnTo>
                    <a:pt x="537" y="168"/>
                  </a:lnTo>
                  <a:cubicBezTo>
                    <a:pt x="537" y="74"/>
                    <a:pt x="463" y="1"/>
                    <a:pt x="3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98" name="Google Shape;4698;p28"/>
          <p:cNvGrpSpPr/>
          <p:nvPr/>
        </p:nvGrpSpPr>
        <p:grpSpPr>
          <a:xfrm>
            <a:off x="4084872" y="2830944"/>
            <a:ext cx="327022" cy="327108"/>
            <a:chOff x="4084872" y="2830944"/>
            <a:chExt cx="327022" cy="327108"/>
          </a:xfrm>
        </p:grpSpPr>
        <p:sp>
          <p:nvSpPr>
            <p:cNvPr id="4699" name="Google Shape;4699;p28"/>
            <p:cNvSpPr/>
            <p:nvPr/>
          </p:nvSpPr>
          <p:spPr>
            <a:xfrm>
              <a:off x="4084872" y="2830944"/>
              <a:ext cx="322221" cy="327108"/>
            </a:xfrm>
            <a:custGeom>
              <a:rect b="b" l="l" r="r" t="t"/>
              <a:pathLst>
                <a:path extrusionOk="0" h="9213" w="9076">
                  <a:moveTo>
                    <a:pt x="4606" y="0"/>
                  </a:moveTo>
                  <a:cubicBezTo>
                    <a:pt x="3357" y="0"/>
                    <a:pt x="2226" y="497"/>
                    <a:pt x="1397" y="1302"/>
                  </a:cubicBezTo>
                  <a:cubicBezTo>
                    <a:pt x="1341" y="1357"/>
                    <a:pt x="1269" y="1553"/>
                    <a:pt x="1217" y="1610"/>
                  </a:cubicBezTo>
                  <a:cubicBezTo>
                    <a:pt x="679" y="2187"/>
                    <a:pt x="486" y="2701"/>
                    <a:pt x="300" y="3496"/>
                  </a:cubicBezTo>
                  <a:cubicBezTo>
                    <a:pt x="281" y="3582"/>
                    <a:pt x="81" y="3732"/>
                    <a:pt x="67" y="3819"/>
                  </a:cubicBezTo>
                  <a:cubicBezTo>
                    <a:pt x="24" y="4077"/>
                    <a:pt x="1" y="4339"/>
                    <a:pt x="1" y="4608"/>
                  </a:cubicBezTo>
                  <a:cubicBezTo>
                    <a:pt x="1" y="7151"/>
                    <a:pt x="2061" y="9213"/>
                    <a:pt x="4606" y="9213"/>
                  </a:cubicBezTo>
                  <a:cubicBezTo>
                    <a:pt x="5764" y="9213"/>
                    <a:pt x="6823" y="8784"/>
                    <a:pt x="7632" y="8077"/>
                  </a:cubicBezTo>
                  <a:cubicBezTo>
                    <a:pt x="7681" y="8034"/>
                    <a:pt x="7690" y="7803"/>
                    <a:pt x="7737" y="7756"/>
                  </a:cubicBezTo>
                  <a:cubicBezTo>
                    <a:pt x="8621" y="6919"/>
                    <a:pt x="9075" y="5922"/>
                    <a:pt x="9075" y="4608"/>
                  </a:cubicBezTo>
                  <a:cubicBezTo>
                    <a:pt x="9075" y="2963"/>
                    <a:pt x="8297" y="1639"/>
                    <a:pt x="7000" y="823"/>
                  </a:cubicBezTo>
                  <a:cubicBezTo>
                    <a:pt x="6938" y="784"/>
                    <a:pt x="6927" y="626"/>
                    <a:pt x="6862" y="590"/>
                  </a:cubicBezTo>
                  <a:cubicBezTo>
                    <a:pt x="6194" y="215"/>
                    <a:pt x="5426" y="0"/>
                    <a:pt x="46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p28"/>
            <p:cNvSpPr/>
            <p:nvPr/>
          </p:nvSpPr>
          <p:spPr>
            <a:xfrm>
              <a:off x="4186696" y="2837584"/>
              <a:ext cx="225192" cy="320468"/>
            </a:xfrm>
            <a:custGeom>
              <a:rect b="b" l="l" r="r" t="t"/>
              <a:pathLst>
                <a:path extrusionOk="0" h="9026" w="6343">
                  <a:moveTo>
                    <a:pt x="3034" y="0"/>
                  </a:moveTo>
                  <a:lnTo>
                    <a:pt x="3034" y="0"/>
                  </a:lnTo>
                  <a:cubicBezTo>
                    <a:pt x="4716" y="688"/>
                    <a:pt x="5901" y="2339"/>
                    <a:pt x="5901" y="4267"/>
                  </a:cubicBezTo>
                  <a:cubicBezTo>
                    <a:pt x="5901" y="6811"/>
                    <a:pt x="3840" y="8872"/>
                    <a:pt x="1296" y="8872"/>
                  </a:cubicBezTo>
                  <a:cubicBezTo>
                    <a:pt x="847" y="8872"/>
                    <a:pt x="411" y="8807"/>
                    <a:pt x="1" y="8688"/>
                  </a:cubicBezTo>
                  <a:lnTo>
                    <a:pt x="1" y="8688"/>
                  </a:lnTo>
                  <a:cubicBezTo>
                    <a:pt x="538" y="8905"/>
                    <a:pt x="1123" y="9026"/>
                    <a:pt x="1738" y="9026"/>
                  </a:cubicBezTo>
                  <a:cubicBezTo>
                    <a:pt x="4280" y="9026"/>
                    <a:pt x="6343" y="6964"/>
                    <a:pt x="6343" y="4421"/>
                  </a:cubicBezTo>
                  <a:cubicBezTo>
                    <a:pt x="6343" y="2329"/>
                    <a:pt x="4944" y="561"/>
                    <a:pt x="303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1" name="Google Shape;4701;p28"/>
            <p:cNvSpPr/>
            <p:nvPr/>
          </p:nvSpPr>
          <p:spPr>
            <a:xfrm>
              <a:off x="4237751" y="2851998"/>
              <a:ext cx="174140" cy="265755"/>
            </a:xfrm>
            <a:custGeom>
              <a:rect b="b" l="l" r="r" t="t"/>
              <a:pathLst>
                <a:path extrusionOk="0" h="7485" w="4905">
                  <a:moveTo>
                    <a:pt x="2556" y="0"/>
                  </a:moveTo>
                  <a:cubicBezTo>
                    <a:pt x="2168" y="419"/>
                    <a:pt x="1756" y="814"/>
                    <a:pt x="1326" y="1190"/>
                  </a:cubicBezTo>
                  <a:cubicBezTo>
                    <a:pt x="1252" y="1253"/>
                    <a:pt x="1175" y="1320"/>
                    <a:pt x="1081" y="1350"/>
                  </a:cubicBezTo>
                  <a:cubicBezTo>
                    <a:pt x="1054" y="1359"/>
                    <a:pt x="1020" y="1363"/>
                    <a:pt x="983" y="1363"/>
                  </a:cubicBezTo>
                  <a:cubicBezTo>
                    <a:pt x="820" y="1363"/>
                    <a:pt x="577" y="1291"/>
                    <a:pt x="379" y="1291"/>
                  </a:cubicBezTo>
                  <a:cubicBezTo>
                    <a:pt x="216" y="1291"/>
                    <a:pt x="83" y="1339"/>
                    <a:pt x="48" y="1514"/>
                  </a:cubicBezTo>
                  <a:cubicBezTo>
                    <a:pt x="0" y="1744"/>
                    <a:pt x="375" y="1872"/>
                    <a:pt x="367" y="2110"/>
                  </a:cubicBezTo>
                  <a:cubicBezTo>
                    <a:pt x="366" y="2170"/>
                    <a:pt x="336" y="2228"/>
                    <a:pt x="317" y="2290"/>
                  </a:cubicBezTo>
                  <a:cubicBezTo>
                    <a:pt x="225" y="2602"/>
                    <a:pt x="498" y="2900"/>
                    <a:pt x="769" y="3084"/>
                  </a:cubicBezTo>
                  <a:cubicBezTo>
                    <a:pt x="1038" y="3269"/>
                    <a:pt x="1359" y="3458"/>
                    <a:pt x="1424" y="3779"/>
                  </a:cubicBezTo>
                  <a:cubicBezTo>
                    <a:pt x="1455" y="3940"/>
                    <a:pt x="1416" y="4119"/>
                    <a:pt x="1483" y="4271"/>
                  </a:cubicBezTo>
                  <a:cubicBezTo>
                    <a:pt x="1624" y="4592"/>
                    <a:pt x="2107" y="4576"/>
                    <a:pt x="2340" y="4835"/>
                  </a:cubicBezTo>
                  <a:cubicBezTo>
                    <a:pt x="2499" y="5009"/>
                    <a:pt x="2510" y="5274"/>
                    <a:pt x="2467" y="5507"/>
                  </a:cubicBezTo>
                  <a:cubicBezTo>
                    <a:pt x="2424" y="5742"/>
                    <a:pt x="2339" y="5968"/>
                    <a:pt x="2339" y="6205"/>
                  </a:cubicBezTo>
                  <a:cubicBezTo>
                    <a:pt x="2340" y="6576"/>
                    <a:pt x="2556" y="6922"/>
                    <a:pt x="2840" y="7162"/>
                  </a:cubicBezTo>
                  <a:cubicBezTo>
                    <a:pt x="2988" y="7290"/>
                    <a:pt x="3153" y="7392"/>
                    <a:pt x="3326" y="7484"/>
                  </a:cubicBezTo>
                  <a:cubicBezTo>
                    <a:pt x="4293" y="6641"/>
                    <a:pt x="4905" y="5399"/>
                    <a:pt x="4905" y="4015"/>
                  </a:cubicBezTo>
                  <a:cubicBezTo>
                    <a:pt x="4905" y="2291"/>
                    <a:pt x="3956" y="789"/>
                    <a:pt x="255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2" name="Google Shape;4702;p28"/>
            <p:cNvSpPr/>
            <p:nvPr/>
          </p:nvSpPr>
          <p:spPr>
            <a:xfrm>
              <a:off x="4325871" y="2852034"/>
              <a:ext cx="86023" cy="265719"/>
            </a:xfrm>
            <a:custGeom>
              <a:rect b="b" l="l" r="r" t="t"/>
              <a:pathLst>
                <a:path extrusionOk="0" h="7484" w="2423">
                  <a:moveTo>
                    <a:pt x="74" y="0"/>
                  </a:moveTo>
                  <a:cubicBezTo>
                    <a:pt x="50" y="25"/>
                    <a:pt x="27" y="51"/>
                    <a:pt x="1" y="75"/>
                  </a:cubicBezTo>
                  <a:cubicBezTo>
                    <a:pt x="1199" y="907"/>
                    <a:pt x="1984" y="2291"/>
                    <a:pt x="1984" y="3860"/>
                  </a:cubicBezTo>
                  <a:cubicBezTo>
                    <a:pt x="1984" y="5205"/>
                    <a:pt x="1404" y="6419"/>
                    <a:pt x="483" y="7260"/>
                  </a:cubicBezTo>
                  <a:cubicBezTo>
                    <a:pt x="596" y="7345"/>
                    <a:pt x="719" y="7417"/>
                    <a:pt x="844" y="7483"/>
                  </a:cubicBezTo>
                  <a:cubicBezTo>
                    <a:pt x="1811" y="6640"/>
                    <a:pt x="2423" y="5398"/>
                    <a:pt x="2423" y="4014"/>
                  </a:cubicBezTo>
                  <a:cubicBezTo>
                    <a:pt x="2423" y="2290"/>
                    <a:pt x="1474" y="788"/>
                    <a:pt x="7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p28"/>
            <p:cNvSpPr/>
            <p:nvPr/>
          </p:nvSpPr>
          <p:spPr>
            <a:xfrm>
              <a:off x="4087215" y="2877277"/>
              <a:ext cx="111371" cy="111876"/>
            </a:xfrm>
            <a:custGeom>
              <a:rect b="b" l="l" r="r" t="t"/>
              <a:pathLst>
                <a:path extrusionOk="0" h="3151" w="3137">
                  <a:moveTo>
                    <a:pt x="1331" y="0"/>
                  </a:moveTo>
                  <a:cubicBezTo>
                    <a:pt x="647" y="664"/>
                    <a:pt x="169" y="1537"/>
                    <a:pt x="1" y="2516"/>
                  </a:cubicBezTo>
                  <a:cubicBezTo>
                    <a:pt x="57" y="2507"/>
                    <a:pt x="112" y="2504"/>
                    <a:pt x="169" y="2501"/>
                  </a:cubicBezTo>
                  <a:cubicBezTo>
                    <a:pt x="174" y="2501"/>
                    <a:pt x="179" y="2501"/>
                    <a:pt x="183" y="2501"/>
                  </a:cubicBezTo>
                  <a:cubicBezTo>
                    <a:pt x="587" y="2501"/>
                    <a:pt x="964" y="2687"/>
                    <a:pt x="1342" y="2829"/>
                  </a:cubicBezTo>
                  <a:cubicBezTo>
                    <a:pt x="1749" y="2983"/>
                    <a:pt x="2174" y="3088"/>
                    <a:pt x="2606" y="3145"/>
                  </a:cubicBezTo>
                  <a:cubicBezTo>
                    <a:pt x="2631" y="3147"/>
                    <a:pt x="2656" y="3150"/>
                    <a:pt x="2682" y="3150"/>
                  </a:cubicBezTo>
                  <a:cubicBezTo>
                    <a:pt x="2707" y="3150"/>
                    <a:pt x="2732" y="3147"/>
                    <a:pt x="2757" y="3139"/>
                  </a:cubicBezTo>
                  <a:cubicBezTo>
                    <a:pt x="2878" y="3094"/>
                    <a:pt x="2952" y="2955"/>
                    <a:pt x="2964" y="2838"/>
                  </a:cubicBezTo>
                  <a:cubicBezTo>
                    <a:pt x="2996" y="2477"/>
                    <a:pt x="3043" y="2119"/>
                    <a:pt x="3095" y="1767"/>
                  </a:cubicBezTo>
                  <a:cubicBezTo>
                    <a:pt x="3137" y="1497"/>
                    <a:pt x="3129" y="1235"/>
                    <a:pt x="2886" y="1051"/>
                  </a:cubicBezTo>
                  <a:cubicBezTo>
                    <a:pt x="2565" y="802"/>
                    <a:pt x="2211" y="526"/>
                    <a:pt x="1867" y="305"/>
                  </a:cubicBezTo>
                  <a:cubicBezTo>
                    <a:pt x="1693" y="195"/>
                    <a:pt x="1513" y="91"/>
                    <a:pt x="133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28"/>
            <p:cNvSpPr/>
            <p:nvPr/>
          </p:nvSpPr>
          <p:spPr>
            <a:xfrm>
              <a:off x="4173879" y="2907065"/>
              <a:ext cx="24710" cy="82088"/>
            </a:xfrm>
            <a:custGeom>
              <a:rect b="b" l="l" r="r" t="t"/>
              <a:pathLst>
                <a:path extrusionOk="0" h="2312" w="696">
                  <a:moveTo>
                    <a:pt x="170" y="0"/>
                  </a:moveTo>
                  <a:cubicBezTo>
                    <a:pt x="347" y="206"/>
                    <a:pt x="350" y="468"/>
                    <a:pt x="309" y="740"/>
                  </a:cubicBezTo>
                  <a:cubicBezTo>
                    <a:pt x="247" y="1149"/>
                    <a:pt x="193" y="1563"/>
                    <a:pt x="156" y="1983"/>
                  </a:cubicBezTo>
                  <a:cubicBezTo>
                    <a:pt x="144" y="2087"/>
                    <a:pt x="91" y="2209"/>
                    <a:pt x="1" y="2281"/>
                  </a:cubicBezTo>
                  <a:cubicBezTo>
                    <a:pt x="55" y="2291"/>
                    <a:pt x="110" y="2298"/>
                    <a:pt x="165" y="2306"/>
                  </a:cubicBezTo>
                  <a:cubicBezTo>
                    <a:pt x="190" y="2308"/>
                    <a:pt x="216" y="2311"/>
                    <a:pt x="241" y="2311"/>
                  </a:cubicBezTo>
                  <a:cubicBezTo>
                    <a:pt x="267" y="2311"/>
                    <a:pt x="292" y="2308"/>
                    <a:pt x="316" y="2300"/>
                  </a:cubicBezTo>
                  <a:cubicBezTo>
                    <a:pt x="437" y="2255"/>
                    <a:pt x="511" y="2116"/>
                    <a:pt x="523" y="1999"/>
                  </a:cubicBezTo>
                  <a:cubicBezTo>
                    <a:pt x="555" y="1638"/>
                    <a:pt x="602" y="1280"/>
                    <a:pt x="654" y="928"/>
                  </a:cubicBezTo>
                  <a:cubicBezTo>
                    <a:pt x="696" y="658"/>
                    <a:pt x="688" y="396"/>
                    <a:pt x="445" y="213"/>
                  </a:cubicBezTo>
                  <a:cubicBezTo>
                    <a:pt x="355" y="144"/>
                    <a:pt x="264" y="72"/>
                    <a:pt x="1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28"/>
            <p:cNvSpPr/>
            <p:nvPr/>
          </p:nvSpPr>
          <p:spPr>
            <a:xfrm>
              <a:off x="4214460" y="2933160"/>
              <a:ext cx="9976" cy="10048"/>
            </a:xfrm>
            <a:custGeom>
              <a:rect b="b" l="l" r="r" t="t"/>
              <a:pathLst>
                <a:path extrusionOk="0" h="283" w="281">
                  <a:moveTo>
                    <a:pt x="140" y="1"/>
                  </a:moveTo>
                  <a:cubicBezTo>
                    <a:pt x="62" y="1"/>
                    <a:pt x="0" y="64"/>
                    <a:pt x="0" y="142"/>
                  </a:cubicBezTo>
                  <a:cubicBezTo>
                    <a:pt x="0" y="219"/>
                    <a:pt x="62" y="283"/>
                    <a:pt x="140" y="283"/>
                  </a:cubicBezTo>
                  <a:cubicBezTo>
                    <a:pt x="217" y="283"/>
                    <a:pt x="281" y="219"/>
                    <a:pt x="281" y="142"/>
                  </a:cubicBezTo>
                  <a:cubicBezTo>
                    <a:pt x="281" y="64"/>
                    <a:pt x="217"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p28"/>
            <p:cNvSpPr/>
            <p:nvPr/>
          </p:nvSpPr>
          <p:spPr>
            <a:xfrm>
              <a:off x="4279396" y="3050784"/>
              <a:ext cx="9976" cy="9977"/>
            </a:xfrm>
            <a:custGeom>
              <a:rect b="b" l="l" r="r" t="t"/>
              <a:pathLst>
                <a:path extrusionOk="0" h="281" w="281">
                  <a:moveTo>
                    <a:pt x="141" y="0"/>
                  </a:moveTo>
                  <a:cubicBezTo>
                    <a:pt x="63" y="0"/>
                    <a:pt x="0" y="62"/>
                    <a:pt x="0" y="140"/>
                  </a:cubicBezTo>
                  <a:cubicBezTo>
                    <a:pt x="0" y="218"/>
                    <a:pt x="63" y="281"/>
                    <a:pt x="141" y="281"/>
                  </a:cubicBezTo>
                  <a:cubicBezTo>
                    <a:pt x="217" y="281"/>
                    <a:pt x="281" y="218"/>
                    <a:pt x="281" y="140"/>
                  </a:cubicBezTo>
                  <a:cubicBezTo>
                    <a:pt x="281" y="62"/>
                    <a:pt x="217" y="0"/>
                    <a:pt x="1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p28"/>
            <p:cNvSpPr/>
            <p:nvPr/>
          </p:nvSpPr>
          <p:spPr>
            <a:xfrm>
              <a:off x="4243112" y="2855229"/>
              <a:ext cx="10757" cy="9977"/>
            </a:xfrm>
            <a:custGeom>
              <a:rect b="b" l="l" r="r" t="t"/>
              <a:pathLst>
                <a:path extrusionOk="0" h="281" w="303">
                  <a:moveTo>
                    <a:pt x="151" y="1"/>
                  </a:moveTo>
                  <a:cubicBezTo>
                    <a:pt x="84" y="1"/>
                    <a:pt x="24" y="49"/>
                    <a:pt x="13" y="118"/>
                  </a:cubicBezTo>
                  <a:cubicBezTo>
                    <a:pt x="0" y="195"/>
                    <a:pt x="52" y="267"/>
                    <a:pt x="129" y="279"/>
                  </a:cubicBezTo>
                  <a:cubicBezTo>
                    <a:pt x="137" y="280"/>
                    <a:pt x="145" y="281"/>
                    <a:pt x="152" y="281"/>
                  </a:cubicBezTo>
                  <a:cubicBezTo>
                    <a:pt x="220" y="281"/>
                    <a:pt x="279" y="232"/>
                    <a:pt x="290" y="164"/>
                  </a:cubicBezTo>
                  <a:cubicBezTo>
                    <a:pt x="303" y="87"/>
                    <a:pt x="251" y="14"/>
                    <a:pt x="175" y="3"/>
                  </a:cubicBezTo>
                  <a:cubicBezTo>
                    <a:pt x="167" y="1"/>
                    <a:pt x="159" y="1"/>
                    <a:pt x="15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28"/>
            <p:cNvSpPr/>
            <p:nvPr/>
          </p:nvSpPr>
          <p:spPr>
            <a:xfrm>
              <a:off x="4217407" y="2878129"/>
              <a:ext cx="10047" cy="10012"/>
            </a:xfrm>
            <a:custGeom>
              <a:rect b="b" l="l" r="r" t="t"/>
              <a:pathLst>
                <a:path extrusionOk="0" h="282" w="283">
                  <a:moveTo>
                    <a:pt x="142" y="1"/>
                  </a:moveTo>
                  <a:cubicBezTo>
                    <a:pt x="64" y="1"/>
                    <a:pt x="1" y="64"/>
                    <a:pt x="1" y="140"/>
                  </a:cubicBezTo>
                  <a:cubicBezTo>
                    <a:pt x="1" y="218"/>
                    <a:pt x="64" y="281"/>
                    <a:pt x="142" y="281"/>
                  </a:cubicBezTo>
                  <a:cubicBezTo>
                    <a:pt x="219" y="281"/>
                    <a:pt x="283" y="218"/>
                    <a:pt x="283" y="140"/>
                  </a:cubicBezTo>
                  <a:cubicBezTo>
                    <a:pt x="283" y="64"/>
                    <a:pt x="219" y="1"/>
                    <a:pt x="1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28"/>
            <p:cNvSpPr/>
            <p:nvPr/>
          </p:nvSpPr>
          <p:spPr>
            <a:xfrm>
              <a:off x="4252307" y="3077909"/>
              <a:ext cx="10012" cy="9977"/>
            </a:xfrm>
            <a:custGeom>
              <a:rect b="b" l="l" r="r" t="t"/>
              <a:pathLst>
                <a:path extrusionOk="0" h="281" w="282">
                  <a:moveTo>
                    <a:pt x="142" y="0"/>
                  </a:moveTo>
                  <a:cubicBezTo>
                    <a:pt x="64" y="0"/>
                    <a:pt x="0" y="64"/>
                    <a:pt x="0" y="141"/>
                  </a:cubicBezTo>
                  <a:cubicBezTo>
                    <a:pt x="0" y="218"/>
                    <a:pt x="64" y="281"/>
                    <a:pt x="142" y="281"/>
                  </a:cubicBezTo>
                  <a:cubicBezTo>
                    <a:pt x="218" y="281"/>
                    <a:pt x="281" y="218"/>
                    <a:pt x="281" y="141"/>
                  </a:cubicBezTo>
                  <a:cubicBezTo>
                    <a:pt x="281" y="64"/>
                    <a:pt x="218" y="0"/>
                    <a:pt x="14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p28"/>
            <p:cNvSpPr/>
            <p:nvPr/>
          </p:nvSpPr>
          <p:spPr>
            <a:xfrm>
              <a:off x="4275775" y="3101341"/>
              <a:ext cx="9976" cy="10012"/>
            </a:xfrm>
            <a:custGeom>
              <a:rect b="b" l="l" r="r" t="t"/>
              <a:pathLst>
                <a:path extrusionOk="0" h="282" w="281">
                  <a:moveTo>
                    <a:pt x="140" y="1"/>
                  </a:moveTo>
                  <a:cubicBezTo>
                    <a:pt x="62" y="1"/>
                    <a:pt x="0" y="63"/>
                    <a:pt x="0" y="140"/>
                  </a:cubicBezTo>
                  <a:cubicBezTo>
                    <a:pt x="0" y="218"/>
                    <a:pt x="62" y="282"/>
                    <a:pt x="140" y="282"/>
                  </a:cubicBezTo>
                  <a:cubicBezTo>
                    <a:pt x="217" y="282"/>
                    <a:pt x="281" y="218"/>
                    <a:pt x="281" y="140"/>
                  </a:cubicBezTo>
                  <a:cubicBezTo>
                    <a:pt x="281" y="63"/>
                    <a:pt x="217"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p28"/>
            <p:cNvSpPr/>
            <p:nvPr/>
          </p:nvSpPr>
          <p:spPr>
            <a:xfrm>
              <a:off x="4150802" y="2928260"/>
              <a:ext cx="20556" cy="9906"/>
            </a:xfrm>
            <a:custGeom>
              <a:rect b="b" l="l" r="r" t="t"/>
              <a:pathLst>
                <a:path extrusionOk="0" h="279" w="579">
                  <a:moveTo>
                    <a:pt x="138" y="0"/>
                  </a:moveTo>
                  <a:cubicBezTo>
                    <a:pt x="62" y="0"/>
                    <a:pt x="0" y="62"/>
                    <a:pt x="0" y="140"/>
                  </a:cubicBezTo>
                  <a:cubicBezTo>
                    <a:pt x="0" y="215"/>
                    <a:pt x="61" y="278"/>
                    <a:pt x="138" y="278"/>
                  </a:cubicBezTo>
                  <a:lnTo>
                    <a:pt x="440" y="278"/>
                  </a:lnTo>
                  <a:cubicBezTo>
                    <a:pt x="518" y="278"/>
                    <a:pt x="579" y="215"/>
                    <a:pt x="579" y="140"/>
                  </a:cubicBezTo>
                  <a:cubicBezTo>
                    <a:pt x="579" y="64"/>
                    <a:pt x="518" y="0"/>
                    <a:pt x="4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28"/>
            <p:cNvSpPr/>
            <p:nvPr/>
          </p:nvSpPr>
          <p:spPr>
            <a:xfrm>
              <a:off x="4335528" y="2989575"/>
              <a:ext cx="20591" cy="9906"/>
            </a:xfrm>
            <a:custGeom>
              <a:rect b="b" l="l" r="r" t="t"/>
              <a:pathLst>
                <a:path extrusionOk="0" h="279" w="580">
                  <a:moveTo>
                    <a:pt x="139" y="0"/>
                  </a:moveTo>
                  <a:cubicBezTo>
                    <a:pt x="64" y="0"/>
                    <a:pt x="1" y="62"/>
                    <a:pt x="1" y="140"/>
                  </a:cubicBezTo>
                  <a:cubicBezTo>
                    <a:pt x="1" y="215"/>
                    <a:pt x="61" y="278"/>
                    <a:pt x="139" y="278"/>
                  </a:cubicBezTo>
                  <a:lnTo>
                    <a:pt x="441" y="278"/>
                  </a:lnTo>
                  <a:cubicBezTo>
                    <a:pt x="519" y="278"/>
                    <a:pt x="579" y="215"/>
                    <a:pt x="579" y="140"/>
                  </a:cubicBezTo>
                  <a:cubicBezTo>
                    <a:pt x="579" y="64"/>
                    <a:pt x="519" y="0"/>
                    <a:pt x="4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28"/>
            <p:cNvSpPr/>
            <p:nvPr/>
          </p:nvSpPr>
          <p:spPr>
            <a:xfrm>
              <a:off x="4354629" y="3008712"/>
              <a:ext cx="20591" cy="9906"/>
            </a:xfrm>
            <a:custGeom>
              <a:rect b="b" l="l" r="r" t="t"/>
              <a:pathLst>
                <a:path extrusionOk="0" h="279" w="580">
                  <a:moveTo>
                    <a:pt x="139" y="1"/>
                  </a:moveTo>
                  <a:cubicBezTo>
                    <a:pt x="63" y="1"/>
                    <a:pt x="1" y="63"/>
                    <a:pt x="1" y="141"/>
                  </a:cubicBezTo>
                  <a:cubicBezTo>
                    <a:pt x="1" y="215"/>
                    <a:pt x="61" y="279"/>
                    <a:pt x="139" y="279"/>
                  </a:cubicBezTo>
                  <a:lnTo>
                    <a:pt x="441" y="279"/>
                  </a:lnTo>
                  <a:cubicBezTo>
                    <a:pt x="519" y="279"/>
                    <a:pt x="579" y="215"/>
                    <a:pt x="579" y="141"/>
                  </a:cubicBezTo>
                  <a:cubicBezTo>
                    <a:pt x="579" y="64"/>
                    <a:pt x="519" y="1"/>
                    <a:pt x="4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p28"/>
            <p:cNvSpPr/>
            <p:nvPr/>
          </p:nvSpPr>
          <p:spPr>
            <a:xfrm>
              <a:off x="4349268" y="3054405"/>
              <a:ext cx="20591" cy="9906"/>
            </a:xfrm>
            <a:custGeom>
              <a:rect b="b" l="l" r="r" t="t"/>
              <a:pathLst>
                <a:path extrusionOk="0" h="279" w="580">
                  <a:moveTo>
                    <a:pt x="139" y="0"/>
                  </a:moveTo>
                  <a:cubicBezTo>
                    <a:pt x="63" y="0"/>
                    <a:pt x="1" y="62"/>
                    <a:pt x="1" y="139"/>
                  </a:cubicBezTo>
                  <a:cubicBezTo>
                    <a:pt x="1" y="215"/>
                    <a:pt x="61" y="278"/>
                    <a:pt x="139" y="278"/>
                  </a:cubicBezTo>
                  <a:lnTo>
                    <a:pt x="441" y="278"/>
                  </a:lnTo>
                  <a:cubicBezTo>
                    <a:pt x="519" y="278"/>
                    <a:pt x="579" y="216"/>
                    <a:pt x="579" y="139"/>
                  </a:cubicBezTo>
                  <a:cubicBezTo>
                    <a:pt x="579" y="64"/>
                    <a:pt x="519" y="0"/>
                    <a:pt x="44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28"/>
            <p:cNvSpPr/>
            <p:nvPr/>
          </p:nvSpPr>
          <p:spPr>
            <a:xfrm>
              <a:off x="4127192" y="2942959"/>
              <a:ext cx="20627" cy="9870"/>
            </a:xfrm>
            <a:custGeom>
              <a:rect b="b" l="l" r="r" t="t"/>
              <a:pathLst>
                <a:path extrusionOk="0" h="278" w="581">
                  <a:moveTo>
                    <a:pt x="140" y="1"/>
                  </a:moveTo>
                  <a:cubicBezTo>
                    <a:pt x="64" y="1"/>
                    <a:pt x="0" y="61"/>
                    <a:pt x="0" y="139"/>
                  </a:cubicBezTo>
                  <a:cubicBezTo>
                    <a:pt x="0" y="215"/>
                    <a:pt x="62" y="277"/>
                    <a:pt x="140" y="277"/>
                  </a:cubicBezTo>
                  <a:lnTo>
                    <a:pt x="442" y="277"/>
                  </a:lnTo>
                  <a:cubicBezTo>
                    <a:pt x="518" y="277"/>
                    <a:pt x="580" y="217"/>
                    <a:pt x="580" y="139"/>
                  </a:cubicBezTo>
                  <a:cubicBezTo>
                    <a:pt x="580" y="64"/>
                    <a:pt x="518" y="1"/>
                    <a:pt x="4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28"/>
            <p:cNvSpPr/>
            <p:nvPr/>
          </p:nvSpPr>
          <p:spPr>
            <a:xfrm>
              <a:off x="4352747" y="2866697"/>
              <a:ext cx="32875" cy="32878"/>
            </a:xfrm>
            <a:custGeom>
              <a:rect b="b" l="l" r="r" t="t"/>
              <a:pathLst>
                <a:path extrusionOk="0" h="926" w="926">
                  <a:moveTo>
                    <a:pt x="463" y="0"/>
                  </a:moveTo>
                  <a:cubicBezTo>
                    <a:pt x="208" y="0"/>
                    <a:pt x="1" y="208"/>
                    <a:pt x="1" y="462"/>
                  </a:cubicBezTo>
                  <a:cubicBezTo>
                    <a:pt x="1" y="719"/>
                    <a:pt x="208" y="926"/>
                    <a:pt x="463" y="926"/>
                  </a:cubicBezTo>
                  <a:cubicBezTo>
                    <a:pt x="719" y="926"/>
                    <a:pt x="926" y="719"/>
                    <a:pt x="926" y="462"/>
                  </a:cubicBezTo>
                  <a:cubicBezTo>
                    <a:pt x="926" y="208"/>
                    <a:pt x="719" y="0"/>
                    <a:pt x="46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28"/>
            <p:cNvSpPr/>
            <p:nvPr/>
          </p:nvSpPr>
          <p:spPr>
            <a:xfrm>
              <a:off x="4355410" y="2866945"/>
              <a:ext cx="30284" cy="32700"/>
            </a:xfrm>
            <a:custGeom>
              <a:rect b="b" l="l" r="r" t="t"/>
              <a:pathLst>
                <a:path extrusionOk="0" h="921" w="853">
                  <a:moveTo>
                    <a:pt x="458" y="1"/>
                  </a:moveTo>
                  <a:lnTo>
                    <a:pt x="458" y="1"/>
                  </a:lnTo>
                  <a:cubicBezTo>
                    <a:pt x="504" y="73"/>
                    <a:pt x="530" y="157"/>
                    <a:pt x="530" y="250"/>
                  </a:cubicBezTo>
                  <a:cubicBezTo>
                    <a:pt x="530" y="504"/>
                    <a:pt x="324" y="712"/>
                    <a:pt x="68" y="712"/>
                  </a:cubicBezTo>
                  <a:cubicBezTo>
                    <a:pt x="45" y="712"/>
                    <a:pt x="23" y="710"/>
                    <a:pt x="0" y="706"/>
                  </a:cubicBezTo>
                  <a:lnTo>
                    <a:pt x="0" y="706"/>
                  </a:lnTo>
                  <a:cubicBezTo>
                    <a:pt x="82" y="835"/>
                    <a:pt x="226" y="920"/>
                    <a:pt x="390" y="920"/>
                  </a:cubicBezTo>
                  <a:cubicBezTo>
                    <a:pt x="645" y="920"/>
                    <a:pt x="852" y="713"/>
                    <a:pt x="852" y="458"/>
                  </a:cubicBezTo>
                  <a:cubicBezTo>
                    <a:pt x="852" y="227"/>
                    <a:pt x="681" y="34"/>
                    <a:pt x="4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p28"/>
            <p:cNvSpPr/>
            <p:nvPr/>
          </p:nvSpPr>
          <p:spPr>
            <a:xfrm>
              <a:off x="4252769" y="2982155"/>
              <a:ext cx="14485" cy="13279"/>
            </a:xfrm>
            <a:custGeom>
              <a:rect b="b" l="l" r="r" t="t"/>
              <a:pathLst>
                <a:path extrusionOk="0" h="374" w="408">
                  <a:moveTo>
                    <a:pt x="254" y="0"/>
                  </a:moveTo>
                  <a:cubicBezTo>
                    <a:pt x="220" y="0"/>
                    <a:pt x="187" y="12"/>
                    <a:pt x="160" y="37"/>
                  </a:cubicBezTo>
                  <a:lnTo>
                    <a:pt x="59" y="133"/>
                  </a:lnTo>
                  <a:cubicBezTo>
                    <a:pt x="3" y="185"/>
                    <a:pt x="0" y="273"/>
                    <a:pt x="52" y="329"/>
                  </a:cubicBezTo>
                  <a:cubicBezTo>
                    <a:pt x="80" y="359"/>
                    <a:pt x="116" y="373"/>
                    <a:pt x="153" y="373"/>
                  </a:cubicBezTo>
                  <a:cubicBezTo>
                    <a:pt x="186" y="373"/>
                    <a:pt x="219" y="360"/>
                    <a:pt x="248" y="336"/>
                  </a:cubicBezTo>
                  <a:lnTo>
                    <a:pt x="349" y="241"/>
                  </a:lnTo>
                  <a:cubicBezTo>
                    <a:pt x="405" y="188"/>
                    <a:pt x="408" y="100"/>
                    <a:pt x="356" y="44"/>
                  </a:cubicBezTo>
                  <a:cubicBezTo>
                    <a:pt x="329" y="15"/>
                    <a:pt x="291" y="0"/>
                    <a:pt x="254"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28"/>
            <p:cNvSpPr/>
            <p:nvPr/>
          </p:nvSpPr>
          <p:spPr>
            <a:xfrm>
              <a:off x="4269988" y="2924994"/>
              <a:ext cx="58721" cy="54358"/>
            </a:xfrm>
            <a:custGeom>
              <a:rect b="b" l="l" r="r" t="t"/>
              <a:pathLst>
                <a:path extrusionOk="0" h="1531" w="1654">
                  <a:moveTo>
                    <a:pt x="1500" y="0"/>
                  </a:moveTo>
                  <a:cubicBezTo>
                    <a:pt x="1466" y="0"/>
                    <a:pt x="1432" y="13"/>
                    <a:pt x="1406" y="38"/>
                  </a:cubicBezTo>
                  <a:lnTo>
                    <a:pt x="1213" y="215"/>
                  </a:lnTo>
                  <a:cubicBezTo>
                    <a:pt x="1157" y="268"/>
                    <a:pt x="1154" y="356"/>
                    <a:pt x="1206" y="412"/>
                  </a:cubicBezTo>
                  <a:cubicBezTo>
                    <a:pt x="1234" y="442"/>
                    <a:pt x="1270" y="457"/>
                    <a:pt x="1307" y="457"/>
                  </a:cubicBezTo>
                  <a:cubicBezTo>
                    <a:pt x="1342" y="457"/>
                    <a:pt x="1373" y="445"/>
                    <a:pt x="1402" y="419"/>
                  </a:cubicBezTo>
                  <a:lnTo>
                    <a:pt x="1595" y="241"/>
                  </a:lnTo>
                  <a:cubicBezTo>
                    <a:pt x="1650" y="189"/>
                    <a:pt x="1654" y="100"/>
                    <a:pt x="1602" y="45"/>
                  </a:cubicBezTo>
                  <a:cubicBezTo>
                    <a:pt x="1575" y="15"/>
                    <a:pt x="1537" y="0"/>
                    <a:pt x="1500" y="0"/>
                  </a:cubicBezTo>
                  <a:close/>
                  <a:moveTo>
                    <a:pt x="922" y="538"/>
                  </a:moveTo>
                  <a:cubicBezTo>
                    <a:pt x="888" y="538"/>
                    <a:pt x="854" y="550"/>
                    <a:pt x="828" y="575"/>
                  </a:cubicBezTo>
                  <a:lnTo>
                    <a:pt x="635" y="753"/>
                  </a:lnTo>
                  <a:cubicBezTo>
                    <a:pt x="580" y="805"/>
                    <a:pt x="576" y="894"/>
                    <a:pt x="629" y="949"/>
                  </a:cubicBezTo>
                  <a:cubicBezTo>
                    <a:pt x="655" y="980"/>
                    <a:pt x="691" y="995"/>
                    <a:pt x="730" y="995"/>
                  </a:cubicBezTo>
                  <a:cubicBezTo>
                    <a:pt x="763" y="995"/>
                    <a:pt x="798" y="982"/>
                    <a:pt x="825" y="956"/>
                  </a:cubicBezTo>
                  <a:lnTo>
                    <a:pt x="1016" y="779"/>
                  </a:lnTo>
                  <a:cubicBezTo>
                    <a:pt x="1072" y="726"/>
                    <a:pt x="1077" y="638"/>
                    <a:pt x="1024" y="582"/>
                  </a:cubicBezTo>
                  <a:cubicBezTo>
                    <a:pt x="996" y="553"/>
                    <a:pt x="959" y="538"/>
                    <a:pt x="922" y="538"/>
                  </a:cubicBezTo>
                  <a:close/>
                  <a:moveTo>
                    <a:pt x="347" y="1074"/>
                  </a:moveTo>
                  <a:cubicBezTo>
                    <a:pt x="313" y="1074"/>
                    <a:pt x="279" y="1087"/>
                    <a:pt x="252" y="1111"/>
                  </a:cubicBezTo>
                  <a:lnTo>
                    <a:pt x="59" y="1290"/>
                  </a:lnTo>
                  <a:cubicBezTo>
                    <a:pt x="5" y="1342"/>
                    <a:pt x="0" y="1429"/>
                    <a:pt x="54" y="1485"/>
                  </a:cubicBezTo>
                  <a:cubicBezTo>
                    <a:pt x="80" y="1516"/>
                    <a:pt x="116" y="1530"/>
                    <a:pt x="154" y="1530"/>
                  </a:cubicBezTo>
                  <a:cubicBezTo>
                    <a:pt x="186" y="1530"/>
                    <a:pt x="221" y="1517"/>
                    <a:pt x="249" y="1493"/>
                  </a:cubicBezTo>
                  <a:lnTo>
                    <a:pt x="441" y="1314"/>
                  </a:lnTo>
                  <a:cubicBezTo>
                    <a:pt x="497" y="1262"/>
                    <a:pt x="501" y="1175"/>
                    <a:pt x="448" y="1119"/>
                  </a:cubicBezTo>
                  <a:cubicBezTo>
                    <a:pt x="421" y="1089"/>
                    <a:pt x="384" y="1074"/>
                    <a:pt x="347" y="1074"/>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28"/>
            <p:cNvSpPr/>
            <p:nvPr/>
          </p:nvSpPr>
          <p:spPr>
            <a:xfrm>
              <a:off x="4331409" y="2908875"/>
              <a:ext cx="14485" cy="13279"/>
            </a:xfrm>
            <a:custGeom>
              <a:rect b="b" l="l" r="r" t="t"/>
              <a:pathLst>
                <a:path extrusionOk="0" h="374" w="408">
                  <a:moveTo>
                    <a:pt x="254" y="1"/>
                  </a:moveTo>
                  <a:cubicBezTo>
                    <a:pt x="220" y="1"/>
                    <a:pt x="186" y="13"/>
                    <a:pt x="160" y="38"/>
                  </a:cubicBezTo>
                  <a:lnTo>
                    <a:pt x="59" y="133"/>
                  </a:lnTo>
                  <a:cubicBezTo>
                    <a:pt x="3" y="185"/>
                    <a:pt x="0" y="273"/>
                    <a:pt x="52" y="329"/>
                  </a:cubicBezTo>
                  <a:cubicBezTo>
                    <a:pt x="79" y="359"/>
                    <a:pt x="115" y="374"/>
                    <a:pt x="153" y="374"/>
                  </a:cubicBezTo>
                  <a:cubicBezTo>
                    <a:pt x="187" y="374"/>
                    <a:pt x="220" y="362"/>
                    <a:pt x="248" y="336"/>
                  </a:cubicBezTo>
                  <a:lnTo>
                    <a:pt x="348" y="241"/>
                  </a:lnTo>
                  <a:cubicBezTo>
                    <a:pt x="404" y="190"/>
                    <a:pt x="407" y="100"/>
                    <a:pt x="356" y="46"/>
                  </a:cubicBezTo>
                  <a:cubicBezTo>
                    <a:pt x="328" y="16"/>
                    <a:pt x="291" y="1"/>
                    <a:pt x="254"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p28"/>
            <p:cNvSpPr/>
            <p:nvPr/>
          </p:nvSpPr>
          <p:spPr>
            <a:xfrm>
              <a:off x="4133263" y="3021351"/>
              <a:ext cx="57408" cy="38665"/>
            </a:xfrm>
            <a:custGeom>
              <a:rect b="b" l="l" r="r" t="t"/>
              <a:pathLst>
                <a:path extrusionOk="0" h="1089" w="1617">
                  <a:moveTo>
                    <a:pt x="522" y="0"/>
                  </a:moveTo>
                  <a:cubicBezTo>
                    <a:pt x="468" y="0"/>
                    <a:pt x="414" y="16"/>
                    <a:pt x="369" y="46"/>
                  </a:cubicBezTo>
                  <a:lnTo>
                    <a:pt x="166" y="182"/>
                  </a:lnTo>
                  <a:cubicBezTo>
                    <a:pt x="1" y="293"/>
                    <a:pt x="5" y="536"/>
                    <a:pt x="173" y="642"/>
                  </a:cubicBezTo>
                  <a:lnTo>
                    <a:pt x="891" y="1088"/>
                  </a:lnTo>
                  <a:lnTo>
                    <a:pt x="1617" y="274"/>
                  </a:lnTo>
                  <a:lnTo>
                    <a:pt x="591" y="9"/>
                  </a:lnTo>
                  <a:cubicBezTo>
                    <a:pt x="568" y="3"/>
                    <a:pt x="545" y="0"/>
                    <a:pt x="52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28"/>
            <p:cNvSpPr/>
            <p:nvPr/>
          </p:nvSpPr>
          <p:spPr>
            <a:xfrm>
              <a:off x="4148494" y="3025647"/>
              <a:ext cx="42177" cy="34404"/>
            </a:xfrm>
            <a:custGeom>
              <a:rect b="b" l="l" r="r" t="t"/>
              <a:pathLst>
                <a:path extrusionOk="0" h="969" w="1188">
                  <a:moveTo>
                    <a:pt x="600" y="0"/>
                  </a:moveTo>
                  <a:lnTo>
                    <a:pt x="0" y="679"/>
                  </a:lnTo>
                  <a:lnTo>
                    <a:pt x="464" y="969"/>
                  </a:lnTo>
                  <a:lnTo>
                    <a:pt x="1188" y="153"/>
                  </a:lnTo>
                  <a:lnTo>
                    <a:pt x="60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28"/>
            <p:cNvSpPr/>
            <p:nvPr/>
          </p:nvSpPr>
          <p:spPr>
            <a:xfrm>
              <a:off x="4190531" y="3059909"/>
              <a:ext cx="39088" cy="55849"/>
            </a:xfrm>
            <a:custGeom>
              <a:rect b="b" l="l" r="r" t="t"/>
              <a:pathLst>
                <a:path extrusionOk="0" h="1573" w="1101">
                  <a:moveTo>
                    <a:pt x="817" y="1"/>
                  </a:moveTo>
                  <a:lnTo>
                    <a:pt x="1" y="725"/>
                  </a:lnTo>
                  <a:lnTo>
                    <a:pt x="447" y="1443"/>
                  </a:lnTo>
                  <a:cubicBezTo>
                    <a:pt x="501" y="1529"/>
                    <a:pt x="590" y="1572"/>
                    <a:pt x="679" y="1572"/>
                  </a:cubicBezTo>
                  <a:cubicBezTo>
                    <a:pt x="766" y="1572"/>
                    <a:pt x="853" y="1531"/>
                    <a:pt x="907" y="1450"/>
                  </a:cubicBezTo>
                  <a:lnTo>
                    <a:pt x="1043" y="1247"/>
                  </a:lnTo>
                  <a:cubicBezTo>
                    <a:pt x="1086" y="1182"/>
                    <a:pt x="1100" y="1102"/>
                    <a:pt x="1080" y="1025"/>
                  </a:cubicBezTo>
                  <a:lnTo>
                    <a:pt x="817"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28"/>
            <p:cNvSpPr/>
            <p:nvPr/>
          </p:nvSpPr>
          <p:spPr>
            <a:xfrm>
              <a:off x="4197134" y="3077838"/>
              <a:ext cx="32414" cy="37848"/>
            </a:xfrm>
            <a:custGeom>
              <a:rect b="b" l="l" r="r" t="t"/>
              <a:pathLst>
                <a:path extrusionOk="0" h="1066" w="913">
                  <a:moveTo>
                    <a:pt x="760" y="1"/>
                  </a:moveTo>
                  <a:cubicBezTo>
                    <a:pt x="750" y="40"/>
                    <a:pt x="733" y="80"/>
                    <a:pt x="710" y="115"/>
                  </a:cubicBezTo>
                  <a:lnTo>
                    <a:pt x="518" y="400"/>
                  </a:lnTo>
                  <a:cubicBezTo>
                    <a:pt x="443" y="514"/>
                    <a:pt x="320" y="570"/>
                    <a:pt x="197" y="570"/>
                  </a:cubicBezTo>
                  <a:cubicBezTo>
                    <a:pt x="129" y="570"/>
                    <a:pt x="60" y="553"/>
                    <a:pt x="0" y="518"/>
                  </a:cubicBezTo>
                  <a:lnTo>
                    <a:pt x="0" y="518"/>
                  </a:lnTo>
                  <a:lnTo>
                    <a:pt x="261" y="936"/>
                  </a:lnTo>
                  <a:cubicBezTo>
                    <a:pt x="315" y="1022"/>
                    <a:pt x="404" y="1065"/>
                    <a:pt x="494" y="1065"/>
                  </a:cubicBezTo>
                  <a:cubicBezTo>
                    <a:pt x="580" y="1065"/>
                    <a:pt x="667" y="1025"/>
                    <a:pt x="721" y="944"/>
                  </a:cubicBezTo>
                  <a:lnTo>
                    <a:pt x="857" y="741"/>
                  </a:lnTo>
                  <a:cubicBezTo>
                    <a:pt x="900" y="676"/>
                    <a:pt x="913" y="594"/>
                    <a:pt x="893" y="519"/>
                  </a:cubicBezTo>
                  <a:lnTo>
                    <a:pt x="76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28"/>
            <p:cNvSpPr/>
            <p:nvPr/>
          </p:nvSpPr>
          <p:spPr>
            <a:xfrm>
              <a:off x="4099286" y="3095377"/>
              <a:ext cx="56555" cy="54252"/>
            </a:xfrm>
            <a:custGeom>
              <a:rect b="b" l="l" r="r" t="t"/>
              <a:pathLst>
                <a:path extrusionOk="0" h="1528" w="1593">
                  <a:moveTo>
                    <a:pt x="580" y="1"/>
                  </a:moveTo>
                  <a:cubicBezTo>
                    <a:pt x="501" y="1"/>
                    <a:pt x="423" y="26"/>
                    <a:pt x="356" y="74"/>
                  </a:cubicBezTo>
                  <a:lnTo>
                    <a:pt x="152" y="226"/>
                  </a:lnTo>
                  <a:cubicBezTo>
                    <a:pt x="1" y="340"/>
                    <a:pt x="19" y="572"/>
                    <a:pt x="186" y="660"/>
                  </a:cubicBezTo>
                  <a:lnTo>
                    <a:pt x="664" y="911"/>
                  </a:lnTo>
                  <a:lnTo>
                    <a:pt x="916" y="1391"/>
                  </a:lnTo>
                  <a:cubicBezTo>
                    <a:pt x="963" y="1481"/>
                    <a:pt x="1053" y="1527"/>
                    <a:pt x="1143" y="1527"/>
                  </a:cubicBezTo>
                  <a:cubicBezTo>
                    <a:pt x="1220" y="1527"/>
                    <a:pt x="1298" y="1493"/>
                    <a:pt x="1350" y="1424"/>
                  </a:cubicBezTo>
                  <a:lnTo>
                    <a:pt x="1503" y="1219"/>
                  </a:lnTo>
                  <a:cubicBezTo>
                    <a:pt x="1571" y="1122"/>
                    <a:pt x="1592" y="998"/>
                    <a:pt x="1556" y="883"/>
                  </a:cubicBezTo>
                  <a:lnTo>
                    <a:pt x="1350" y="225"/>
                  </a:lnTo>
                  <a:lnTo>
                    <a:pt x="691" y="18"/>
                  </a:lnTo>
                  <a:cubicBezTo>
                    <a:pt x="655" y="6"/>
                    <a:pt x="617" y="1"/>
                    <a:pt x="58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28"/>
            <p:cNvSpPr/>
            <p:nvPr/>
          </p:nvSpPr>
          <p:spPr>
            <a:xfrm>
              <a:off x="4126589" y="3111105"/>
              <a:ext cx="29254" cy="38487"/>
            </a:xfrm>
            <a:custGeom>
              <a:rect b="b" l="l" r="r" t="t"/>
              <a:pathLst>
                <a:path extrusionOk="0" h="1084" w="824">
                  <a:moveTo>
                    <a:pt x="649" y="1"/>
                  </a:moveTo>
                  <a:cubicBezTo>
                    <a:pt x="640" y="93"/>
                    <a:pt x="602" y="186"/>
                    <a:pt x="541" y="266"/>
                  </a:cubicBezTo>
                  <a:lnTo>
                    <a:pt x="337" y="532"/>
                  </a:lnTo>
                  <a:cubicBezTo>
                    <a:pt x="261" y="628"/>
                    <a:pt x="154" y="676"/>
                    <a:pt x="53" y="676"/>
                  </a:cubicBezTo>
                  <a:cubicBezTo>
                    <a:pt x="35" y="676"/>
                    <a:pt x="18" y="674"/>
                    <a:pt x="0" y="671"/>
                  </a:cubicBezTo>
                  <a:lnTo>
                    <a:pt x="0" y="671"/>
                  </a:lnTo>
                  <a:lnTo>
                    <a:pt x="144" y="945"/>
                  </a:lnTo>
                  <a:cubicBezTo>
                    <a:pt x="191" y="1036"/>
                    <a:pt x="281" y="1083"/>
                    <a:pt x="371" y="1083"/>
                  </a:cubicBezTo>
                  <a:cubicBezTo>
                    <a:pt x="448" y="1083"/>
                    <a:pt x="525" y="1049"/>
                    <a:pt x="577" y="979"/>
                  </a:cubicBezTo>
                  <a:lnTo>
                    <a:pt x="730" y="775"/>
                  </a:lnTo>
                  <a:cubicBezTo>
                    <a:pt x="802" y="679"/>
                    <a:pt x="823" y="555"/>
                    <a:pt x="787" y="441"/>
                  </a:cubicBezTo>
                  <a:lnTo>
                    <a:pt x="649"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28"/>
            <p:cNvSpPr/>
            <p:nvPr/>
          </p:nvSpPr>
          <p:spPr>
            <a:xfrm>
              <a:off x="4131524" y="2998380"/>
              <a:ext cx="130152" cy="118906"/>
            </a:xfrm>
            <a:custGeom>
              <a:rect b="b" l="l" r="r" t="t"/>
              <a:pathLst>
                <a:path extrusionOk="0" h="3349" w="3666">
                  <a:moveTo>
                    <a:pt x="2702" y="0"/>
                  </a:moveTo>
                  <a:cubicBezTo>
                    <a:pt x="2550" y="0"/>
                    <a:pt x="2393" y="57"/>
                    <a:pt x="2250" y="191"/>
                  </a:cubicBezTo>
                  <a:cubicBezTo>
                    <a:pt x="2224" y="216"/>
                    <a:pt x="2199" y="240"/>
                    <a:pt x="2174" y="267"/>
                  </a:cubicBezTo>
                  <a:lnTo>
                    <a:pt x="176" y="2522"/>
                  </a:lnTo>
                  <a:cubicBezTo>
                    <a:pt x="1" y="2720"/>
                    <a:pt x="11" y="3017"/>
                    <a:pt x="195" y="3203"/>
                  </a:cubicBezTo>
                  <a:cubicBezTo>
                    <a:pt x="291" y="3300"/>
                    <a:pt x="419" y="3348"/>
                    <a:pt x="546" y="3348"/>
                  </a:cubicBezTo>
                  <a:cubicBezTo>
                    <a:pt x="664" y="3348"/>
                    <a:pt x="782" y="3307"/>
                    <a:pt x="876" y="3223"/>
                  </a:cubicBezTo>
                  <a:lnTo>
                    <a:pt x="3131" y="1224"/>
                  </a:lnTo>
                  <a:cubicBezTo>
                    <a:pt x="3158" y="1199"/>
                    <a:pt x="3184" y="1174"/>
                    <a:pt x="3207" y="1148"/>
                  </a:cubicBezTo>
                  <a:cubicBezTo>
                    <a:pt x="3665" y="661"/>
                    <a:pt x="3219" y="0"/>
                    <a:pt x="270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28"/>
            <p:cNvSpPr/>
            <p:nvPr/>
          </p:nvSpPr>
          <p:spPr>
            <a:xfrm>
              <a:off x="4133973" y="3000262"/>
              <a:ext cx="124969" cy="116953"/>
            </a:xfrm>
            <a:custGeom>
              <a:rect b="b" l="l" r="r" t="t"/>
              <a:pathLst>
                <a:path extrusionOk="0" h="3294" w="3520">
                  <a:moveTo>
                    <a:pt x="2886" y="0"/>
                  </a:moveTo>
                  <a:cubicBezTo>
                    <a:pt x="3001" y="225"/>
                    <a:pt x="2995" y="509"/>
                    <a:pt x="2769" y="750"/>
                  </a:cubicBezTo>
                  <a:cubicBezTo>
                    <a:pt x="2745" y="776"/>
                    <a:pt x="2720" y="800"/>
                    <a:pt x="2693" y="826"/>
                  </a:cubicBezTo>
                  <a:lnTo>
                    <a:pt x="438" y="2825"/>
                  </a:lnTo>
                  <a:cubicBezTo>
                    <a:pt x="345" y="2908"/>
                    <a:pt x="225" y="2950"/>
                    <a:pt x="109" y="2950"/>
                  </a:cubicBezTo>
                  <a:cubicBezTo>
                    <a:pt x="73" y="2950"/>
                    <a:pt x="37" y="2944"/>
                    <a:pt x="1" y="2937"/>
                  </a:cubicBezTo>
                  <a:lnTo>
                    <a:pt x="1" y="2937"/>
                  </a:lnTo>
                  <a:cubicBezTo>
                    <a:pt x="24" y="3015"/>
                    <a:pt x="65" y="3087"/>
                    <a:pt x="126" y="3149"/>
                  </a:cubicBezTo>
                  <a:cubicBezTo>
                    <a:pt x="224" y="3245"/>
                    <a:pt x="349" y="3294"/>
                    <a:pt x="477" y="3294"/>
                  </a:cubicBezTo>
                  <a:cubicBezTo>
                    <a:pt x="594" y="3294"/>
                    <a:pt x="713" y="3252"/>
                    <a:pt x="807" y="3170"/>
                  </a:cubicBezTo>
                  <a:lnTo>
                    <a:pt x="3062" y="1171"/>
                  </a:lnTo>
                  <a:cubicBezTo>
                    <a:pt x="3089" y="1146"/>
                    <a:pt x="3115" y="1121"/>
                    <a:pt x="3138" y="1095"/>
                  </a:cubicBezTo>
                  <a:cubicBezTo>
                    <a:pt x="3519" y="689"/>
                    <a:pt x="3276" y="166"/>
                    <a:pt x="28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29" name="Google Shape;4729;p28"/>
          <p:cNvGrpSpPr/>
          <p:nvPr/>
        </p:nvGrpSpPr>
        <p:grpSpPr>
          <a:xfrm>
            <a:off x="3437462" y="2859987"/>
            <a:ext cx="327024" cy="269048"/>
            <a:chOff x="3437462" y="2859987"/>
            <a:chExt cx="327024" cy="269048"/>
          </a:xfrm>
        </p:grpSpPr>
        <p:sp>
          <p:nvSpPr>
            <p:cNvPr id="4730" name="Google Shape;4730;p28"/>
            <p:cNvSpPr/>
            <p:nvPr/>
          </p:nvSpPr>
          <p:spPr>
            <a:xfrm>
              <a:off x="3461569" y="2903372"/>
              <a:ext cx="279760" cy="192153"/>
            </a:xfrm>
            <a:custGeom>
              <a:rect b="b" l="l" r="r" t="t"/>
              <a:pathLst>
                <a:path extrusionOk="0" h="5412" w="7880">
                  <a:moveTo>
                    <a:pt x="306" y="1"/>
                  </a:moveTo>
                  <a:cubicBezTo>
                    <a:pt x="137" y="1"/>
                    <a:pt x="1" y="137"/>
                    <a:pt x="1" y="306"/>
                  </a:cubicBezTo>
                  <a:lnTo>
                    <a:pt x="1" y="5105"/>
                  </a:lnTo>
                  <a:cubicBezTo>
                    <a:pt x="1" y="5275"/>
                    <a:pt x="137" y="5411"/>
                    <a:pt x="306" y="5411"/>
                  </a:cubicBezTo>
                  <a:lnTo>
                    <a:pt x="7571" y="5411"/>
                  </a:lnTo>
                  <a:cubicBezTo>
                    <a:pt x="7740" y="5411"/>
                    <a:pt x="7879" y="5275"/>
                    <a:pt x="7876" y="5105"/>
                  </a:cubicBezTo>
                  <a:lnTo>
                    <a:pt x="7876" y="306"/>
                  </a:lnTo>
                  <a:cubicBezTo>
                    <a:pt x="7876" y="137"/>
                    <a:pt x="7740" y="1"/>
                    <a:pt x="7571"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28"/>
            <p:cNvSpPr/>
            <p:nvPr/>
          </p:nvSpPr>
          <p:spPr>
            <a:xfrm>
              <a:off x="3717267" y="2903372"/>
              <a:ext cx="24071" cy="192153"/>
            </a:xfrm>
            <a:custGeom>
              <a:rect b="b" l="l" r="r" t="t"/>
              <a:pathLst>
                <a:path extrusionOk="0" h="5412" w="678">
                  <a:moveTo>
                    <a:pt x="1" y="1"/>
                  </a:moveTo>
                  <a:cubicBezTo>
                    <a:pt x="169" y="1"/>
                    <a:pt x="306" y="137"/>
                    <a:pt x="306" y="306"/>
                  </a:cubicBezTo>
                  <a:lnTo>
                    <a:pt x="306" y="5105"/>
                  </a:lnTo>
                  <a:cubicBezTo>
                    <a:pt x="306" y="5275"/>
                    <a:pt x="169" y="5411"/>
                    <a:pt x="1" y="5411"/>
                  </a:cubicBezTo>
                  <a:lnTo>
                    <a:pt x="371" y="5411"/>
                  </a:lnTo>
                  <a:cubicBezTo>
                    <a:pt x="541" y="5411"/>
                    <a:pt x="677" y="5275"/>
                    <a:pt x="677" y="5105"/>
                  </a:cubicBezTo>
                  <a:lnTo>
                    <a:pt x="677" y="306"/>
                  </a:lnTo>
                  <a:cubicBezTo>
                    <a:pt x="677" y="137"/>
                    <a:pt x="538" y="1"/>
                    <a:pt x="3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p28"/>
            <p:cNvSpPr/>
            <p:nvPr/>
          </p:nvSpPr>
          <p:spPr>
            <a:xfrm>
              <a:off x="3482871" y="2921266"/>
              <a:ext cx="237086" cy="156364"/>
            </a:xfrm>
            <a:custGeom>
              <a:rect b="b" l="l" r="r" t="t"/>
              <a:pathLst>
                <a:path extrusionOk="0" h="4404" w="6678">
                  <a:moveTo>
                    <a:pt x="206" y="0"/>
                  </a:moveTo>
                  <a:cubicBezTo>
                    <a:pt x="93" y="0"/>
                    <a:pt x="1" y="92"/>
                    <a:pt x="1" y="205"/>
                  </a:cubicBezTo>
                  <a:lnTo>
                    <a:pt x="1" y="4198"/>
                  </a:lnTo>
                  <a:cubicBezTo>
                    <a:pt x="1" y="4312"/>
                    <a:pt x="93" y="4404"/>
                    <a:pt x="206" y="4404"/>
                  </a:cubicBezTo>
                  <a:lnTo>
                    <a:pt x="6473" y="4404"/>
                  </a:lnTo>
                  <a:cubicBezTo>
                    <a:pt x="6586" y="4404"/>
                    <a:pt x="6678" y="4312"/>
                    <a:pt x="6678" y="4198"/>
                  </a:cubicBezTo>
                  <a:lnTo>
                    <a:pt x="6678" y="205"/>
                  </a:lnTo>
                  <a:cubicBezTo>
                    <a:pt x="6678" y="92"/>
                    <a:pt x="6586" y="0"/>
                    <a:pt x="647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p28"/>
            <p:cNvSpPr/>
            <p:nvPr/>
          </p:nvSpPr>
          <p:spPr>
            <a:xfrm>
              <a:off x="3699302" y="2921266"/>
              <a:ext cx="20662" cy="156364"/>
            </a:xfrm>
            <a:custGeom>
              <a:rect b="b" l="l" r="r" t="t"/>
              <a:pathLst>
                <a:path extrusionOk="0" h="4404" w="582">
                  <a:moveTo>
                    <a:pt x="380" y="0"/>
                  </a:moveTo>
                  <a:cubicBezTo>
                    <a:pt x="379" y="0"/>
                    <a:pt x="378" y="0"/>
                    <a:pt x="377" y="0"/>
                  </a:cubicBezTo>
                  <a:lnTo>
                    <a:pt x="0" y="0"/>
                  </a:lnTo>
                  <a:cubicBezTo>
                    <a:pt x="114" y="0"/>
                    <a:pt x="206" y="92"/>
                    <a:pt x="206" y="205"/>
                  </a:cubicBezTo>
                  <a:lnTo>
                    <a:pt x="206" y="4198"/>
                  </a:lnTo>
                  <a:cubicBezTo>
                    <a:pt x="206" y="4312"/>
                    <a:pt x="114" y="4404"/>
                    <a:pt x="0" y="4404"/>
                  </a:cubicBezTo>
                  <a:lnTo>
                    <a:pt x="377" y="4404"/>
                  </a:lnTo>
                  <a:cubicBezTo>
                    <a:pt x="490" y="4404"/>
                    <a:pt x="582" y="4312"/>
                    <a:pt x="582" y="4198"/>
                  </a:cubicBezTo>
                  <a:lnTo>
                    <a:pt x="582" y="205"/>
                  </a:lnTo>
                  <a:cubicBezTo>
                    <a:pt x="582" y="93"/>
                    <a:pt x="491" y="0"/>
                    <a:pt x="38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28"/>
            <p:cNvSpPr/>
            <p:nvPr/>
          </p:nvSpPr>
          <p:spPr>
            <a:xfrm>
              <a:off x="3538825" y="3014712"/>
              <a:ext cx="96744" cy="62915"/>
            </a:xfrm>
            <a:custGeom>
              <a:rect b="b" l="l" r="r" t="t"/>
              <a:pathLst>
                <a:path extrusionOk="0" h="1772" w="2725">
                  <a:moveTo>
                    <a:pt x="1362" y="0"/>
                  </a:moveTo>
                  <a:cubicBezTo>
                    <a:pt x="611" y="0"/>
                    <a:pt x="0" y="609"/>
                    <a:pt x="0" y="1362"/>
                  </a:cubicBezTo>
                  <a:lnTo>
                    <a:pt x="0" y="1772"/>
                  </a:lnTo>
                  <a:lnTo>
                    <a:pt x="2724" y="1772"/>
                  </a:lnTo>
                  <a:lnTo>
                    <a:pt x="2724" y="1362"/>
                  </a:lnTo>
                  <a:cubicBezTo>
                    <a:pt x="2724" y="609"/>
                    <a:pt x="2114" y="0"/>
                    <a:pt x="13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28"/>
            <p:cNvSpPr/>
            <p:nvPr/>
          </p:nvSpPr>
          <p:spPr>
            <a:xfrm>
              <a:off x="3580222" y="3014712"/>
              <a:ext cx="55348" cy="62915"/>
            </a:xfrm>
            <a:custGeom>
              <a:rect b="b" l="l" r="r" t="t"/>
              <a:pathLst>
                <a:path extrusionOk="0" h="1772" w="1559">
                  <a:moveTo>
                    <a:pt x="196" y="0"/>
                  </a:moveTo>
                  <a:cubicBezTo>
                    <a:pt x="130" y="0"/>
                    <a:pt x="65" y="5"/>
                    <a:pt x="0" y="15"/>
                  </a:cubicBezTo>
                  <a:cubicBezTo>
                    <a:pt x="296" y="58"/>
                    <a:pt x="563" y="196"/>
                    <a:pt x="767" y="399"/>
                  </a:cubicBezTo>
                  <a:cubicBezTo>
                    <a:pt x="1013" y="645"/>
                    <a:pt x="1166" y="986"/>
                    <a:pt x="1166" y="1362"/>
                  </a:cubicBezTo>
                  <a:lnTo>
                    <a:pt x="1166" y="1772"/>
                  </a:lnTo>
                  <a:lnTo>
                    <a:pt x="1558" y="1772"/>
                  </a:lnTo>
                  <a:lnTo>
                    <a:pt x="1558" y="1362"/>
                  </a:lnTo>
                  <a:cubicBezTo>
                    <a:pt x="1558" y="986"/>
                    <a:pt x="1405" y="645"/>
                    <a:pt x="1158" y="399"/>
                  </a:cubicBezTo>
                  <a:cubicBezTo>
                    <a:pt x="912" y="153"/>
                    <a:pt x="571" y="0"/>
                    <a:pt x="1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28"/>
            <p:cNvSpPr/>
            <p:nvPr/>
          </p:nvSpPr>
          <p:spPr>
            <a:xfrm>
              <a:off x="3576530" y="2990854"/>
              <a:ext cx="21337" cy="38949"/>
            </a:xfrm>
            <a:custGeom>
              <a:rect b="b" l="l" r="r" t="t"/>
              <a:pathLst>
                <a:path extrusionOk="0" h="1097" w="601">
                  <a:moveTo>
                    <a:pt x="0" y="0"/>
                  </a:moveTo>
                  <a:lnTo>
                    <a:pt x="0" y="796"/>
                  </a:lnTo>
                  <a:cubicBezTo>
                    <a:pt x="0" y="962"/>
                    <a:pt x="134" y="1097"/>
                    <a:pt x="300" y="1097"/>
                  </a:cubicBezTo>
                  <a:cubicBezTo>
                    <a:pt x="465" y="1097"/>
                    <a:pt x="600" y="962"/>
                    <a:pt x="600" y="796"/>
                  </a:cubicBezTo>
                  <a:lnTo>
                    <a:pt x="60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28"/>
            <p:cNvSpPr/>
            <p:nvPr/>
          </p:nvSpPr>
          <p:spPr>
            <a:xfrm>
              <a:off x="3581785" y="2990783"/>
              <a:ext cx="16083" cy="38913"/>
            </a:xfrm>
            <a:custGeom>
              <a:rect b="b" l="l" r="r" t="t"/>
              <a:pathLst>
                <a:path extrusionOk="0" h="1096" w="453">
                  <a:moveTo>
                    <a:pt x="152" y="1"/>
                  </a:moveTo>
                  <a:lnTo>
                    <a:pt x="152" y="797"/>
                  </a:lnTo>
                  <a:cubicBezTo>
                    <a:pt x="152" y="907"/>
                    <a:pt x="91" y="1005"/>
                    <a:pt x="1" y="1057"/>
                  </a:cubicBezTo>
                  <a:cubicBezTo>
                    <a:pt x="47" y="1082"/>
                    <a:pt x="98" y="1096"/>
                    <a:pt x="152" y="1096"/>
                  </a:cubicBezTo>
                  <a:cubicBezTo>
                    <a:pt x="317" y="1096"/>
                    <a:pt x="452" y="961"/>
                    <a:pt x="452" y="797"/>
                  </a:cubicBezTo>
                  <a:lnTo>
                    <a:pt x="45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28"/>
            <p:cNvSpPr/>
            <p:nvPr/>
          </p:nvSpPr>
          <p:spPr>
            <a:xfrm>
              <a:off x="3543973" y="2909550"/>
              <a:ext cx="86378" cy="92455"/>
            </a:xfrm>
            <a:custGeom>
              <a:rect b="b" l="l" r="r" t="t"/>
              <a:pathLst>
                <a:path extrusionOk="0" h="2604" w="2433">
                  <a:moveTo>
                    <a:pt x="1217" y="1"/>
                  </a:moveTo>
                  <a:lnTo>
                    <a:pt x="1" y="645"/>
                  </a:lnTo>
                  <a:lnTo>
                    <a:pt x="1" y="1388"/>
                  </a:lnTo>
                  <a:cubicBezTo>
                    <a:pt x="1" y="2060"/>
                    <a:pt x="546" y="2604"/>
                    <a:pt x="1217" y="2604"/>
                  </a:cubicBezTo>
                  <a:cubicBezTo>
                    <a:pt x="1889" y="2604"/>
                    <a:pt x="2433" y="2059"/>
                    <a:pt x="2433" y="1388"/>
                  </a:cubicBezTo>
                  <a:lnTo>
                    <a:pt x="2433" y="645"/>
                  </a:lnTo>
                  <a:lnTo>
                    <a:pt x="1217"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28"/>
            <p:cNvSpPr/>
            <p:nvPr/>
          </p:nvSpPr>
          <p:spPr>
            <a:xfrm>
              <a:off x="3580577" y="2925385"/>
              <a:ext cx="49775" cy="76584"/>
            </a:xfrm>
            <a:custGeom>
              <a:rect b="b" l="l" r="r" t="t"/>
              <a:pathLst>
                <a:path extrusionOk="0" h="2157" w="1402">
                  <a:moveTo>
                    <a:pt x="1032" y="1"/>
                  </a:moveTo>
                  <a:lnTo>
                    <a:pt x="1032" y="941"/>
                  </a:lnTo>
                  <a:cubicBezTo>
                    <a:pt x="1032" y="1548"/>
                    <a:pt x="583" y="2053"/>
                    <a:pt x="0" y="2142"/>
                  </a:cubicBezTo>
                  <a:cubicBezTo>
                    <a:pt x="62" y="2151"/>
                    <a:pt x="122" y="2157"/>
                    <a:pt x="186" y="2157"/>
                  </a:cubicBezTo>
                  <a:cubicBezTo>
                    <a:pt x="858" y="2157"/>
                    <a:pt x="1402" y="1613"/>
                    <a:pt x="1402" y="942"/>
                  </a:cubicBezTo>
                  <a:lnTo>
                    <a:pt x="1402" y="199"/>
                  </a:lnTo>
                  <a:lnTo>
                    <a:pt x="103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28"/>
            <p:cNvSpPr/>
            <p:nvPr/>
          </p:nvSpPr>
          <p:spPr>
            <a:xfrm>
              <a:off x="3543973" y="2887218"/>
              <a:ext cx="86378" cy="50737"/>
            </a:xfrm>
            <a:custGeom>
              <a:rect b="b" l="l" r="r" t="t"/>
              <a:pathLst>
                <a:path extrusionOk="0" h="1429" w="2433">
                  <a:moveTo>
                    <a:pt x="1217" y="1"/>
                  </a:moveTo>
                  <a:cubicBezTo>
                    <a:pt x="546" y="1"/>
                    <a:pt x="1" y="543"/>
                    <a:pt x="1" y="1217"/>
                  </a:cubicBezTo>
                  <a:lnTo>
                    <a:pt x="1" y="1428"/>
                  </a:lnTo>
                  <a:cubicBezTo>
                    <a:pt x="1" y="1428"/>
                    <a:pt x="1" y="1428"/>
                    <a:pt x="2" y="1428"/>
                  </a:cubicBezTo>
                  <a:cubicBezTo>
                    <a:pt x="38" y="1428"/>
                    <a:pt x="799" y="1422"/>
                    <a:pt x="1217" y="843"/>
                  </a:cubicBezTo>
                  <a:cubicBezTo>
                    <a:pt x="1635" y="1422"/>
                    <a:pt x="2396" y="1428"/>
                    <a:pt x="2431" y="1428"/>
                  </a:cubicBezTo>
                  <a:cubicBezTo>
                    <a:pt x="2432" y="1428"/>
                    <a:pt x="2433" y="1428"/>
                    <a:pt x="2433" y="1428"/>
                  </a:cubicBezTo>
                  <a:lnTo>
                    <a:pt x="2433" y="1217"/>
                  </a:lnTo>
                  <a:cubicBezTo>
                    <a:pt x="2433" y="543"/>
                    <a:pt x="1889" y="1"/>
                    <a:pt x="121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28"/>
            <p:cNvSpPr/>
            <p:nvPr/>
          </p:nvSpPr>
          <p:spPr>
            <a:xfrm>
              <a:off x="3580577" y="2887147"/>
              <a:ext cx="49775" cy="50772"/>
            </a:xfrm>
            <a:custGeom>
              <a:rect b="b" l="l" r="r" t="t"/>
              <a:pathLst>
                <a:path extrusionOk="0" h="1430" w="1402">
                  <a:moveTo>
                    <a:pt x="186" y="0"/>
                  </a:moveTo>
                  <a:cubicBezTo>
                    <a:pt x="122" y="0"/>
                    <a:pt x="62" y="6"/>
                    <a:pt x="0" y="14"/>
                  </a:cubicBezTo>
                  <a:cubicBezTo>
                    <a:pt x="586" y="105"/>
                    <a:pt x="1032" y="609"/>
                    <a:pt x="1032" y="1216"/>
                  </a:cubicBezTo>
                  <a:lnTo>
                    <a:pt x="1032" y="1379"/>
                  </a:lnTo>
                  <a:cubicBezTo>
                    <a:pt x="1232" y="1428"/>
                    <a:pt x="1385" y="1429"/>
                    <a:pt x="1400" y="1429"/>
                  </a:cubicBezTo>
                  <a:cubicBezTo>
                    <a:pt x="1401" y="1429"/>
                    <a:pt x="1402" y="1429"/>
                    <a:pt x="1402" y="1429"/>
                  </a:cubicBezTo>
                  <a:lnTo>
                    <a:pt x="1402" y="1216"/>
                  </a:lnTo>
                  <a:cubicBezTo>
                    <a:pt x="1402" y="545"/>
                    <a:pt x="858" y="3"/>
                    <a:pt x="1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p28"/>
            <p:cNvSpPr/>
            <p:nvPr/>
          </p:nvSpPr>
          <p:spPr>
            <a:xfrm>
              <a:off x="3527535" y="2937811"/>
              <a:ext cx="16580" cy="23291"/>
            </a:xfrm>
            <a:custGeom>
              <a:rect b="b" l="l" r="r" t="t"/>
              <a:pathLst>
                <a:path extrusionOk="0" h="656" w="467">
                  <a:moveTo>
                    <a:pt x="327" y="1"/>
                  </a:moveTo>
                  <a:cubicBezTo>
                    <a:pt x="146" y="1"/>
                    <a:pt x="0" y="146"/>
                    <a:pt x="0" y="327"/>
                  </a:cubicBezTo>
                  <a:cubicBezTo>
                    <a:pt x="0" y="509"/>
                    <a:pt x="147" y="655"/>
                    <a:pt x="327" y="655"/>
                  </a:cubicBezTo>
                  <a:lnTo>
                    <a:pt x="467" y="655"/>
                  </a:lnTo>
                  <a:lnTo>
                    <a:pt x="467"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p28"/>
            <p:cNvSpPr/>
            <p:nvPr/>
          </p:nvSpPr>
          <p:spPr>
            <a:xfrm>
              <a:off x="3630318" y="2937811"/>
              <a:ext cx="16580" cy="23291"/>
            </a:xfrm>
            <a:custGeom>
              <a:rect b="b" l="l" r="r" t="t"/>
              <a:pathLst>
                <a:path extrusionOk="0" h="656" w="467">
                  <a:moveTo>
                    <a:pt x="1" y="1"/>
                  </a:moveTo>
                  <a:lnTo>
                    <a:pt x="1" y="655"/>
                  </a:lnTo>
                  <a:lnTo>
                    <a:pt x="140" y="655"/>
                  </a:lnTo>
                  <a:cubicBezTo>
                    <a:pt x="320" y="655"/>
                    <a:pt x="467" y="509"/>
                    <a:pt x="467" y="327"/>
                  </a:cubicBezTo>
                  <a:cubicBezTo>
                    <a:pt x="467" y="146"/>
                    <a:pt x="322" y="1"/>
                    <a:pt x="14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28"/>
            <p:cNvSpPr/>
            <p:nvPr/>
          </p:nvSpPr>
          <p:spPr>
            <a:xfrm>
              <a:off x="3630318" y="2939125"/>
              <a:ext cx="16580" cy="21978"/>
            </a:xfrm>
            <a:custGeom>
              <a:rect b="b" l="l" r="r" t="t"/>
              <a:pathLst>
                <a:path extrusionOk="0" h="619" w="467">
                  <a:moveTo>
                    <a:pt x="291" y="1"/>
                  </a:moveTo>
                  <a:lnTo>
                    <a:pt x="291" y="1"/>
                  </a:lnTo>
                  <a:cubicBezTo>
                    <a:pt x="303" y="36"/>
                    <a:pt x="310" y="74"/>
                    <a:pt x="310" y="115"/>
                  </a:cubicBezTo>
                  <a:cubicBezTo>
                    <a:pt x="310" y="290"/>
                    <a:pt x="173" y="433"/>
                    <a:pt x="1" y="441"/>
                  </a:cubicBezTo>
                  <a:lnTo>
                    <a:pt x="1" y="618"/>
                  </a:lnTo>
                  <a:lnTo>
                    <a:pt x="140" y="618"/>
                  </a:lnTo>
                  <a:cubicBezTo>
                    <a:pt x="322" y="618"/>
                    <a:pt x="467" y="470"/>
                    <a:pt x="467" y="290"/>
                  </a:cubicBezTo>
                  <a:cubicBezTo>
                    <a:pt x="467" y="201"/>
                    <a:pt x="430" y="119"/>
                    <a:pt x="372" y="60"/>
                  </a:cubicBezTo>
                  <a:cubicBezTo>
                    <a:pt x="349" y="37"/>
                    <a:pt x="322" y="17"/>
                    <a:pt x="29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28"/>
            <p:cNvSpPr/>
            <p:nvPr/>
          </p:nvSpPr>
          <p:spPr>
            <a:xfrm>
              <a:off x="3563003" y="2944592"/>
              <a:ext cx="9586" cy="15019"/>
            </a:xfrm>
            <a:custGeom>
              <a:rect b="b" l="l" r="r" t="t"/>
              <a:pathLst>
                <a:path extrusionOk="0" h="423" w="270">
                  <a:moveTo>
                    <a:pt x="134" y="1"/>
                  </a:moveTo>
                  <a:cubicBezTo>
                    <a:pt x="61" y="1"/>
                    <a:pt x="0" y="63"/>
                    <a:pt x="0" y="136"/>
                  </a:cubicBezTo>
                  <a:lnTo>
                    <a:pt x="0" y="287"/>
                  </a:lnTo>
                  <a:cubicBezTo>
                    <a:pt x="0" y="361"/>
                    <a:pt x="61" y="423"/>
                    <a:pt x="134" y="423"/>
                  </a:cubicBezTo>
                  <a:cubicBezTo>
                    <a:pt x="210" y="423"/>
                    <a:pt x="269" y="364"/>
                    <a:pt x="269" y="287"/>
                  </a:cubicBezTo>
                  <a:lnTo>
                    <a:pt x="269" y="136"/>
                  </a:lnTo>
                  <a:cubicBezTo>
                    <a:pt x="269" y="63"/>
                    <a:pt x="209"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28"/>
            <p:cNvSpPr/>
            <p:nvPr/>
          </p:nvSpPr>
          <p:spPr>
            <a:xfrm>
              <a:off x="3601809" y="2944592"/>
              <a:ext cx="9586" cy="15019"/>
            </a:xfrm>
            <a:custGeom>
              <a:rect b="b" l="l" r="r" t="t"/>
              <a:pathLst>
                <a:path extrusionOk="0" h="423" w="270">
                  <a:moveTo>
                    <a:pt x="135" y="1"/>
                  </a:moveTo>
                  <a:cubicBezTo>
                    <a:pt x="61" y="1"/>
                    <a:pt x="1" y="63"/>
                    <a:pt x="1" y="136"/>
                  </a:cubicBezTo>
                  <a:lnTo>
                    <a:pt x="1" y="287"/>
                  </a:lnTo>
                  <a:cubicBezTo>
                    <a:pt x="1" y="361"/>
                    <a:pt x="61" y="423"/>
                    <a:pt x="135" y="423"/>
                  </a:cubicBezTo>
                  <a:cubicBezTo>
                    <a:pt x="209" y="423"/>
                    <a:pt x="270" y="364"/>
                    <a:pt x="270" y="287"/>
                  </a:cubicBezTo>
                  <a:lnTo>
                    <a:pt x="270" y="136"/>
                  </a:lnTo>
                  <a:cubicBezTo>
                    <a:pt x="270" y="63"/>
                    <a:pt x="209" y="1"/>
                    <a:pt x="13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28"/>
            <p:cNvSpPr/>
            <p:nvPr/>
          </p:nvSpPr>
          <p:spPr>
            <a:xfrm>
              <a:off x="3636105" y="2972356"/>
              <a:ext cx="127951" cy="84786"/>
            </a:xfrm>
            <a:custGeom>
              <a:rect b="b" l="l" r="r" t="t"/>
              <a:pathLst>
                <a:path extrusionOk="0" h="2388" w="3604">
                  <a:moveTo>
                    <a:pt x="727" y="0"/>
                  </a:moveTo>
                  <a:cubicBezTo>
                    <a:pt x="633" y="0"/>
                    <a:pt x="557" y="75"/>
                    <a:pt x="557" y="169"/>
                  </a:cubicBezTo>
                  <a:lnTo>
                    <a:pt x="557" y="652"/>
                  </a:lnTo>
                  <a:cubicBezTo>
                    <a:pt x="557" y="750"/>
                    <a:pt x="507" y="838"/>
                    <a:pt x="425" y="888"/>
                  </a:cubicBezTo>
                  <a:lnTo>
                    <a:pt x="74" y="1097"/>
                  </a:lnTo>
                  <a:cubicBezTo>
                    <a:pt x="0" y="1140"/>
                    <a:pt x="0" y="1247"/>
                    <a:pt x="74" y="1290"/>
                  </a:cubicBezTo>
                  <a:lnTo>
                    <a:pt x="425" y="1498"/>
                  </a:lnTo>
                  <a:cubicBezTo>
                    <a:pt x="507" y="1547"/>
                    <a:pt x="557" y="1637"/>
                    <a:pt x="557" y="1734"/>
                  </a:cubicBezTo>
                  <a:lnTo>
                    <a:pt x="557" y="2218"/>
                  </a:lnTo>
                  <a:cubicBezTo>
                    <a:pt x="557" y="2311"/>
                    <a:pt x="633" y="2388"/>
                    <a:pt x="727" y="2388"/>
                  </a:cubicBezTo>
                  <a:lnTo>
                    <a:pt x="3434" y="2388"/>
                  </a:lnTo>
                  <a:cubicBezTo>
                    <a:pt x="3527" y="2388"/>
                    <a:pt x="3604" y="2311"/>
                    <a:pt x="3604" y="2218"/>
                  </a:cubicBezTo>
                  <a:lnTo>
                    <a:pt x="3604" y="169"/>
                  </a:lnTo>
                  <a:cubicBezTo>
                    <a:pt x="3604" y="75"/>
                    <a:pt x="3527" y="0"/>
                    <a:pt x="343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28"/>
            <p:cNvSpPr/>
            <p:nvPr/>
          </p:nvSpPr>
          <p:spPr>
            <a:xfrm>
              <a:off x="3745385" y="2972356"/>
              <a:ext cx="18674" cy="84750"/>
            </a:xfrm>
            <a:custGeom>
              <a:rect b="b" l="l" r="r" t="t"/>
              <a:pathLst>
                <a:path extrusionOk="0" h="2387" w="526">
                  <a:moveTo>
                    <a:pt x="0" y="0"/>
                  </a:moveTo>
                  <a:cubicBezTo>
                    <a:pt x="91" y="0"/>
                    <a:pt x="167" y="75"/>
                    <a:pt x="167" y="169"/>
                  </a:cubicBezTo>
                  <a:lnTo>
                    <a:pt x="167" y="2218"/>
                  </a:lnTo>
                  <a:cubicBezTo>
                    <a:pt x="167" y="2311"/>
                    <a:pt x="94" y="2386"/>
                    <a:pt x="0" y="2386"/>
                  </a:cubicBezTo>
                  <a:lnTo>
                    <a:pt x="357" y="2386"/>
                  </a:lnTo>
                  <a:cubicBezTo>
                    <a:pt x="449" y="2386"/>
                    <a:pt x="526" y="2311"/>
                    <a:pt x="526" y="2218"/>
                  </a:cubicBezTo>
                  <a:lnTo>
                    <a:pt x="526" y="169"/>
                  </a:lnTo>
                  <a:cubicBezTo>
                    <a:pt x="526" y="75"/>
                    <a:pt x="449" y="0"/>
                    <a:pt x="35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28"/>
            <p:cNvSpPr/>
            <p:nvPr/>
          </p:nvSpPr>
          <p:spPr>
            <a:xfrm>
              <a:off x="3675940" y="2988120"/>
              <a:ext cx="68058" cy="53186"/>
            </a:xfrm>
            <a:custGeom>
              <a:rect b="b" l="l" r="r" t="t"/>
              <a:pathLst>
                <a:path extrusionOk="0" h="1498" w="1917">
                  <a:moveTo>
                    <a:pt x="1388" y="0"/>
                  </a:moveTo>
                  <a:cubicBezTo>
                    <a:pt x="1184" y="0"/>
                    <a:pt x="1011" y="140"/>
                    <a:pt x="959" y="328"/>
                  </a:cubicBezTo>
                  <a:cubicBezTo>
                    <a:pt x="908" y="139"/>
                    <a:pt x="734" y="0"/>
                    <a:pt x="528" y="0"/>
                  </a:cubicBezTo>
                  <a:cubicBezTo>
                    <a:pt x="519" y="0"/>
                    <a:pt x="509" y="0"/>
                    <a:pt x="500" y="1"/>
                  </a:cubicBezTo>
                  <a:cubicBezTo>
                    <a:pt x="345" y="10"/>
                    <a:pt x="202" y="106"/>
                    <a:pt x="132" y="246"/>
                  </a:cubicBezTo>
                  <a:cubicBezTo>
                    <a:pt x="1" y="502"/>
                    <a:pt x="93" y="787"/>
                    <a:pt x="304" y="965"/>
                  </a:cubicBezTo>
                  <a:cubicBezTo>
                    <a:pt x="304" y="965"/>
                    <a:pt x="792" y="1375"/>
                    <a:pt x="925" y="1486"/>
                  </a:cubicBezTo>
                  <a:cubicBezTo>
                    <a:pt x="935" y="1494"/>
                    <a:pt x="947" y="1498"/>
                    <a:pt x="959" y="1498"/>
                  </a:cubicBezTo>
                  <a:cubicBezTo>
                    <a:pt x="971" y="1498"/>
                    <a:pt x="983" y="1494"/>
                    <a:pt x="992" y="1486"/>
                  </a:cubicBezTo>
                  <a:cubicBezTo>
                    <a:pt x="1125" y="1372"/>
                    <a:pt x="1612" y="965"/>
                    <a:pt x="1612" y="965"/>
                  </a:cubicBezTo>
                  <a:cubicBezTo>
                    <a:pt x="1827" y="785"/>
                    <a:pt x="1916" y="502"/>
                    <a:pt x="1787" y="246"/>
                  </a:cubicBezTo>
                  <a:cubicBezTo>
                    <a:pt x="1716" y="106"/>
                    <a:pt x="1575" y="10"/>
                    <a:pt x="1418" y="1"/>
                  </a:cubicBezTo>
                  <a:cubicBezTo>
                    <a:pt x="1408" y="0"/>
                    <a:pt x="1398" y="0"/>
                    <a:pt x="138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28"/>
            <p:cNvSpPr/>
            <p:nvPr/>
          </p:nvSpPr>
          <p:spPr>
            <a:xfrm>
              <a:off x="3698947" y="2988049"/>
              <a:ext cx="45053" cy="53258"/>
            </a:xfrm>
            <a:custGeom>
              <a:rect b="b" l="l" r="r" t="t"/>
              <a:pathLst>
                <a:path extrusionOk="0" h="1500" w="1269">
                  <a:moveTo>
                    <a:pt x="723" y="0"/>
                  </a:moveTo>
                  <a:cubicBezTo>
                    <a:pt x="733" y="15"/>
                    <a:pt x="741" y="32"/>
                    <a:pt x="750" y="48"/>
                  </a:cubicBezTo>
                  <a:cubicBezTo>
                    <a:pt x="881" y="305"/>
                    <a:pt x="790" y="589"/>
                    <a:pt x="577" y="767"/>
                  </a:cubicBezTo>
                  <a:cubicBezTo>
                    <a:pt x="577" y="767"/>
                    <a:pt x="173" y="1107"/>
                    <a:pt x="0" y="1252"/>
                  </a:cubicBezTo>
                  <a:cubicBezTo>
                    <a:pt x="114" y="1350"/>
                    <a:pt x="225" y="1443"/>
                    <a:pt x="279" y="1488"/>
                  </a:cubicBezTo>
                  <a:cubicBezTo>
                    <a:pt x="288" y="1496"/>
                    <a:pt x="300" y="1500"/>
                    <a:pt x="312" y="1500"/>
                  </a:cubicBezTo>
                  <a:cubicBezTo>
                    <a:pt x="323" y="1500"/>
                    <a:pt x="336" y="1496"/>
                    <a:pt x="346" y="1488"/>
                  </a:cubicBezTo>
                  <a:cubicBezTo>
                    <a:pt x="478" y="1377"/>
                    <a:pt x="966" y="967"/>
                    <a:pt x="966" y="967"/>
                  </a:cubicBezTo>
                  <a:cubicBezTo>
                    <a:pt x="1179" y="787"/>
                    <a:pt x="1268" y="504"/>
                    <a:pt x="1140" y="245"/>
                  </a:cubicBezTo>
                  <a:cubicBezTo>
                    <a:pt x="1071" y="107"/>
                    <a:pt x="929" y="10"/>
                    <a:pt x="7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28"/>
            <p:cNvSpPr/>
            <p:nvPr/>
          </p:nvSpPr>
          <p:spPr>
            <a:xfrm>
              <a:off x="3437462" y="2859987"/>
              <a:ext cx="84993" cy="85034"/>
            </a:xfrm>
            <a:custGeom>
              <a:rect b="b" l="l" r="r" t="t"/>
              <a:pathLst>
                <a:path extrusionOk="0" h="2395" w="2394">
                  <a:moveTo>
                    <a:pt x="1196" y="1"/>
                  </a:moveTo>
                  <a:cubicBezTo>
                    <a:pt x="536" y="1"/>
                    <a:pt x="0" y="536"/>
                    <a:pt x="0" y="1197"/>
                  </a:cubicBezTo>
                  <a:cubicBezTo>
                    <a:pt x="0" y="1857"/>
                    <a:pt x="536" y="2394"/>
                    <a:pt x="1196" y="2394"/>
                  </a:cubicBezTo>
                  <a:cubicBezTo>
                    <a:pt x="1858" y="2394"/>
                    <a:pt x="2393" y="1857"/>
                    <a:pt x="2393" y="1197"/>
                  </a:cubicBezTo>
                  <a:cubicBezTo>
                    <a:pt x="2393" y="536"/>
                    <a:pt x="1858" y="1"/>
                    <a:pt x="11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28"/>
            <p:cNvSpPr/>
            <p:nvPr/>
          </p:nvSpPr>
          <p:spPr>
            <a:xfrm>
              <a:off x="3450385" y="2863785"/>
              <a:ext cx="72035" cy="81235"/>
            </a:xfrm>
            <a:custGeom>
              <a:rect b="b" l="l" r="r" t="t"/>
              <a:pathLst>
                <a:path extrusionOk="0" h="2288" w="2029">
                  <a:moveTo>
                    <a:pt x="1320" y="0"/>
                  </a:moveTo>
                  <a:lnTo>
                    <a:pt x="1320" y="0"/>
                  </a:lnTo>
                  <a:cubicBezTo>
                    <a:pt x="1546" y="218"/>
                    <a:pt x="1686" y="521"/>
                    <a:pt x="1686" y="860"/>
                  </a:cubicBezTo>
                  <a:cubicBezTo>
                    <a:pt x="1686" y="1520"/>
                    <a:pt x="1150" y="2057"/>
                    <a:pt x="490" y="2057"/>
                  </a:cubicBezTo>
                  <a:cubicBezTo>
                    <a:pt x="316" y="2057"/>
                    <a:pt x="150" y="2018"/>
                    <a:pt x="0" y="1952"/>
                  </a:cubicBezTo>
                  <a:lnTo>
                    <a:pt x="0" y="1952"/>
                  </a:lnTo>
                  <a:cubicBezTo>
                    <a:pt x="216" y="2159"/>
                    <a:pt x="510" y="2287"/>
                    <a:pt x="831" y="2287"/>
                  </a:cubicBezTo>
                  <a:cubicBezTo>
                    <a:pt x="1493" y="2287"/>
                    <a:pt x="2028" y="1750"/>
                    <a:pt x="2028" y="1090"/>
                  </a:cubicBezTo>
                  <a:cubicBezTo>
                    <a:pt x="2028" y="605"/>
                    <a:pt x="1737" y="186"/>
                    <a:pt x="132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28"/>
            <p:cNvSpPr/>
            <p:nvPr/>
          </p:nvSpPr>
          <p:spPr>
            <a:xfrm>
              <a:off x="3457735" y="2884768"/>
              <a:ext cx="9586" cy="16403"/>
            </a:xfrm>
            <a:custGeom>
              <a:rect b="b" l="l" r="r" t="t"/>
              <a:pathLst>
                <a:path extrusionOk="0" h="462" w="270">
                  <a:moveTo>
                    <a:pt x="134" y="1"/>
                  </a:moveTo>
                  <a:cubicBezTo>
                    <a:pt x="61" y="1"/>
                    <a:pt x="1" y="61"/>
                    <a:pt x="1" y="136"/>
                  </a:cubicBezTo>
                  <a:lnTo>
                    <a:pt x="1" y="326"/>
                  </a:lnTo>
                  <a:cubicBezTo>
                    <a:pt x="1" y="401"/>
                    <a:pt x="61" y="461"/>
                    <a:pt x="134" y="461"/>
                  </a:cubicBezTo>
                  <a:cubicBezTo>
                    <a:pt x="211" y="461"/>
                    <a:pt x="270" y="401"/>
                    <a:pt x="270" y="326"/>
                  </a:cubicBezTo>
                  <a:lnTo>
                    <a:pt x="270" y="136"/>
                  </a:lnTo>
                  <a:cubicBezTo>
                    <a:pt x="270" y="61"/>
                    <a:pt x="209" y="1"/>
                    <a:pt x="13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28"/>
            <p:cNvSpPr/>
            <p:nvPr/>
          </p:nvSpPr>
          <p:spPr>
            <a:xfrm>
              <a:off x="3492528" y="2884768"/>
              <a:ext cx="9586" cy="16403"/>
            </a:xfrm>
            <a:custGeom>
              <a:rect b="b" l="l" r="r" t="t"/>
              <a:pathLst>
                <a:path extrusionOk="0" h="462" w="270">
                  <a:moveTo>
                    <a:pt x="136" y="1"/>
                  </a:moveTo>
                  <a:cubicBezTo>
                    <a:pt x="61" y="1"/>
                    <a:pt x="1" y="61"/>
                    <a:pt x="1" y="136"/>
                  </a:cubicBezTo>
                  <a:lnTo>
                    <a:pt x="1" y="326"/>
                  </a:lnTo>
                  <a:cubicBezTo>
                    <a:pt x="1" y="401"/>
                    <a:pt x="61" y="461"/>
                    <a:pt x="136" y="461"/>
                  </a:cubicBezTo>
                  <a:cubicBezTo>
                    <a:pt x="209" y="461"/>
                    <a:pt x="270" y="401"/>
                    <a:pt x="270" y="326"/>
                  </a:cubicBezTo>
                  <a:lnTo>
                    <a:pt x="270" y="136"/>
                  </a:lnTo>
                  <a:cubicBezTo>
                    <a:pt x="270" y="61"/>
                    <a:pt x="209" y="1"/>
                    <a:pt x="13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28"/>
            <p:cNvSpPr/>
            <p:nvPr/>
          </p:nvSpPr>
          <p:spPr>
            <a:xfrm>
              <a:off x="3462954" y="2911787"/>
              <a:ext cx="33763" cy="15196"/>
            </a:xfrm>
            <a:custGeom>
              <a:rect b="b" l="l" r="r" t="t"/>
              <a:pathLst>
                <a:path extrusionOk="0" h="428" w="951">
                  <a:moveTo>
                    <a:pt x="800" y="0"/>
                  </a:moveTo>
                  <a:cubicBezTo>
                    <a:pt x="760" y="0"/>
                    <a:pt x="720" y="18"/>
                    <a:pt x="693" y="51"/>
                  </a:cubicBezTo>
                  <a:cubicBezTo>
                    <a:pt x="639" y="119"/>
                    <a:pt x="560" y="158"/>
                    <a:pt x="474" y="158"/>
                  </a:cubicBezTo>
                  <a:cubicBezTo>
                    <a:pt x="389" y="158"/>
                    <a:pt x="310" y="119"/>
                    <a:pt x="257" y="53"/>
                  </a:cubicBezTo>
                  <a:cubicBezTo>
                    <a:pt x="230" y="20"/>
                    <a:pt x="190" y="3"/>
                    <a:pt x="151" y="3"/>
                  </a:cubicBezTo>
                  <a:cubicBezTo>
                    <a:pt x="121" y="3"/>
                    <a:pt x="91" y="13"/>
                    <a:pt x="67" y="33"/>
                  </a:cubicBezTo>
                  <a:cubicBezTo>
                    <a:pt x="9" y="82"/>
                    <a:pt x="0" y="167"/>
                    <a:pt x="48" y="224"/>
                  </a:cubicBezTo>
                  <a:cubicBezTo>
                    <a:pt x="153" y="354"/>
                    <a:pt x="308" y="427"/>
                    <a:pt x="475" y="427"/>
                  </a:cubicBezTo>
                  <a:cubicBezTo>
                    <a:pt x="645" y="427"/>
                    <a:pt x="801" y="352"/>
                    <a:pt x="904" y="218"/>
                  </a:cubicBezTo>
                  <a:cubicBezTo>
                    <a:pt x="950" y="161"/>
                    <a:pt x="940" y="76"/>
                    <a:pt x="883" y="30"/>
                  </a:cubicBezTo>
                  <a:cubicBezTo>
                    <a:pt x="858" y="10"/>
                    <a:pt x="829" y="0"/>
                    <a:pt x="80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28"/>
            <p:cNvSpPr/>
            <p:nvPr/>
          </p:nvSpPr>
          <p:spPr>
            <a:xfrm>
              <a:off x="3575252" y="2965894"/>
              <a:ext cx="23929" cy="12888"/>
            </a:xfrm>
            <a:custGeom>
              <a:rect b="b" l="l" r="r" t="t"/>
              <a:pathLst>
                <a:path extrusionOk="0" h="363" w="674">
                  <a:moveTo>
                    <a:pt x="524" y="0"/>
                  </a:moveTo>
                  <a:cubicBezTo>
                    <a:pt x="484" y="0"/>
                    <a:pt x="444" y="18"/>
                    <a:pt x="418" y="51"/>
                  </a:cubicBezTo>
                  <a:cubicBezTo>
                    <a:pt x="398" y="76"/>
                    <a:pt x="367" y="90"/>
                    <a:pt x="336" y="90"/>
                  </a:cubicBezTo>
                  <a:cubicBezTo>
                    <a:pt x="306" y="90"/>
                    <a:pt x="277" y="76"/>
                    <a:pt x="257" y="53"/>
                  </a:cubicBezTo>
                  <a:cubicBezTo>
                    <a:pt x="230" y="20"/>
                    <a:pt x="190" y="3"/>
                    <a:pt x="151" y="3"/>
                  </a:cubicBezTo>
                  <a:cubicBezTo>
                    <a:pt x="121" y="3"/>
                    <a:pt x="91" y="13"/>
                    <a:pt x="67" y="33"/>
                  </a:cubicBezTo>
                  <a:cubicBezTo>
                    <a:pt x="9" y="82"/>
                    <a:pt x="0" y="167"/>
                    <a:pt x="46" y="224"/>
                  </a:cubicBezTo>
                  <a:cubicBezTo>
                    <a:pt x="118" y="312"/>
                    <a:pt x="223" y="362"/>
                    <a:pt x="336" y="362"/>
                  </a:cubicBezTo>
                  <a:cubicBezTo>
                    <a:pt x="449" y="362"/>
                    <a:pt x="556" y="312"/>
                    <a:pt x="628" y="218"/>
                  </a:cubicBezTo>
                  <a:cubicBezTo>
                    <a:pt x="674" y="161"/>
                    <a:pt x="664" y="76"/>
                    <a:pt x="606" y="30"/>
                  </a:cubicBezTo>
                  <a:cubicBezTo>
                    <a:pt x="582" y="10"/>
                    <a:pt x="553" y="0"/>
                    <a:pt x="52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28"/>
            <p:cNvSpPr/>
            <p:nvPr/>
          </p:nvSpPr>
          <p:spPr>
            <a:xfrm>
              <a:off x="3438314" y="3094205"/>
              <a:ext cx="326161" cy="34830"/>
            </a:xfrm>
            <a:custGeom>
              <a:rect b="b" l="l" r="r" t="t"/>
              <a:pathLst>
                <a:path extrusionOk="0" h="981" w="9187">
                  <a:moveTo>
                    <a:pt x="248" y="0"/>
                  </a:moveTo>
                  <a:cubicBezTo>
                    <a:pt x="112" y="0"/>
                    <a:pt x="1" y="111"/>
                    <a:pt x="1" y="248"/>
                  </a:cubicBezTo>
                  <a:lnTo>
                    <a:pt x="1" y="583"/>
                  </a:lnTo>
                  <a:cubicBezTo>
                    <a:pt x="1" y="802"/>
                    <a:pt x="178" y="980"/>
                    <a:pt x="398" y="980"/>
                  </a:cubicBezTo>
                  <a:lnTo>
                    <a:pt x="8789" y="980"/>
                  </a:lnTo>
                  <a:cubicBezTo>
                    <a:pt x="9009" y="980"/>
                    <a:pt x="9186" y="802"/>
                    <a:pt x="9185" y="583"/>
                  </a:cubicBezTo>
                  <a:lnTo>
                    <a:pt x="9185" y="248"/>
                  </a:lnTo>
                  <a:cubicBezTo>
                    <a:pt x="9185" y="111"/>
                    <a:pt x="9074" y="0"/>
                    <a:pt x="893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28"/>
            <p:cNvSpPr/>
            <p:nvPr/>
          </p:nvSpPr>
          <p:spPr>
            <a:xfrm>
              <a:off x="3737149" y="3094205"/>
              <a:ext cx="27337" cy="34830"/>
            </a:xfrm>
            <a:custGeom>
              <a:rect b="b" l="l" r="r" t="t"/>
              <a:pathLst>
                <a:path extrusionOk="0" h="981" w="770">
                  <a:moveTo>
                    <a:pt x="150" y="0"/>
                  </a:moveTo>
                  <a:cubicBezTo>
                    <a:pt x="287" y="0"/>
                    <a:pt x="399" y="111"/>
                    <a:pt x="399" y="248"/>
                  </a:cubicBezTo>
                  <a:lnTo>
                    <a:pt x="399" y="583"/>
                  </a:lnTo>
                  <a:cubicBezTo>
                    <a:pt x="399" y="802"/>
                    <a:pt x="221" y="980"/>
                    <a:pt x="1" y="980"/>
                  </a:cubicBezTo>
                  <a:lnTo>
                    <a:pt x="372" y="980"/>
                  </a:lnTo>
                  <a:cubicBezTo>
                    <a:pt x="592" y="980"/>
                    <a:pt x="769" y="802"/>
                    <a:pt x="769" y="583"/>
                  </a:cubicBezTo>
                  <a:lnTo>
                    <a:pt x="769" y="248"/>
                  </a:lnTo>
                  <a:cubicBezTo>
                    <a:pt x="769" y="111"/>
                    <a:pt x="658" y="0"/>
                    <a:pt x="52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28"/>
            <p:cNvSpPr/>
            <p:nvPr/>
          </p:nvSpPr>
          <p:spPr>
            <a:xfrm>
              <a:off x="3568506" y="3094205"/>
              <a:ext cx="65786" cy="16936"/>
            </a:xfrm>
            <a:custGeom>
              <a:rect b="b" l="l" r="r" t="t"/>
              <a:pathLst>
                <a:path extrusionOk="0" h="477" w="1853">
                  <a:moveTo>
                    <a:pt x="0" y="0"/>
                  </a:moveTo>
                  <a:lnTo>
                    <a:pt x="0" y="140"/>
                  </a:lnTo>
                  <a:cubicBezTo>
                    <a:pt x="0" y="326"/>
                    <a:pt x="152" y="477"/>
                    <a:pt x="337" y="477"/>
                  </a:cubicBezTo>
                  <a:lnTo>
                    <a:pt x="1516" y="477"/>
                  </a:lnTo>
                  <a:cubicBezTo>
                    <a:pt x="1701" y="477"/>
                    <a:pt x="1853" y="326"/>
                    <a:pt x="1853" y="140"/>
                  </a:cubicBezTo>
                  <a:lnTo>
                    <a:pt x="1853"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28"/>
            <p:cNvSpPr/>
            <p:nvPr/>
          </p:nvSpPr>
          <p:spPr>
            <a:xfrm>
              <a:off x="3609122" y="3094205"/>
              <a:ext cx="25171" cy="16936"/>
            </a:xfrm>
            <a:custGeom>
              <a:rect b="b" l="l" r="r" t="t"/>
              <a:pathLst>
                <a:path extrusionOk="0" h="477" w="709">
                  <a:moveTo>
                    <a:pt x="337" y="0"/>
                  </a:moveTo>
                  <a:lnTo>
                    <a:pt x="337" y="140"/>
                  </a:lnTo>
                  <a:cubicBezTo>
                    <a:pt x="337" y="326"/>
                    <a:pt x="186" y="477"/>
                    <a:pt x="1" y="477"/>
                  </a:cubicBezTo>
                  <a:lnTo>
                    <a:pt x="372" y="477"/>
                  </a:lnTo>
                  <a:cubicBezTo>
                    <a:pt x="557" y="477"/>
                    <a:pt x="709" y="326"/>
                    <a:pt x="709" y="140"/>
                  </a:cubicBezTo>
                  <a:lnTo>
                    <a:pt x="70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61" name="Google Shape;4761;p28"/>
          <p:cNvGrpSpPr/>
          <p:nvPr/>
        </p:nvGrpSpPr>
        <p:grpSpPr>
          <a:xfrm>
            <a:off x="2794064" y="2831051"/>
            <a:ext cx="319142" cy="326999"/>
            <a:chOff x="2794064" y="2831051"/>
            <a:chExt cx="319142" cy="326999"/>
          </a:xfrm>
        </p:grpSpPr>
        <p:sp>
          <p:nvSpPr>
            <p:cNvPr id="4762" name="Google Shape;4762;p28"/>
            <p:cNvSpPr/>
            <p:nvPr/>
          </p:nvSpPr>
          <p:spPr>
            <a:xfrm>
              <a:off x="2974671" y="2916083"/>
              <a:ext cx="138531" cy="241967"/>
            </a:xfrm>
            <a:custGeom>
              <a:rect b="b" l="l" r="r" t="t"/>
              <a:pathLst>
                <a:path extrusionOk="0" h="6815" w="3902">
                  <a:moveTo>
                    <a:pt x="350" y="1"/>
                  </a:moveTo>
                  <a:cubicBezTo>
                    <a:pt x="156" y="1"/>
                    <a:pt x="1" y="156"/>
                    <a:pt x="1" y="351"/>
                  </a:cubicBezTo>
                  <a:lnTo>
                    <a:pt x="1" y="6464"/>
                  </a:lnTo>
                  <a:cubicBezTo>
                    <a:pt x="1" y="6658"/>
                    <a:pt x="156" y="6815"/>
                    <a:pt x="350" y="6815"/>
                  </a:cubicBezTo>
                  <a:lnTo>
                    <a:pt x="3551" y="6815"/>
                  </a:lnTo>
                  <a:cubicBezTo>
                    <a:pt x="3745" y="6815"/>
                    <a:pt x="3902" y="6658"/>
                    <a:pt x="3900" y="6464"/>
                  </a:cubicBezTo>
                  <a:lnTo>
                    <a:pt x="3900" y="351"/>
                  </a:lnTo>
                  <a:cubicBezTo>
                    <a:pt x="3900" y="156"/>
                    <a:pt x="3744" y="1"/>
                    <a:pt x="3549" y="1"/>
                  </a:cubicBezTo>
                  <a:lnTo>
                    <a:pt x="3139" y="1"/>
                  </a:lnTo>
                  <a:lnTo>
                    <a:pt x="1950" y="227"/>
                  </a:lnTo>
                  <a:lnTo>
                    <a:pt x="760"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28"/>
            <p:cNvSpPr/>
            <p:nvPr/>
          </p:nvSpPr>
          <p:spPr>
            <a:xfrm>
              <a:off x="3001654" y="2916083"/>
              <a:ext cx="84496" cy="24569"/>
            </a:xfrm>
            <a:custGeom>
              <a:rect b="b" l="l" r="r" t="t"/>
              <a:pathLst>
                <a:path extrusionOk="0" h="692" w="2380">
                  <a:moveTo>
                    <a:pt x="0" y="1"/>
                  </a:moveTo>
                  <a:lnTo>
                    <a:pt x="159" y="515"/>
                  </a:lnTo>
                  <a:cubicBezTo>
                    <a:pt x="192" y="621"/>
                    <a:pt x="288" y="692"/>
                    <a:pt x="399" y="692"/>
                  </a:cubicBezTo>
                  <a:lnTo>
                    <a:pt x="1982" y="692"/>
                  </a:lnTo>
                  <a:cubicBezTo>
                    <a:pt x="2091" y="692"/>
                    <a:pt x="2188" y="620"/>
                    <a:pt x="2221" y="515"/>
                  </a:cubicBezTo>
                  <a:lnTo>
                    <a:pt x="2379"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28"/>
            <p:cNvSpPr/>
            <p:nvPr/>
          </p:nvSpPr>
          <p:spPr>
            <a:xfrm>
              <a:off x="2794064" y="2831051"/>
              <a:ext cx="138531" cy="241931"/>
            </a:xfrm>
            <a:custGeom>
              <a:rect b="b" l="l" r="r" t="t"/>
              <a:pathLst>
                <a:path extrusionOk="0" h="6814" w="3902">
                  <a:moveTo>
                    <a:pt x="350" y="0"/>
                  </a:moveTo>
                  <a:cubicBezTo>
                    <a:pt x="156" y="0"/>
                    <a:pt x="1" y="155"/>
                    <a:pt x="1" y="350"/>
                  </a:cubicBezTo>
                  <a:lnTo>
                    <a:pt x="1" y="6463"/>
                  </a:lnTo>
                  <a:cubicBezTo>
                    <a:pt x="1" y="6657"/>
                    <a:pt x="156" y="6814"/>
                    <a:pt x="350" y="6814"/>
                  </a:cubicBezTo>
                  <a:lnTo>
                    <a:pt x="3551" y="6814"/>
                  </a:lnTo>
                  <a:cubicBezTo>
                    <a:pt x="3745" y="6814"/>
                    <a:pt x="3902" y="6657"/>
                    <a:pt x="3902" y="6463"/>
                  </a:cubicBezTo>
                  <a:lnTo>
                    <a:pt x="3902" y="350"/>
                  </a:lnTo>
                  <a:cubicBezTo>
                    <a:pt x="3902" y="155"/>
                    <a:pt x="3745" y="0"/>
                    <a:pt x="3551" y="0"/>
                  </a:cubicBezTo>
                  <a:lnTo>
                    <a:pt x="3141" y="0"/>
                  </a:lnTo>
                  <a:lnTo>
                    <a:pt x="1925" y="345"/>
                  </a:lnTo>
                  <a:lnTo>
                    <a:pt x="760"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28"/>
            <p:cNvSpPr/>
            <p:nvPr/>
          </p:nvSpPr>
          <p:spPr>
            <a:xfrm>
              <a:off x="2821047" y="2831051"/>
              <a:ext cx="84496" cy="24534"/>
            </a:xfrm>
            <a:custGeom>
              <a:rect b="b" l="l" r="r" t="t"/>
              <a:pathLst>
                <a:path extrusionOk="0" h="691" w="2380">
                  <a:moveTo>
                    <a:pt x="0" y="0"/>
                  </a:moveTo>
                  <a:lnTo>
                    <a:pt x="159" y="514"/>
                  </a:lnTo>
                  <a:cubicBezTo>
                    <a:pt x="192" y="620"/>
                    <a:pt x="288" y="691"/>
                    <a:pt x="399" y="691"/>
                  </a:cubicBezTo>
                  <a:lnTo>
                    <a:pt x="1982" y="691"/>
                  </a:lnTo>
                  <a:cubicBezTo>
                    <a:pt x="2091" y="691"/>
                    <a:pt x="2188" y="619"/>
                    <a:pt x="2221" y="514"/>
                  </a:cubicBezTo>
                  <a:lnTo>
                    <a:pt x="2379"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28"/>
            <p:cNvSpPr/>
            <p:nvPr/>
          </p:nvSpPr>
          <p:spPr>
            <a:xfrm>
              <a:off x="2906966" y="2831051"/>
              <a:ext cx="25633" cy="241931"/>
            </a:xfrm>
            <a:custGeom>
              <a:rect b="b" l="l" r="r" t="t"/>
              <a:pathLst>
                <a:path extrusionOk="0" h="6814" w="722">
                  <a:moveTo>
                    <a:pt x="1" y="0"/>
                  </a:moveTo>
                  <a:cubicBezTo>
                    <a:pt x="195" y="0"/>
                    <a:pt x="351" y="155"/>
                    <a:pt x="351" y="350"/>
                  </a:cubicBezTo>
                  <a:lnTo>
                    <a:pt x="351" y="6463"/>
                  </a:lnTo>
                  <a:cubicBezTo>
                    <a:pt x="351" y="6657"/>
                    <a:pt x="192" y="6814"/>
                    <a:pt x="1" y="6814"/>
                  </a:cubicBezTo>
                  <a:lnTo>
                    <a:pt x="371" y="6814"/>
                  </a:lnTo>
                  <a:cubicBezTo>
                    <a:pt x="565" y="6814"/>
                    <a:pt x="722" y="6656"/>
                    <a:pt x="722" y="6463"/>
                  </a:cubicBezTo>
                  <a:lnTo>
                    <a:pt x="722" y="350"/>
                  </a:lnTo>
                  <a:cubicBezTo>
                    <a:pt x="722" y="155"/>
                    <a:pt x="565" y="0"/>
                    <a:pt x="37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28"/>
            <p:cNvSpPr/>
            <p:nvPr/>
          </p:nvSpPr>
          <p:spPr>
            <a:xfrm>
              <a:off x="2875545" y="2831051"/>
              <a:ext cx="30035" cy="24605"/>
            </a:xfrm>
            <a:custGeom>
              <a:rect b="b" l="l" r="r" t="t"/>
              <a:pathLst>
                <a:path extrusionOk="0" h="693" w="846">
                  <a:moveTo>
                    <a:pt x="400" y="0"/>
                  </a:moveTo>
                  <a:lnTo>
                    <a:pt x="241" y="514"/>
                  </a:lnTo>
                  <a:cubicBezTo>
                    <a:pt x="207" y="620"/>
                    <a:pt x="110" y="692"/>
                    <a:pt x="1" y="692"/>
                  </a:cubicBezTo>
                  <a:lnTo>
                    <a:pt x="448" y="692"/>
                  </a:lnTo>
                  <a:cubicBezTo>
                    <a:pt x="558" y="692"/>
                    <a:pt x="654" y="620"/>
                    <a:pt x="687" y="514"/>
                  </a:cubicBezTo>
                  <a:lnTo>
                    <a:pt x="84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28"/>
            <p:cNvSpPr/>
            <p:nvPr/>
          </p:nvSpPr>
          <p:spPr>
            <a:xfrm>
              <a:off x="3087573" y="2916083"/>
              <a:ext cx="25633" cy="241967"/>
            </a:xfrm>
            <a:custGeom>
              <a:rect b="b" l="l" r="r" t="t"/>
              <a:pathLst>
                <a:path extrusionOk="0" h="6815" w="722">
                  <a:moveTo>
                    <a:pt x="1" y="1"/>
                  </a:moveTo>
                  <a:cubicBezTo>
                    <a:pt x="195" y="1"/>
                    <a:pt x="351" y="156"/>
                    <a:pt x="351" y="351"/>
                  </a:cubicBezTo>
                  <a:lnTo>
                    <a:pt x="351" y="6464"/>
                  </a:lnTo>
                  <a:cubicBezTo>
                    <a:pt x="351" y="6658"/>
                    <a:pt x="192" y="6815"/>
                    <a:pt x="1" y="6815"/>
                  </a:cubicBezTo>
                  <a:lnTo>
                    <a:pt x="371" y="6815"/>
                  </a:lnTo>
                  <a:cubicBezTo>
                    <a:pt x="565" y="6815"/>
                    <a:pt x="722" y="6656"/>
                    <a:pt x="722" y="6464"/>
                  </a:cubicBezTo>
                  <a:lnTo>
                    <a:pt x="722" y="351"/>
                  </a:lnTo>
                  <a:cubicBezTo>
                    <a:pt x="722" y="159"/>
                    <a:pt x="565" y="1"/>
                    <a:pt x="3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28"/>
            <p:cNvSpPr/>
            <p:nvPr/>
          </p:nvSpPr>
          <p:spPr>
            <a:xfrm>
              <a:off x="3056152" y="2916083"/>
              <a:ext cx="30035" cy="24640"/>
            </a:xfrm>
            <a:custGeom>
              <a:rect b="b" l="l" r="r" t="t"/>
              <a:pathLst>
                <a:path extrusionOk="0" h="694" w="846">
                  <a:moveTo>
                    <a:pt x="399" y="1"/>
                  </a:moveTo>
                  <a:lnTo>
                    <a:pt x="241" y="515"/>
                  </a:lnTo>
                  <a:cubicBezTo>
                    <a:pt x="207" y="621"/>
                    <a:pt x="110" y="693"/>
                    <a:pt x="1" y="693"/>
                  </a:cubicBezTo>
                  <a:lnTo>
                    <a:pt x="448" y="693"/>
                  </a:lnTo>
                  <a:cubicBezTo>
                    <a:pt x="558" y="693"/>
                    <a:pt x="656" y="621"/>
                    <a:pt x="687" y="515"/>
                  </a:cubicBezTo>
                  <a:lnTo>
                    <a:pt x="84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28"/>
            <p:cNvSpPr/>
            <p:nvPr/>
          </p:nvSpPr>
          <p:spPr>
            <a:xfrm>
              <a:off x="2848136" y="3055897"/>
              <a:ext cx="102460" cy="101899"/>
            </a:xfrm>
            <a:custGeom>
              <a:rect b="b" l="l" r="r" t="t"/>
              <a:pathLst>
                <a:path extrusionOk="0" h="2870" w="2886">
                  <a:moveTo>
                    <a:pt x="325" y="0"/>
                  </a:moveTo>
                  <a:cubicBezTo>
                    <a:pt x="145" y="0"/>
                    <a:pt x="0" y="146"/>
                    <a:pt x="0" y="325"/>
                  </a:cubicBezTo>
                  <a:lnTo>
                    <a:pt x="0" y="1275"/>
                  </a:lnTo>
                  <a:cubicBezTo>
                    <a:pt x="0" y="1812"/>
                    <a:pt x="436" y="2246"/>
                    <a:pt x="971" y="2246"/>
                  </a:cubicBezTo>
                  <a:lnTo>
                    <a:pt x="1595" y="2246"/>
                  </a:lnTo>
                  <a:lnTo>
                    <a:pt x="1540" y="2288"/>
                  </a:lnTo>
                  <a:cubicBezTo>
                    <a:pt x="1455" y="2353"/>
                    <a:pt x="1412" y="2448"/>
                    <a:pt x="1412" y="2547"/>
                  </a:cubicBezTo>
                  <a:cubicBezTo>
                    <a:pt x="1412" y="2615"/>
                    <a:pt x="1433" y="2684"/>
                    <a:pt x="1479" y="2743"/>
                  </a:cubicBezTo>
                  <a:cubicBezTo>
                    <a:pt x="1544" y="2826"/>
                    <a:pt x="1640" y="2870"/>
                    <a:pt x="1738" y="2870"/>
                  </a:cubicBezTo>
                  <a:cubicBezTo>
                    <a:pt x="1806" y="2870"/>
                    <a:pt x="1876" y="2848"/>
                    <a:pt x="1936" y="2802"/>
                  </a:cubicBezTo>
                  <a:lnTo>
                    <a:pt x="2757" y="2179"/>
                  </a:lnTo>
                  <a:cubicBezTo>
                    <a:pt x="2839" y="2117"/>
                    <a:pt x="2885" y="2022"/>
                    <a:pt x="2885" y="1921"/>
                  </a:cubicBezTo>
                  <a:cubicBezTo>
                    <a:pt x="2885" y="1821"/>
                    <a:pt x="2839" y="1726"/>
                    <a:pt x="2757" y="1664"/>
                  </a:cubicBezTo>
                  <a:lnTo>
                    <a:pt x="1940" y="1036"/>
                  </a:lnTo>
                  <a:cubicBezTo>
                    <a:pt x="1881" y="991"/>
                    <a:pt x="1811" y="969"/>
                    <a:pt x="1742" y="969"/>
                  </a:cubicBezTo>
                  <a:cubicBezTo>
                    <a:pt x="1645" y="969"/>
                    <a:pt x="1549" y="1013"/>
                    <a:pt x="1484" y="1097"/>
                  </a:cubicBezTo>
                  <a:cubicBezTo>
                    <a:pt x="1374" y="1239"/>
                    <a:pt x="1402" y="1442"/>
                    <a:pt x="1546" y="1553"/>
                  </a:cubicBezTo>
                  <a:lnTo>
                    <a:pt x="1603" y="1597"/>
                  </a:lnTo>
                  <a:lnTo>
                    <a:pt x="973" y="1597"/>
                  </a:lnTo>
                  <a:cubicBezTo>
                    <a:pt x="796" y="1597"/>
                    <a:pt x="652" y="1454"/>
                    <a:pt x="652" y="1275"/>
                  </a:cubicBezTo>
                  <a:lnTo>
                    <a:pt x="652" y="325"/>
                  </a:lnTo>
                  <a:cubicBezTo>
                    <a:pt x="652" y="146"/>
                    <a:pt x="505" y="0"/>
                    <a:pt x="325" y="0"/>
                  </a:cubicBezTo>
                  <a:close/>
                </a:path>
              </a:pathLst>
            </a:custGeom>
            <a:solidFill>
              <a:srgbClr val="8AC9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28"/>
            <p:cNvSpPr/>
            <p:nvPr/>
          </p:nvSpPr>
          <p:spPr>
            <a:xfrm>
              <a:off x="2849486" y="3110075"/>
              <a:ext cx="54106" cy="25493"/>
            </a:xfrm>
            <a:custGeom>
              <a:rect b="b" l="l" r="r" t="t"/>
              <a:pathLst>
                <a:path extrusionOk="0" h="718" w="1524">
                  <a:moveTo>
                    <a:pt x="1" y="1"/>
                  </a:moveTo>
                  <a:lnTo>
                    <a:pt x="1" y="1"/>
                  </a:lnTo>
                  <a:cubicBezTo>
                    <a:pt x="113" y="413"/>
                    <a:pt x="490" y="718"/>
                    <a:pt x="938" y="718"/>
                  </a:cubicBezTo>
                  <a:lnTo>
                    <a:pt x="1413" y="718"/>
                  </a:lnTo>
                  <a:cubicBezTo>
                    <a:pt x="1408" y="699"/>
                    <a:pt x="1407" y="679"/>
                    <a:pt x="1407" y="661"/>
                  </a:cubicBezTo>
                  <a:cubicBezTo>
                    <a:pt x="1407" y="617"/>
                    <a:pt x="1444" y="549"/>
                    <a:pt x="1486" y="490"/>
                  </a:cubicBezTo>
                  <a:cubicBezTo>
                    <a:pt x="1523" y="437"/>
                    <a:pt x="1486" y="362"/>
                    <a:pt x="1420" y="362"/>
                  </a:cubicBezTo>
                  <a:lnTo>
                    <a:pt x="752" y="362"/>
                  </a:lnTo>
                  <a:cubicBezTo>
                    <a:pt x="449" y="362"/>
                    <a:pt x="177" y="223"/>
                    <a:pt x="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28"/>
            <p:cNvSpPr/>
            <p:nvPr/>
          </p:nvSpPr>
          <p:spPr>
            <a:xfrm>
              <a:off x="2898339" y="3113306"/>
              <a:ext cx="52260" cy="44523"/>
            </a:xfrm>
            <a:custGeom>
              <a:rect b="b" l="l" r="r" t="t"/>
              <a:pathLst>
                <a:path extrusionOk="0" h="1254" w="1472">
                  <a:moveTo>
                    <a:pt x="1284" y="1"/>
                  </a:moveTo>
                  <a:cubicBezTo>
                    <a:pt x="1271" y="81"/>
                    <a:pt x="1227" y="156"/>
                    <a:pt x="1161" y="206"/>
                  </a:cubicBezTo>
                  <a:lnTo>
                    <a:pt x="339" y="831"/>
                  </a:lnTo>
                  <a:cubicBezTo>
                    <a:pt x="280" y="875"/>
                    <a:pt x="210" y="897"/>
                    <a:pt x="141" y="897"/>
                  </a:cubicBezTo>
                  <a:cubicBezTo>
                    <a:pt x="95" y="897"/>
                    <a:pt x="49" y="887"/>
                    <a:pt x="6" y="867"/>
                  </a:cubicBezTo>
                  <a:cubicBezTo>
                    <a:pt x="2" y="887"/>
                    <a:pt x="1" y="909"/>
                    <a:pt x="1" y="929"/>
                  </a:cubicBezTo>
                  <a:cubicBezTo>
                    <a:pt x="1" y="996"/>
                    <a:pt x="22" y="1066"/>
                    <a:pt x="67" y="1125"/>
                  </a:cubicBezTo>
                  <a:cubicBezTo>
                    <a:pt x="131" y="1209"/>
                    <a:pt x="228" y="1254"/>
                    <a:pt x="326" y="1254"/>
                  </a:cubicBezTo>
                  <a:cubicBezTo>
                    <a:pt x="395" y="1254"/>
                    <a:pt x="464" y="1232"/>
                    <a:pt x="522" y="1188"/>
                  </a:cubicBezTo>
                  <a:lnTo>
                    <a:pt x="1343" y="563"/>
                  </a:lnTo>
                  <a:cubicBezTo>
                    <a:pt x="1424" y="501"/>
                    <a:pt x="1471" y="406"/>
                    <a:pt x="1471" y="304"/>
                  </a:cubicBezTo>
                  <a:cubicBezTo>
                    <a:pt x="1471" y="202"/>
                    <a:pt x="1425" y="106"/>
                    <a:pt x="1343" y="47"/>
                  </a:cubicBezTo>
                  <a:lnTo>
                    <a:pt x="128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28"/>
            <p:cNvSpPr/>
            <p:nvPr/>
          </p:nvSpPr>
          <p:spPr>
            <a:xfrm>
              <a:off x="2813520" y="2891940"/>
              <a:ext cx="99691" cy="94159"/>
            </a:xfrm>
            <a:custGeom>
              <a:rect b="b" l="l" r="r" t="t"/>
              <a:pathLst>
                <a:path extrusionOk="0" h="2652" w="2808">
                  <a:moveTo>
                    <a:pt x="181" y="0"/>
                  </a:moveTo>
                  <a:cubicBezTo>
                    <a:pt x="81" y="0"/>
                    <a:pt x="1" y="81"/>
                    <a:pt x="1" y="180"/>
                  </a:cubicBezTo>
                  <a:lnTo>
                    <a:pt x="1" y="1911"/>
                  </a:lnTo>
                  <a:cubicBezTo>
                    <a:pt x="1" y="2009"/>
                    <a:pt x="81" y="2091"/>
                    <a:pt x="181" y="2091"/>
                  </a:cubicBezTo>
                  <a:lnTo>
                    <a:pt x="638" y="2091"/>
                  </a:lnTo>
                  <a:cubicBezTo>
                    <a:pt x="716" y="2091"/>
                    <a:pt x="785" y="2132"/>
                    <a:pt x="824" y="2199"/>
                  </a:cubicBezTo>
                  <a:cubicBezTo>
                    <a:pt x="990" y="2480"/>
                    <a:pt x="1290" y="2604"/>
                    <a:pt x="1446" y="2650"/>
                  </a:cubicBezTo>
                  <a:cubicBezTo>
                    <a:pt x="1449" y="2651"/>
                    <a:pt x="1452" y="2652"/>
                    <a:pt x="1456" y="2652"/>
                  </a:cubicBezTo>
                  <a:cubicBezTo>
                    <a:pt x="1477" y="2652"/>
                    <a:pt x="1491" y="2625"/>
                    <a:pt x="1477" y="2605"/>
                  </a:cubicBezTo>
                  <a:cubicBezTo>
                    <a:pt x="1421" y="2524"/>
                    <a:pt x="1397" y="2418"/>
                    <a:pt x="1388" y="2324"/>
                  </a:cubicBezTo>
                  <a:cubicBezTo>
                    <a:pt x="1375" y="2199"/>
                    <a:pt x="1474" y="2088"/>
                    <a:pt x="1600" y="2088"/>
                  </a:cubicBezTo>
                  <a:lnTo>
                    <a:pt x="2627" y="2088"/>
                  </a:lnTo>
                  <a:cubicBezTo>
                    <a:pt x="2726" y="2088"/>
                    <a:pt x="2807" y="2008"/>
                    <a:pt x="2807" y="1908"/>
                  </a:cubicBezTo>
                  <a:lnTo>
                    <a:pt x="2807" y="179"/>
                  </a:lnTo>
                  <a:cubicBezTo>
                    <a:pt x="2807" y="81"/>
                    <a:pt x="2725" y="0"/>
                    <a:pt x="262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28"/>
            <p:cNvSpPr/>
            <p:nvPr/>
          </p:nvSpPr>
          <p:spPr>
            <a:xfrm>
              <a:off x="2849557" y="2966214"/>
              <a:ext cx="20733" cy="19954"/>
            </a:xfrm>
            <a:custGeom>
              <a:rect b="b" l="l" r="r" t="t"/>
              <a:pathLst>
                <a:path extrusionOk="0" h="562" w="584">
                  <a:moveTo>
                    <a:pt x="225" y="1"/>
                  </a:moveTo>
                  <a:cubicBezTo>
                    <a:pt x="100" y="1"/>
                    <a:pt x="0" y="110"/>
                    <a:pt x="13" y="237"/>
                  </a:cubicBezTo>
                  <a:cubicBezTo>
                    <a:pt x="16" y="277"/>
                    <a:pt x="23" y="320"/>
                    <a:pt x="35" y="362"/>
                  </a:cubicBezTo>
                  <a:cubicBezTo>
                    <a:pt x="179" y="471"/>
                    <a:pt x="331" y="532"/>
                    <a:pt x="428" y="560"/>
                  </a:cubicBezTo>
                  <a:cubicBezTo>
                    <a:pt x="431" y="561"/>
                    <a:pt x="434" y="562"/>
                    <a:pt x="436" y="562"/>
                  </a:cubicBezTo>
                  <a:cubicBezTo>
                    <a:pt x="459" y="562"/>
                    <a:pt x="475" y="536"/>
                    <a:pt x="461" y="514"/>
                  </a:cubicBezTo>
                  <a:cubicBezTo>
                    <a:pt x="403" y="432"/>
                    <a:pt x="379" y="327"/>
                    <a:pt x="370" y="234"/>
                  </a:cubicBezTo>
                  <a:cubicBezTo>
                    <a:pt x="359" y="109"/>
                    <a:pt x="457" y="1"/>
                    <a:pt x="58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28"/>
            <p:cNvSpPr/>
            <p:nvPr/>
          </p:nvSpPr>
          <p:spPr>
            <a:xfrm>
              <a:off x="2894043" y="2891940"/>
              <a:ext cx="19171" cy="74276"/>
            </a:xfrm>
            <a:custGeom>
              <a:rect b="b" l="l" r="r" t="t"/>
              <a:pathLst>
                <a:path extrusionOk="0" h="2092" w="540">
                  <a:moveTo>
                    <a:pt x="1" y="0"/>
                  </a:moveTo>
                  <a:cubicBezTo>
                    <a:pt x="100" y="0"/>
                    <a:pt x="181" y="81"/>
                    <a:pt x="181" y="180"/>
                  </a:cubicBezTo>
                  <a:lnTo>
                    <a:pt x="181" y="1911"/>
                  </a:lnTo>
                  <a:cubicBezTo>
                    <a:pt x="181" y="2009"/>
                    <a:pt x="100" y="2091"/>
                    <a:pt x="1" y="2091"/>
                  </a:cubicBezTo>
                  <a:lnTo>
                    <a:pt x="359" y="2091"/>
                  </a:lnTo>
                  <a:cubicBezTo>
                    <a:pt x="457" y="2091"/>
                    <a:pt x="539" y="2009"/>
                    <a:pt x="539" y="1911"/>
                  </a:cubicBezTo>
                  <a:lnTo>
                    <a:pt x="539" y="180"/>
                  </a:lnTo>
                  <a:cubicBezTo>
                    <a:pt x="539" y="81"/>
                    <a:pt x="457" y="0"/>
                    <a:pt x="35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28"/>
            <p:cNvSpPr/>
            <p:nvPr/>
          </p:nvSpPr>
          <p:spPr>
            <a:xfrm>
              <a:off x="2824739" y="2906177"/>
              <a:ext cx="77218" cy="9870"/>
            </a:xfrm>
            <a:custGeom>
              <a:rect b="b" l="l" r="r" t="t"/>
              <a:pathLst>
                <a:path extrusionOk="0" h="278" w="2175">
                  <a:moveTo>
                    <a:pt x="138" y="1"/>
                  </a:moveTo>
                  <a:cubicBezTo>
                    <a:pt x="62" y="1"/>
                    <a:pt x="0" y="61"/>
                    <a:pt x="0" y="139"/>
                  </a:cubicBezTo>
                  <a:cubicBezTo>
                    <a:pt x="0" y="215"/>
                    <a:pt x="60" y="277"/>
                    <a:pt x="138" y="277"/>
                  </a:cubicBezTo>
                  <a:lnTo>
                    <a:pt x="2036" y="277"/>
                  </a:lnTo>
                  <a:cubicBezTo>
                    <a:pt x="2113" y="277"/>
                    <a:pt x="2174" y="215"/>
                    <a:pt x="2174" y="139"/>
                  </a:cubicBezTo>
                  <a:cubicBezTo>
                    <a:pt x="2174" y="64"/>
                    <a:pt x="2113" y="1"/>
                    <a:pt x="203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28"/>
            <p:cNvSpPr/>
            <p:nvPr/>
          </p:nvSpPr>
          <p:spPr>
            <a:xfrm>
              <a:off x="2824633" y="2924177"/>
              <a:ext cx="44378" cy="9906"/>
            </a:xfrm>
            <a:custGeom>
              <a:rect b="b" l="l" r="r" t="t"/>
              <a:pathLst>
                <a:path extrusionOk="0" h="279" w="1250">
                  <a:moveTo>
                    <a:pt x="140" y="0"/>
                  </a:moveTo>
                  <a:cubicBezTo>
                    <a:pt x="63" y="0"/>
                    <a:pt x="0" y="62"/>
                    <a:pt x="0" y="140"/>
                  </a:cubicBezTo>
                  <a:cubicBezTo>
                    <a:pt x="0" y="215"/>
                    <a:pt x="62" y="278"/>
                    <a:pt x="140" y="278"/>
                  </a:cubicBezTo>
                  <a:lnTo>
                    <a:pt x="1111" y="278"/>
                  </a:lnTo>
                  <a:cubicBezTo>
                    <a:pt x="1187" y="278"/>
                    <a:pt x="1249" y="215"/>
                    <a:pt x="1249" y="140"/>
                  </a:cubicBezTo>
                  <a:cubicBezTo>
                    <a:pt x="1249" y="64"/>
                    <a:pt x="1187" y="0"/>
                    <a:pt x="111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28"/>
            <p:cNvSpPr/>
            <p:nvPr/>
          </p:nvSpPr>
          <p:spPr>
            <a:xfrm>
              <a:off x="2881439" y="2924177"/>
              <a:ext cx="19597" cy="9906"/>
            </a:xfrm>
            <a:custGeom>
              <a:rect b="b" l="l" r="r" t="t"/>
              <a:pathLst>
                <a:path extrusionOk="0" h="279" w="552">
                  <a:moveTo>
                    <a:pt x="139" y="0"/>
                  </a:moveTo>
                  <a:cubicBezTo>
                    <a:pt x="62" y="0"/>
                    <a:pt x="0" y="62"/>
                    <a:pt x="0" y="140"/>
                  </a:cubicBezTo>
                  <a:cubicBezTo>
                    <a:pt x="0" y="215"/>
                    <a:pt x="61" y="278"/>
                    <a:pt x="139" y="278"/>
                  </a:cubicBezTo>
                  <a:lnTo>
                    <a:pt x="413" y="278"/>
                  </a:lnTo>
                  <a:cubicBezTo>
                    <a:pt x="488" y="278"/>
                    <a:pt x="552" y="215"/>
                    <a:pt x="552" y="140"/>
                  </a:cubicBezTo>
                  <a:cubicBezTo>
                    <a:pt x="552" y="64"/>
                    <a:pt x="491" y="0"/>
                    <a:pt x="41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28"/>
            <p:cNvSpPr/>
            <p:nvPr/>
          </p:nvSpPr>
          <p:spPr>
            <a:xfrm>
              <a:off x="2824633" y="2942142"/>
              <a:ext cx="75549" cy="9870"/>
            </a:xfrm>
            <a:custGeom>
              <a:rect b="b" l="l" r="r" t="t"/>
              <a:pathLst>
                <a:path extrusionOk="0" h="278" w="2128">
                  <a:moveTo>
                    <a:pt x="140" y="1"/>
                  </a:moveTo>
                  <a:cubicBezTo>
                    <a:pt x="63" y="1"/>
                    <a:pt x="0" y="61"/>
                    <a:pt x="0" y="139"/>
                  </a:cubicBezTo>
                  <a:cubicBezTo>
                    <a:pt x="0" y="214"/>
                    <a:pt x="62" y="277"/>
                    <a:pt x="140" y="277"/>
                  </a:cubicBezTo>
                  <a:lnTo>
                    <a:pt x="1986" y="277"/>
                  </a:lnTo>
                  <a:cubicBezTo>
                    <a:pt x="2064" y="277"/>
                    <a:pt x="2127" y="217"/>
                    <a:pt x="2124" y="139"/>
                  </a:cubicBezTo>
                  <a:cubicBezTo>
                    <a:pt x="2124" y="63"/>
                    <a:pt x="2064" y="1"/>
                    <a:pt x="198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28"/>
            <p:cNvSpPr/>
            <p:nvPr/>
          </p:nvSpPr>
          <p:spPr>
            <a:xfrm>
              <a:off x="2813449" y="3011623"/>
              <a:ext cx="99762" cy="24925"/>
            </a:xfrm>
            <a:custGeom>
              <a:rect b="b" l="l" r="r" t="t"/>
              <a:pathLst>
                <a:path extrusionOk="0" h="702" w="2810">
                  <a:moveTo>
                    <a:pt x="351" y="1"/>
                  </a:moveTo>
                  <a:cubicBezTo>
                    <a:pt x="157" y="1"/>
                    <a:pt x="0" y="156"/>
                    <a:pt x="0" y="351"/>
                  </a:cubicBezTo>
                  <a:cubicBezTo>
                    <a:pt x="0" y="545"/>
                    <a:pt x="157" y="702"/>
                    <a:pt x="351" y="702"/>
                  </a:cubicBezTo>
                  <a:lnTo>
                    <a:pt x="2458" y="702"/>
                  </a:lnTo>
                  <a:cubicBezTo>
                    <a:pt x="2652" y="702"/>
                    <a:pt x="2809" y="545"/>
                    <a:pt x="2809" y="351"/>
                  </a:cubicBezTo>
                  <a:cubicBezTo>
                    <a:pt x="2809" y="156"/>
                    <a:pt x="265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28"/>
            <p:cNvSpPr/>
            <p:nvPr/>
          </p:nvSpPr>
          <p:spPr>
            <a:xfrm>
              <a:off x="2887368" y="3011623"/>
              <a:ext cx="25846" cy="24925"/>
            </a:xfrm>
            <a:custGeom>
              <a:rect b="b" l="l" r="r" t="t"/>
              <a:pathLst>
                <a:path extrusionOk="0" h="702" w="728">
                  <a:moveTo>
                    <a:pt x="0" y="1"/>
                  </a:moveTo>
                  <a:cubicBezTo>
                    <a:pt x="195" y="1"/>
                    <a:pt x="351" y="156"/>
                    <a:pt x="351" y="351"/>
                  </a:cubicBezTo>
                  <a:cubicBezTo>
                    <a:pt x="351" y="449"/>
                    <a:pt x="311" y="536"/>
                    <a:pt x="248" y="600"/>
                  </a:cubicBezTo>
                  <a:cubicBezTo>
                    <a:pt x="186" y="663"/>
                    <a:pt x="97" y="702"/>
                    <a:pt x="0" y="702"/>
                  </a:cubicBezTo>
                  <a:lnTo>
                    <a:pt x="376" y="702"/>
                  </a:lnTo>
                  <a:cubicBezTo>
                    <a:pt x="474" y="702"/>
                    <a:pt x="562" y="663"/>
                    <a:pt x="625" y="600"/>
                  </a:cubicBezTo>
                  <a:cubicBezTo>
                    <a:pt x="687" y="536"/>
                    <a:pt x="727" y="449"/>
                    <a:pt x="727" y="351"/>
                  </a:cubicBezTo>
                  <a:cubicBezTo>
                    <a:pt x="727" y="159"/>
                    <a:pt x="570" y="1"/>
                    <a:pt x="37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28"/>
            <p:cNvSpPr/>
            <p:nvPr/>
          </p:nvSpPr>
          <p:spPr>
            <a:xfrm>
              <a:off x="2996187" y="2995292"/>
              <a:ext cx="95679" cy="108113"/>
            </a:xfrm>
            <a:custGeom>
              <a:rect b="b" l="l" r="r" t="t"/>
              <a:pathLst>
                <a:path extrusionOk="0" h="3045" w="2695">
                  <a:moveTo>
                    <a:pt x="1347" y="0"/>
                  </a:moveTo>
                  <a:cubicBezTo>
                    <a:pt x="1331" y="0"/>
                    <a:pt x="1315" y="6"/>
                    <a:pt x="1303" y="16"/>
                  </a:cubicBezTo>
                  <a:lnTo>
                    <a:pt x="0" y="1091"/>
                  </a:lnTo>
                  <a:lnTo>
                    <a:pt x="0" y="2965"/>
                  </a:lnTo>
                  <a:cubicBezTo>
                    <a:pt x="0" y="3008"/>
                    <a:pt x="36" y="3044"/>
                    <a:pt x="80" y="3044"/>
                  </a:cubicBezTo>
                  <a:lnTo>
                    <a:pt x="2615" y="3044"/>
                  </a:lnTo>
                  <a:cubicBezTo>
                    <a:pt x="2658" y="3044"/>
                    <a:pt x="2694" y="3008"/>
                    <a:pt x="2694" y="2965"/>
                  </a:cubicBezTo>
                  <a:lnTo>
                    <a:pt x="2693" y="1091"/>
                  </a:lnTo>
                  <a:lnTo>
                    <a:pt x="1391" y="16"/>
                  </a:lnTo>
                  <a:cubicBezTo>
                    <a:pt x="1378" y="6"/>
                    <a:pt x="1362" y="0"/>
                    <a:pt x="134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28"/>
            <p:cNvSpPr/>
            <p:nvPr/>
          </p:nvSpPr>
          <p:spPr>
            <a:xfrm>
              <a:off x="2996045" y="3034026"/>
              <a:ext cx="95715" cy="69377"/>
            </a:xfrm>
            <a:custGeom>
              <a:rect b="b" l="l" r="r" t="t"/>
              <a:pathLst>
                <a:path extrusionOk="0" h="1954" w="2696">
                  <a:moveTo>
                    <a:pt x="0" y="0"/>
                  </a:moveTo>
                  <a:lnTo>
                    <a:pt x="0" y="1874"/>
                  </a:lnTo>
                  <a:cubicBezTo>
                    <a:pt x="0" y="1917"/>
                    <a:pt x="36" y="1953"/>
                    <a:pt x="79" y="1953"/>
                  </a:cubicBezTo>
                  <a:lnTo>
                    <a:pt x="2616" y="1953"/>
                  </a:lnTo>
                  <a:cubicBezTo>
                    <a:pt x="2659" y="1953"/>
                    <a:pt x="2695" y="1917"/>
                    <a:pt x="2695" y="1874"/>
                  </a:cubicBezTo>
                  <a:lnTo>
                    <a:pt x="2695" y="0"/>
                  </a:lnTo>
                  <a:lnTo>
                    <a:pt x="1397" y="856"/>
                  </a:lnTo>
                  <a:cubicBezTo>
                    <a:pt x="1384" y="867"/>
                    <a:pt x="1366" y="873"/>
                    <a:pt x="1349" y="873"/>
                  </a:cubicBezTo>
                  <a:cubicBezTo>
                    <a:pt x="1331" y="873"/>
                    <a:pt x="1313" y="867"/>
                    <a:pt x="1298" y="856"/>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p28"/>
            <p:cNvSpPr/>
            <p:nvPr/>
          </p:nvSpPr>
          <p:spPr>
            <a:xfrm>
              <a:off x="3034034" y="2995292"/>
              <a:ext cx="57763" cy="108113"/>
            </a:xfrm>
            <a:custGeom>
              <a:rect b="b" l="l" r="r" t="t"/>
              <a:pathLst>
                <a:path extrusionOk="0" h="3045" w="1627">
                  <a:moveTo>
                    <a:pt x="279" y="0"/>
                  </a:moveTo>
                  <a:cubicBezTo>
                    <a:pt x="263" y="0"/>
                    <a:pt x="248" y="6"/>
                    <a:pt x="235" y="16"/>
                  </a:cubicBezTo>
                  <a:lnTo>
                    <a:pt x="1" y="209"/>
                  </a:lnTo>
                  <a:lnTo>
                    <a:pt x="1152" y="1159"/>
                  </a:lnTo>
                  <a:cubicBezTo>
                    <a:pt x="1218" y="1212"/>
                    <a:pt x="1257" y="1293"/>
                    <a:pt x="1257" y="1378"/>
                  </a:cubicBezTo>
                  <a:lnTo>
                    <a:pt x="1257" y="3044"/>
                  </a:lnTo>
                  <a:lnTo>
                    <a:pt x="1548" y="3044"/>
                  </a:lnTo>
                  <a:cubicBezTo>
                    <a:pt x="1591" y="3044"/>
                    <a:pt x="1627" y="3008"/>
                    <a:pt x="1627" y="2965"/>
                  </a:cubicBezTo>
                  <a:lnTo>
                    <a:pt x="1627" y="1091"/>
                  </a:lnTo>
                  <a:lnTo>
                    <a:pt x="323" y="16"/>
                  </a:lnTo>
                  <a:cubicBezTo>
                    <a:pt x="310" y="6"/>
                    <a:pt x="294" y="0"/>
                    <a:pt x="27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p28"/>
            <p:cNvSpPr/>
            <p:nvPr/>
          </p:nvSpPr>
          <p:spPr>
            <a:xfrm>
              <a:off x="3075821" y="3034026"/>
              <a:ext cx="15976" cy="69377"/>
            </a:xfrm>
            <a:custGeom>
              <a:rect b="b" l="l" r="r" t="t"/>
              <a:pathLst>
                <a:path extrusionOk="0" h="1954" w="450">
                  <a:moveTo>
                    <a:pt x="450" y="0"/>
                  </a:moveTo>
                  <a:lnTo>
                    <a:pt x="80" y="245"/>
                  </a:lnTo>
                  <a:lnTo>
                    <a:pt x="80" y="1874"/>
                  </a:lnTo>
                  <a:cubicBezTo>
                    <a:pt x="80" y="1917"/>
                    <a:pt x="44" y="1953"/>
                    <a:pt x="1" y="1953"/>
                  </a:cubicBezTo>
                  <a:lnTo>
                    <a:pt x="371" y="1953"/>
                  </a:lnTo>
                  <a:cubicBezTo>
                    <a:pt x="414" y="1953"/>
                    <a:pt x="450" y="1917"/>
                    <a:pt x="450" y="1874"/>
                  </a:cubicBezTo>
                  <a:lnTo>
                    <a:pt x="45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86" name="Google Shape;4786;p28"/>
          <p:cNvGrpSpPr/>
          <p:nvPr/>
        </p:nvGrpSpPr>
        <p:grpSpPr>
          <a:xfrm>
            <a:off x="2163412" y="2831051"/>
            <a:ext cx="285663" cy="327001"/>
            <a:chOff x="2163412" y="2831051"/>
            <a:chExt cx="285663" cy="327001"/>
          </a:xfrm>
        </p:grpSpPr>
        <p:sp>
          <p:nvSpPr>
            <p:cNvPr id="4787" name="Google Shape;4787;p28"/>
            <p:cNvSpPr/>
            <p:nvPr/>
          </p:nvSpPr>
          <p:spPr>
            <a:xfrm>
              <a:off x="2163412" y="2831051"/>
              <a:ext cx="179643" cy="326895"/>
            </a:xfrm>
            <a:custGeom>
              <a:rect b="b" l="l" r="r" t="t"/>
              <a:pathLst>
                <a:path extrusionOk="0" h="9207" w="5060">
                  <a:moveTo>
                    <a:pt x="425" y="0"/>
                  </a:moveTo>
                  <a:cubicBezTo>
                    <a:pt x="190" y="0"/>
                    <a:pt x="0" y="190"/>
                    <a:pt x="0" y="425"/>
                  </a:cubicBezTo>
                  <a:lnTo>
                    <a:pt x="0" y="8782"/>
                  </a:lnTo>
                  <a:cubicBezTo>
                    <a:pt x="0" y="9017"/>
                    <a:pt x="190" y="9207"/>
                    <a:pt x="425" y="9207"/>
                  </a:cubicBezTo>
                  <a:lnTo>
                    <a:pt x="4635" y="9207"/>
                  </a:lnTo>
                  <a:cubicBezTo>
                    <a:pt x="4870" y="9207"/>
                    <a:pt x="5060" y="9017"/>
                    <a:pt x="5060" y="8782"/>
                  </a:cubicBezTo>
                  <a:lnTo>
                    <a:pt x="5060" y="3209"/>
                  </a:lnTo>
                  <a:lnTo>
                    <a:pt x="4880" y="1766"/>
                  </a:lnTo>
                  <a:lnTo>
                    <a:pt x="5060" y="425"/>
                  </a:lnTo>
                  <a:cubicBezTo>
                    <a:pt x="5060" y="190"/>
                    <a:pt x="4870" y="0"/>
                    <a:pt x="463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28"/>
            <p:cNvSpPr/>
            <p:nvPr/>
          </p:nvSpPr>
          <p:spPr>
            <a:xfrm>
              <a:off x="2314871" y="2831086"/>
              <a:ext cx="28260" cy="326966"/>
            </a:xfrm>
            <a:custGeom>
              <a:rect b="b" l="l" r="r" t="t"/>
              <a:pathLst>
                <a:path extrusionOk="0" h="9209" w="796">
                  <a:moveTo>
                    <a:pt x="373" y="0"/>
                  </a:moveTo>
                  <a:cubicBezTo>
                    <a:pt x="373" y="0"/>
                    <a:pt x="372" y="0"/>
                    <a:pt x="371" y="0"/>
                  </a:cubicBezTo>
                  <a:lnTo>
                    <a:pt x="1" y="0"/>
                  </a:lnTo>
                  <a:cubicBezTo>
                    <a:pt x="234" y="0"/>
                    <a:pt x="425" y="189"/>
                    <a:pt x="425" y="425"/>
                  </a:cubicBezTo>
                  <a:lnTo>
                    <a:pt x="425" y="8784"/>
                  </a:lnTo>
                  <a:cubicBezTo>
                    <a:pt x="425" y="9017"/>
                    <a:pt x="234" y="9209"/>
                    <a:pt x="1" y="9209"/>
                  </a:cubicBezTo>
                  <a:lnTo>
                    <a:pt x="371" y="9209"/>
                  </a:lnTo>
                  <a:cubicBezTo>
                    <a:pt x="605" y="9209"/>
                    <a:pt x="795" y="9019"/>
                    <a:pt x="795" y="8784"/>
                  </a:cubicBezTo>
                  <a:lnTo>
                    <a:pt x="795" y="3504"/>
                  </a:lnTo>
                  <a:lnTo>
                    <a:pt x="597" y="2054"/>
                  </a:lnTo>
                  <a:lnTo>
                    <a:pt x="795" y="424"/>
                  </a:lnTo>
                  <a:cubicBezTo>
                    <a:pt x="795" y="190"/>
                    <a:pt x="607" y="0"/>
                    <a:pt x="3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28"/>
            <p:cNvSpPr/>
            <p:nvPr/>
          </p:nvSpPr>
          <p:spPr>
            <a:xfrm>
              <a:off x="2341747" y="2921870"/>
              <a:ext cx="107324" cy="155121"/>
            </a:xfrm>
            <a:custGeom>
              <a:rect b="b" l="l" r="r" t="t"/>
              <a:pathLst>
                <a:path extrusionOk="0" h="4369" w="3023">
                  <a:moveTo>
                    <a:pt x="1" y="1"/>
                  </a:moveTo>
                  <a:lnTo>
                    <a:pt x="1" y="4368"/>
                  </a:lnTo>
                  <a:lnTo>
                    <a:pt x="2922" y="4368"/>
                  </a:lnTo>
                  <a:cubicBezTo>
                    <a:pt x="2978" y="4368"/>
                    <a:pt x="3023" y="4323"/>
                    <a:pt x="3023" y="4267"/>
                  </a:cubicBezTo>
                  <a:lnTo>
                    <a:pt x="3023" y="101"/>
                  </a:lnTo>
                  <a:cubicBezTo>
                    <a:pt x="3023" y="47"/>
                    <a:pt x="2978" y="1"/>
                    <a:pt x="29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28"/>
            <p:cNvSpPr/>
            <p:nvPr/>
          </p:nvSpPr>
          <p:spPr>
            <a:xfrm>
              <a:off x="2432353" y="2921870"/>
              <a:ext cx="16722" cy="155121"/>
            </a:xfrm>
            <a:custGeom>
              <a:rect b="b" l="l" r="r" t="t"/>
              <a:pathLst>
                <a:path extrusionOk="0" h="4369" w="471">
                  <a:moveTo>
                    <a:pt x="0" y="1"/>
                  </a:moveTo>
                  <a:cubicBezTo>
                    <a:pt x="55" y="1"/>
                    <a:pt x="101" y="47"/>
                    <a:pt x="101" y="101"/>
                  </a:cubicBezTo>
                  <a:lnTo>
                    <a:pt x="101" y="4267"/>
                  </a:lnTo>
                  <a:cubicBezTo>
                    <a:pt x="101" y="4323"/>
                    <a:pt x="55" y="4368"/>
                    <a:pt x="0" y="4368"/>
                  </a:cubicBezTo>
                  <a:lnTo>
                    <a:pt x="370" y="4368"/>
                  </a:lnTo>
                  <a:cubicBezTo>
                    <a:pt x="426" y="4368"/>
                    <a:pt x="471" y="4323"/>
                    <a:pt x="471" y="4267"/>
                  </a:cubicBezTo>
                  <a:lnTo>
                    <a:pt x="471" y="101"/>
                  </a:lnTo>
                  <a:cubicBezTo>
                    <a:pt x="471" y="47"/>
                    <a:pt x="426" y="1"/>
                    <a:pt x="3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28"/>
            <p:cNvSpPr/>
            <p:nvPr/>
          </p:nvSpPr>
          <p:spPr>
            <a:xfrm>
              <a:off x="2341818" y="2870425"/>
              <a:ext cx="24497" cy="248180"/>
            </a:xfrm>
            <a:custGeom>
              <a:rect b="b" l="l" r="r" t="t"/>
              <a:pathLst>
                <a:path extrusionOk="0" h="6990" w="690">
                  <a:moveTo>
                    <a:pt x="0" y="0"/>
                  </a:moveTo>
                  <a:lnTo>
                    <a:pt x="0" y="6990"/>
                  </a:lnTo>
                  <a:lnTo>
                    <a:pt x="583" y="6744"/>
                  </a:lnTo>
                  <a:cubicBezTo>
                    <a:pt x="648" y="6716"/>
                    <a:pt x="690" y="6655"/>
                    <a:pt x="690" y="6584"/>
                  </a:cubicBezTo>
                  <a:lnTo>
                    <a:pt x="690" y="405"/>
                  </a:lnTo>
                  <a:cubicBezTo>
                    <a:pt x="690" y="334"/>
                    <a:pt x="648" y="272"/>
                    <a:pt x="583" y="245"/>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28"/>
            <p:cNvSpPr/>
            <p:nvPr/>
          </p:nvSpPr>
          <p:spPr>
            <a:xfrm>
              <a:off x="2352753" y="2875076"/>
              <a:ext cx="13526" cy="238949"/>
            </a:xfrm>
            <a:custGeom>
              <a:rect b="b" l="l" r="r" t="t"/>
              <a:pathLst>
                <a:path extrusionOk="0" h="6730" w="381">
                  <a:moveTo>
                    <a:pt x="0" y="0"/>
                  </a:moveTo>
                  <a:cubicBezTo>
                    <a:pt x="6" y="16"/>
                    <a:pt x="7" y="34"/>
                    <a:pt x="7" y="51"/>
                  </a:cubicBezTo>
                  <a:lnTo>
                    <a:pt x="7" y="6679"/>
                  </a:lnTo>
                  <a:cubicBezTo>
                    <a:pt x="7" y="6698"/>
                    <a:pt x="6" y="6714"/>
                    <a:pt x="0" y="6729"/>
                  </a:cubicBezTo>
                  <a:lnTo>
                    <a:pt x="274" y="6614"/>
                  </a:lnTo>
                  <a:cubicBezTo>
                    <a:pt x="338" y="6588"/>
                    <a:pt x="380" y="6525"/>
                    <a:pt x="380" y="6454"/>
                  </a:cubicBezTo>
                  <a:lnTo>
                    <a:pt x="380" y="275"/>
                  </a:lnTo>
                  <a:cubicBezTo>
                    <a:pt x="380" y="206"/>
                    <a:pt x="338" y="143"/>
                    <a:pt x="274" y="116"/>
                  </a:cubicBezTo>
                  <a:lnTo>
                    <a:pt x="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28"/>
            <p:cNvSpPr/>
            <p:nvPr/>
          </p:nvSpPr>
          <p:spPr>
            <a:xfrm>
              <a:off x="2163412" y="2831051"/>
              <a:ext cx="179714" cy="327001"/>
            </a:xfrm>
            <a:custGeom>
              <a:rect b="b" l="l" r="r" t="t"/>
              <a:pathLst>
                <a:path extrusionOk="0" h="9210" w="5062">
                  <a:moveTo>
                    <a:pt x="425" y="0"/>
                  </a:moveTo>
                  <a:cubicBezTo>
                    <a:pt x="190" y="0"/>
                    <a:pt x="0" y="190"/>
                    <a:pt x="0" y="425"/>
                  </a:cubicBezTo>
                  <a:lnTo>
                    <a:pt x="0" y="3231"/>
                  </a:lnTo>
                  <a:lnTo>
                    <a:pt x="557" y="3946"/>
                  </a:lnTo>
                  <a:cubicBezTo>
                    <a:pt x="633" y="4044"/>
                    <a:pt x="675" y="4162"/>
                    <a:pt x="675" y="4284"/>
                  </a:cubicBezTo>
                  <a:lnTo>
                    <a:pt x="675" y="9210"/>
                  </a:lnTo>
                  <a:lnTo>
                    <a:pt x="4388" y="9210"/>
                  </a:lnTo>
                  <a:lnTo>
                    <a:pt x="4388" y="4284"/>
                  </a:lnTo>
                  <a:cubicBezTo>
                    <a:pt x="4388" y="4162"/>
                    <a:pt x="4428" y="4041"/>
                    <a:pt x="4504" y="3946"/>
                  </a:cubicBezTo>
                  <a:lnTo>
                    <a:pt x="5061" y="3231"/>
                  </a:lnTo>
                  <a:lnTo>
                    <a:pt x="5061" y="425"/>
                  </a:lnTo>
                  <a:cubicBezTo>
                    <a:pt x="5061" y="190"/>
                    <a:pt x="4871" y="0"/>
                    <a:pt x="463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28"/>
            <p:cNvSpPr/>
            <p:nvPr/>
          </p:nvSpPr>
          <p:spPr>
            <a:xfrm>
              <a:off x="2305782" y="2831051"/>
              <a:ext cx="37349" cy="326895"/>
            </a:xfrm>
            <a:custGeom>
              <a:rect b="b" l="l" r="r" t="t"/>
              <a:pathLst>
                <a:path extrusionOk="0" h="9207" w="1052">
                  <a:moveTo>
                    <a:pt x="251" y="0"/>
                  </a:moveTo>
                  <a:cubicBezTo>
                    <a:pt x="486" y="0"/>
                    <a:pt x="676" y="189"/>
                    <a:pt x="676" y="425"/>
                  </a:cubicBezTo>
                  <a:lnTo>
                    <a:pt x="676" y="3051"/>
                  </a:lnTo>
                  <a:cubicBezTo>
                    <a:pt x="676" y="3120"/>
                    <a:pt x="653" y="3189"/>
                    <a:pt x="610" y="3245"/>
                  </a:cubicBezTo>
                  <a:lnTo>
                    <a:pt x="119" y="3874"/>
                  </a:lnTo>
                  <a:cubicBezTo>
                    <a:pt x="43" y="3972"/>
                    <a:pt x="1" y="4090"/>
                    <a:pt x="1" y="4212"/>
                  </a:cubicBezTo>
                  <a:lnTo>
                    <a:pt x="1" y="9207"/>
                  </a:lnTo>
                  <a:lnTo>
                    <a:pt x="378" y="9207"/>
                  </a:lnTo>
                  <a:lnTo>
                    <a:pt x="378" y="4283"/>
                  </a:lnTo>
                  <a:cubicBezTo>
                    <a:pt x="378" y="4160"/>
                    <a:pt x="418" y="4041"/>
                    <a:pt x="494" y="3944"/>
                  </a:cubicBezTo>
                  <a:lnTo>
                    <a:pt x="1051" y="3228"/>
                  </a:lnTo>
                  <a:lnTo>
                    <a:pt x="1051" y="425"/>
                  </a:lnTo>
                  <a:cubicBezTo>
                    <a:pt x="1051" y="190"/>
                    <a:pt x="861" y="0"/>
                    <a:pt x="62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28"/>
            <p:cNvSpPr/>
            <p:nvPr/>
          </p:nvSpPr>
          <p:spPr>
            <a:xfrm>
              <a:off x="2187981" y="2879407"/>
              <a:ext cx="130578" cy="61850"/>
            </a:xfrm>
            <a:custGeom>
              <a:rect b="b" l="l" r="r" t="t"/>
              <a:pathLst>
                <a:path extrusionOk="0" h="1742" w="3678">
                  <a:moveTo>
                    <a:pt x="200" y="1"/>
                  </a:moveTo>
                  <a:cubicBezTo>
                    <a:pt x="88" y="1"/>
                    <a:pt x="0" y="90"/>
                    <a:pt x="0" y="201"/>
                  </a:cubicBezTo>
                  <a:lnTo>
                    <a:pt x="0" y="1542"/>
                  </a:lnTo>
                  <a:cubicBezTo>
                    <a:pt x="0" y="1653"/>
                    <a:pt x="91" y="1742"/>
                    <a:pt x="200" y="1742"/>
                  </a:cubicBezTo>
                  <a:lnTo>
                    <a:pt x="3477" y="1742"/>
                  </a:lnTo>
                  <a:cubicBezTo>
                    <a:pt x="3588" y="1742"/>
                    <a:pt x="3677" y="1653"/>
                    <a:pt x="3677" y="1542"/>
                  </a:cubicBezTo>
                  <a:lnTo>
                    <a:pt x="3677" y="201"/>
                  </a:lnTo>
                  <a:cubicBezTo>
                    <a:pt x="3677" y="90"/>
                    <a:pt x="3588" y="1"/>
                    <a:pt x="347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28"/>
            <p:cNvSpPr/>
            <p:nvPr/>
          </p:nvSpPr>
          <p:spPr>
            <a:xfrm>
              <a:off x="2298291" y="2879478"/>
              <a:ext cx="20272" cy="61850"/>
            </a:xfrm>
            <a:custGeom>
              <a:rect b="b" l="l" r="r" t="t"/>
              <a:pathLst>
                <a:path extrusionOk="0" h="1742" w="571">
                  <a:moveTo>
                    <a:pt x="0" y="0"/>
                  </a:moveTo>
                  <a:cubicBezTo>
                    <a:pt x="110" y="0"/>
                    <a:pt x="200" y="91"/>
                    <a:pt x="200" y="200"/>
                  </a:cubicBezTo>
                  <a:lnTo>
                    <a:pt x="200" y="1543"/>
                  </a:lnTo>
                  <a:cubicBezTo>
                    <a:pt x="200" y="1652"/>
                    <a:pt x="110" y="1741"/>
                    <a:pt x="0" y="1741"/>
                  </a:cubicBezTo>
                  <a:lnTo>
                    <a:pt x="370" y="1741"/>
                  </a:lnTo>
                  <a:cubicBezTo>
                    <a:pt x="481" y="1741"/>
                    <a:pt x="570" y="1652"/>
                    <a:pt x="570" y="1543"/>
                  </a:cubicBezTo>
                  <a:lnTo>
                    <a:pt x="570" y="200"/>
                  </a:lnTo>
                  <a:cubicBezTo>
                    <a:pt x="570" y="89"/>
                    <a:pt x="481" y="0"/>
                    <a:pt x="3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28"/>
            <p:cNvSpPr/>
            <p:nvPr/>
          </p:nvSpPr>
          <p:spPr>
            <a:xfrm>
              <a:off x="2209603" y="2979705"/>
              <a:ext cx="34650" cy="22013"/>
            </a:xfrm>
            <a:custGeom>
              <a:rect b="b" l="l" r="r" t="t"/>
              <a:pathLst>
                <a:path extrusionOk="0" h="620" w="976">
                  <a:moveTo>
                    <a:pt x="308" y="1"/>
                  </a:moveTo>
                  <a:cubicBezTo>
                    <a:pt x="138" y="1"/>
                    <a:pt x="0" y="139"/>
                    <a:pt x="0" y="310"/>
                  </a:cubicBezTo>
                  <a:cubicBezTo>
                    <a:pt x="0" y="480"/>
                    <a:pt x="138" y="619"/>
                    <a:pt x="308" y="619"/>
                  </a:cubicBezTo>
                  <a:lnTo>
                    <a:pt x="665" y="619"/>
                  </a:lnTo>
                  <a:cubicBezTo>
                    <a:pt x="838" y="619"/>
                    <a:pt x="976" y="480"/>
                    <a:pt x="974" y="310"/>
                  </a:cubicBezTo>
                  <a:cubicBezTo>
                    <a:pt x="974" y="139"/>
                    <a:pt x="836" y="1"/>
                    <a:pt x="66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28"/>
            <p:cNvSpPr/>
            <p:nvPr/>
          </p:nvSpPr>
          <p:spPr>
            <a:xfrm>
              <a:off x="2262326" y="2979705"/>
              <a:ext cx="34650" cy="22013"/>
            </a:xfrm>
            <a:custGeom>
              <a:rect b="b" l="l" r="r" t="t"/>
              <a:pathLst>
                <a:path extrusionOk="0" h="620" w="976">
                  <a:moveTo>
                    <a:pt x="310" y="1"/>
                  </a:moveTo>
                  <a:cubicBezTo>
                    <a:pt x="138" y="1"/>
                    <a:pt x="0" y="139"/>
                    <a:pt x="0" y="310"/>
                  </a:cubicBezTo>
                  <a:cubicBezTo>
                    <a:pt x="0" y="480"/>
                    <a:pt x="138" y="619"/>
                    <a:pt x="310" y="619"/>
                  </a:cubicBezTo>
                  <a:lnTo>
                    <a:pt x="666" y="619"/>
                  </a:lnTo>
                  <a:cubicBezTo>
                    <a:pt x="836" y="619"/>
                    <a:pt x="976" y="480"/>
                    <a:pt x="976" y="310"/>
                  </a:cubicBezTo>
                  <a:cubicBezTo>
                    <a:pt x="976" y="139"/>
                    <a:pt x="836" y="1"/>
                    <a:pt x="66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28"/>
            <p:cNvSpPr/>
            <p:nvPr/>
          </p:nvSpPr>
          <p:spPr>
            <a:xfrm>
              <a:off x="2220467" y="2979705"/>
              <a:ext cx="23787" cy="22013"/>
            </a:xfrm>
            <a:custGeom>
              <a:rect b="b" l="l" r="r" t="t"/>
              <a:pathLst>
                <a:path extrusionOk="0" h="620" w="670">
                  <a:moveTo>
                    <a:pt x="1" y="1"/>
                  </a:moveTo>
                  <a:cubicBezTo>
                    <a:pt x="172" y="2"/>
                    <a:pt x="309" y="139"/>
                    <a:pt x="309" y="310"/>
                  </a:cubicBezTo>
                  <a:cubicBezTo>
                    <a:pt x="309" y="396"/>
                    <a:pt x="274" y="473"/>
                    <a:pt x="219" y="529"/>
                  </a:cubicBezTo>
                  <a:cubicBezTo>
                    <a:pt x="165" y="583"/>
                    <a:pt x="87" y="619"/>
                    <a:pt x="4" y="619"/>
                  </a:cubicBezTo>
                  <a:lnTo>
                    <a:pt x="360" y="619"/>
                  </a:lnTo>
                  <a:cubicBezTo>
                    <a:pt x="447" y="619"/>
                    <a:pt x="524" y="585"/>
                    <a:pt x="581" y="529"/>
                  </a:cubicBezTo>
                  <a:cubicBezTo>
                    <a:pt x="637" y="473"/>
                    <a:pt x="670" y="396"/>
                    <a:pt x="670" y="310"/>
                  </a:cubicBezTo>
                  <a:cubicBezTo>
                    <a:pt x="670" y="139"/>
                    <a:pt x="532" y="1"/>
                    <a:pt x="35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28"/>
            <p:cNvSpPr/>
            <p:nvPr/>
          </p:nvSpPr>
          <p:spPr>
            <a:xfrm>
              <a:off x="2273261" y="2979705"/>
              <a:ext cx="23716" cy="22013"/>
            </a:xfrm>
            <a:custGeom>
              <a:rect b="b" l="l" r="r" t="t"/>
              <a:pathLst>
                <a:path extrusionOk="0" h="620" w="668">
                  <a:moveTo>
                    <a:pt x="0" y="1"/>
                  </a:moveTo>
                  <a:cubicBezTo>
                    <a:pt x="171" y="2"/>
                    <a:pt x="308" y="139"/>
                    <a:pt x="308" y="310"/>
                  </a:cubicBezTo>
                  <a:cubicBezTo>
                    <a:pt x="308" y="396"/>
                    <a:pt x="274" y="473"/>
                    <a:pt x="217" y="529"/>
                  </a:cubicBezTo>
                  <a:cubicBezTo>
                    <a:pt x="161" y="583"/>
                    <a:pt x="85" y="619"/>
                    <a:pt x="0" y="619"/>
                  </a:cubicBezTo>
                  <a:lnTo>
                    <a:pt x="358" y="619"/>
                  </a:lnTo>
                  <a:cubicBezTo>
                    <a:pt x="445" y="619"/>
                    <a:pt x="521" y="585"/>
                    <a:pt x="577" y="529"/>
                  </a:cubicBezTo>
                  <a:cubicBezTo>
                    <a:pt x="633" y="473"/>
                    <a:pt x="668" y="396"/>
                    <a:pt x="668" y="310"/>
                  </a:cubicBezTo>
                  <a:cubicBezTo>
                    <a:pt x="668" y="139"/>
                    <a:pt x="528" y="1"/>
                    <a:pt x="3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28"/>
            <p:cNvSpPr/>
            <p:nvPr/>
          </p:nvSpPr>
          <p:spPr>
            <a:xfrm>
              <a:off x="2207543" y="3024831"/>
              <a:ext cx="16651" cy="9870"/>
            </a:xfrm>
            <a:custGeom>
              <a:rect b="b" l="l" r="r" t="t"/>
              <a:pathLst>
                <a:path extrusionOk="0" h="278" w="469">
                  <a:moveTo>
                    <a:pt x="139" y="0"/>
                  </a:moveTo>
                  <a:cubicBezTo>
                    <a:pt x="62" y="0"/>
                    <a:pt x="1" y="64"/>
                    <a:pt x="1" y="140"/>
                  </a:cubicBezTo>
                  <a:cubicBezTo>
                    <a:pt x="1" y="215"/>
                    <a:pt x="61" y="278"/>
                    <a:pt x="139" y="278"/>
                  </a:cubicBezTo>
                  <a:lnTo>
                    <a:pt x="329" y="278"/>
                  </a:lnTo>
                  <a:cubicBezTo>
                    <a:pt x="405" y="278"/>
                    <a:pt x="468" y="215"/>
                    <a:pt x="468" y="140"/>
                  </a:cubicBezTo>
                  <a:cubicBezTo>
                    <a:pt x="468" y="64"/>
                    <a:pt x="406" y="0"/>
                    <a:pt x="32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28"/>
            <p:cNvSpPr/>
            <p:nvPr/>
          </p:nvSpPr>
          <p:spPr>
            <a:xfrm>
              <a:off x="2244929" y="3024831"/>
              <a:ext cx="16651" cy="9870"/>
            </a:xfrm>
            <a:custGeom>
              <a:rect b="b" l="l" r="r" t="t"/>
              <a:pathLst>
                <a:path extrusionOk="0" h="278" w="469">
                  <a:moveTo>
                    <a:pt x="139" y="0"/>
                  </a:moveTo>
                  <a:cubicBezTo>
                    <a:pt x="64" y="0"/>
                    <a:pt x="1" y="64"/>
                    <a:pt x="1" y="140"/>
                  </a:cubicBezTo>
                  <a:cubicBezTo>
                    <a:pt x="1" y="215"/>
                    <a:pt x="63" y="278"/>
                    <a:pt x="139" y="278"/>
                  </a:cubicBezTo>
                  <a:lnTo>
                    <a:pt x="330" y="278"/>
                  </a:lnTo>
                  <a:cubicBezTo>
                    <a:pt x="408" y="278"/>
                    <a:pt x="469" y="215"/>
                    <a:pt x="469" y="140"/>
                  </a:cubicBezTo>
                  <a:cubicBezTo>
                    <a:pt x="469" y="64"/>
                    <a:pt x="408"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28"/>
            <p:cNvSpPr/>
            <p:nvPr/>
          </p:nvSpPr>
          <p:spPr>
            <a:xfrm>
              <a:off x="2282456" y="3024831"/>
              <a:ext cx="16615" cy="9870"/>
            </a:xfrm>
            <a:custGeom>
              <a:rect b="b" l="l" r="r" t="t"/>
              <a:pathLst>
                <a:path extrusionOk="0" h="278" w="468">
                  <a:moveTo>
                    <a:pt x="138" y="0"/>
                  </a:moveTo>
                  <a:cubicBezTo>
                    <a:pt x="63" y="0"/>
                    <a:pt x="0" y="64"/>
                    <a:pt x="0" y="140"/>
                  </a:cubicBezTo>
                  <a:cubicBezTo>
                    <a:pt x="0" y="215"/>
                    <a:pt x="61" y="278"/>
                    <a:pt x="138" y="278"/>
                  </a:cubicBezTo>
                  <a:lnTo>
                    <a:pt x="330" y="278"/>
                  </a:lnTo>
                  <a:cubicBezTo>
                    <a:pt x="405" y="278"/>
                    <a:pt x="468" y="215"/>
                    <a:pt x="468" y="140"/>
                  </a:cubicBezTo>
                  <a:cubicBezTo>
                    <a:pt x="468" y="64"/>
                    <a:pt x="406"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28"/>
            <p:cNvSpPr/>
            <p:nvPr/>
          </p:nvSpPr>
          <p:spPr>
            <a:xfrm>
              <a:off x="2207543" y="3048441"/>
              <a:ext cx="16651" cy="9835"/>
            </a:xfrm>
            <a:custGeom>
              <a:rect b="b" l="l" r="r" t="t"/>
              <a:pathLst>
                <a:path extrusionOk="0" h="277" w="469">
                  <a:moveTo>
                    <a:pt x="139" y="0"/>
                  </a:moveTo>
                  <a:cubicBezTo>
                    <a:pt x="62" y="0"/>
                    <a:pt x="1" y="61"/>
                    <a:pt x="1" y="138"/>
                  </a:cubicBezTo>
                  <a:cubicBezTo>
                    <a:pt x="1" y="213"/>
                    <a:pt x="61" y="276"/>
                    <a:pt x="139" y="276"/>
                  </a:cubicBezTo>
                  <a:lnTo>
                    <a:pt x="329" y="276"/>
                  </a:lnTo>
                  <a:cubicBezTo>
                    <a:pt x="405" y="276"/>
                    <a:pt x="468" y="216"/>
                    <a:pt x="468" y="138"/>
                  </a:cubicBezTo>
                  <a:cubicBezTo>
                    <a:pt x="468" y="62"/>
                    <a:pt x="406" y="0"/>
                    <a:pt x="32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28"/>
            <p:cNvSpPr/>
            <p:nvPr/>
          </p:nvSpPr>
          <p:spPr>
            <a:xfrm>
              <a:off x="2244929" y="3048441"/>
              <a:ext cx="16651" cy="9835"/>
            </a:xfrm>
            <a:custGeom>
              <a:rect b="b" l="l" r="r" t="t"/>
              <a:pathLst>
                <a:path extrusionOk="0" h="277" w="469">
                  <a:moveTo>
                    <a:pt x="139" y="0"/>
                  </a:moveTo>
                  <a:cubicBezTo>
                    <a:pt x="64" y="0"/>
                    <a:pt x="1" y="61"/>
                    <a:pt x="1" y="138"/>
                  </a:cubicBezTo>
                  <a:cubicBezTo>
                    <a:pt x="1" y="213"/>
                    <a:pt x="63" y="276"/>
                    <a:pt x="139" y="276"/>
                  </a:cubicBezTo>
                  <a:lnTo>
                    <a:pt x="330" y="276"/>
                  </a:lnTo>
                  <a:cubicBezTo>
                    <a:pt x="408" y="276"/>
                    <a:pt x="469" y="216"/>
                    <a:pt x="469" y="138"/>
                  </a:cubicBezTo>
                  <a:cubicBezTo>
                    <a:pt x="469" y="62"/>
                    <a:pt x="408"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28"/>
            <p:cNvSpPr/>
            <p:nvPr/>
          </p:nvSpPr>
          <p:spPr>
            <a:xfrm>
              <a:off x="2282456" y="3048441"/>
              <a:ext cx="16615" cy="9835"/>
            </a:xfrm>
            <a:custGeom>
              <a:rect b="b" l="l" r="r" t="t"/>
              <a:pathLst>
                <a:path extrusionOk="0" h="277" w="468">
                  <a:moveTo>
                    <a:pt x="138" y="0"/>
                  </a:moveTo>
                  <a:cubicBezTo>
                    <a:pt x="63" y="0"/>
                    <a:pt x="0" y="61"/>
                    <a:pt x="0" y="138"/>
                  </a:cubicBezTo>
                  <a:cubicBezTo>
                    <a:pt x="0" y="213"/>
                    <a:pt x="61" y="276"/>
                    <a:pt x="138" y="276"/>
                  </a:cubicBezTo>
                  <a:lnTo>
                    <a:pt x="330" y="276"/>
                  </a:lnTo>
                  <a:cubicBezTo>
                    <a:pt x="405" y="276"/>
                    <a:pt x="468" y="216"/>
                    <a:pt x="468" y="138"/>
                  </a:cubicBezTo>
                  <a:cubicBezTo>
                    <a:pt x="468" y="62"/>
                    <a:pt x="406"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28"/>
            <p:cNvSpPr/>
            <p:nvPr/>
          </p:nvSpPr>
          <p:spPr>
            <a:xfrm>
              <a:off x="2207543" y="3072015"/>
              <a:ext cx="16651" cy="9906"/>
            </a:xfrm>
            <a:custGeom>
              <a:rect b="b" l="l" r="r" t="t"/>
              <a:pathLst>
                <a:path extrusionOk="0" h="279" w="469">
                  <a:moveTo>
                    <a:pt x="139" y="1"/>
                  </a:moveTo>
                  <a:cubicBezTo>
                    <a:pt x="62" y="1"/>
                    <a:pt x="1" y="64"/>
                    <a:pt x="1" y="139"/>
                  </a:cubicBezTo>
                  <a:cubicBezTo>
                    <a:pt x="1" y="215"/>
                    <a:pt x="61" y="279"/>
                    <a:pt x="139" y="279"/>
                  </a:cubicBezTo>
                  <a:lnTo>
                    <a:pt x="329" y="279"/>
                  </a:lnTo>
                  <a:cubicBezTo>
                    <a:pt x="405" y="279"/>
                    <a:pt x="468" y="215"/>
                    <a:pt x="468" y="139"/>
                  </a:cubicBezTo>
                  <a:cubicBezTo>
                    <a:pt x="468" y="64"/>
                    <a:pt x="406" y="1"/>
                    <a:pt x="32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28"/>
            <p:cNvSpPr/>
            <p:nvPr/>
          </p:nvSpPr>
          <p:spPr>
            <a:xfrm>
              <a:off x="2244929" y="3072015"/>
              <a:ext cx="16651" cy="9906"/>
            </a:xfrm>
            <a:custGeom>
              <a:rect b="b" l="l" r="r" t="t"/>
              <a:pathLst>
                <a:path extrusionOk="0" h="279" w="469">
                  <a:moveTo>
                    <a:pt x="139" y="1"/>
                  </a:moveTo>
                  <a:cubicBezTo>
                    <a:pt x="64" y="1"/>
                    <a:pt x="1" y="64"/>
                    <a:pt x="1" y="139"/>
                  </a:cubicBezTo>
                  <a:cubicBezTo>
                    <a:pt x="1" y="215"/>
                    <a:pt x="63" y="279"/>
                    <a:pt x="139" y="279"/>
                  </a:cubicBezTo>
                  <a:lnTo>
                    <a:pt x="330" y="279"/>
                  </a:lnTo>
                  <a:cubicBezTo>
                    <a:pt x="408" y="279"/>
                    <a:pt x="469" y="215"/>
                    <a:pt x="469" y="139"/>
                  </a:cubicBezTo>
                  <a:cubicBezTo>
                    <a:pt x="469" y="64"/>
                    <a:pt x="408" y="1"/>
                    <a:pt x="33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p28"/>
            <p:cNvSpPr/>
            <p:nvPr/>
          </p:nvSpPr>
          <p:spPr>
            <a:xfrm>
              <a:off x="2282456" y="3072015"/>
              <a:ext cx="16615" cy="9906"/>
            </a:xfrm>
            <a:custGeom>
              <a:rect b="b" l="l" r="r" t="t"/>
              <a:pathLst>
                <a:path extrusionOk="0" h="279" w="468">
                  <a:moveTo>
                    <a:pt x="138" y="1"/>
                  </a:moveTo>
                  <a:cubicBezTo>
                    <a:pt x="63" y="1"/>
                    <a:pt x="0" y="64"/>
                    <a:pt x="0" y="139"/>
                  </a:cubicBezTo>
                  <a:cubicBezTo>
                    <a:pt x="0" y="215"/>
                    <a:pt x="61" y="279"/>
                    <a:pt x="138" y="279"/>
                  </a:cubicBezTo>
                  <a:lnTo>
                    <a:pt x="330" y="279"/>
                  </a:lnTo>
                  <a:cubicBezTo>
                    <a:pt x="405" y="279"/>
                    <a:pt x="468" y="215"/>
                    <a:pt x="468" y="139"/>
                  </a:cubicBezTo>
                  <a:cubicBezTo>
                    <a:pt x="468" y="64"/>
                    <a:pt x="406" y="1"/>
                    <a:pt x="33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28"/>
            <p:cNvSpPr/>
            <p:nvPr/>
          </p:nvSpPr>
          <p:spPr>
            <a:xfrm>
              <a:off x="2207543" y="3095696"/>
              <a:ext cx="16651" cy="9835"/>
            </a:xfrm>
            <a:custGeom>
              <a:rect b="b" l="l" r="r" t="t"/>
              <a:pathLst>
                <a:path extrusionOk="0" h="277" w="469">
                  <a:moveTo>
                    <a:pt x="139" y="0"/>
                  </a:moveTo>
                  <a:cubicBezTo>
                    <a:pt x="62" y="0"/>
                    <a:pt x="1" y="61"/>
                    <a:pt x="1" y="138"/>
                  </a:cubicBezTo>
                  <a:cubicBezTo>
                    <a:pt x="1" y="213"/>
                    <a:pt x="61" y="276"/>
                    <a:pt x="139" y="276"/>
                  </a:cubicBezTo>
                  <a:lnTo>
                    <a:pt x="329" y="276"/>
                  </a:lnTo>
                  <a:cubicBezTo>
                    <a:pt x="405" y="276"/>
                    <a:pt x="468" y="213"/>
                    <a:pt x="468" y="138"/>
                  </a:cubicBezTo>
                  <a:cubicBezTo>
                    <a:pt x="468" y="62"/>
                    <a:pt x="406" y="0"/>
                    <a:pt x="32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28"/>
            <p:cNvSpPr/>
            <p:nvPr/>
          </p:nvSpPr>
          <p:spPr>
            <a:xfrm>
              <a:off x="2244929" y="3095696"/>
              <a:ext cx="16651" cy="9835"/>
            </a:xfrm>
            <a:custGeom>
              <a:rect b="b" l="l" r="r" t="t"/>
              <a:pathLst>
                <a:path extrusionOk="0" h="277" w="469">
                  <a:moveTo>
                    <a:pt x="139" y="0"/>
                  </a:moveTo>
                  <a:cubicBezTo>
                    <a:pt x="64" y="0"/>
                    <a:pt x="1" y="61"/>
                    <a:pt x="1" y="138"/>
                  </a:cubicBezTo>
                  <a:cubicBezTo>
                    <a:pt x="1" y="213"/>
                    <a:pt x="63" y="276"/>
                    <a:pt x="139" y="276"/>
                  </a:cubicBezTo>
                  <a:lnTo>
                    <a:pt x="330" y="276"/>
                  </a:lnTo>
                  <a:cubicBezTo>
                    <a:pt x="408" y="276"/>
                    <a:pt x="469" y="213"/>
                    <a:pt x="469" y="138"/>
                  </a:cubicBezTo>
                  <a:cubicBezTo>
                    <a:pt x="469" y="62"/>
                    <a:pt x="408"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28"/>
            <p:cNvSpPr/>
            <p:nvPr/>
          </p:nvSpPr>
          <p:spPr>
            <a:xfrm>
              <a:off x="2282456" y="3095696"/>
              <a:ext cx="16615" cy="9835"/>
            </a:xfrm>
            <a:custGeom>
              <a:rect b="b" l="l" r="r" t="t"/>
              <a:pathLst>
                <a:path extrusionOk="0" h="277" w="468">
                  <a:moveTo>
                    <a:pt x="138" y="0"/>
                  </a:moveTo>
                  <a:cubicBezTo>
                    <a:pt x="63" y="0"/>
                    <a:pt x="0" y="61"/>
                    <a:pt x="0" y="138"/>
                  </a:cubicBezTo>
                  <a:cubicBezTo>
                    <a:pt x="0" y="213"/>
                    <a:pt x="61" y="276"/>
                    <a:pt x="138" y="276"/>
                  </a:cubicBezTo>
                  <a:lnTo>
                    <a:pt x="330" y="276"/>
                  </a:lnTo>
                  <a:cubicBezTo>
                    <a:pt x="405" y="276"/>
                    <a:pt x="468" y="213"/>
                    <a:pt x="468" y="138"/>
                  </a:cubicBezTo>
                  <a:cubicBezTo>
                    <a:pt x="468" y="62"/>
                    <a:pt x="406" y="0"/>
                    <a:pt x="3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28"/>
            <p:cNvSpPr/>
            <p:nvPr/>
          </p:nvSpPr>
          <p:spPr>
            <a:xfrm>
              <a:off x="2183117" y="2850330"/>
              <a:ext cx="140341" cy="9906"/>
            </a:xfrm>
            <a:custGeom>
              <a:rect b="b" l="l" r="r" t="t"/>
              <a:pathLst>
                <a:path extrusionOk="0" h="279" w="3953">
                  <a:moveTo>
                    <a:pt x="139" y="1"/>
                  </a:moveTo>
                  <a:cubicBezTo>
                    <a:pt x="64" y="1"/>
                    <a:pt x="1" y="64"/>
                    <a:pt x="1" y="141"/>
                  </a:cubicBezTo>
                  <a:cubicBezTo>
                    <a:pt x="1" y="215"/>
                    <a:pt x="63" y="279"/>
                    <a:pt x="139" y="279"/>
                  </a:cubicBezTo>
                  <a:lnTo>
                    <a:pt x="3814" y="279"/>
                  </a:lnTo>
                  <a:cubicBezTo>
                    <a:pt x="3890" y="279"/>
                    <a:pt x="3952" y="215"/>
                    <a:pt x="3952" y="141"/>
                  </a:cubicBezTo>
                  <a:cubicBezTo>
                    <a:pt x="3952" y="64"/>
                    <a:pt x="3892" y="1"/>
                    <a:pt x="381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28"/>
            <p:cNvSpPr/>
            <p:nvPr/>
          </p:nvSpPr>
          <p:spPr>
            <a:xfrm>
              <a:off x="2209603" y="3128537"/>
              <a:ext cx="87443" cy="29505"/>
            </a:xfrm>
            <a:custGeom>
              <a:rect b="b" l="l" r="r" t="t"/>
              <a:pathLst>
                <a:path extrusionOk="0" h="831" w="2463">
                  <a:moveTo>
                    <a:pt x="328" y="0"/>
                  </a:moveTo>
                  <a:cubicBezTo>
                    <a:pt x="147" y="0"/>
                    <a:pt x="0" y="149"/>
                    <a:pt x="0" y="330"/>
                  </a:cubicBezTo>
                  <a:lnTo>
                    <a:pt x="0" y="831"/>
                  </a:lnTo>
                  <a:lnTo>
                    <a:pt x="2461" y="831"/>
                  </a:lnTo>
                  <a:lnTo>
                    <a:pt x="2462" y="330"/>
                  </a:lnTo>
                  <a:cubicBezTo>
                    <a:pt x="2462" y="149"/>
                    <a:pt x="2314" y="0"/>
                    <a:pt x="213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28"/>
            <p:cNvSpPr/>
            <p:nvPr/>
          </p:nvSpPr>
          <p:spPr>
            <a:xfrm>
              <a:off x="2272089" y="3128537"/>
              <a:ext cx="24887" cy="29505"/>
            </a:xfrm>
            <a:custGeom>
              <a:rect b="b" l="l" r="r" t="t"/>
              <a:pathLst>
                <a:path extrusionOk="0" h="831" w="701">
                  <a:moveTo>
                    <a:pt x="0" y="0"/>
                  </a:moveTo>
                  <a:cubicBezTo>
                    <a:pt x="183" y="0"/>
                    <a:pt x="330" y="149"/>
                    <a:pt x="330" y="330"/>
                  </a:cubicBezTo>
                  <a:lnTo>
                    <a:pt x="330" y="831"/>
                  </a:lnTo>
                  <a:lnTo>
                    <a:pt x="701" y="831"/>
                  </a:lnTo>
                  <a:lnTo>
                    <a:pt x="701" y="330"/>
                  </a:lnTo>
                  <a:cubicBezTo>
                    <a:pt x="701" y="150"/>
                    <a:pt x="554" y="3"/>
                    <a:pt x="37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16" name="Google Shape;4816;p28"/>
          <p:cNvGrpSpPr/>
          <p:nvPr/>
        </p:nvGrpSpPr>
        <p:grpSpPr>
          <a:xfrm>
            <a:off x="1508121" y="2831086"/>
            <a:ext cx="301603" cy="326966"/>
            <a:chOff x="1508121" y="2831086"/>
            <a:chExt cx="301603" cy="326966"/>
          </a:xfrm>
        </p:grpSpPr>
        <p:sp>
          <p:nvSpPr>
            <p:cNvPr id="4817" name="Google Shape;4817;p28"/>
            <p:cNvSpPr/>
            <p:nvPr/>
          </p:nvSpPr>
          <p:spPr>
            <a:xfrm>
              <a:off x="1508121" y="2831086"/>
              <a:ext cx="256080" cy="326966"/>
            </a:xfrm>
            <a:custGeom>
              <a:rect b="b" l="l" r="r" t="t"/>
              <a:pathLst>
                <a:path extrusionOk="0" h="9209" w="7213">
                  <a:moveTo>
                    <a:pt x="436" y="0"/>
                  </a:moveTo>
                  <a:cubicBezTo>
                    <a:pt x="196" y="0"/>
                    <a:pt x="0" y="196"/>
                    <a:pt x="0" y="438"/>
                  </a:cubicBezTo>
                  <a:lnTo>
                    <a:pt x="0" y="8771"/>
                  </a:lnTo>
                  <a:cubicBezTo>
                    <a:pt x="0" y="9012"/>
                    <a:pt x="196" y="9209"/>
                    <a:pt x="436" y="9209"/>
                  </a:cubicBezTo>
                  <a:lnTo>
                    <a:pt x="6774" y="9209"/>
                  </a:lnTo>
                  <a:cubicBezTo>
                    <a:pt x="7017" y="9209"/>
                    <a:pt x="7213" y="9012"/>
                    <a:pt x="7211" y="8771"/>
                  </a:cubicBezTo>
                  <a:lnTo>
                    <a:pt x="7211" y="438"/>
                  </a:lnTo>
                  <a:cubicBezTo>
                    <a:pt x="7211" y="196"/>
                    <a:pt x="7015" y="0"/>
                    <a:pt x="677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28"/>
            <p:cNvSpPr/>
            <p:nvPr/>
          </p:nvSpPr>
          <p:spPr>
            <a:xfrm>
              <a:off x="1735522" y="2831086"/>
              <a:ext cx="28686" cy="326966"/>
            </a:xfrm>
            <a:custGeom>
              <a:rect b="b" l="l" r="r" t="t"/>
              <a:pathLst>
                <a:path extrusionOk="0" h="9209" w="808">
                  <a:moveTo>
                    <a:pt x="373" y="0"/>
                  </a:moveTo>
                  <a:cubicBezTo>
                    <a:pt x="372" y="0"/>
                    <a:pt x="371" y="0"/>
                    <a:pt x="370" y="0"/>
                  </a:cubicBezTo>
                  <a:lnTo>
                    <a:pt x="0" y="0"/>
                  </a:lnTo>
                  <a:cubicBezTo>
                    <a:pt x="241" y="0"/>
                    <a:pt x="438" y="195"/>
                    <a:pt x="438" y="438"/>
                  </a:cubicBezTo>
                  <a:lnTo>
                    <a:pt x="438" y="8771"/>
                  </a:lnTo>
                  <a:cubicBezTo>
                    <a:pt x="438" y="9012"/>
                    <a:pt x="241" y="9209"/>
                    <a:pt x="0" y="9209"/>
                  </a:cubicBezTo>
                  <a:lnTo>
                    <a:pt x="370" y="9209"/>
                  </a:lnTo>
                  <a:cubicBezTo>
                    <a:pt x="612" y="9209"/>
                    <a:pt x="808" y="9015"/>
                    <a:pt x="808" y="8771"/>
                  </a:cubicBezTo>
                  <a:lnTo>
                    <a:pt x="808" y="438"/>
                  </a:lnTo>
                  <a:cubicBezTo>
                    <a:pt x="808" y="196"/>
                    <a:pt x="613" y="0"/>
                    <a:pt x="3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28"/>
            <p:cNvSpPr/>
            <p:nvPr/>
          </p:nvSpPr>
          <p:spPr>
            <a:xfrm>
              <a:off x="1530701" y="2853667"/>
              <a:ext cx="210814" cy="266181"/>
            </a:xfrm>
            <a:custGeom>
              <a:rect b="b" l="l" r="r" t="t"/>
              <a:pathLst>
                <a:path extrusionOk="0" h="7497" w="5938">
                  <a:moveTo>
                    <a:pt x="222" y="0"/>
                  </a:moveTo>
                  <a:cubicBezTo>
                    <a:pt x="100" y="0"/>
                    <a:pt x="0" y="100"/>
                    <a:pt x="0" y="222"/>
                  </a:cubicBezTo>
                  <a:lnTo>
                    <a:pt x="0" y="7275"/>
                  </a:lnTo>
                  <a:cubicBezTo>
                    <a:pt x="0" y="7397"/>
                    <a:pt x="100" y="7496"/>
                    <a:pt x="222" y="7496"/>
                  </a:cubicBezTo>
                  <a:lnTo>
                    <a:pt x="5718" y="7496"/>
                  </a:lnTo>
                  <a:cubicBezTo>
                    <a:pt x="5840" y="7496"/>
                    <a:pt x="5938" y="7397"/>
                    <a:pt x="5938" y="7275"/>
                  </a:cubicBezTo>
                  <a:lnTo>
                    <a:pt x="5938" y="222"/>
                  </a:lnTo>
                  <a:cubicBezTo>
                    <a:pt x="5938" y="100"/>
                    <a:pt x="5840" y="0"/>
                    <a:pt x="571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28"/>
            <p:cNvSpPr/>
            <p:nvPr/>
          </p:nvSpPr>
          <p:spPr>
            <a:xfrm>
              <a:off x="1721001" y="2853667"/>
              <a:ext cx="20520" cy="266181"/>
            </a:xfrm>
            <a:custGeom>
              <a:rect b="b" l="l" r="r" t="t"/>
              <a:pathLst>
                <a:path extrusionOk="0" h="7497" w="578">
                  <a:moveTo>
                    <a:pt x="1" y="0"/>
                  </a:moveTo>
                  <a:cubicBezTo>
                    <a:pt x="123" y="0"/>
                    <a:pt x="222" y="100"/>
                    <a:pt x="222" y="222"/>
                  </a:cubicBezTo>
                  <a:lnTo>
                    <a:pt x="222" y="7275"/>
                  </a:lnTo>
                  <a:cubicBezTo>
                    <a:pt x="222" y="7397"/>
                    <a:pt x="123" y="7496"/>
                    <a:pt x="1" y="7496"/>
                  </a:cubicBezTo>
                  <a:lnTo>
                    <a:pt x="358" y="7496"/>
                  </a:lnTo>
                  <a:cubicBezTo>
                    <a:pt x="480" y="7496"/>
                    <a:pt x="578" y="7397"/>
                    <a:pt x="578" y="7275"/>
                  </a:cubicBezTo>
                  <a:lnTo>
                    <a:pt x="578" y="222"/>
                  </a:lnTo>
                  <a:cubicBezTo>
                    <a:pt x="578" y="100"/>
                    <a:pt x="480" y="0"/>
                    <a:pt x="35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28"/>
            <p:cNvSpPr/>
            <p:nvPr/>
          </p:nvSpPr>
          <p:spPr>
            <a:xfrm>
              <a:off x="1621875" y="3134005"/>
              <a:ext cx="28473" cy="9835"/>
            </a:xfrm>
            <a:custGeom>
              <a:rect b="b" l="l" r="r" t="t"/>
              <a:pathLst>
                <a:path extrusionOk="0" h="277" w="802">
                  <a:moveTo>
                    <a:pt x="139" y="0"/>
                  </a:moveTo>
                  <a:cubicBezTo>
                    <a:pt x="64" y="0"/>
                    <a:pt x="1" y="61"/>
                    <a:pt x="1" y="139"/>
                  </a:cubicBezTo>
                  <a:cubicBezTo>
                    <a:pt x="1" y="213"/>
                    <a:pt x="61" y="277"/>
                    <a:pt x="139" y="277"/>
                  </a:cubicBezTo>
                  <a:lnTo>
                    <a:pt x="661" y="277"/>
                  </a:lnTo>
                  <a:cubicBezTo>
                    <a:pt x="739" y="277"/>
                    <a:pt x="801" y="216"/>
                    <a:pt x="800" y="139"/>
                  </a:cubicBezTo>
                  <a:cubicBezTo>
                    <a:pt x="800" y="62"/>
                    <a:pt x="739" y="0"/>
                    <a:pt x="66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28"/>
            <p:cNvSpPr/>
            <p:nvPr/>
          </p:nvSpPr>
          <p:spPr>
            <a:xfrm>
              <a:off x="1784162" y="2920485"/>
              <a:ext cx="25562" cy="219989"/>
            </a:xfrm>
            <a:custGeom>
              <a:rect b="b" l="l" r="r" t="t"/>
              <a:pathLst>
                <a:path extrusionOk="0" h="6196" w="720">
                  <a:moveTo>
                    <a:pt x="360" y="1"/>
                  </a:moveTo>
                  <a:lnTo>
                    <a:pt x="0" y="148"/>
                  </a:lnTo>
                  <a:lnTo>
                    <a:pt x="0" y="6022"/>
                  </a:lnTo>
                  <a:lnTo>
                    <a:pt x="360" y="6196"/>
                  </a:lnTo>
                  <a:lnTo>
                    <a:pt x="720" y="6022"/>
                  </a:lnTo>
                  <a:lnTo>
                    <a:pt x="720" y="148"/>
                  </a:lnTo>
                  <a:lnTo>
                    <a:pt x="360"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28"/>
            <p:cNvSpPr/>
            <p:nvPr/>
          </p:nvSpPr>
          <p:spPr>
            <a:xfrm>
              <a:off x="1796943" y="2925704"/>
              <a:ext cx="12781" cy="208592"/>
            </a:xfrm>
            <a:custGeom>
              <a:rect b="b" l="l" r="r" t="t"/>
              <a:pathLst>
                <a:path extrusionOk="0" h="5875" w="360">
                  <a:moveTo>
                    <a:pt x="0" y="1"/>
                  </a:moveTo>
                  <a:lnTo>
                    <a:pt x="0" y="5875"/>
                  </a:lnTo>
                  <a:lnTo>
                    <a:pt x="360" y="5875"/>
                  </a:lnTo>
                  <a:lnTo>
                    <a:pt x="36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28"/>
            <p:cNvSpPr/>
            <p:nvPr/>
          </p:nvSpPr>
          <p:spPr>
            <a:xfrm>
              <a:off x="1549909" y="2877845"/>
              <a:ext cx="59715" cy="54997"/>
            </a:xfrm>
            <a:custGeom>
              <a:rect b="b" l="l" r="r" t="t"/>
              <a:pathLst>
                <a:path extrusionOk="0" h="1549" w="1682">
                  <a:moveTo>
                    <a:pt x="152" y="1"/>
                  </a:moveTo>
                  <a:cubicBezTo>
                    <a:pt x="143" y="1"/>
                    <a:pt x="134" y="1"/>
                    <a:pt x="126" y="3"/>
                  </a:cubicBezTo>
                  <a:cubicBezTo>
                    <a:pt x="49" y="17"/>
                    <a:pt x="0" y="91"/>
                    <a:pt x="15" y="167"/>
                  </a:cubicBezTo>
                  <a:cubicBezTo>
                    <a:pt x="15" y="167"/>
                    <a:pt x="15" y="167"/>
                    <a:pt x="15" y="167"/>
                  </a:cubicBezTo>
                  <a:lnTo>
                    <a:pt x="15" y="167"/>
                  </a:lnTo>
                  <a:cubicBezTo>
                    <a:pt x="12" y="167"/>
                    <a:pt x="264" y="1431"/>
                    <a:pt x="265" y="1438"/>
                  </a:cubicBezTo>
                  <a:cubicBezTo>
                    <a:pt x="288" y="1504"/>
                    <a:pt x="351" y="1549"/>
                    <a:pt x="423" y="1549"/>
                  </a:cubicBezTo>
                  <a:lnTo>
                    <a:pt x="425" y="1549"/>
                  </a:lnTo>
                  <a:cubicBezTo>
                    <a:pt x="497" y="1549"/>
                    <a:pt x="560" y="1501"/>
                    <a:pt x="583" y="1435"/>
                  </a:cubicBezTo>
                  <a:cubicBezTo>
                    <a:pt x="583" y="1433"/>
                    <a:pt x="583" y="1433"/>
                    <a:pt x="586" y="1432"/>
                  </a:cubicBezTo>
                  <a:lnTo>
                    <a:pt x="839" y="612"/>
                  </a:lnTo>
                  <a:lnTo>
                    <a:pt x="1093" y="1432"/>
                  </a:lnTo>
                  <a:cubicBezTo>
                    <a:pt x="1093" y="1433"/>
                    <a:pt x="1094" y="1435"/>
                    <a:pt x="1094" y="1438"/>
                  </a:cubicBezTo>
                  <a:cubicBezTo>
                    <a:pt x="1118" y="1504"/>
                    <a:pt x="1180" y="1549"/>
                    <a:pt x="1252" y="1549"/>
                  </a:cubicBezTo>
                  <a:lnTo>
                    <a:pt x="1255" y="1549"/>
                  </a:lnTo>
                  <a:cubicBezTo>
                    <a:pt x="1327" y="1549"/>
                    <a:pt x="1389" y="1501"/>
                    <a:pt x="1413" y="1435"/>
                  </a:cubicBezTo>
                  <a:cubicBezTo>
                    <a:pt x="1415" y="1429"/>
                    <a:pt x="1667" y="169"/>
                    <a:pt x="1667" y="169"/>
                  </a:cubicBezTo>
                  <a:cubicBezTo>
                    <a:pt x="1681" y="94"/>
                    <a:pt x="1632" y="20"/>
                    <a:pt x="1557" y="4"/>
                  </a:cubicBezTo>
                  <a:cubicBezTo>
                    <a:pt x="1548" y="3"/>
                    <a:pt x="1539" y="2"/>
                    <a:pt x="1531" y="2"/>
                  </a:cubicBezTo>
                  <a:cubicBezTo>
                    <a:pt x="1465" y="2"/>
                    <a:pt x="1406" y="48"/>
                    <a:pt x="1393" y="115"/>
                  </a:cubicBezTo>
                  <a:lnTo>
                    <a:pt x="1231" y="931"/>
                  </a:lnTo>
                  <a:lnTo>
                    <a:pt x="975" y="98"/>
                  </a:lnTo>
                  <a:cubicBezTo>
                    <a:pt x="955" y="39"/>
                    <a:pt x="901" y="1"/>
                    <a:pt x="842" y="1"/>
                  </a:cubicBezTo>
                  <a:cubicBezTo>
                    <a:pt x="828" y="1"/>
                    <a:pt x="813" y="3"/>
                    <a:pt x="799" y="7"/>
                  </a:cubicBezTo>
                  <a:cubicBezTo>
                    <a:pt x="749" y="23"/>
                    <a:pt x="713" y="65"/>
                    <a:pt x="704" y="112"/>
                  </a:cubicBezTo>
                  <a:lnTo>
                    <a:pt x="451" y="933"/>
                  </a:lnTo>
                  <a:lnTo>
                    <a:pt x="288" y="112"/>
                  </a:lnTo>
                  <a:cubicBezTo>
                    <a:pt x="275" y="46"/>
                    <a:pt x="217" y="1"/>
                    <a:pt x="15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28"/>
            <p:cNvSpPr/>
            <p:nvPr/>
          </p:nvSpPr>
          <p:spPr>
            <a:xfrm>
              <a:off x="1611863" y="2923006"/>
              <a:ext cx="110129" cy="9835"/>
            </a:xfrm>
            <a:custGeom>
              <a:rect b="b" l="l" r="r" t="t"/>
              <a:pathLst>
                <a:path extrusionOk="0" h="277" w="3102">
                  <a:moveTo>
                    <a:pt x="139" y="0"/>
                  </a:moveTo>
                  <a:cubicBezTo>
                    <a:pt x="61" y="0"/>
                    <a:pt x="1" y="62"/>
                    <a:pt x="1" y="138"/>
                  </a:cubicBezTo>
                  <a:cubicBezTo>
                    <a:pt x="1" y="213"/>
                    <a:pt x="64" y="277"/>
                    <a:pt x="139" y="277"/>
                  </a:cubicBezTo>
                  <a:lnTo>
                    <a:pt x="2964" y="277"/>
                  </a:lnTo>
                  <a:cubicBezTo>
                    <a:pt x="3040" y="277"/>
                    <a:pt x="3102" y="213"/>
                    <a:pt x="3102" y="138"/>
                  </a:cubicBezTo>
                  <a:cubicBezTo>
                    <a:pt x="3102" y="62"/>
                    <a:pt x="3039" y="0"/>
                    <a:pt x="296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28"/>
            <p:cNvSpPr/>
            <p:nvPr/>
          </p:nvSpPr>
          <p:spPr>
            <a:xfrm>
              <a:off x="1611863" y="2946261"/>
              <a:ext cx="110129" cy="9835"/>
            </a:xfrm>
            <a:custGeom>
              <a:rect b="b" l="l" r="r" t="t"/>
              <a:pathLst>
                <a:path extrusionOk="0" h="277" w="3102">
                  <a:moveTo>
                    <a:pt x="139" y="0"/>
                  </a:moveTo>
                  <a:cubicBezTo>
                    <a:pt x="61" y="0"/>
                    <a:pt x="1" y="62"/>
                    <a:pt x="1" y="138"/>
                  </a:cubicBezTo>
                  <a:cubicBezTo>
                    <a:pt x="1" y="216"/>
                    <a:pt x="64" y="276"/>
                    <a:pt x="139" y="276"/>
                  </a:cubicBezTo>
                  <a:lnTo>
                    <a:pt x="2964" y="276"/>
                  </a:lnTo>
                  <a:cubicBezTo>
                    <a:pt x="3040" y="276"/>
                    <a:pt x="3102" y="213"/>
                    <a:pt x="3102" y="138"/>
                  </a:cubicBezTo>
                  <a:cubicBezTo>
                    <a:pt x="3102" y="60"/>
                    <a:pt x="3040" y="0"/>
                    <a:pt x="296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28"/>
            <p:cNvSpPr/>
            <p:nvPr/>
          </p:nvSpPr>
          <p:spPr>
            <a:xfrm>
              <a:off x="1550264" y="2946261"/>
              <a:ext cx="48567" cy="9835"/>
            </a:xfrm>
            <a:custGeom>
              <a:rect b="b" l="l" r="r" t="t"/>
              <a:pathLst>
                <a:path extrusionOk="0" h="277" w="1368">
                  <a:moveTo>
                    <a:pt x="139" y="0"/>
                  </a:moveTo>
                  <a:cubicBezTo>
                    <a:pt x="61" y="0"/>
                    <a:pt x="0" y="62"/>
                    <a:pt x="0" y="138"/>
                  </a:cubicBezTo>
                  <a:cubicBezTo>
                    <a:pt x="0" y="216"/>
                    <a:pt x="61" y="276"/>
                    <a:pt x="139" y="276"/>
                  </a:cubicBezTo>
                  <a:lnTo>
                    <a:pt x="1228" y="276"/>
                  </a:lnTo>
                  <a:cubicBezTo>
                    <a:pt x="1306" y="276"/>
                    <a:pt x="1367" y="213"/>
                    <a:pt x="1367" y="138"/>
                  </a:cubicBezTo>
                  <a:cubicBezTo>
                    <a:pt x="1367" y="60"/>
                    <a:pt x="1304" y="0"/>
                    <a:pt x="122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28"/>
            <p:cNvSpPr/>
            <p:nvPr/>
          </p:nvSpPr>
          <p:spPr>
            <a:xfrm>
              <a:off x="1678396" y="2969480"/>
              <a:ext cx="43597" cy="9870"/>
            </a:xfrm>
            <a:custGeom>
              <a:rect b="b" l="l" r="r" t="t"/>
              <a:pathLst>
                <a:path extrusionOk="0" h="278" w="1228">
                  <a:moveTo>
                    <a:pt x="140" y="1"/>
                  </a:moveTo>
                  <a:cubicBezTo>
                    <a:pt x="62" y="1"/>
                    <a:pt x="0" y="63"/>
                    <a:pt x="0" y="139"/>
                  </a:cubicBezTo>
                  <a:cubicBezTo>
                    <a:pt x="0" y="214"/>
                    <a:pt x="64" y="277"/>
                    <a:pt x="140" y="277"/>
                  </a:cubicBezTo>
                  <a:lnTo>
                    <a:pt x="1090" y="277"/>
                  </a:lnTo>
                  <a:cubicBezTo>
                    <a:pt x="1166" y="277"/>
                    <a:pt x="1228" y="214"/>
                    <a:pt x="1228" y="139"/>
                  </a:cubicBezTo>
                  <a:cubicBezTo>
                    <a:pt x="1228" y="63"/>
                    <a:pt x="1166" y="1"/>
                    <a:pt x="109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28"/>
            <p:cNvSpPr/>
            <p:nvPr/>
          </p:nvSpPr>
          <p:spPr>
            <a:xfrm>
              <a:off x="1550264" y="2969551"/>
              <a:ext cx="114815" cy="9835"/>
            </a:xfrm>
            <a:custGeom>
              <a:rect b="b" l="l" r="r" t="t"/>
              <a:pathLst>
                <a:path extrusionOk="0" h="277" w="3234">
                  <a:moveTo>
                    <a:pt x="139" y="0"/>
                  </a:moveTo>
                  <a:cubicBezTo>
                    <a:pt x="61" y="0"/>
                    <a:pt x="0" y="64"/>
                    <a:pt x="0" y="138"/>
                  </a:cubicBezTo>
                  <a:cubicBezTo>
                    <a:pt x="0" y="215"/>
                    <a:pt x="61" y="277"/>
                    <a:pt x="139" y="277"/>
                  </a:cubicBezTo>
                  <a:lnTo>
                    <a:pt x="3096" y="277"/>
                  </a:lnTo>
                  <a:cubicBezTo>
                    <a:pt x="3173" y="277"/>
                    <a:pt x="3234" y="215"/>
                    <a:pt x="3234" y="138"/>
                  </a:cubicBezTo>
                  <a:cubicBezTo>
                    <a:pt x="3234" y="64"/>
                    <a:pt x="3171" y="0"/>
                    <a:pt x="30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28"/>
            <p:cNvSpPr/>
            <p:nvPr/>
          </p:nvSpPr>
          <p:spPr>
            <a:xfrm>
              <a:off x="1550264" y="2992771"/>
              <a:ext cx="171726" cy="9870"/>
            </a:xfrm>
            <a:custGeom>
              <a:rect b="b" l="l" r="r" t="t"/>
              <a:pathLst>
                <a:path extrusionOk="0" h="278" w="4837">
                  <a:moveTo>
                    <a:pt x="139" y="1"/>
                  </a:moveTo>
                  <a:cubicBezTo>
                    <a:pt x="61" y="1"/>
                    <a:pt x="0" y="64"/>
                    <a:pt x="0" y="139"/>
                  </a:cubicBezTo>
                  <a:cubicBezTo>
                    <a:pt x="0" y="217"/>
                    <a:pt x="62" y="277"/>
                    <a:pt x="139" y="277"/>
                  </a:cubicBezTo>
                  <a:lnTo>
                    <a:pt x="4699" y="277"/>
                  </a:lnTo>
                  <a:cubicBezTo>
                    <a:pt x="4775" y="277"/>
                    <a:pt x="4837" y="215"/>
                    <a:pt x="4837" y="139"/>
                  </a:cubicBezTo>
                  <a:cubicBezTo>
                    <a:pt x="4837" y="61"/>
                    <a:pt x="4775" y="1"/>
                    <a:pt x="469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28"/>
            <p:cNvSpPr/>
            <p:nvPr/>
          </p:nvSpPr>
          <p:spPr>
            <a:xfrm>
              <a:off x="1659402" y="3016026"/>
              <a:ext cx="62591" cy="9870"/>
            </a:xfrm>
            <a:custGeom>
              <a:rect b="b" l="l" r="r" t="t"/>
              <a:pathLst>
                <a:path extrusionOk="0" h="278" w="1763">
                  <a:moveTo>
                    <a:pt x="138" y="1"/>
                  </a:moveTo>
                  <a:cubicBezTo>
                    <a:pt x="61" y="1"/>
                    <a:pt x="0" y="64"/>
                    <a:pt x="0" y="139"/>
                  </a:cubicBezTo>
                  <a:cubicBezTo>
                    <a:pt x="0" y="214"/>
                    <a:pt x="63" y="277"/>
                    <a:pt x="138" y="277"/>
                  </a:cubicBezTo>
                  <a:lnTo>
                    <a:pt x="1625" y="277"/>
                  </a:lnTo>
                  <a:cubicBezTo>
                    <a:pt x="1701" y="277"/>
                    <a:pt x="1763" y="214"/>
                    <a:pt x="1763" y="139"/>
                  </a:cubicBezTo>
                  <a:cubicBezTo>
                    <a:pt x="1763" y="64"/>
                    <a:pt x="1701" y="1"/>
                    <a:pt x="162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28"/>
            <p:cNvSpPr/>
            <p:nvPr/>
          </p:nvSpPr>
          <p:spPr>
            <a:xfrm>
              <a:off x="1550299" y="3016026"/>
              <a:ext cx="96283" cy="9870"/>
            </a:xfrm>
            <a:custGeom>
              <a:rect b="b" l="l" r="r" t="t"/>
              <a:pathLst>
                <a:path extrusionOk="0" h="278" w="2712">
                  <a:moveTo>
                    <a:pt x="139" y="1"/>
                  </a:moveTo>
                  <a:cubicBezTo>
                    <a:pt x="61" y="1"/>
                    <a:pt x="1" y="64"/>
                    <a:pt x="1" y="139"/>
                  </a:cubicBezTo>
                  <a:cubicBezTo>
                    <a:pt x="1" y="215"/>
                    <a:pt x="64" y="277"/>
                    <a:pt x="139" y="277"/>
                  </a:cubicBezTo>
                  <a:lnTo>
                    <a:pt x="2572" y="277"/>
                  </a:lnTo>
                  <a:cubicBezTo>
                    <a:pt x="2574" y="277"/>
                    <a:pt x="2576" y="277"/>
                    <a:pt x="2577" y="277"/>
                  </a:cubicBezTo>
                  <a:cubicBezTo>
                    <a:pt x="2651" y="277"/>
                    <a:pt x="2712" y="215"/>
                    <a:pt x="2712" y="139"/>
                  </a:cubicBezTo>
                  <a:cubicBezTo>
                    <a:pt x="2712" y="61"/>
                    <a:pt x="2649" y="1"/>
                    <a:pt x="25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28"/>
            <p:cNvSpPr/>
            <p:nvPr/>
          </p:nvSpPr>
          <p:spPr>
            <a:xfrm>
              <a:off x="1585767" y="3039316"/>
              <a:ext cx="136223" cy="9870"/>
            </a:xfrm>
            <a:custGeom>
              <a:rect b="b" l="l" r="r" t="t"/>
              <a:pathLst>
                <a:path extrusionOk="0" h="278" w="3837">
                  <a:moveTo>
                    <a:pt x="139" y="1"/>
                  </a:moveTo>
                  <a:cubicBezTo>
                    <a:pt x="61" y="1"/>
                    <a:pt x="1" y="64"/>
                    <a:pt x="1" y="139"/>
                  </a:cubicBezTo>
                  <a:cubicBezTo>
                    <a:pt x="1" y="217"/>
                    <a:pt x="62" y="277"/>
                    <a:pt x="139" y="277"/>
                  </a:cubicBezTo>
                  <a:lnTo>
                    <a:pt x="3699" y="277"/>
                  </a:lnTo>
                  <a:cubicBezTo>
                    <a:pt x="3775" y="277"/>
                    <a:pt x="3837" y="215"/>
                    <a:pt x="3837" y="139"/>
                  </a:cubicBezTo>
                  <a:cubicBezTo>
                    <a:pt x="3837" y="63"/>
                    <a:pt x="3775" y="1"/>
                    <a:pt x="369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28"/>
            <p:cNvSpPr/>
            <p:nvPr/>
          </p:nvSpPr>
          <p:spPr>
            <a:xfrm>
              <a:off x="1550264" y="3039316"/>
              <a:ext cx="22864" cy="9870"/>
            </a:xfrm>
            <a:custGeom>
              <a:rect b="b" l="l" r="r" t="t"/>
              <a:pathLst>
                <a:path extrusionOk="0" h="278" w="644">
                  <a:moveTo>
                    <a:pt x="139" y="1"/>
                  </a:moveTo>
                  <a:cubicBezTo>
                    <a:pt x="61" y="1"/>
                    <a:pt x="0" y="64"/>
                    <a:pt x="0" y="139"/>
                  </a:cubicBezTo>
                  <a:cubicBezTo>
                    <a:pt x="0" y="217"/>
                    <a:pt x="62" y="277"/>
                    <a:pt x="139" y="277"/>
                  </a:cubicBezTo>
                  <a:lnTo>
                    <a:pt x="506" y="277"/>
                  </a:lnTo>
                  <a:cubicBezTo>
                    <a:pt x="583" y="277"/>
                    <a:pt x="644" y="215"/>
                    <a:pt x="644" y="139"/>
                  </a:cubicBezTo>
                  <a:cubicBezTo>
                    <a:pt x="644" y="63"/>
                    <a:pt x="583" y="1"/>
                    <a:pt x="50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28"/>
            <p:cNvSpPr/>
            <p:nvPr/>
          </p:nvSpPr>
          <p:spPr>
            <a:xfrm>
              <a:off x="1637425" y="3062571"/>
              <a:ext cx="84567" cy="9906"/>
            </a:xfrm>
            <a:custGeom>
              <a:rect b="b" l="l" r="r" t="t"/>
              <a:pathLst>
                <a:path extrusionOk="0" h="279" w="2382">
                  <a:moveTo>
                    <a:pt x="139" y="1"/>
                  </a:moveTo>
                  <a:cubicBezTo>
                    <a:pt x="61" y="1"/>
                    <a:pt x="0" y="64"/>
                    <a:pt x="0" y="139"/>
                  </a:cubicBezTo>
                  <a:cubicBezTo>
                    <a:pt x="0" y="217"/>
                    <a:pt x="64" y="278"/>
                    <a:pt x="139" y="278"/>
                  </a:cubicBezTo>
                  <a:lnTo>
                    <a:pt x="2244" y="278"/>
                  </a:lnTo>
                  <a:cubicBezTo>
                    <a:pt x="2320" y="278"/>
                    <a:pt x="2382" y="215"/>
                    <a:pt x="2382" y="139"/>
                  </a:cubicBezTo>
                  <a:cubicBezTo>
                    <a:pt x="2382" y="64"/>
                    <a:pt x="2320" y="1"/>
                    <a:pt x="224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28"/>
            <p:cNvSpPr/>
            <p:nvPr/>
          </p:nvSpPr>
          <p:spPr>
            <a:xfrm>
              <a:off x="1550264" y="3062571"/>
              <a:ext cx="74378" cy="9906"/>
            </a:xfrm>
            <a:custGeom>
              <a:rect b="b" l="l" r="r" t="t"/>
              <a:pathLst>
                <a:path extrusionOk="0" h="279" w="2095">
                  <a:moveTo>
                    <a:pt x="139" y="1"/>
                  </a:moveTo>
                  <a:cubicBezTo>
                    <a:pt x="61" y="1"/>
                    <a:pt x="0" y="64"/>
                    <a:pt x="0" y="139"/>
                  </a:cubicBezTo>
                  <a:cubicBezTo>
                    <a:pt x="0" y="217"/>
                    <a:pt x="62" y="278"/>
                    <a:pt x="139" y="278"/>
                  </a:cubicBezTo>
                  <a:lnTo>
                    <a:pt x="1955" y="278"/>
                  </a:lnTo>
                  <a:cubicBezTo>
                    <a:pt x="2032" y="278"/>
                    <a:pt x="2094" y="215"/>
                    <a:pt x="2094" y="139"/>
                  </a:cubicBezTo>
                  <a:cubicBezTo>
                    <a:pt x="2094" y="64"/>
                    <a:pt x="2031" y="1"/>
                    <a:pt x="195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28"/>
            <p:cNvSpPr/>
            <p:nvPr/>
          </p:nvSpPr>
          <p:spPr>
            <a:xfrm>
              <a:off x="1670692" y="3085826"/>
              <a:ext cx="51301" cy="9906"/>
            </a:xfrm>
            <a:custGeom>
              <a:rect b="b" l="l" r="r" t="t"/>
              <a:pathLst>
                <a:path extrusionOk="0" h="279" w="1445">
                  <a:moveTo>
                    <a:pt x="138" y="0"/>
                  </a:moveTo>
                  <a:cubicBezTo>
                    <a:pt x="62" y="0"/>
                    <a:pt x="0" y="64"/>
                    <a:pt x="0" y="139"/>
                  </a:cubicBezTo>
                  <a:cubicBezTo>
                    <a:pt x="0" y="215"/>
                    <a:pt x="64" y="278"/>
                    <a:pt x="138" y="278"/>
                  </a:cubicBezTo>
                  <a:lnTo>
                    <a:pt x="1307" y="278"/>
                  </a:lnTo>
                  <a:cubicBezTo>
                    <a:pt x="1383" y="278"/>
                    <a:pt x="1445" y="215"/>
                    <a:pt x="1445" y="139"/>
                  </a:cubicBezTo>
                  <a:cubicBezTo>
                    <a:pt x="1445" y="64"/>
                    <a:pt x="1383" y="0"/>
                    <a:pt x="130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28"/>
            <p:cNvSpPr/>
            <p:nvPr/>
          </p:nvSpPr>
          <p:spPr>
            <a:xfrm>
              <a:off x="1550264" y="3085826"/>
              <a:ext cx="107715" cy="9906"/>
            </a:xfrm>
            <a:custGeom>
              <a:rect b="b" l="l" r="r" t="t"/>
              <a:pathLst>
                <a:path extrusionOk="0" h="279" w="3034">
                  <a:moveTo>
                    <a:pt x="139" y="0"/>
                  </a:moveTo>
                  <a:cubicBezTo>
                    <a:pt x="61" y="0"/>
                    <a:pt x="0" y="64"/>
                    <a:pt x="0" y="139"/>
                  </a:cubicBezTo>
                  <a:cubicBezTo>
                    <a:pt x="0" y="215"/>
                    <a:pt x="62" y="278"/>
                    <a:pt x="139" y="278"/>
                  </a:cubicBezTo>
                  <a:lnTo>
                    <a:pt x="2896" y="278"/>
                  </a:lnTo>
                  <a:cubicBezTo>
                    <a:pt x="2973" y="278"/>
                    <a:pt x="3034" y="215"/>
                    <a:pt x="3034" y="139"/>
                  </a:cubicBezTo>
                  <a:cubicBezTo>
                    <a:pt x="3034" y="64"/>
                    <a:pt x="2973" y="0"/>
                    <a:pt x="289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28"/>
            <p:cNvSpPr/>
            <p:nvPr/>
          </p:nvSpPr>
          <p:spPr>
            <a:xfrm>
              <a:off x="1784162" y="3134254"/>
              <a:ext cx="25562" cy="23788"/>
            </a:xfrm>
            <a:custGeom>
              <a:rect b="b" l="l" r="r" t="t"/>
              <a:pathLst>
                <a:path extrusionOk="0" h="670" w="720">
                  <a:moveTo>
                    <a:pt x="0" y="1"/>
                  </a:moveTo>
                  <a:lnTo>
                    <a:pt x="256" y="601"/>
                  </a:lnTo>
                  <a:cubicBezTo>
                    <a:pt x="276" y="647"/>
                    <a:pt x="318" y="670"/>
                    <a:pt x="360" y="670"/>
                  </a:cubicBezTo>
                  <a:cubicBezTo>
                    <a:pt x="402" y="670"/>
                    <a:pt x="445" y="647"/>
                    <a:pt x="465" y="601"/>
                  </a:cubicBezTo>
                  <a:lnTo>
                    <a:pt x="720"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28"/>
            <p:cNvSpPr/>
            <p:nvPr/>
          </p:nvSpPr>
          <p:spPr>
            <a:xfrm>
              <a:off x="1790553" y="3134254"/>
              <a:ext cx="19171" cy="23788"/>
            </a:xfrm>
            <a:custGeom>
              <a:rect b="b" l="l" r="r" t="t"/>
              <a:pathLst>
                <a:path extrusionOk="0" h="670" w="540">
                  <a:moveTo>
                    <a:pt x="180" y="1"/>
                  </a:moveTo>
                  <a:lnTo>
                    <a:pt x="0" y="422"/>
                  </a:lnTo>
                  <a:lnTo>
                    <a:pt x="76" y="601"/>
                  </a:lnTo>
                  <a:cubicBezTo>
                    <a:pt x="96" y="647"/>
                    <a:pt x="138" y="670"/>
                    <a:pt x="180" y="670"/>
                  </a:cubicBezTo>
                  <a:cubicBezTo>
                    <a:pt x="222" y="670"/>
                    <a:pt x="265" y="647"/>
                    <a:pt x="285" y="601"/>
                  </a:cubicBezTo>
                  <a:lnTo>
                    <a:pt x="54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28"/>
            <p:cNvSpPr/>
            <p:nvPr/>
          </p:nvSpPr>
          <p:spPr>
            <a:xfrm>
              <a:off x="1784162" y="2893005"/>
              <a:ext cx="25562" cy="32736"/>
            </a:xfrm>
            <a:custGeom>
              <a:rect b="b" l="l" r="r" t="t"/>
              <a:pathLst>
                <a:path extrusionOk="0" h="922" w="720">
                  <a:moveTo>
                    <a:pt x="360" y="1"/>
                  </a:moveTo>
                  <a:cubicBezTo>
                    <a:pt x="163" y="1"/>
                    <a:pt x="0" y="162"/>
                    <a:pt x="0" y="360"/>
                  </a:cubicBezTo>
                  <a:lnTo>
                    <a:pt x="0" y="922"/>
                  </a:lnTo>
                  <a:lnTo>
                    <a:pt x="720" y="922"/>
                  </a:lnTo>
                  <a:lnTo>
                    <a:pt x="720" y="360"/>
                  </a:lnTo>
                  <a:cubicBezTo>
                    <a:pt x="720" y="163"/>
                    <a:pt x="559"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28"/>
            <p:cNvSpPr/>
            <p:nvPr/>
          </p:nvSpPr>
          <p:spPr>
            <a:xfrm>
              <a:off x="1790553" y="2892970"/>
              <a:ext cx="19171" cy="32771"/>
            </a:xfrm>
            <a:custGeom>
              <a:rect b="b" l="l" r="r" t="t"/>
              <a:pathLst>
                <a:path extrusionOk="0" h="923" w="540">
                  <a:moveTo>
                    <a:pt x="180" y="0"/>
                  </a:moveTo>
                  <a:cubicBezTo>
                    <a:pt x="115" y="0"/>
                    <a:pt x="53" y="19"/>
                    <a:pt x="0" y="49"/>
                  </a:cubicBezTo>
                  <a:cubicBezTo>
                    <a:pt x="28" y="65"/>
                    <a:pt x="53" y="85"/>
                    <a:pt x="75" y="107"/>
                  </a:cubicBezTo>
                  <a:cubicBezTo>
                    <a:pt x="141" y="173"/>
                    <a:pt x="180" y="263"/>
                    <a:pt x="180" y="361"/>
                  </a:cubicBezTo>
                  <a:lnTo>
                    <a:pt x="180" y="923"/>
                  </a:lnTo>
                  <a:lnTo>
                    <a:pt x="540" y="923"/>
                  </a:lnTo>
                  <a:lnTo>
                    <a:pt x="540" y="361"/>
                  </a:lnTo>
                  <a:cubicBezTo>
                    <a:pt x="540" y="263"/>
                    <a:pt x="502" y="173"/>
                    <a:pt x="436" y="107"/>
                  </a:cubicBezTo>
                  <a:cubicBezTo>
                    <a:pt x="370" y="40"/>
                    <a:pt x="279" y="0"/>
                    <a:pt x="18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43" name="Google Shape;4843;p28"/>
          <p:cNvGrpSpPr/>
          <p:nvPr/>
        </p:nvGrpSpPr>
        <p:grpSpPr>
          <a:xfrm>
            <a:off x="7324973" y="2172668"/>
            <a:ext cx="320385" cy="327001"/>
            <a:chOff x="7324973" y="2172668"/>
            <a:chExt cx="320385" cy="327001"/>
          </a:xfrm>
        </p:grpSpPr>
        <p:sp>
          <p:nvSpPr>
            <p:cNvPr id="4844" name="Google Shape;4844;p28"/>
            <p:cNvSpPr/>
            <p:nvPr/>
          </p:nvSpPr>
          <p:spPr>
            <a:xfrm>
              <a:off x="7324973" y="2172739"/>
              <a:ext cx="171371" cy="326930"/>
            </a:xfrm>
            <a:custGeom>
              <a:rect b="b" l="l" r="r" t="t"/>
              <a:pathLst>
                <a:path extrusionOk="0" h="9208" w="4827">
                  <a:moveTo>
                    <a:pt x="4473" y="0"/>
                  </a:moveTo>
                  <a:cubicBezTo>
                    <a:pt x="4472" y="0"/>
                    <a:pt x="4471" y="0"/>
                    <a:pt x="4470" y="0"/>
                  </a:cubicBezTo>
                  <a:lnTo>
                    <a:pt x="3663" y="0"/>
                  </a:lnTo>
                  <a:lnTo>
                    <a:pt x="2415" y="361"/>
                  </a:lnTo>
                  <a:lnTo>
                    <a:pt x="1166" y="0"/>
                  </a:lnTo>
                  <a:lnTo>
                    <a:pt x="359" y="0"/>
                  </a:lnTo>
                  <a:cubicBezTo>
                    <a:pt x="161" y="0"/>
                    <a:pt x="0" y="160"/>
                    <a:pt x="0" y="357"/>
                  </a:cubicBezTo>
                  <a:lnTo>
                    <a:pt x="0" y="8850"/>
                  </a:lnTo>
                  <a:cubicBezTo>
                    <a:pt x="0" y="9047"/>
                    <a:pt x="161" y="9207"/>
                    <a:pt x="359" y="9207"/>
                  </a:cubicBezTo>
                  <a:lnTo>
                    <a:pt x="4468" y="9207"/>
                  </a:lnTo>
                  <a:cubicBezTo>
                    <a:pt x="4667" y="9207"/>
                    <a:pt x="4827" y="9047"/>
                    <a:pt x="4827" y="8850"/>
                  </a:cubicBezTo>
                  <a:lnTo>
                    <a:pt x="4827" y="357"/>
                  </a:lnTo>
                  <a:cubicBezTo>
                    <a:pt x="4827" y="161"/>
                    <a:pt x="4668" y="0"/>
                    <a:pt x="44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28"/>
            <p:cNvSpPr/>
            <p:nvPr/>
          </p:nvSpPr>
          <p:spPr>
            <a:xfrm>
              <a:off x="7469509" y="2172739"/>
              <a:ext cx="26840" cy="326930"/>
            </a:xfrm>
            <a:custGeom>
              <a:rect b="b" l="l" r="r" t="t"/>
              <a:pathLst>
                <a:path extrusionOk="0" h="9208" w="756">
                  <a:moveTo>
                    <a:pt x="400" y="0"/>
                  </a:moveTo>
                  <a:cubicBezTo>
                    <a:pt x="399" y="0"/>
                    <a:pt x="398" y="0"/>
                    <a:pt x="397" y="0"/>
                  </a:cubicBezTo>
                  <a:lnTo>
                    <a:pt x="0" y="0"/>
                  </a:lnTo>
                  <a:cubicBezTo>
                    <a:pt x="199" y="0"/>
                    <a:pt x="359" y="160"/>
                    <a:pt x="359" y="357"/>
                  </a:cubicBezTo>
                  <a:lnTo>
                    <a:pt x="359" y="8850"/>
                  </a:lnTo>
                  <a:cubicBezTo>
                    <a:pt x="359" y="9047"/>
                    <a:pt x="199" y="9207"/>
                    <a:pt x="0" y="9207"/>
                  </a:cubicBezTo>
                  <a:lnTo>
                    <a:pt x="397" y="9207"/>
                  </a:lnTo>
                  <a:cubicBezTo>
                    <a:pt x="596" y="9207"/>
                    <a:pt x="756" y="9047"/>
                    <a:pt x="756" y="8850"/>
                  </a:cubicBezTo>
                  <a:lnTo>
                    <a:pt x="756" y="357"/>
                  </a:lnTo>
                  <a:cubicBezTo>
                    <a:pt x="756" y="161"/>
                    <a:pt x="597" y="0"/>
                    <a:pt x="40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28"/>
            <p:cNvSpPr/>
            <p:nvPr/>
          </p:nvSpPr>
          <p:spPr>
            <a:xfrm>
              <a:off x="7366335" y="2172668"/>
              <a:ext cx="88650" cy="25777"/>
            </a:xfrm>
            <a:custGeom>
              <a:rect b="b" l="l" r="r" t="t"/>
              <a:pathLst>
                <a:path extrusionOk="0" h="726" w="2497">
                  <a:moveTo>
                    <a:pt x="1" y="1"/>
                  </a:moveTo>
                  <a:lnTo>
                    <a:pt x="166" y="540"/>
                  </a:lnTo>
                  <a:cubicBezTo>
                    <a:pt x="201" y="651"/>
                    <a:pt x="303" y="726"/>
                    <a:pt x="418" y="726"/>
                  </a:cubicBezTo>
                  <a:lnTo>
                    <a:pt x="2079" y="726"/>
                  </a:lnTo>
                  <a:cubicBezTo>
                    <a:pt x="2194" y="726"/>
                    <a:pt x="2296" y="651"/>
                    <a:pt x="2331" y="540"/>
                  </a:cubicBezTo>
                  <a:lnTo>
                    <a:pt x="2496"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28"/>
            <p:cNvSpPr/>
            <p:nvPr/>
          </p:nvSpPr>
          <p:spPr>
            <a:xfrm>
              <a:off x="7426833" y="2172668"/>
              <a:ext cx="28153" cy="25777"/>
            </a:xfrm>
            <a:custGeom>
              <a:rect b="b" l="l" r="r" t="t"/>
              <a:pathLst>
                <a:path extrusionOk="0" h="726" w="793">
                  <a:moveTo>
                    <a:pt x="418" y="1"/>
                  </a:moveTo>
                  <a:lnTo>
                    <a:pt x="253" y="540"/>
                  </a:lnTo>
                  <a:cubicBezTo>
                    <a:pt x="218" y="651"/>
                    <a:pt x="116" y="726"/>
                    <a:pt x="1" y="726"/>
                  </a:cubicBezTo>
                  <a:lnTo>
                    <a:pt x="375" y="726"/>
                  </a:lnTo>
                  <a:cubicBezTo>
                    <a:pt x="490" y="726"/>
                    <a:pt x="592" y="651"/>
                    <a:pt x="627" y="540"/>
                  </a:cubicBezTo>
                  <a:lnTo>
                    <a:pt x="79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28"/>
            <p:cNvSpPr/>
            <p:nvPr/>
          </p:nvSpPr>
          <p:spPr>
            <a:xfrm>
              <a:off x="7375282" y="2225214"/>
              <a:ext cx="70685" cy="87946"/>
            </a:xfrm>
            <a:custGeom>
              <a:rect b="b" l="l" r="r" t="t"/>
              <a:pathLst>
                <a:path extrusionOk="0" h="2477" w="1991">
                  <a:moveTo>
                    <a:pt x="997" y="0"/>
                  </a:moveTo>
                  <a:cubicBezTo>
                    <a:pt x="843" y="0"/>
                    <a:pt x="719" y="124"/>
                    <a:pt x="719" y="278"/>
                  </a:cubicBezTo>
                  <a:lnTo>
                    <a:pt x="719" y="1374"/>
                  </a:lnTo>
                  <a:lnTo>
                    <a:pt x="538" y="1131"/>
                  </a:lnTo>
                  <a:cubicBezTo>
                    <a:pt x="483" y="1058"/>
                    <a:pt x="398" y="1020"/>
                    <a:pt x="314" y="1020"/>
                  </a:cubicBezTo>
                  <a:cubicBezTo>
                    <a:pt x="257" y="1020"/>
                    <a:pt x="199" y="1038"/>
                    <a:pt x="149" y="1076"/>
                  </a:cubicBezTo>
                  <a:cubicBezTo>
                    <a:pt x="27" y="1167"/>
                    <a:pt x="1" y="1343"/>
                    <a:pt x="93" y="1465"/>
                  </a:cubicBezTo>
                  <a:lnTo>
                    <a:pt x="766" y="2366"/>
                  </a:lnTo>
                  <a:cubicBezTo>
                    <a:pt x="818" y="2436"/>
                    <a:pt x="899" y="2477"/>
                    <a:pt x="985" y="2477"/>
                  </a:cubicBezTo>
                  <a:cubicBezTo>
                    <a:pt x="988" y="2477"/>
                    <a:pt x="991" y="2477"/>
                    <a:pt x="994" y="2477"/>
                  </a:cubicBezTo>
                  <a:cubicBezTo>
                    <a:pt x="1077" y="2477"/>
                    <a:pt x="1157" y="2437"/>
                    <a:pt x="1207" y="2372"/>
                  </a:cubicBezTo>
                  <a:lnTo>
                    <a:pt x="1897" y="1484"/>
                  </a:lnTo>
                  <a:cubicBezTo>
                    <a:pt x="1991" y="1364"/>
                    <a:pt x="1969" y="1189"/>
                    <a:pt x="1848" y="1094"/>
                  </a:cubicBezTo>
                  <a:cubicBezTo>
                    <a:pt x="1798" y="1055"/>
                    <a:pt x="1738" y="1036"/>
                    <a:pt x="1679" y="1036"/>
                  </a:cubicBezTo>
                  <a:cubicBezTo>
                    <a:pt x="1596" y="1036"/>
                    <a:pt x="1514" y="1072"/>
                    <a:pt x="1458" y="1143"/>
                  </a:cubicBezTo>
                  <a:lnTo>
                    <a:pt x="1273" y="1380"/>
                  </a:lnTo>
                  <a:lnTo>
                    <a:pt x="1273" y="278"/>
                  </a:lnTo>
                  <a:cubicBezTo>
                    <a:pt x="1273" y="124"/>
                    <a:pt x="1149" y="0"/>
                    <a:pt x="99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28"/>
            <p:cNvSpPr/>
            <p:nvPr/>
          </p:nvSpPr>
          <p:spPr>
            <a:xfrm>
              <a:off x="7404821" y="2225178"/>
              <a:ext cx="15657" cy="49743"/>
            </a:xfrm>
            <a:custGeom>
              <a:rect b="b" l="l" r="r" t="t"/>
              <a:pathLst>
                <a:path extrusionOk="0" h="1401" w="441">
                  <a:moveTo>
                    <a:pt x="161" y="1"/>
                  </a:moveTo>
                  <a:cubicBezTo>
                    <a:pt x="100" y="1"/>
                    <a:pt x="45" y="21"/>
                    <a:pt x="1" y="53"/>
                  </a:cubicBezTo>
                  <a:cubicBezTo>
                    <a:pt x="71" y="105"/>
                    <a:pt x="116" y="187"/>
                    <a:pt x="114" y="279"/>
                  </a:cubicBezTo>
                  <a:lnTo>
                    <a:pt x="114" y="1336"/>
                  </a:lnTo>
                  <a:cubicBezTo>
                    <a:pt x="114" y="1375"/>
                    <a:pt x="145" y="1401"/>
                    <a:pt x="178" y="1401"/>
                  </a:cubicBezTo>
                  <a:cubicBezTo>
                    <a:pt x="194" y="1401"/>
                    <a:pt x="210" y="1395"/>
                    <a:pt x="224" y="1381"/>
                  </a:cubicBezTo>
                  <a:lnTo>
                    <a:pt x="441" y="1159"/>
                  </a:lnTo>
                  <a:lnTo>
                    <a:pt x="441" y="287"/>
                  </a:lnTo>
                  <a:cubicBezTo>
                    <a:pt x="441" y="135"/>
                    <a:pt x="320" y="2"/>
                    <a:pt x="167" y="1"/>
                  </a:cubicBezTo>
                  <a:cubicBezTo>
                    <a:pt x="165" y="1"/>
                    <a:pt x="163" y="1"/>
                    <a:pt x="1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28"/>
            <p:cNvSpPr/>
            <p:nvPr/>
          </p:nvSpPr>
          <p:spPr>
            <a:xfrm>
              <a:off x="7404573" y="2261925"/>
              <a:ext cx="41396" cy="51234"/>
            </a:xfrm>
            <a:custGeom>
              <a:rect b="b" l="l" r="r" t="t"/>
              <a:pathLst>
                <a:path extrusionOk="0" h="1443" w="1166">
                  <a:moveTo>
                    <a:pt x="853" y="1"/>
                  </a:moveTo>
                  <a:cubicBezTo>
                    <a:pt x="795" y="1"/>
                    <a:pt x="738" y="19"/>
                    <a:pt x="691" y="54"/>
                  </a:cubicBezTo>
                  <a:cubicBezTo>
                    <a:pt x="692" y="57"/>
                    <a:pt x="697" y="58"/>
                    <a:pt x="698" y="60"/>
                  </a:cubicBezTo>
                  <a:cubicBezTo>
                    <a:pt x="819" y="155"/>
                    <a:pt x="841" y="330"/>
                    <a:pt x="747" y="450"/>
                  </a:cubicBezTo>
                  <a:lnTo>
                    <a:pt x="56" y="1338"/>
                  </a:lnTo>
                  <a:cubicBezTo>
                    <a:pt x="39" y="1356"/>
                    <a:pt x="22" y="1376"/>
                    <a:pt x="0" y="1391"/>
                  </a:cubicBezTo>
                  <a:cubicBezTo>
                    <a:pt x="46" y="1424"/>
                    <a:pt x="102" y="1443"/>
                    <a:pt x="160" y="1443"/>
                  </a:cubicBezTo>
                  <a:cubicBezTo>
                    <a:pt x="163" y="1443"/>
                    <a:pt x="166" y="1443"/>
                    <a:pt x="169" y="1443"/>
                  </a:cubicBezTo>
                  <a:cubicBezTo>
                    <a:pt x="252" y="1443"/>
                    <a:pt x="329" y="1403"/>
                    <a:pt x="382" y="1338"/>
                  </a:cubicBezTo>
                  <a:lnTo>
                    <a:pt x="1072" y="450"/>
                  </a:lnTo>
                  <a:cubicBezTo>
                    <a:pt x="1166" y="327"/>
                    <a:pt x="1144" y="153"/>
                    <a:pt x="1025" y="60"/>
                  </a:cubicBezTo>
                  <a:cubicBezTo>
                    <a:pt x="974" y="20"/>
                    <a:pt x="913" y="1"/>
                    <a:pt x="85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28"/>
            <p:cNvSpPr/>
            <p:nvPr/>
          </p:nvSpPr>
          <p:spPr>
            <a:xfrm>
              <a:off x="7376525" y="2332755"/>
              <a:ext cx="268825" cy="140103"/>
            </a:xfrm>
            <a:custGeom>
              <a:rect b="b" l="l" r="r" t="t"/>
              <a:pathLst>
                <a:path extrusionOk="0" h="3946" w="7572">
                  <a:moveTo>
                    <a:pt x="149" y="0"/>
                  </a:moveTo>
                  <a:cubicBezTo>
                    <a:pt x="66" y="0"/>
                    <a:pt x="0" y="66"/>
                    <a:pt x="0" y="148"/>
                  </a:cubicBezTo>
                  <a:lnTo>
                    <a:pt x="0" y="3799"/>
                  </a:lnTo>
                  <a:cubicBezTo>
                    <a:pt x="0" y="3880"/>
                    <a:pt x="66" y="3946"/>
                    <a:pt x="149" y="3946"/>
                  </a:cubicBezTo>
                  <a:lnTo>
                    <a:pt x="7424" y="3946"/>
                  </a:lnTo>
                  <a:cubicBezTo>
                    <a:pt x="7505" y="3946"/>
                    <a:pt x="7571" y="3883"/>
                    <a:pt x="7571" y="3799"/>
                  </a:cubicBezTo>
                  <a:lnTo>
                    <a:pt x="7571" y="148"/>
                  </a:lnTo>
                  <a:cubicBezTo>
                    <a:pt x="7571" y="66"/>
                    <a:pt x="7505" y="0"/>
                    <a:pt x="742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28"/>
            <p:cNvSpPr/>
            <p:nvPr/>
          </p:nvSpPr>
          <p:spPr>
            <a:xfrm>
              <a:off x="7626151" y="2332755"/>
              <a:ext cx="19207" cy="140103"/>
            </a:xfrm>
            <a:custGeom>
              <a:rect b="b" l="l" r="r" t="t"/>
              <a:pathLst>
                <a:path extrusionOk="0" h="3946" w="541">
                  <a:moveTo>
                    <a:pt x="0" y="0"/>
                  </a:moveTo>
                  <a:cubicBezTo>
                    <a:pt x="84" y="0"/>
                    <a:pt x="149" y="66"/>
                    <a:pt x="149" y="148"/>
                  </a:cubicBezTo>
                  <a:lnTo>
                    <a:pt x="149" y="3799"/>
                  </a:lnTo>
                  <a:cubicBezTo>
                    <a:pt x="149" y="3880"/>
                    <a:pt x="82" y="3946"/>
                    <a:pt x="0" y="3946"/>
                  </a:cubicBezTo>
                  <a:lnTo>
                    <a:pt x="393" y="3946"/>
                  </a:lnTo>
                  <a:cubicBezTo>
                    <a:pt x="475" y="3946"/>
                    <a:pt x="540" y="3880"/>
                    <a:pt x="540" y="3799"/>
                  </a:cubicBezTo>
                  <a:lnTo>
                    <a:pt x="540" y="148"/>
                  </a:lnTo>
                  <a:cubicBezTo>
                    <a:pt x="540" y="66"/>
                    <a:pt x="474" y="2"/>
                    <a:pt x="39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28"/>
            <p:cNvSpPr/>
            <p:nvPr/>
          </p:nvSpPr>
          <p:spPr>
            <a:xfrm>
              <a:off x="7399709" y="2353631"/>
              <a:ext cx="222494" cy="98491"/>
            </a:xfrm>
            <a:custGeom>
              <a:rect b="b" l="l" r="r" t="t"/>
              <a:pathLst>
                <a:path extrusionOk="0" h="2774" w="6267">
                  <a:moveTo>
                    <a:pt x="622" y="1"/>
                  </a:moveTo>
                  <a:cubicBezTo>
                    <a:pt x="586" y="1"/>
                    <a:pt x="553" y="24"/>
                    <a:pt x="542" y="58"/>
                  </a:cubicBezTo>
                  <a:cubicBezTo>
                    <a:pt x="468" y="277"/>
                    <a:pt x="288" y="448"/>
                    <a:pt x="62" y="507"/>
                  </a:cubicBezTo>
                  <a:cubicBezTo>
                    <a:pt x="25" y="516"/>
                    <a:pt x="1" y="550"/>
                    <a:pt x="1" y="591"/>
                  </a:cubicBezTo>
                  <a:lnTo>
                    <a:pt x="1" y="2184"/>
                  </a:lnTo>
                  <a:cubicBezTo>
                    <a:pt x="1" y="2223"/>
                    <a:pt x="25" y="2256"/>
                    <a:pt x="62" y="2267"/>
                  </a:cubicBezTo>
                  <a:cubicBezTo>
                    <a:pt x="290" y="2326"/>
                    <a:pt x="470" y="2497"/>
                    <a:pt x="542" y="2716"/>
                  </a:cubicBezTo>
                  <a:cubicBezTo>
                    <a:pt x="553" y="2751"/>
                    <a:pt x="586" y="2774"/>
                    <a:pt x="622" y="2774"/>
                  </a:cubicBezTo>
                  <a:lnTo>
                    <a:pt x="5643" y="2774"/>
                  </a:lnTo>
                  <a:cubicBezTo>
                    <a:pt x="5679" y="2774"/>
                    <a:pt x="5714" y="2751"/>
                    <a:pt x="5724" y="2716"/>
                  </a:cubicBezTo>
                  <a:cubicBezTo>
                    <a:pt x="5798" y="2497"/>
                    <a:pt x="5978" y="2326"/>
                    <a:pt x="6203" y="2267"/>
                  </a:cubicBezTo>
                  <a:cubicBezTo>
                    <a:pt x="6240" y="2259"/>
                    <a:pt x="6266" y="2224"/>
                    <a:pt x="6266" y="2184"/>
                  </a:cubicBezTo>
                  <a:lnTo>
                    <a:pt x="6266" y="591"/>
                  </a:lnTo>
                  <a:cubicBezTo>
                    <a:pt x="6266" y="550"/>
                    <a:pt x="6240" y="516"/>
                    <a:pt x="6203" y="507"/>
                  </a:cubicBezTo>
                  <a:cubicBezTo>
                    <a:pt x="5975" y="448"/>
                    <a:pt x="5796" y="277"/>
                    <a:pt x="5724" y="58"/>
                  </a:cubicBezTo>
                  <a:cubicBezTo>
                    <a:pt x="5714" y="24"/>
                    <a:pt x="5679" y="1"/>
                    <a:pt x="564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28"/>
            <p:cNvSpPr/>
            <p:nvPr/>
          </p:nvSpPr>
          <p:spPr>
            <a:xfrm>
              <a:off x="7586281" y="2353489"/>
              <a:ext cx="35929" cy="98633"/>
            </a:xfrm>
            <a:custGeom>
              <a:rect b="b" l="l" r="r" t="t"/>
              <a:pathLst>
                <a:path extrusionOk="0" h="2778" w="1012">
                  <a:moveTo>
                    <a:pt x="1" y="0"/>
                  </a:moveTo>
                  <a:cubicBezTo>
                    <a:pt x="37" y="0"/>
                    <a:pt x="71" y="25"/>
                    <a:pt x="83" y="58"/>
                  </a:cubicBezTo>
                  <a:cubicBezTo>
                    <a:pt x="156" y="280"/>
                    <a:pt x="336" y="625"/>
                    <a:pt x="561" y="684"/>
                  </a:cubicBezTo>
                  <a:cubicBezTo>
                    <a:pt x="598" y="694"/>
                    <a:pt x="624" y="727"/>
                    <a:pt x="624" y="767"/>
                  </a:cubicBezTo>
                  <a:lnTo>
                    <a:pt x="624" y="2012"/>
                  </a:lnTo>
                  <a:cubicBezTo>
                    <a:pt x="624" y="2050"/>
                    <a:pt x="598" y="2084"/>
                    <a:pt x="561" y="2094"/>
                  </a:cubicBezTo>
                  <a:cubicBezTo>
                    <a:pt x="335" y="2156"/>
                    <a:pt x="155" y="2501"/>
                    <a:pt x="83" y="2720"/>
                  </a:cubicBezTo>
                  <a:cubicBezTo>
                    <a:pt x="71" y="2755"/>
                    <a:pt x="37" y="2778"/>
                    <a:pt x="1" y="2778"/>
                  </a:cubicBezTo>
                  <a:lnTo>
                    <a:pt x="388" y="2778"/>
                  </a:lnTo>
                  <a:cubicBezTo>
                    <a:pt x="424" y="2778"/>
                    <a:pt x="459" y="2755"/>
                    <a:pt x="469" y="2720"/>
                  </a:cubicBezTo>
                  <a:cubicBezTo>
                    <a:pt x="543" y="2501"/>
                    <a:pt x="723" y="2330"/>
                    <a:pt x="948" y="2271"/>
                  </a:cubicBezTo>
                  <a:cubicBezTo>
                    <a:pt x="985" y="2263"/>
                    <a:pt x="1011" y="2228"/>
                    <a:pt x="1011" y="2188"/>
                  </a:cubicBezTo>
                  <a:lnTo>
                    <a:pt x="1011" y="595"/>
                  </a:lnTo>
                  <a:cubicBezTo>
                    <a:pt x="1011" y="554"/>
                    <a:pt x="985" y="520"/>
                    <a:pt x="948" y="508"/>
                  </a:cubicBezTo>
                  <a:cubicBezTo>
                    <a:pt x="720" y="448"/>
                    <a:pt x="541" y="278"/>
                    <a:pt x="469" y="58"/>
                  </a:cubicBezTo>
                  <a:cubicBezTo>
                    <a:pt x="459" y="25"/>
                    <a:pt x="424" y="0"/>
                    <a:pt x="38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28"/>
            <p:cNvSpPr/>
            <p:nvPr/>
          </p:nvSpPr>
          <p:spPr>
            <a:xfrm>
              <a:off x="7389590" y="2347347"/>
              <a:ext cx="10260" cy="10261"/>
            </a:xfrm>
            <a:custGeom>
              <a:rect b="b" l="l" r="r" t="t"/>
              <a:pathLst>
                <a:path extrusionOk="0" h="289" w="289">
                  <a:moveTo>
                    <a:pt x="145" y="1"/>
                  </a:moveTo>
                  <a:cubicBezTo>
                    <a:pt x="65" y="1"/>
                    <a:pt x="1" y="65"/>
                    <a:pt x="1" y="145"/>
                  </a:cubicBezTo>
                  <a:cubicBezTo>
                    <a:pt x="1" y="224"/>
                    <a:pt x="65" y="289"/>
                    <a:pt x="145" y="289"/>
                  </a:cubicBezTo>
                  <a:cubicBezTo>
                    <a:pt x="224" y="289"/>
                    <a:pt x="288" y="224"/>
                    <a:pt x="288" y="145"/>
                  </a:cubicBezTo>
                  <a:cubicBezTo>
                    <a:pt x="288" y="65"/>
                    <a:pt x="224" y="1"/>
                    <a:pt x="14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28"/>
            <p:cNvSpPr/>
            <p:nvPr/>
          </p:nvSpPr>
          <p:spPr>
            <a:xfrm>
              <a:off x="7622068" y="2347311"/>
              <a:ext cx="10260" cy="10261"/>
            </a:xfrm>
            <a:custGeom>
              <a:rect b="b" l="l" r="r" t="t"/>
              <a:pathLst>
                <a:path extrusionOk="0" h="289" w="289">
                  <a:moveTo>
                    <a:pt x="144" y="0"/>
                  </a:moveTo>
                  <a:cubicBezTo>
                    <a:pt x="65" y="0"/>
                    <a:pt x="0" y="65"/>
                    <a:pt x="0" y="144"/>
                  </a:cubicBezTo>
                  <a:cubicBezTo>
                    <a:pt x="0" y="223"/>
                    <a:pt x="65" y="288"/>
                    <a:pt x="144" y="288"/>
                  </a:cubicBezTo>
                  <a:cubicBezTo>
                    <a:pt x="223" y="288"/>
                    <a:pt x="288" y="223"/>
                    <a:pt x="288" y="144"/>
                  </a:cubicBezTo>
                  <a:cubicBezTo>
                    <a:pt x="288" y="65"/>
                    <a:pt x="223" y="0"/>
                    <a:pt x="14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28"/>
            <p:cNvSpPr/>
            <p:nvPr/>
          </p:nvSpPr>
          <p:spPr>
            <a:xfrm>
              <a:off x="7388987" y="2448249"/>
              <a:ext cx="11006" cy="10225"/>
            </a:xfrm>
            <a:custGeom>
              <a:rect b="b" l="l" r="r" t="t"/>
              <a:pathLst>
                <a:path extrusionOk="0" h="288" w="310">
                  <a:moveTo>
                    <a:pt x="156" y="0"/>
                  </a:moveTo>
                  <a:cubicBezTo>
                    <a:pt x="148" y="0"/>
                    <a:pt x="141" y="1"/>
                    <a:pt x="133" y="2"/>
                  </a:cubicBezTo>
                  <a:cubicBezTo>
                    <a:pt x="54" y="15"/>
                    <a:pt x="0" y="89"/>
                    <a:pt x="13" y="168"/>
                  </a:cubicBezTo>
                  <a:cubicBezTo>
                    <a:pt x="25" y="238"/>
                    <a:pt x="85" y="288"/>
                    <a:pt x="155" y="288"/>
                  </a:cubicBezTo>
                  <a:cubicBezTo>
                    <a:pt x="163" y="288"/>
                    <a:pt x="171" y="287"/>
                    <a:pt x="179" y="286"/>
                  </a:cubicBezTo>
                  <a:cubicBezTo>
                    <a:pt x="257" y="273"/>
                    <a:pt x="310" y="199"/>
                    <a:pt x="297" y="122"/>
                  </a:cubicBezTo>
                  <a:cubicBezTo>
                    <a:pt x="286" y="51"/>
                    <a:pt x="225" y="0"/>
                    <a:pt x="15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28"/>
            <p:cNvSpPr/>
            <p:nvPr/>
          </p:nvSpPr>
          <p:spPr>
            <a:xfrm>
              <a:off x="7621997" y="2448142"/>
              <a:ext cx="10260" cy="10261"/>
            </a:xfrm>
            <a:custGeom>
              <a:rect b="b" l="l" r="r" t="t"/>
              <a:pathLst>
                <a:path extrusionOk="0" h="289" w="289">
                  <a:moveTo>
                    <a:pt x="145" y="1"/>
                  </a:moveTo>
                  <a:cubicBezTo>
                    <a:pt x="66" y="1"/>
                    <a:pt x="1" y="66"/>
                    <a:pt x="1" y="145"/>
                  </a:cubicBezTo>
                  <a:cubicBezTo>
                    <a:pt x="1" y="224"/>
                    <a:pt x="66" y="289"/>
                    <a:pt x="145" y="289"/>
                  </a:cubicBezTo>
                  <a:cubicBezTo>
                    <a:pt x="224" y="289"/>
                    <a:pt x="289" y="224"/>
                    <a:pt x="289" y="145"/>
                  </a:cubicBezTo>
                  <a:cubicBezTo>
                    <a:pt x="289" y="66"/>
                    <a:pt x="224" y="1"/>
                    <a:pt x="14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28"/>
            <p:cNvSpPr/>
            <p:nvPr/>
          </p:nvSpPr>
          <p:spPr>
            <a:xfrm>
              <a:off x="7491273" y="2364424"/>
              <a:ext cx="39869" cy="76833"/>
            </a:xfrm>
            <a:custGeom>
              <a:rect b="b" l="l" r="r" t="t"/>
              <a:pathLst>
                <a:path extrusionOk="0" h="2164" w="1123">
                  <a:moveTo>
                    <a:pt x="408" y="526"/>
                  </a:moveTo>
                  <a:lnTo>
                    <a:pt x="408" y="790"/>
                  </a:lnTo>
                  <a:cubicBezTo>
                    <a:pt x="395" y="783"/>
                    <a:pt x="386" y="776"/>
                    <a:pt x="377" y="769"/>
                  </a:cubicBezTo>
                  <a:cubicBezTo>
                    <a:pt x="346" y="746"/>
                    <a:pt x="334" y="693"/>
                    <a:pt x="344" y="638"/>
                  </a:cubicBezTo>
                  <a:cubicBezTo>
                    <a:pt x="351" y="599"/>
                    <a:pt x="372" y="556"/>
                    <a:pt x="408" y="526"/>
                  </a:cubicBezTo>
                  <a:close/>
                  <a:moveTo>
                    <a:pt x="684" y="1215"/>
                  </a:moveTo>
                  <a:cubicBezTo>
                    <a:pt x="821" y="1275"/>
                    <a:pt x="818" y="1396"/>
                    <a:pt x="809" y="1447"/>
                  </a:cubicBezTo>
                  <a:cubicBezTo>
                    <a:pt x="796" y="1517"/>
                    <a:pt x="754" y="1590"/>
                    <a:pt x="684" y="1634"/>
                  </a:cubicBezTo>
                  <a:lnTo>
                    <a:pt x="684" y="1215"/>
                  </a:lnTo>
                  <a:close/>
                  <a:moveTo>
                    <a:pt x="546" y="0"/>
                  </a:moveTo>
                  <a:cubicBezTo>
                    <a:pt x="468" y="0"/>
                    <a:pt x="408" y="64"/>
                    <a:pt x="408" y="139"/>
                  </a:cubicBezTo>
                  <a:lnTo>
                    <a:pt x="408" y="221"/>
                  </a:lnTo>
                  <a:lnTo>
                    <a:pt x="386" y="225"/>
                  </a:lnTo>
                  <a:cubicBezTo>
                    <a:pt x="223" y="274"/>
                    <a:pt x="105" y="410"/>
                    <a:pt x="71" y="583"/>
                  </a:cubicBezTo>
                  <a:cubicBezTo>
                    <a:pt x="41" y="741"/>
                    <a:pt x="92" y="897"/>
                    <a:pt x="206" y="985"/>
                  </a:cubicBezTo>
                  <a:cubicBezTo>
                    <a:pt x="258" y="1026"/>
                    <a:pt x="323" y="1064"/>
                    <a:pt x="408" y="1103"/>
                  </a:cubicBezTo>
                  <a:lnTo>
                    <a:pt x="408" y="1664"/>
                  </a:lnTo>
                  <a:cubicBezTo>
                    <a:pt x="350" y="1655"/>
                    <a:pt x="304" y="1635"/>
                    <a:pt x="235" y="1589"/>
                  </a:cubicBezTo>
                  <a:cubicBezTo>
                    <a:pt x="211" y="1574"/>
                    <a:pt x="185" y="1567"/>
                    <a:pt x="159" y="1567"/>
                  </a:cubicBezTo>
                  <a:cubicBezTo>
                    <a:pt x="113" y="1567"/>
                    <a:pt x="69" y="1589"/>
                    <a:pt x="42" y="1628"/>
                  </a:cubicBezTo>
                  <a:cubicBezTo>
                    <a:pt x="0" y="1693"/>
                    <a:pt x="19" y="1779"/>
                    <a:pt x="81" y="1821"/>
                  </a:cubicBezTo>
                  <a:cubicBezTo>
                    <a:pt x="203" y="1901"/>
                    <a:pt x="294" y="1933"/>
                    <a:pt x="408" y="1943"/>
                  </a:cubicBezTo>
                  <a:lnTo>
                    <a:pt x="408" y="2024"/>
                  </a:lnTo>
                  <a:cubicBezTo>
                    <a:pt x="408" y="2101"/>
                    <a:pt x="469" y="2163"/>
                    <a:pt x="546" y="2163"/>
                  </a:cubicBezTo>
                  <a:cubicBezTo>
                    <a:pt x="623" y="2163"/>
                    <a:pt x="684" y="2100"/>
                    <a:pt x="684" y="2024"/>
                  </a:cubicBezTo>
                  <a:lnTo>
                    <a:pt x="684" y="1930"/>
                  </a:lnTo>
                  <a:cubicBezTo>
                    <a:pt x="907" y="1873"/>
                    <a:pt x="1051" y="1681"/>
                    <a:pt x="1084" y="1491"/>
                  </a:cubicBezTo>
                  <a:cubicBezTo>
                    <a:pt x="1123" y="1249"/>
                    <a:pt x="990" y="1028"/>
                    <a:pt x="753" y="943"/>
                  </a:cubicBezTo>
                  <a:cubicBezTo>
                    <a:pt x="730" y="936"/>
                    <a:pt x="708" y="927"/>
                    <a:pt x="684" y="918"/>
                  </a:cubicBezTo>
                  <a:lnTo>
                    <a:pt x="684" y="498"/>
                  </a:lnTo>
                  <a:cubicBezTo>
                    <a:pt x="724" y="516"/>
                    <a:pt x="747" y="533"/>
                    <a:pt x="753" y="539"/>
                  </a:cubicBezTo>
                  <a:lnTo>
                    <a:pt x="754" y="540"/>
                  </a:lnTo>
                  <a:lnTo>
                    <a:pt x="789" y="570"/>
                  </a:lnTo>
                  <a:cubicBezTo>
                    <a:pt x="816" y="594"/>
                    <a:pt x="849" y="605"/>
                    <a:pt x="882" y="605"/>
                  </a:cubicBezTo>
                  <a:cubicBezTo>
                    <a:pt x="920" y="605"/>
                    <a:pt x="958" y="590"/>
                    <a:pt x="985" y="559"/>
                  </a:cubicBezTo>
                  <a:cubicBezTo>
                    <a:pt x="1035" y="501"/>
                    <a:pt x="1029" y="412"/>
                    <a:pt x="972" y="362"/>
                  </a:cubicBezTo>
                  <a:lnTo>
                    <a:pt x="937" y="331"/>
                  </a:lnTo>
                  <a:cubicBezTo>
                    <a:pt x="921" y="317"/>
                    <a:pt x="829" y="242"/>
                    <a:pt x="684" y="210"/>
                  </a:cubicBezTo>
                  <a:lnTo>
                    <a:pt x="684" y="139"/>
                  </a:lnTo>
                  <a:cubicBezTo>
                    <a:pt x="684" y="62"/>
                    <a:pt x="621" y="0"/>
                    <a:pt x="54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60" name="Google Shape;4860;p28"/>
          <p:cNvGrpSpPr/>
          <p:nvPr/>
        </p:nvGrpSpPr>
        <p:grpSpPr>
          <a:xfrm>
            <a:off x="6674333" y="2172739"/>
            <a:ext cx="326846" cy="326956"/>
            <a:chOff x="6674333" y="2172739"/>
            <a:chExt cx="326846" cy="326956"/>
          </a:xfrm>
        </p:grpSpPr>
        <p:sp>
          <p:nvSpPr>
            <p:cNvPr id="4861" name="Google Shape;4861;p28"/>
            <p:cNvSpPr/>
            <p:nvPr/>
          </p:nvSpPr>
          <p:spPr>
            <a:xfrm>
              <a:off x="6698227" y="2472924"/>
              <a:ext cx="279050" cy="26771"/>
            </a:xfrm>
            <a:custGeom>
              <a:rect b="b" l="l" r="r" t="t"/>
              <a:pathLst>
                <a:path extrusionOk="0" h="754" w="7860">
                  <a:moveTo>
                    <a:pt x="1" y="1"/>
                  </a:moveTo>
                  <a:lnTo>
                    <a:pt x="1" y="407"/>
                  </a:lnTo>
                  <a:cubicBezTo>
                    <a:pt x="1" y="599"/>
                    <a:pt x="155" y="753"/>
                    <a:pt x="348" y="753"/>
                  </a:cubicBezTo>
                  <a:lnTo>
                    <a:pt x="7512" y="753"/>
                  </a:lnTo>
                  <a:cubicBezTo>
                    <a:pt x="7705" y="753"/>
                    <a:pt x="7859" y="598"/>
                    <a:pt x="7859" y="407"/>
                  </a:cubicBezTo>
                  <a:lnTo>
                    <a:pt x="7859"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28"/>
            <p:cNvSpPr/>
            <p:nvPr/>
          </p:nvSpPr>
          <p:spPr>
            <a:xfrm>
              <a:off x="6951404" y="2479208"/>
              <a:ext cx="25881" cy="20486"/>
            </a:xfrm>
            <a:custGeom>
              <a:rect b="b" l="l" r="r" t="t"/>
              <a:pathLst>
                <a:path extrusionOk="0" h="577" w="729">
                  <a:moveTo>
                    <a:pt x="347" y="1"/>
                  </a:moveTo>
                  <a:lnTo>
                    <a:pt x="347" y="230"/>
                  </a:lnTo>
                  <a:cubicBezTo>
                    <a:pt x="347" y="422"/>
                    <a:pt x="193" y="576"/>
                    <a:pt x="0" y="576"/>
                  </a:cubicBezTo>
                  <a:lnTo>
                    <a:pt x="381" y="576"/>
                  </a:lnTo>
                  <a:cubicBezTo>
                    <a:pt x="574" y="576"/>
                    <a:pt x="728" y="422"/>
                    <a:pt x="728" y="230"/>
                  </a:cubicBezTo>
                  <a:lnTo>
                    <a:pt x="72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28"/>
            <p:cNvSpPr/>
            <p:nvPr/>
          </p:nvSpPr>
          <p:spPr>
            <a:xfrm>
              <a:off x="6724606" y="2286671"/>
              <a:ext cx="71076" cy="110279"/>
            </a:xfrm>
            <a:custGeom>
              <a:rect b="b" l="l" r="r" t="t"/>
              <a:pathLst>
                <a:path extrusionOk="0" h="3106" w="2002">
                  <a:moveTo>
                    <a:pt x="329" y="1"/>
                  </a:moveTo>
                  <a:cubicBezTo>
                    <a:pt x="282" y="1"/>
                    <a:pt x="234" y="12"/>
                    <a:pt x="190" y="38"/>
                  </a:cubicBezTo>
                  <a:cubicBezTo>
                    <a:pt x="51" y="117"/>
                    <a:pt x="0" y="297"/>
                    <a:pt x="78" y="441"/>
                  </a:cubicBezTo>
                  <a:lnTo>
                    <a:pt x="1422" y="2953"/>
                  </a:lnTo>
                  <a:cubicBezTo>
                    <a:pt x="1474" y="3049"/>
                    <a:pt x="1573" y="3106"/>
                    <a:pt x="1674" y="3106"/>
                  </a:cubicBezTo>
                  <a:cubicBezTo>
                    <a:pt x="1720" y="3106"/>
                    <a:pt x="1769" y="3096"/>
                    <a:pt x="1812" y="3070"/>
                  </a:cubicBezTo>
                  <a:cubicBezTo>
                    <a:pt x="1952" y="2990"/>
                    <a:pt x="2002" y="2811"/>
                    <a:pt x="1926" y="2667"/>
                  </a:cubicBezTo>
                  <a:lnTo>
                    <a:pt x="582" y="154"/>
                  </a:lnTo>
                  <a:cubicBezTo>
                    <a:pt x="529" y="56"/>
                    <a:pt x="431" y="1"/>
                    <a:pt x="32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28"/>
            <p:cNvSpPr/>
            <p:nvPr/>
          </p:nvSpPr>
          <p:spPr>
            <a:xfrm>
              <a:off x="6730074" y="2286671"/>
              <a:ext cx="65573" cy="110385"/>
            </a:xfrm>
            <a:custGeom>
              <a:rect b="b" l="l" r="r" t="t"/>
              <a:pathLst>
                <a:path extrusionOk="0" h="3109" w="1847">
                  <a:moveTo>
                    <a:pt x="174" y="1"/>
                  </a:moveTo>
                  <a:cubicBezTo>
                    <a:pt x="127" y="1"/>
                    <a:pt x="79" y="12"/>
                    <a:pt x="35" y="38"/>
                  </a:cubicBezTo>
                  <a:cubicBezTo>
                    <a:pt x="23" y="45"/>
                    <a:pt x="12" y="52"/>
                    <a:pt x="0" y="61"/>
                  </a:cubicBezTo>
                  <a:cubicBezTo>
                    <a:pt x="32" y="87"/>
                    <a:pt x="58" y="117"/>
                    <a:pt x="78" y="154"/>
                  </a:cubicBezTo>
                  <a:lnTo>
                    <a:pt x="1422" y="2667"/>
                  </a:lnTo>
                  <a:cubicBezTo>
                    <a:pt x="1492" y="2799"/>
                    <a:pt x="1457" y="2959"/>
                    <a:pt x="1344" y="3047"/>
                  </a:cubicBezTo>
                  <a:cubicBezTo>
                    <a:pt x="1395" y="3087"/>
                    <a:pt x="1457" y="3108"/>
                    <a:pt x="1520" y="3108"/>
                  </a:cubicBezTo>
                  <a:cubicBezTo>
                    <a:pt x="1566" y="3108"/>
                    <a:pt x="1615" y="3096"/>
                    <a:pt x="1658" y="3070"/>
                  </a:cubicBezTo>
                  <a:cubicBezTo>
                    <a:pt x="1798" y="2990"/>
                    <a:pt x="1846" y="2811"/>
                    <a:pt x="1769" y="2667"/>
                  </a:cubicBezTo>
                  <a:lnTo>
                    <a:pt x="426" y="154"/>
                  </a:lnTo>
                  <a:cubicBezTo>
                    <a:pt x="373" y="56"/>
                    <a:pt x="275" y="1"/>
                    <a:pt x="17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28"/>
            <p:cNvSpPr/>
            <p:nvPr/>
          </p:nvSpPr>
          <p:spPr>
            <a:xfrm>
              <a:off x="6844147" y="2172739"/>
              <a:ext cx="109880" cy="35363"/>
            </a:xfrm>
            <a:custGeom>
              <a:rect b="b" l="l" r="r" t="t"/>
              <a:pathLst>
                <a:path extrusionOk="0" h="996" w="3095">
                  <a:moveTo>
                    <a:pt x="80" y="0"/>
                  </a:moveTo>
                  <a:cubicBezTo>
                    <a:pt x="37" y="0"/>
                    <a:pt x="1" y="36"/>
                    <a:pt x="1" y="79"/>
                  </a:cubicBezTo>
                  <a:lnTo>
                    <a:pt x="1" y="757"/>
                  </a:lnTo>
                  <a:lnTo>
                    <a:pt x="1548" y="996"/>
                  </a:lnTo>
                  <a:lnTo>
                    <a:pt x="3094" y="757"/>
                  </a:lnTo>
                  <a:lnTo>
                    <a:pt x="3094" y="79"/>
                  </a:lnTo>
                  <a:cubicBezTo>
                    <a:pt x="3094" y="36"/>
                    <a:pt x="3059" y="0"/>
                    <a:pt x="301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28"/>
            <p:cNvSpPr/>
            <p:nvPr/>
          </p:nvSpPr>
          <p:spPr>
            <a:xfrm>
              <a:off x="6938090" y="2172739"/>
              <a:ext cx="15941" cy="26913"/>
            </a:xfrm>
            <a:custGeom>
              <a:rect b="b" l="l" r="r" t="t"/>
              <a:pathLst>
                <a:path extrusionOk="0" h="758" w="449">
                  <a:moveTo>
                    <a:pt x="372" y="0"/>
                  </a:moveTo>
                  <a:cubicBezTo>
                    <a:pt x="371" y="0"/>
                    <a:pt x="370" y="0"/>
                    <a:pt x="369" y="0"/>
                  </a:cubicBezTo>
                  <a:lnTo>
                    <a:pt x="1" y="0"/>
                  </a:lnTo>
                  <a:cubicBezTo>
                    <a:pt x="44" y="0"/>
                    <a:pt x="80" y="36"/>
                    <a:pt x="80" y="79"/>
                  </a:cubicBezTo>
                  <a:lnTo>
                    <a:pt x="80" y="757"/>
                  </a:lnTo>
                  <a:lnTo>
                    <a:pt x="448" y="757"/>
                  </a:lnTo>
                  <a:lnTo>
                    <a:pt x="448" y="79"/>
                  </a:lnTo>
                  <a:cubicBezTo>
                    <a:pt x="448" y="36"/>
                    <a:pt x="415"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28"/>
            <p:cNvSpPr/>
            <p:nvPr/>
          </p:nvSpPr>
          <p:spPr>
            <a:xfrm>
              <a:off x="6828064" y="2223616"/>
              <a:ext cx="142046" cy="227196"/>
            </a:xfrm>
            <a:custGeom>
              <a:rect b="b" l="l" r="r" t="t"/>
              <a:pathLst>
                <a:path extrusionOk="0" h="6399" w="4001">
                  <a:moveTo>
                    <a:pt x="2001" y="0"/>
                  </a:moveTo>
                  <a:lnTo>
                    <a:pt x="0" y="291"/>
                  </a:lnTo>
                  <a:lnTo>
                    <a:pt x="0" y="6398"/>
                  </a:lnTo>
                  <a:lnTo>
                    <a:pt x="4001" y="6398"/>
                  </a:lnTo>
                  <a:lnTo>
                    <a:pt x="4001" y="291"/>
                  </a:lnTo>
                  <a:lnTo>
                    <a:pt x="2001"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28"/>
            <p:cNvSpPr/>
            <p:nvPr/>
          </p:nvSpPr>
          <p:spPr>
            <a:xfrm>
              <a:off x="6957013" y="2233948"/>
              <a:ext cx="13171" cy="212923"/>
            </a:xfrm>
            <a:custGeom>
              <a:rect b="b" l="l" r="r" t="t"/>
              <a:pathLst>
                <a:path extrusionOk="0" h="5997" w="371">
                  <a:moveTo>
                    <a:pt x="0" y="0"/>
                  </a:moveTo>
                  <a:lnTo>
                    <a:pt x="0" y="5997"/>
                  </a:lnTo>
                  <a:lnTo>
                    <a:pt x="370" y="5997"/>
                  </a:lnTo>
                  <a:lnTo>
                    <a:pt x="37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28"/>
            <p:cNvSpPr/>
            <p:nvPr/>
          </p:nvSpPr>
          <p:spPr>
            <a:xfrm>
              <a:off x="6828064" y="2280564"/>
              <a:ext cx="142117" cy="119723"/>
            </a:xfrm>
            <a:custGeom>
              <a:rect b="b" l="l" r="r" t="t"/>
              <a:pathLst>
                <a:path extrusionOk="0" h="3372" w="4003">
                  <a:moveTo>
                    <a:pt x="0" y="1"/>
                  </a:moveTo>
                  <a:lnTo>
                    <a:pt x="0" y="3371"/>
                  </a:lnTo>
                  <a:lnTo>
                    <a:pt x="4002" y="3371"/>
                  </a:lnTo>
                  <a:lnTo>
                    <a:pt x="4002"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28"/>
            <p:cNvSpPr/>
            <p:nvPr/>
          </p:nvSpPr>
          <p:spPr>
            <a:xfrm>
              <a:off x="6957013" y="2280564"/>
              <a:ext cx="13171" cy="119723"/>
            </a:xfrm>
            <a:custGeom>
              <a:rect b="b" l="l" r="r" t="t"/>
              <a:pathLst>
                <a:path extrusionOk="0" h="3372" w="371">
                  <a:moveTo>
                    <a:pt x="0" y="1"/>
                  </a:moveTo>
                  <a:lnTo>
                    <a:pt x="0" y="3371"/>
                  </a:lnTo>
                  <a:lnTo>
                    <a:pt x="370" y="3371"/>
                  </a:lnTo>
                  <a:lnTo>
                    <a:pt x="37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28"/>
            <p:cNvSpPr/>
            <p:nvPr/>
          </p:nvSpPr>
          <p:spPr>
            <a:xfrm>
              <a:off x="6704973" y="2348377"/>
              <a:ext cx="191785" cy="99876"/>
            </a:xfrm>
            <a:custGeom>
              <a:rect b="b" l="l" r="r" t="t"/>
              <a:pathLst>
                <a:path extrusionOk="0" h="2813" w="5402">
                  <a:moveTo>
                    <a:pt x="197" y="0"/>
                  </a:moveTo>
                  <a:cubicBezTo>
                    <a:pt x="86" y="0"/>
                    <a:pt x="1" y="99"/>
                    <a:pt x="12" y="209"/>
                  </a:cubicBezTo>
                  <a:cubicBezTo>
                    <a:pt x="70" y="723"/>
                    <a:pt x="349" y="2058"/>
                    <a:pt x="1717" y="2812"/>
                  </a:cubicBezTo>
                  <a:lnTo>
                    <a:pt x="3683" y="2812"/>
                  </a:lnTo>
                  <a:cubicBezTo>
                    <a:pt x="5052" y="2058"/>
                    <a:pt x="5331" y="724"/>
                    <a:pt x="5388" y="209"/>
                  </a:cubicBezTo>
                  <a:cubicBezTo>
                    <a:pt x="5401" y="98"/>
                    <a:pt x="5312" y="1"/>
                    <a:pt x="5201" y="1"/>
                  </a:cubicBezTo>
                  <a:lnTo>
                    <a:pt x="199" y="1"/>
                  </a:lnTo>
                  <a:cubicBezTo>
                    <a:pt x="198" y="0"/>
                    <a:pt x="198" y="0"/>
                    <a:pt x="19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28"/>
            <p:cNvSpPr/>
            <p:nvPr/>
          </p:nvSpPr>
          <p:spPr>
            <a:xfrm>
              <a:off x="6821105" y="2348341"/>
              <a:ext cx="75656" cy="99840"/>
            </a:xfrm>
            <a:custGeom>
              <a:rect b="b" l="l" r="r" t="t"/>
              <a:pathLst>
                <a:path extrusionOk="0" h="2812" w="2131">
                  <a:moveTo>
                    <a:pt x="1683" y="0"/>
                  </a:moveTo>
                  <a:cubicBezTo>
                    <a:pt x="1722" y="39"/>
                    <a:pt x="1745" y="98"/>
                    <a:pt x="1737" y="158"/>
                  </a:cubicBezTo>
                  <a:cubicBezTo>
                    <a:pt x="1680" y="682"/>
                    <a:pt x="1396" y="2043"/>
                    <a:pt x="1" y="2812"/>
                  </a:cubicBezTo>
                  <a:lnTo>
                    <a:pt x="412" y="2812"/>
                  </a:lnTo>
                  <a:cubicBezTo>
                    <a:pt x="1781" y="2058"/>
                    <a:pt x="2060" y="724"/>
                    <a:pt x="2117" y="209"/>
                  </a:cubicBezTo>
                  <a:cubicBezTo>
                    <a:pt x="2130" y="99"/>
                    <a:pt x="2043" y="0"/>
                    <a:pt x="19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28"/>
            <p:cNvSpPr/>
            <p:nvPr/>
          </p:nvSpPr>
          <p:spPr>
            <a:xfrm>
              <a:off x="6828064" y="2199616"/>
              <a:ext cx="142046" cy="34404"/>
            </a:xfrm>
            <a:custGeom>
              <a:rect b="b" l="l" r="r" t="t"/>
              <a:pathLst>
                <a:path extrusionOk="0" h="969" w="4001">
                  <a:moveTo>
                    <a:pt x="452" y="0"/>
                  </a:moveTo>
                  <a:lnTo>
                    <a:pt x="0" y="969"/>
                  </a:lnTo>
                  <a:lnTo>
                    <a:pt x="4001" y="969"/>
                  </a:lnTo>
                  <a:lnTo>
                    <a:pt x="3549"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28"/>
            <p:cNvSpPr/>
            <p:nvPr/>
          </p:nvSpPr>
          <p:spPr>
            <a:xfrm>
              <a:off x="6940966" y="2199545"/>
              <a:ext cx="29219" cy="34440"/>
            </a:xfrm>
            <a:custGeom>
              <a:rect b="b" l="l" r="r" t="t"/>
              <a:pathLst>
                <a:path extrusionOk="0" h="970" w="823">
                  <a:moveTo>
                    <a:pt x="1" y="1"/>
                  </a:moveTo>
                  <a:lnTo>
                    <a:pt x="452" y="969"/>
                  </a:lnTo>
                  <a:lnTo>
                    <a:pt x="822" y="969"/>
                  </a:lnTo>
                  <a:lnTo>
                    <a:pt x="37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28"/>
            <p:cNvSpPr/>
            <p:nvPr/>
          </p:nvSpPr>
          <p:spPr>
            <a:xfrm>
              <a:off x="6674333" y="2446864"/>
              <a:ext cx="326836" cy="32381"/>
            </a:xfrm>
            <a:custGeom>
              <a:rect b="b" l="l" r="r" t="t"/>
              <a:pathLst>
                <a:path extrusionOk="0" h="912" w="9206">
                  <a:moveTo>
                    <a:pt x="114" y="1"/>
                  </a:moveTo>
                  <a:cubicBezTo>
                    <a:pt x="51" y="1"/>
                    <a:pt x="0" y="51"/>
                    <a:pt x="0" y="115"/>
                  </a:cubicBezTo>
                  <a:lnTo>
                    <a:pt x="0" y="800"/>
                  </a:lnTo>
                  <a:cubicBezTo>
                    <a:pt x="0" y="861"/>
                    <a:pt x="51" y="912"/>
                    <a:pt x="114" y="912"/>
                  </a:cubicBezTo>
                  <a:lnTo>
                    <a:pt x="9092" y="912"/>
                  </a:lnTo>
                  <a:cubicBezTo>
                    <a:pt x="9155" y="912"/>
                    <a:pt x="9206" y="863"/>
                    <a:pt x="9206" y="801"/>
                  </a:cubicBezTo>
                  <a:lnTo>
                    <a:pt x="9206" y="115"/>
                  </a:lnTo>
                  <a:cubicBezTo>
                    <a:pt x="9206" y="51"/>
                    <a:pt x="9155" y="1"/>
                    <a:pt x="909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28"/>
            <p:cNvSpPr/>
            <p:nvPr/>
          </p:nvSpPr>
          <p:spPr>
            <a:xfrm>
              <a:off x="6982824" y="2446864"/>
              <a:ext cx="18355" cy="32487"/>
            </a:xfrm>
            <a:custGeom>
              <a:rect b="b" l="l" r="r" t="t"/>
              <a:pathLst>
                <a:path extrusionOk="0" h="915" w="517">
                  <a:moveTo>
                    <a:pt x="0" y="1"/>
                  </a:moveTo>
                  <a:cubicBezTo>
                    <a:pt x="63" y="1"/>
                    <a:pt x="114" y="51"/>
                    <a:pt x="114" y="115"/>
                  </a:cubicBezTo>
                  <a:lnTo>
                    <a:pt x="114" y="801"/>
                  </a:lnTo>
                  <a:cubicBezTo>
                    <a:pt x="114" y="864"/>
                    <a:pt x="63" y="915"/>
                    <a:pt x="0" y="915"/>
                  </a:cubicBezTo>
                  <a:lnTo>
                    <a:pt x="403" y="915"/>
                  </a:lnTo>
                  <a:cubicBezTo>
                    <a:pt x="466" y="915"/>
                    <a:pt x="517" y="864"/>
                    <a:pt x="517" y="801"/>
                  </a:cubicBezTo>
                  <a:lnTo>
                    <a:pt x="517" y="115"/>
                  </a:lnTo>
                  <a:cubicBezTo>
                    <a:pt x="517" y="51"/>
                    <a:pt x="466" y="1"/>
                    <a:pt x="40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77" name="Google Shape;4877;p28"/>
          <p:cNvGrpSpPr/>
          <p:nvPr/>
        </p:nvGrpSpPr>
        <p:grpSpPr>
          <a:xfrm>
            <a:off x="6036261" y="2172668"/>
            <a:ext cx="308313" cy="327037"/>
            <a:chOff x="6036261" y="2172668"/>
            <a:chExt cx="308313" cy="327037"/>
          </a:xfrm>
        </p:grpSpPr>
        <p:sp>
          <p:nvSpPr>
            <p:cNvPr id="4878" name="Google Shape;4878;p28"/>
            <p:cNvSpPr/>
            <p:nvPr/>
          </p:nvSpPr>
          <p:spPr>
            <a:xfrm>
              <a:off x="6036261" y="2181225"/>
              <a:ext cx="308304" cy="318480"/>
            </a:xfrm>
            <a:custGeom>
              <a:rect b="b" l="l" r="r" t="t"/>
              <a:pathLst>
                <a:path extrusionOk="0" h="8970" w="8684">
                  <a:moveTo>
                    <a:pt x="99" y="0"/>
                  </a:moveTo>
                  <a:cubicBezTo>
                    <a:pt x="46" y="0"/>
                    <a:pt x="0" y="45"/>
                    <a:pt x="0" y="99"/>
                  </a:cubicBezTo>
                  <a:lnTo>
                    <a:pt x="0" y="8872"/>
                  </a:lnTo>
                  <a:cubicBezTo>
                    <a:pt x="0" y="8925"/>
                    <a:pt x="46" y="8969"/>
                    <a:pt x="99" y="8969"/>
                  </a:cubicBezTo>
                  <a:lnTo>
                    <a:pt x="8585" y="8969"/>
                  </a:lnTo>
                  <a:cubicBezTo>
                    <a:pt x="8639" y="8969"/>
                    <a:pt x="8683" y="8925"/>
                    <a:pt x="8683" y="8872"/>
                  </a:cubicBezTo>
                  <a:lnTo>
                    <a:pt x="8683" y="99"/>
                  </a:lnTo>
                  <a:cubicBezTo>
                    <a:pt x="8683" y="45"/>
                    <a:pt x="8639" y="0"/>
                    <a:pt x="858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28"/>
            <p:cNvSpPr/>
            <p:nvPr/>
          </p:nvSpPr>
          <p:spPr>
            <a:xfrm>
              <a:off x="6327675" y="2172668"/>
              <a:ext cx="16899" cy="327037"/>
            </a:xfrm>
            <a:custGeom>
              <a:rect b="b" l="l" r="r" t="t"/>
              <a:pathLst>
                <a:path extrusionOk="0" h="9211" w="476">
                  <a:moveTo>
                    <a:pt x="0" y="1"/>
                  </a:moveTo>
                  <a:cubicBezTo>
                    <a:pt x="28" y="1"/>
                    <a:pt x="54" y="12"/>
                    <a:pt x="71" y="31"/>
                  </a:cubicBezTo>
                  <a:cubicBezTo>
                    <a:pt x="74" y="32"/>
                    <a:pt x="77" y="35"/>
                    <a:pt x="78" y="37"/>
                  </a:cubicBezTo>
                  <a:cubicBezTo>
                    <a:pt x="91" y="54"/>
                    <a:pt x="100" y="77"/>
                    <a:pt x="100" y="100"/>
                  </a:cubicBezTo>
                  <a:lnTo>
                    <a:pt x="100" y="1205"/>
                  </a:lnTo>
                  <a:lnTo>
                    <a:pt x="100" y="9113"/>
                  </a:lnTo>
                  <a:cubicBezTo>
                    <a:pt x="100" y="9166"/>
                    <a:pt x="55" y="9210"/>
                    <a:pt x="0" y="9210"/>
                  </a:cubicBezTo>
                  <a:lnTo>
                    <a:pt x="377" y="9210"/>
                  </a:lnTo>
                  <a:cubicBezTo>
                    <a:pt x="431" y="9210"/>
                    <a:pt x="475" y="9166"/>
                    <a:pt x="475" y="9113"/>
                  </a:cubicBezTo>
                  <a:lnTo>
                    <a:pt x="475" y="100"/>
                  </a:lnTo>
                  <a:cubicBezTo>
                    <a:pt x="475" y="76"/>
                    <a:pt x="467" y="54"/>
                    <a:pt x="454" y="37"/>
                  </a:cubicBezTo>
                  <a:cubicBezTo>
                    <a:pt x="451" y="35"/>
                    <a:pt x="449" y="32"/>
                    <a:pt x="446" y="31"/>
                  </a:cubicBezTo>
                  <a:cubicBezTo>
                    <a:pt x="429" y="12"/>
                    <a:pt x="403" y="1"/>
                    <a:pt x="37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28"/>
            <p:cNvSpPr/>
            <p:nvPr/>
          </p:nvSpPr>
          <p:spPr>
            <a:xfrm>
              <a:off x="6036261" y="2172668"/>
              <a:ext cx="308304" cy="42819"/>
            </a:xfrm>
            <a:custGeom>
              <a:rect b="b" l="l" r="r" t="t"/>
              <a:pathLst>
                <a:path extrusionOk="0" h="1206" w="8684">
                  <a:moveTo>
                    <a:pt x="99" y="1"/>
                  </a:moveTo>
                  <a:cubicBezTo>
                    <a:pt x="46" y="1"/>
                    <a:pt x="0" y="47"/>
                    <a:pt x="0" y="100"/>
                  </a:cubicBezTo>
                  <a:lnTo>
                    <a:pt x="0" y="1205"/>
                  </a:lnTo>
                  <a:lnTo>
                    <a:pt x="8683" y="1205"/>
                  </a:lnTo>
                  <a:lnTo>
                    <a:pt x="8683" y="100"/>
                  </a:lnTo>
                  <a:cubicBezTo>
                    <a:pt x="8683" y="45"/>
                    <a:pt x="8639" y="1"/>
                    <a:pt x="858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28"/>
            <p:cNvSpPr/>
            <p:nvPr/>
          </p:nvSpPr>
          <p:spPr>
            <a:xfrm>
              <a:off x="6327675" y="2172668"/>
              <a:ext cx="16899" cy="42819"/>
            </a:xfrm>
            <a:custGeom>
              <a:rect b="b" l="l" r="r" t="t"/>
              <a:pathLst>
                <a:path extrusionOk="0" h="1206" w="476">
                  <a:moveTo>
                    <a:pt x="0" y="1"/>
                  </a:moveTo>
                  <a:cubicBezTo>
                    <a:pt x="28" y="1"/>
                    <a:pt x="54" y="12"/>
                    <a:pt x="71" y="31"/>
                  </a:cubicBezTo>
                  <a:cubicBezTo>
                    <a:pt x="74" y="32"/>
                    <a:pt x="77" y="35"/>
                    <a:pt x="78" y="37"/>
                  </a:cubicBezTo>
                  <a:cubicBezTo>
                    <a:pt x="91" y="54"/>
                    <a:pt x="100" y="77"/>
                    <a:pt x="100" y="100"/>
                  </a:cubicBezTo>
                  <a:lnTo>
                    <a:pt x="100" y="1205"/>
                  </a:lnTo>
                  <a:lnTo>
                    <a:pt x="475" y="1205"/>
                  </a:lnTo>
                  <a:lnTo>
                    <a:pt x="475" y="100"/>
                  </a:lnTo>
                  <a:cubicBezTo>
                    <a:pt x="475" y="76"/>
                    <a:pt x="467" y="54"/>
                    <a:pt x="454" y="37"/>
                  </a:cubicBezTo>
                  <a:cubicBezTo>
                    <a:pt x="451" y="35"/>
                    <a:pt x="449" y="32"/>
                    <a:pt x="446" y="31"/>
                  </a:cubicBezTo>
                  <a:cubicBezTo>
                    <a:pt x="429" y="12"/>
                    <a:pt x="403" y="1"/>
                    <a:pt x="37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28"/>
            <p:cNvSpPr/>
            <p:nvPr/>
          </p:nvSpPr>
          <p:spPr>
            <a:xfrm>
              <a:off x="6330373" y="2173946"/>
              <a:ext cx="852" cy="2272"/>
            </a:xfrm>
            <a:custGeom>
              <a:rect b="b" l="l" r="r" t="t"/>
              <a:pathLst>
                <a:path extrusionOk="0" h="64" w="24">
                  <a:moveTo>
                    <a:pt x="1" y="1"/>
                  </a:moveTo>
                  <a:cubicBezTo>
                    <a:pt x="15" y="18"/>
                    <a:pt x="24" y="41"/>
                    <a:pt x="24" y="64"/>
                  </a:cubicBezTo>
                  <a:cubicBezTo>
                    <a:pt x="24" y="40"/>
                    <a:pt x="15" y="18"/>
                    <a:pt x="1" y="1"/>
                  </a:cubicBezTo>
                  <a:close/>
                </a:path>
              </a:pathLst>
            </a:custGeom>
            <a:solidFill>
              <a:srgbClr val="ADE1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28"/>
            <p:cNvSpPr/>
            <p:nvPr/>
          </p:nvSpPr>
          <p:spPr>
            <a:xfrm>
              <a:off x="6059019" y="2189142"/>
              <a:ext cx="9870" cy="9835"/>
            </a:xfrm>
            <a:custGeom>
              <a:rect b="b" l="l" r="r" t="t"/>
              <a:pathLst>
                <a:path extrusionOk="0" h="277" w="278">
                  <a:moveTo>
                    <a:pt x="139" y="0"/>
                  </a:moveTo>
                  <a:cubicBezTo>
                    <a:pt x="63" y="0"/>
                    <a:pt x="1" y="62"/>
                    <a:pt x="1" y="138"/>
                  </a:cubicBezTo>
                  <a:cubicBezTo>
                    <a:pt x="1" y="214"/>
                    <a:pt x="63" y="276"/>
                    <a:pt x="139" y="276"/>
                  </a:cubicBezTo>
                  <a:cubicBezTo>
                    <a:pt x="215" y="276"/>
                    <a:pt x="277" y="214"/>
                    <a:pt x="277" y="138"/>
                  </a:cubicBezTo>
                  <a:cubicBezTo>
                    <a:pt x="277" y="62"/>
                    <a:pt x="215" y="0"/>
                    <a:pt x="13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28"/>
            <p:cNvSpPr/>
            <p:nvPr/>
          </p:nvSpPr>
          <p:spPr>
            <a:xfrm>
              <a:off x="6082842" y="2189142"/>
              <a:ext cx="9834" cy="9835"/>
            </a:xfrm>
            <a:custGeom>
              <a:rect b="b" l="l" r="r" t="t"/>
              <a:pathLst>
                <a:path extrusionOk="0" h="277" w="277">
                  <a:moveTo>
                    <a:pt x="139" y="0"/>
                  </a:moveTo>
                  <a:cubicBezTo>
                    <a:pt x="62" y="0"/>
                    <a:pt x="1" y="62"/>
                    <a:pt x="1" y="138"/>
                  </a:cubicBezTo>
                  <a:cubicBezTo>
                    <a:pt x="1" y="214"/>
                    <a:pt x="62" y="276"/>
                    <a:pt x="139" y="276"/>
                  </a:cubicBezTo>
                  <a:cubicBezTo>
                    <a:pt x="215" y="276"/>
                    <a:pt x="277" y="214"/>
                    <a:pt x="277" y="138"/>
                  </a:cubicBezTo>
                  <a:cubicBezTo>
                    <a:pt x="277" y="62"/>
                    <a:pt x="215" y="0"/>
                    <a:pt x="13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28"/>
            <p:cNvSpPr/>
            <p:nvPr/>
          </p:nvSpPr>
          <p:spPr>
            <a:xfrm>
              <a:off x="6106664" y="2189142"/>
              <a:ext cx="9834" cy="9835"/>
            </a:xfrm>
            <a:custGeom>
              <a:rect b="b" l="l" r="r" t="t"/>
              <a:pathLst>
                <a:path extrusionOk="0" h="277" w="277">
                  <a:moveTo>
                    <a:pt x="138" y="0"/>
                  </a:moveTo>
                  <a:cubicBezTo>
                    <a:pt x="62" y="0"/>
                    <a:pt x="0" y="62"/>
                    <a:pt x="0" y="138"/>
                  </a:cubicBezTo>
                  <a:cubicBezTo>
                    <a:pt x="0" y="214"/>
                    <a:pt x="62" y="276"/>
                    <a:pt x="138" y="276"/>
                  </a:cubicBezTo>
                  <a:cubicBezTo>
                    <a:pt x="215" y="276"/>
                    <a:pt x="276" y="214"/>
                    <a:pt x="276" y="138"/>
                  </a:cubicBezTo>
                  <a:cubicBezTo>
                    <a:pt x="276" y="62"/>
                    <a:pt x="215" y="0"/>
                    <a:pt x="13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28"/>
            <p:cNvSpPr/>
            <p:nvPr/>
          </p:nvSpPr>
          <p:spPr>
            <a:xfrm>
              <a:off x="6060474" y="2244457"/>
              <a:ext cx="259807" cy="63945"/>
            </a:xfrm>
            <a:custGeom>
              <a:rect b="b" l="l" r="r" t="t"/>
              <a:pathLst>
                <a:path extrusionOk="0" h="1801" w="7318">
                  <a:moveTo>
                    <a:pt x="146" y="1"/>
                  </a:moveTo>
                  <a:cubicBezTo>
                    <a:pt x="65" y="1"/>
                    <a:pt x="0" y="65"/>
                    <a:pt x="0" y="147"/>
                  </a:cubicBezTo>
                  <a:lnTo>
                    <a:pt x="0" y="1654"/>
                  </a:lnTo>
                  <a:cubicBezTo>
                    <a:pt x="0" y="1736"/>
                    <a:pt x="65" y="1801"/>
                    <a:pt x="146" y="1801"/>
                  </a:cubicBezTo>
                  <a:lnTo>
                    <a:pt x="7172" y="1801"/>
                  </a:lnTo>
                  <a:cubicBezTo>
                    <a:pt x="7253" y="1801"/>
                    <a:pt x="7318" y="1733"/>
                    <a:pt x="7318" y="1654"/>
                  </a:cubicBezTo>
                  <a:lnTo>
                    <a:pt x="7318" y="147"/>
                  </a:lnTo>
                  <a:cubicBezTo>
                    <a:pt x="7318" y="65"/>
                    <a:pt x="7253" y="1"/>
                    <a:pt x="71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28"/>
            <p:cNvSpPr/>
            <p:nvPr/>
          </p:nvSpPr>
          <p:spPr>
            <a:xfrm>
              <a:off x="6301935" y="2244457"/>
              <a:ext cx="18355" cy="63945"/>
            </a:xfrm>
            <a:custGeom>
              <a:rect b="b" l="l" r="r" t="t"/>
              <a:pathLst>
                <a:path extrusionOk="0" h="1801" w="517">
                  <a:moveTo>
                    <a:pt x="0" y="1"/>
                  </a:moveTo>
                  <a:cubicBezTo>
                    <a:pt x="82" y="1"/>
                    <a:pt x="147" y="65"/>
                    <a:pt x="147" y="147"/>
                  </a:cubicBezTo>
                  <a:lnTo>
                    <a:pt x="147" y="1654"/>
                  </a:lnTo>
                  <a:cubicBezTo>
                    <a:pt x="147" y="1736"/>
                    <a:pt x="82" y="1801"/>
                    <a:pt x="0" y="1801"/>
                  </a:cubicBezTo>
                  <a:lnTo>
                    <a:pt x="371" y="1801"/>
                  </a:lnTo>
                  <a:cubicBezTo>
                    <a:pt x="452" y="1801"/>
                    <a:pt x="517" y="1736"/>
                    <a:pt x="517" y="1654"/>
                  </a:cubicBezTo>
                  <a:lnTo>
                    <a:pt x="517" y="147"/>
                  </a:lnTo>
                  <a:cubicBezTo>
                    <a:pt x="517" y="65"/>
                    <a:pt x="452" y="2"/>
                    <a:pt x="3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28"/>
            <p:cNvSpPr/>
            <p:nvPr/>
          </p:nvSpPr>
          <p:spPr>
            <a:xfrm>
              <a:off x="6234584" y="2327642"/>
              <a:ext cx="90709" cy="9835"/>
            </a:xfrm>
            <a:custGeom>
              <a:rect b="b" l="l" r="r" t="t"/>
              <a:pathLst>
                <a:path extrusionOk="0" h="277" w="2555">
                  <a:moveTo>
                    <a:pt x="139" y="0"/>
                  </a:moveTo>
                  <a:cubicBezTo>
                    <a:pt x="62" y="0"/>
                    <a:pt x="0" y="61"/>
                    <a:pt x="0" y="138"/>
                  </a:cubicBezTo>
                  <a:cubicBezTo>
                    <a:pt x="0" y="215"/>
                    <a:pt x="61" y="277"/>
                    <a:pt x="139" y="277"/>
                  </a:cubicBezTo>
                  <a:lnTo>
                    <a:pt x="2414" y="277"/>
                  </a:lnTo>
                  <a:cubicBezTo>
                    <a:pt x="2491" y="277"/>
                    <a:pt x="2555" y="215"/>
                    <a:pt x="2553" y="138"/>
                  </a:cubicBezTo>
                  <a:cubicBezTo>
                    <a:pt x="2553" y="64"/>
                    <a:pt x="2491" y="0"/>
                    <a:pt x="241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p28"/>
            <p:cNvSpPr/>
            <p:nvPr/>
          </p:nvSpPr>
          <p:spPr>
            <a:xfrm>
              <a:off x="6055575" y="2327642"/>
              <a:ext cx="32201" cy="9835"/>
            </a:xfrm>
            <a:custGeom>
              <a:rect b="b" l="l" r="r" t="t"/>
              <a:pathLst>
                <a:path extrusionOk="0" h="277" w="907">
                  <a:moveTo>
                    <a:pt x="138" y="0"/>
                  </a:moveTo>
                  <a:cubicBezTo>
                    <a:pt x="63" y="0"/>
                    <a:pt x="0" y="61"/>
                    <a:pt x="0" y="138"/>
                  </a:cubicBezTo>
                  <a:cubicBezTo>
                    <a:pt x="0" y="215"/>
                    <a:pt x="62" y="277"/>
                    <a:pt x="138" y="277"/>
                  </a:cubicBezTo>
                  <a:lnTo>
                    <a:pt x="769" y="277"/>
                  </a:lnTo>
                  <a:cubicBezTo>
                    <a:pt x="843" y="277"/>
                    <a:pt x="907" y="215"/>
                    <a:pt x="907" y="138"/>
                  </a:cubicBezTo>
                  <a:cubicBezTo>
                    <a:pt x="907" y="64"/>
                    <a:pt x="846" y="0"/>
                    <a:pt x="76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p28"/>
            <p:cNvSpPr/>
            <p:nvPr/>
          </p:nvSpPr>
          <p:spPr>
            <a:xfrm>
              <a:off x="6243318" y="2355158"/>
              <a:ext cx="81940" cy="9870"/>
            </a:xfrm>
            <a:custGeom>
              <a:rect b="b" l="l" r="r" t="t"/>
              <a:pathLst>
                <a:path extrusionOk="0" h="278" w="2308">
                  <a:moveTo>
                    <a:pt x="139" y="1"/>
                  </a:moveTo>
                  <a:cubicBezTo>
                    <a:pt x="64" y="1"/>
                    <a:pt x="1" y="64"/>
                    <a:pt x="1" y="139"/>
                  </a:cubicBezTo>
                  <a:cubicBezTo>
                    <a:pt x="1" y="215"/>
                    <a:pt x="62" y="277"/>
                    <a:pt x="139" y="277"/>
                  </a:cubicBezTo>
                  <a:lnTo>
                    <a:pt x="2168" y="277"/>
                  </a:lnTo>
                  <a:cubicBezTo>
                    <a:pt x="2245" y="277"/>
                    <a:pt x="2307" y="215"/>
                    <a:pt x="2307" y="139"/>
                  </a:cubicBezTo>
                  <a:cubicBezTo>
                    <a:pt x="2307" y="64"/>
                    <a:pt x="2245" y="1"/>
                    <a:pt x="216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p28"/>
            <p:cNvSpPr/>
            <p:nvPr/>
          </p:nvSpPr>
          <p:spPr>
            <a:xfrm>
              <a:off x="6055575" y="2355158"/>
              <a:ext cx="32201" cy="9870"/>
            </a:xfrm>
            <a:custGeom>
              <a:rect b="b" l="l" r="r" t="t"/>
              <a:pathLst>
                <a:path extrusionOk="0" h="278" w="907">
                  <a:moveTo>
                    <a:pt x="138" y="1"/>
                  </a:moveTo>
                  <a:cubicBezTo>
                    <a:pt x="63" y="1"/>
                    <a:pt x="0" y="64"/>
                    <a:pt x="0" y="139"/>
                  </a:cubicBezTo>
                  <a:cubicBezTo>
                    <a:pt x="0" y="215"/>
                    <a:pt x="62" y="277"/>
                    <a:pt x="138" y="277"/>
                  </a:cubicBezTo>
                  <a:lnTo>
                    <a:pt x="769" y="277"/>
                  </a:lnTo>
                  <a:cubicBezTo>
                    <a:pt x="843" y="277"/>
                    <a:pt x="907" y="215"/>
                    <a:pt x="907" y="139"/>
                  </a:cubicBezTo>
                  <a:cubicBezTo>
                    <a:pt x="907" y="64"/>
                    <a:pt x="846" y="1"/>
                    <a:pt x="76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28"/>
            <p:cNvSpPr/>
            <p:nvPr/>
          </p:nvSpPr>
          <p:spPr>
            <a:xfrm>
              <a:off x="6251342" y="2382744"/>
              <a:ext cx="73952" cy="9870"/>
            </a:xfrm>
            <a:custGeom>
              <a:rect b="b" l="l" r="r" t="t"/>
              <a:pathLst>
                <a:path extrusionOk="0" h="278" w="2083">
                  <a:moveTo>
                    <a:pt x="140" y="1"/>
                  </a:moveTo>
                  <a:cubicBezTo>
                    <a:pt x="64" y="1"/>
                    <a:pt x="0" y="61"/>
                    <a:pt x="0" y="139"/>
                  </a:cubicBezTo>
                  <a:cubicBezTo>
                    <a:pt x="0" y="215"/>
                    <a:pt x="62" y="277"/>
                    <a:pt x="140" y="277"/>
                  </a:cubicBezTo>
                  <a:lnTo>
                    <a:pt x="1942" y="277"/>
                  </a:lnTo>
                  <a:cubicBezTo>
                    <a:pt x="2019" y="277"/>
                    <a:pt x="2083" y="215"/>
                    <a:pt x="2081" y="139"/>
                  </a:cubicBezTo>
                  <a:cubicBezTo>
                    <a:pt x="2081" y="64"/>
                    <a:pt x="2019" y="1"/>
                    <a:pt x="19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p28"/>
            <p:cNvSpPr/>
            <p:nvPr/>
          </p:nvSpPr>
          <p:spPr>
            <a:xfrm>
              <a:off x="6055575" y="2382744"/>
              <a:ext cx="37100" cy="9870"/>
            </a:xfrm>
            <a:custGeom>
              <a:rect b="b" l="l" r="r" t="t"/>
              <a:pathLst>
                <a:path extrusionOk="0" h="278" w="1045">
                  <a:moveTo>
                    <a:pt x="138" y="1"/>
                  </a:moveTo>
                  <a:cubicBezTo>
                    <a:pt x="63" y="1"/>
                    <a:pt x="0" y="61"/>
                    <a:pt x="0" y="139"/>
                  </a:cubicBezTo>
                  <a:cubicBezTo>
                    <a:pt x="0" y="215"/>
                    <a:pt x="61" y="277"/>
                    <a:pt x="138" y="277"/>
                  </a:cubicBezTo>
                  <a:lnTo>
                    <a:pt x="907" y="277"/>
                  </a:lnTo>
                  <a:cubicBezTo>
                    <a:pt x="984" y="277"/>
                    <a:pt x="1045" y="215"/>
                    <a:pt x="1045" y="139"/>
                  </a:cubicBezTo>
                  <a:cubicBezTo>
                    <a:pt x="1045" y="64"/>
                    <a:pt x="984" y="1"/>
                    <a:pt x="90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28"/>
            <p:cNvSpPr/>
            <p:nvPr/>
          </p:nvSpPr>
          <p:spPr>
            <a:xfrm>
              <a:off x="6283366" y="2410366"/>
              <a:ext cx="41928" cy="9835"/>
            </a:xfrm>
            <a:custGeom>
              <a:rect b="b" l="l" r="r" t="t"/>
              <a:pathLst>
                <a:path extrusionOk="0" h="277" w="1181">
                  <a:moveTo>
                    <a:pt x="139" y="0"/>
                  </a:moveTo>
                  <a:cubicBezTo>
                    <a:pt x="63" y="0"/>
                    <a:pt x="1" y="60"/>
                    <a:pt x="1" y="138"/>
                  </a:cubicBezTo>
                  <a:cubicBezTo>
                    <a:pt x="1" y="213"/>
                    <a:pt x="61" y="276"/>
                    <a:pt x="139" y="276"/>
                  </a:cubicBezTo>
                  <a:lnTo>
                    <a:pt x="1040" y="276"/>
                  </a:lnTo>
                  <a:cubicBezTo>
                    <a:pt x="1117" y="276"/>
                    <a:pt x="1181" y="213"/>
                    <a:pt x="1179" y="138"/>
                  </a:cubicBezTo>
                  <a:cubicBezTo>
                    <a:pt x="1179" y="63"/>
                    <a:pt x="1117" y="0"/>
                    <a:pt x="10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28"/>
            <p:cNvSpPr/>
            <p:nvPr/>
          </p:nvSpPr>
          <p:spPr>
            <a:xfrm>
              <a:off x="6055575" y="2410366"/>
              <a:ext cx="56023" cy="9835"/>
            </a:xfrm>
            <a:custGeom>
              <a:rect b="b" l="l" r="r" t="t"/>
              <a:pathLst>
                <a:path extrusionOk="0" h="277" w="1578">
                  <a:moveTo>
                    <a:pt x="138" y="0"/>
                  </a:moveTo>
                  <a:cubicBezTo>
                    <a:pt x="63" y="0"/>
                    <a:pt x="0" y="60"/>
                    <a:pt x="0" y="138"/>
                  </a:cubicBezTo>
                  <a:cubicBezTo>
                    <a:pt x="0" y="213"/>
                    <a:pt x="61" y="276"/>
                    <a:pt x="138" y="276"/>
                  </a:cubicBezTo>
                  <a:lnTo>
                    <a:pt x="1438" y="276"/>
                  </a:lnTo>
                  <a:cubicBezTo>
                    <a:pt x="1515" y="276"/>
                    <a:pt x="1577" y="213"/>
                    <a:pt x="1576" y="138"/>
                  </a:cubicBezTo>
                  <a:cubicBezTo>
                    <a:pt x="1576" y="63"/>
                    <a:pt x="1514" y="0"/>
                    <a:pt x="143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p28"/>
            <p:cNvSpPr/>
            <p:nvPr/>
          </p:nvSpPr>
          <p:spPr>
            <a:xfrm>
              <a:off x="6295757" y="2437882"/>
              <a:ext cx="29503" cy="9835"/>
            </a:xfrm>
            <a:custGeom>
              <a:rect b="b" l="l" r="r" t="t"/>
              <a:pathLst>
                <a:path extrusionOk="0" h="277" w="831">
                  <a:moveTo>
                    <a:pt x="138" y="1"/>
                  </a:moveTo>
                  <a:cubicBezTo>
                    <a:pt x="63" y="1"/>
                    <a:pt x="0" y="63"/>
                    <a:pt x="0" y="139"/>
                  </a:cubicBezTo>
                  <a:cubicBezTo>
                    <a:pt x="0" y="214"/>
                    <a:pt x="62" y="277"/>
                    <a:pt x="138" y="277"/>
                  </a:cubicBezTo>
                  <a:lnTo>
                    <a:pt x="691" y="277"/>
                  </a:lnTo>
                  <a:cubicBezTo>
                    <a:pt x="768" y="277"/>
                    <a:pt x="830" y="214"/>
                    <a:pt x="830" y="139"/>
                  </a:cubicBezTo>
                  <a:cubicBezTo>
                    <a:pt x="830" y="63"/>
                    <a:pt x="768" y="1"/>
                    <a:pt x="69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p28"/>
            <p:cNvSpPr/>
            <p:nvPr/>
          </p:nvSpPr>
          <p:spPr>
            <a:xfrm>
              <a:off x="6055575" y="2437882"/>
              <a:ext cx="139738" cy="9835"/>
            </a:xfrm>
            <a:custGeom>
              <a:rect b="b" l="l" r="r" t="t"/>
              <a:pathLst>
                <a:path extrusionOk="0" h="277" w="3936">
                  <a:moveTo>
                    <a:pt x="138" y="1"/>
                  </a:moveTo>
                  <a:cubicBezTo>
                    <a:pt x="63" y="1"/>
                    <a:pt x="0" y="63"/>
                    <a:pt x="0" y="139"/>
                  </a:cubicBezTo>
                  <a:cubicBezTo>
                    <a:pt x="0" y="214"/>
                    <a:pt x="62" y="277"/>
                    <a:pt x="138" y="277"/>
                  </a:cubicBezTo>
                  <a:lnTo>
                    <a:pt x="3798" y="277"/>
                  </a:lnTo>
                  <a:cubicBezTo>
                    <a:pt x="3874" y="277"/>
                    <a:pt x="3936" y="214"/>
                    <a:pt x="3936" y="139"/>
                  </a:cubicBezTo>
                  <a:cubicBezTo>
                    <a:pt x="3936" y="63"/>
                    <a:pt x="3874" y="1"/>
                    <a:pt x="379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28"/>
            <p:cNvSpPr/>
            <p:nvPr/>
          </p:nvSpPr>
          <p:spPr>
            <a:xfrm>
              <a:off x="6288337" y="2465468"/>
              <a:ext cx="36958" cy="9870"/>
            </a:xfrm>
            <a:custGeom>
              <a:rect b="b" l="l" r="r" t="t"/>
              <a:pathLst>
                <a:path extrusionOk="0" h="278" w="1041">
                  <a:moveTo>
                    <a:pt x="140" y="1"/>
                  </a:moveTo>
                  <a:cubicBezTo>
                    <a:pt x="64" y="1"/>
                    <a:pt x="0" y="61"/>
                    <a:pt x="0" y="139"/>
                  </a:cubicBezTo>
                  <a:cubicBezTo>
                    <a:pt x="0" y="214"/>
                    <a:pt x="62" y="277"/>
                    <a:pt x="140" y="277"/>
                  </a:cubicBezTo>
                  <a:lnTo>
                    <a:pt x="900" y="277"/>
                  </a:lnTo>
                  <a:cubicBezTo>
                    <a:pt x="977" y="277"/>
                    <a:pt x="1041" y="214"/>
                    <a:pt x="1039" y="139"/>
                  </a:cubicBezTo>
                  <a:cubicBezTo>
                    <a:pt x="1039" y="63"/>
                    <a:pt x="977" y="1"/>
                    <a:pt x="90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28"/>
            <p:cNvSpPr/>
            <p:nvPr/>
          </p:nvSpPr>
          <p:spPr>
            <a:xfrm>
              <a:off x="6055575" y="2465468"/>
              <a:ext cx="153300" cy="9870"/>
            </a:xfrm>
            <a:custGeom>
              <a:rect b="b" l="l" r="r" t="t"/>
              <a:pathLst>
                <a:path extrusionOk="0" h="278" w="4318">
                  <a:moveTo>
                    <a:pt x="138" y="1"/>
                  </a:moveTo>
                  <a:cubicBezTo>
                    <a:pt x="63" y="1"/>
                    <a:pt x="0" y="61"/>
                    <a:pt x="0" y="139"/>
                  </a:cubicBezTo>
                  <a:cubicBezTo>
                    <a:pt x="0" y="214"/>
                    <a:pt x="62" y="277"/>
                    <a:pt x="138" y="277"/>
                  </a:cubicBezTo>
                  <a:lnTo>
                    <a:pt x="4179" y="277"/>
                  </a:lnTo>
                  <a:cubicBezTo>
                    <a:pt x="4254" y="277"/>
                    <a:pt x="4317" y="214"/>
                    <a:pt x="4317" y="139"/>
                  </a:cubicBezTo>
                  <a:cubicBezTo>
                    <a:pt x="4317" y="63"/>
                    <a:pt x="4257" y="1"/>
                    <a:pt x="417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28"/>
            <p:cNvSpPr/>
            <p:nvPr/>
          </p:nvSpPr>
          <p:spPr>
            <a:xfrm>
              <a:off x="6188145" y="2379904"/>
              <a:ext cx="49810" cy="49743"/>
            </a:xfrm>
            <a:custGeom>
              <a:rect b="b" l="l" r="r" t="t"/>
              <a:pathLst>
                <a:path extrusionOk="0" h="1401" w="1403">
                  <a:moveTo>
                    <a:pt x="500" y="0"/>
                  </a:moveTo>
                  <a:lnTo>
                    <a:pt x="0" y="500"/>
                  </a:lnTo>
                  <a:lnTo>
                    <a:pt x="901" y="1401"/>
                  </a:lnTo>
                  <a:lnTo>
                    <a:pt x="1402" y="901"/>
                  </a:lnTo>
                  <a:lnTo>
                    <a:pt x="500"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28"/>
            <p:cNvSpPr/>
            <p:nvPr/>
          </p:nvSpPr>
          <p:spPr>
            <a:xfrm>
              <a:off x="6196560" y="2379797"/>
              <a:ext cx="41431" cy="41434"/>
            </a:xfrm>
            <a:custGeom>
              <a:rect b="b" l="l" r="r" t="t"/>
              <a:pathLst>
                <a:path extrusionOk="0" h="1167" w="1167">
                  <a:moveTo>
                    <a:pt x="266" y="1"/>
                  </a:moveTo>
                  <a:lnTo>
                    <a:pt x="1" y="265"/>
                  </a:lnTo>
                  <a:lnTo>
                    <a:pt x="902" y="1166"/>
                  </a:lnTo>
                  <a:lnTo>
                    <a:pt x="1166" y="903"/>
                  </a:lnTo>
                  <a:lnTo>
                    <a:pt x="26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28"/>
            <p:cNvSpPr/>
            <p:nvPr/>
          </p:nvSpPr>
          <p:spPr>
            <a:xfrm>
              <a:off x="6209909" y="2402129"/>
              <a:ext cx="70792" cy="68205"/>
            </a:xfrm>
            <a:custGeom>
              <a:rect b="b" l="l" r="r" t="t"/>
              <a:pathLst>
                <a:path extrusionOk="0" h="1921" w="1994">
                  <a:moveTo>
                    <a:pt x="757" y="0"/>
                  </a:moveTo>
                  <a:cubicBezTo>
                    <a:pt x="713" y="0"/>
                    <a:pt x="670" y="17"/>
                    <a:pt x="636" y="51"/>
                  </a:cubicBezTo>
                  <a:lnTo>
                    <a:pt x="67" y="619"/>
                  </a:lnTo>
                  <a:cubicBezTo>
                    <a:pt x="0" y="685"/>
                    <a:pt x="0" y="793"/>
                    <a:pt x="67" y="859"/>
                  </a:cubicBezTo>
                  <a:lnTo>
                    <a:pt x="962" y="1753"/>
                  </a:lnTo>
                  <a:cubicBezTo>
                    <a:pt x="1073" y="1865"/>
                    <a:pt x="1220" y="1920"/>
                    <a:pt x="1366" y="1920"/>
                  </a:cubicBezTo>
                  <a:cubicBezTo>
                    <a:pt x="1512" y="1920"/>
                    <a:pt x="1659" y="1865"/>
                    <a:pt x="1770" y="1753"/>
                  </a:cubicBezTo>
                  <a:cubicBezTo>
                    <a:pt x="1993" y="1530"/>
                    <a:pt x="1993" y="1169"/>
                    <a:pt x="1770" y="944"/>
                  </a:cubicBezTo>
                  <a:lnTo>
                    <a:pt x="877" y="51"/>
                  </a:lnTo>
                  <a:cubicBezTo>
                    <a:pt x="844" y="17"/>
                    <a:pt x="800" y="0"/>
                    <a:pt x="757"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p28"/>
            <p:cNvSpPr/>
            <p:nvPr/>
          </p:nvSpPr>
          <p:spPr>
            <a:xfrm>
              <a:off x="6226205" y="2402129"/>
              <a:ext cx="54496" cy="67566"/>
            </a:xfrm>
            <a:custGeom>
              <a:rect b="b" l="l" r="r" t="t"/>
              <a:pathLst>
                <a:path extrusionOk="0" h="1903" w="1535">
                  <a:moveTo>
                    <a:pt x="298" y="0"/>
                  </a:moveTo>
                  <a:cubicBezTo>
                    <a:pt x="254" y="0"/>
                    <a:pt x="211" y="17"/>
                    <a:pt x="177" y="51"/>
                  </a:cubicBezTo>
                  <a:lnTo>
                    <a:pt x="0" y="226"/>
                  </a:lnTo>
                  <a:cubicBezTo>
                    <a:pt x="35" y="232"/>
                    <a:pt x="70" y="248"/>
                    <a:pt x="95" y="275"/>
                  </a:cubicBezTo>
                  <a:lnTo>
                    <a:pt x="991" y="1169"/>
                  </a:lnTo>
                  <a:cubicBezTo>
                    <a:pt x="1189" y="1369"/>
                    <a:pt x="1211" y="1680"/>
                    <a:pt x="1052" y="1903"/>
                  </a:cubicBezTo>
                  <a:cubicBezTo>
                    <a:pt x="1149" y="1878"/>
                    <a:pt x="1238" y="1828"/>
                    <a:pt x="1311" y="1753"/>
                  </a:cubicBezTo>
                  <a:cubicBezTo>
                    <a:pt x="1534" y="1530"/>
                    <a:pt x="1534" y="1169"/>
                    <a:pt x="1311" y="944"/>
                  </a:cubicBezTo>
                  <a:lnTo>
                    <a:pt x="418" y="51"/>
                  </a:lnTo>
                  <a:cubicBezTo>
                    <a:pt x="385" y="17"/>
                    <a:pt x="341" y="0"/>
                    <a:pt x="2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p28"/>
            <p:cNvSpPr/>
            <p:nvPr/>
          </p:nvSpPr>
          <p:spPr>
            <a:xfrm>
              <a:off x="6102049" y="2293665"/>
              <a:ext cx="116519" cy="116527"/>
            </a:xfrm>
            <a:custGeom>
              <a:rect b="b" l="l" r="r" t="t"/>
              <a:pathLst>
                <a:path extrusionOk="0" h="3282" w="3282">
                  <a:moveTo>
                    <a:pt x="1641" y="0"/>
                  </a:moveTo>
                  <a:cubicBezTo>
                    <a:pt x="735" y="0"/>
                    <a:pt x="1" y="734"/>
                    <a:pt x="1" y="1641"/>
                  </a:cubicBezTo>
                  <a:cubicBezTo>
                    <a:pt x="1" y="2547"/>
                    <a:pt x="735" y="3281"/>
                    <a:pt x="1641" y="3281"/>
                  </a:cubicBezTo>
                  <a:cubicBezTo>
                    <a:pt x="2548" y="3281"/>
                    <a:pt x="3282" y="2547"/>
                    <a:pt x="3282" y="1641"/>
                  </a:cubicBezTo>
                  <a:cubicBezTo>
                    <a:pt x="3282" y="734"/>
                    <a:pt x="2548" y="0"/>
                    <a:pt x="1641"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p28"/>
            <p:cNvSpPr/>
            <p:nvPr/>
          </p:nvSpPr>
          <p:spPr>
            <a:xfrm>
              <a:off x="6135564" y="2295085"/>
              <a:ext cx="88614" cy="115107"/>
            </a:xfrm>
            <a:custGeom>
              <a:rect b="b" l="l" r="r" t="t"/>
              <a:pathLst>
                <a:path extrusionOk="0" h="3242" w="2496">
                  <a:moveTo>
                    <a:pt x="1050" y="1"/>
                  </a:moveTo>
                  <a:lnTo>
                    <a:pt x="1050" y="1"/>
                  </a:lnTo>
                  <a:cubicBezTo>
                    <a:pt x="1217" y="77"/>
                    <a:pt x="1375" y="188"/>
                    <a:pt x="1513" y="326"/>
                  </a:cubicBezTo>
                  <a:cubicBezTo>
                    <a:pt x="2155" y="966"/>
                    <a:pt x="2155" y="2004"/>
                    <a:pt x="1513" y="2644"/>
                  </a:cubicBezTo>
                  <a:cubicBezTo>
                    <a:pt x="1193" y="2965"/>
                    <a:pt x="774" y="3125"/>
                    <a:pt x="353" y="3125"/>
                  </a:cubicBezTo>
                  <a:cubicBezTo>
                    <a:pt x="235" y="3125"/>
                    <a:pt x="117" y="3113"/>
                    <a:pt x="1" y="3087"/>
                  </a:cubicBezTo>
                  <a:lnTo>
                    <a:pt x="1" y="3087"/>
                  </a:lnTo>
                  <a:cubicBezTo>
                    <a:pt x="221" y="3190"/>
                    <a:pt x="459" y="3241"/>
                    <a:pt x="696" y="3241"/>
                  </a:cubicBezTo>
                  <a:cubicBezTo>
                    <a:pt x="1116" y="3241"/>
                    <a:pt x="1535" y="3081"/>
                    <a:pt x="1856" y="2761"/>
                  </a:cubicBezTo>
                  <a:cubicBezTo>
                    <a:pt x="2496" y="2120"/>
                    <a:pt x="2496" y="1081"/>
                    <a:pt x="1854" y="442"/>
                  </a:cubicBezTo>
                  <a:cubicBezTo>
                    <a:pt x="1625" y="212"/>
                    <a:pt x="1345" y="65"/>
                    <a:pt x="105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p28"/>
            <p:cNvSpPr/>
            <p:nvPr/>
          </p:nvSpPr>
          <p:spPr>
            <a:xfrm>
              <a:off x="6121470" y="2313086"/>
              <a:ext cx="77679" cy="77685"/>
            </a:xfrm>
            <a:custGeom>
              <a:rect b="b" l="l" r="r" t="t"/>
              <a:pathLst>
                <a:path extrusionOk="0" h="2188" w="2188">
                  <a:moveTo>
                    <a:pt x="1094" y="0"/>
                  </a:moveTo>
                  <a:cubicBezTo>
                    <a:pt x="490" y="0"/>
                    <a:pt x="0" y="489"/>
                    <a:pt x="0" y="1094"/>
                  </a:cubicBezTo>
                  <a:cubicBezTo>
                    <a:pt x="0" y="1698"/>
                    <a:pt x="490" y="2187"/>
                    <a:pt x="1094" y="2187"/>
                  </a:cubicBezTo>
                  <a:cubicBezTo>
                    <a:pt x="1699" y="2187"/>
                    <a:pt x="2188" y="1698"/>
                    <a:pt x="2188" y="1094"/>
                  </a:cubicBezTo>
                  <a:cubicBezTo>
                    <a:pt x="2188" y="489"/>
                    <a:pt x="1699" y="0"/>
                    <a:pt x="10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p28"/>
            <p:cNvSpPr/>
            <p:nvPr/>
          </p:nvSpPr>
          <p:spPr>
            <a:xfrm>
              <a:off x="6131162" y="2316530"/>
              <a:ext cx="71786" cy="74241"/>
            </a:xfrm>
            <a:custGeom>
              <a:rect b="b" l="l" r="r" t="t"/>
              <a:pathLst>
                <a:path extrusionOk="0" h="2091" w="2022">
                  <a:moveTo>
                    <a:pt x="1273" y="1"/>
                  </a:moveTo>
                  <a:cubicBezTo>
                    <a:pt x="1653" y="430"/>
                    <a:pt x="1637" y="1089"/>
                    <a:pt x="1225" y="1499"/>
                  </a:cubicBezTo>
                  <a:cubicBezTo>
                    <a:pt x="1012" y="1712"/>
                    <a:pt x="732" y="1819"/>
                    <a:pt x="452" y="1819"/>
                  </a:cubicBezTo>
                  <a:cubicBezTo>
                    <a:pt x="298" y="1819"/>
                    <a:pt x="144" y="1786"/>
                    <a:pt x="1" y="1722"/>
                  </a:cubicBezTo>
                  <a:lnTo>
                    <a:pt x="1" y="1722"/>
                  </a:lnTo>
                  <a:cubicBezTo>
                    <a:pt x="15" y="1738"/>
                    <a:pt x="31" y="1754"/>
                    <a:pt x="48" y="1771"/>
                  </a:cubicBezTo>
                  <a:cubicBezTo>
                    <a:pt x="261" y="1984"/>
                    <a:pt x="541" y="2090"/>
                    <a:pt x="821" y="2090"/>
                  </a:cubicBezTo>
                  <a:cubicBezTo>
                    <a:pt x="1101" y="2090"/>
                    <a:pt x="1382" y="1984"/>
                    <a:pt x="1595" y="1771"/>
                  </a:cubicBezTo>
                  <a:cubicBezTo>
                    <a:pt x="2021" y="1344"/>
                    <a:pt x="2021" y="651"/>
                    <a:pt x="1595" y="224"/>
                  </a:cubicBezTo>
                  <a:cubicBezTo>
                    <a:pt x="1499" y="128"/>
                    <a:pt x="1390" y="53"/>
                    <a:pt x="127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08" name="Google Shape;4908;p28"/>
          <p:cNvGrpSpPr/>
          <p:nvPr/>
        </p:nvGrpSpPr>
        <p:grpSpPr>
          <a:xfrm>
            <a:off x="5379478" y="2182787"/>
            <a:ext cx="327131" cy="306829"/>
            <a:chOff x="5379478" y="2182787"/>
            <a:chExt cx="327131" cy="306829"/>
          </a:xfrm>
        </p:grpSpPr>
        <p:sp>
          <p:nvSpPr>
            <p:cNvPr id="4909" name="Google Shape;4909;p28"/>
            <p:cNvSpPr/>
            <p:nvPr/>
          </p:nvSpPr>
          <p:spPr>
            <a:xfrm>
              <a:off x="5571056" y="2182787"/>
              <a:ext cx="92662" cy="56950"/>
            </a:xfrm>
            <a:custGeom>
              <a:rect b="b" l="l" r="r" t="t"/>
              <a:pathLst>
                <a:path extrusionOk="0" h="1604" w="2610">
                  <a:moveTo>
                    <a:pt x="1306" y="1"/>
                  </a:moveTo>
                  <a:cubicBezTo>
                    <a:pt x="586" y="1"/>
                    <a:pt x="1" y="585"/>
                    <a:pt x="1" y="1304"/>
                  </a:cubicBezTo>
                  <a:lnTo>
                    <a:pt x="1" y="1312"/>
                  </a:lnTo>
                  <a:cubicBezTo>
                    <a:pt x="1" y="1471"/>
                    <a:pt x="133" y="1604"/>
                    <a:pt x="293" y="1604"/>
                  </a:cubicBezTo>
                  <a:cubicBezTo>
                    <a:pt x="453" y="1604"/>
                    <a:pt x="585" y="1471"/>
                    <a:pt x="585" y="1312"/>
                  </a:cubicBezTo>
                  <a:lnTo>
                    <a:pt x="585" y="1304"/>
                  </a:lnTo>
                  <a:cubicBezTo>
                    <a:pt x="585" y="907"/>
                    <a:pt x="909" y="583"/>
                    <a:pt x="1306" y="583"/>
                  </a:cubicBezTo>
                  <a:cubicBezTo>
                    <a:pt x="1703" y="583"/>
                    <a:pt x="2027" y="907"/>
                    <a:pt x="2027" y="1304"/>
                  </a:cubicBezTo>
                  <a:lnTo>
                    <a:pt x="2027" y="1312"/>
                  </a:lnTo>
                  <a:cubicBezTo>
                    <a:pt x="2027" y="1471"/>
                    <a:pt x="2158" y="1604"/>
                    <a:pt x="2319" y="1604"/>
                  </a:cubicBezTo>
                  <a:cubicBezTo>
                    <a:pt x="2479" y="1604"/>
                    <a:pt x="2610" y="1471"/>
                    <a:pt x="2610" y="1312"/>
                  </a:cubicBezTo>
                  <a:lnTo>
                    <a:pt x="2610" y="1304"/>
                  </a:lnTo>
                  <a:cubicBezTo>
                    <a:pt x="2608" y="585"/>
                    <a:pt x="2024" y="1"/>
                    <a:pt x="130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p28"/>
            <p:cNvSpPr/>
            <p:nvPr/>
          </p:nvSpPr>
          <p:spPr>
            <a:xfrm>
              <a:off x="5588275" y="2182787"/>
              <a:ext cx="75407" cy="56950"/>
            </a:xfrm>
            <a:custGeom>
              <a:rect b="b" l="l" r="r" t="t"/>
              <a:pathLst>
                <a:path extrusionOk="0" h="1604" w="2124">
                  <a:moveTo>
                    <a:pt x="821" y="1"/>
                  </a:moveTo>
                  <a:cubicBezTo>
                    <a:pt x="509" y="1"/>
                    <a:pt x="225" y="110"/>
                    <a:pt x="1" y="291"/>
                  </a:cubicBezTo>
                  <a:cubicBezTo>
                    <a:pt x="163" y="216"/>
                    <a:pt x="348" y="175"/>
                    <a:pt x="540" y="175"/>
                  </a:cubicBezTo>
                  <a:cubicBezTo>
                    <a:pt x="1260" y="175"/>
                    <a:pt x="1844" y="759"/>
                    <a:pt x="1844" y="1479"/>
                  </a:cubicBezTo>
                  <a:lnTo>
                    <a:pt x="1844" y="1486"/>
                  </a:lnTo>
                  <a:cubicBezTo>
                    <a:pt x="1844" y="1527"/>
                    <a:pt x="1835" y="1568"/>
                    <a:pt x="1818" y="1604"/>
                  </a:cubicBezTo>
                  <a:lnTo>
                    <a:pt x="1831" y="1604"/>
                  </a:lnTo>
                  <a:cubicBezTo>
                    <a:pt x="1992" y="1604"/>
                    <a:pt x="2123" y="1471"/>
                    <a:pt x="2123" y="1312"/>
                  </a:cubicBezTo>
                  <a:lnTo>
                    <a:pt x="2123" y="1304"/>
                  </a:lnTo>
                  <a:cubicBezTo>
                    <a:pt x="2123" y="585"/>
                    <a:pt x="1539" y="1"/>
                    <a:pt x="82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p28"/>
            <p:cNvSpPr/>
            <p:nvPr/>
          </p:nvSpPr>
          <p:spPr>
            <a:xfrm>
              <a:off x="5528238" y="2225817"/>
              <a:ext cx="178365" cy="139464"/>
            </a:xfrm>
            <a:custGeom>
              <a:rect b="b" l="l" r="r" t="t"/>
              <a:pathLst>
                <a:path extrusionOk="0" h="3928" w="5024">
                  <a:moveTo>
                    <a:pt x="235" y="0"/>
                  </a:moveTo>
                  <a:cubicBezTo>
                    <a:pt x="106" y="0"/>
                    <a:pt x="1" y="107"/>
                    <a:pt x="1" y="236"/>
                  </a:cubicBezTo>
                  <a:lnTo>
                    <a:pt x="1" y="3691"/>
                  </a:lnTo>
                  <a:cubicBezTo>
                    <a:pt x="1" y="3822"/>
                    <a:pt x="106" y="3927"/>
                    <a:pt x="235" y="3927"/>
                  </a:cubicBezTo>
                  <a:lnTo>
                    <a:pt x="4787" y="3927"/>
                  </a:lnTo>
                  <a:cubicBezTo>
                    <a:pt x="4917" y="3927"/>
                    <a:pt x="5023" y="3824"/>
                    <a:pt x="5023" y="3691"/>
                  </a:cubicBezTo>
                  <a:lnTo>
                    <a:pt x="5023" y="236"/>
                  </a:lnTo>
                  <a:cubicBezTo>
                    <a:pt x="5023" y="107"/>
                    <a:pt x="4917" y="0"/>
                    <a:pt x="478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p28"/>
            <p:cNvSpPr/>
            <p:nvPr/>
          </p:nvSpPr>
          <p:spPr>
            <a:xfrm>
              <a:off x="5528238" y="2225924"/>
              <a:ext cx="178365" cy="67815"/>
            </a:xfrm>
            <a:custGeom>
              <a:rect b="b" l="l" r="r" t="t"/>
              <a:pathLst>
                <a:path extrusionOk="0" h="1910" w="5024">
                  <a:moveTo>
                    <a:pt x="235" y="0"/>
                  </a:moveTo>
                  <a:cubicBezTo>
                    <a:pt x="106" y="0"/>
                    <a:pt x="1" y="105"/>
                    <a:pt x="1" y="236"/>
                  </a:cubicBezTo>
                  <a:lnTo>
                    <a:pt x="1" y="1553"/>
                  </a:lnTo>
                  <a:cubicBezTo>
                    <a:pt x="1" y="1553"/>
                    <a:pt x="659" y="1698"/>
                    <a:pt x="1545" y="1835"/>
                  </a:cubicBezTo>
                  <a:cubicBezTo>
                    <a:pt x="1865" y="1885"/>
                    <a:pt x="2188" y="1909"/>
                    <a:pt x="2511" y="1909"/>
                  </a:cubicBezTo>
                  <a:cubicBezTo>
                    <a:pt x="2834" y="1909"/>
                    <a:pt x="3157" y="1885"/>
                    <a:pt x="3478" y="1835"/>
                  </a:cubicBezTo>
                  <a:cubicBezTo>
                    <a:pt x="4363" y="1698"/>
                    <a:pt x="5023" y="1553"/>
                    <a:pt x="5023" y="1553"/>
                  </a:cubicBezTo>
                  <a:lnTo>
                    <a:pt x="5023" y="236"/>
                  </a:lnTo>
                  <a:cubicBezTo>
                    <a:pt x="5023" y="107"/>
                    <a:pt x="4917" y="0"/>
                    <a:pt x="47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p28"/>
            <p:cNvSpPr/>
            <p:nvPr/>
          </p:nvSpPr>
          <p:spPr>
            <a:xfrm>
              <a:off x="5684384" y="2225924"/>
              <a:ext cx="22225" cy="139464"/>
            </a:xfrm>
            <a:custGeom>
              <a:rect b="b" l="l" r="r" t="t"/>
              <a:pathLst>
                <a:path extrusionOk="0" h="3928" w="626">
                  <a:moveTo>
                    <a:pt x="1" y="0"/>
                  </a:moveTo>
                  <a:cubicBezTo>
                    <a:pt x="130" y="0"/>
                    <a:pt x="237" y="107"/>
                    <a:pt x="237" y="236"/>
                  </a:cubicBezTo>
                  <a:lnTo>
                    <a:pt x="237" y="3691"/>
                  </a:lnTo>
                  <a:cubicBezTo>
                    <a:pt x="237" y="3821"/>
                    <a:pt x="130" y="3927"/>
                    <a:pt x="1" y="3927"/>
                  </a:cubicBezTo>
                  <a:lnTo>
                    <a:pt x="389" y="3927"/>
                  </a:lnTo>
                  <a:cubicBezTo>
                    <a:pt x="519" y="3927"/>
                    <a:pt x="625" y="3821"/>
                    <a:pt x="625" y="3691"/>
                  </a:cubicBezTo>
                  <a:lnTo>
                    <a:pt x="625" y="236"/>
                  </a:lnTo>
                  <a:cubicBezTo>
                    <a:pt x="625" y="107"/>
                    <a:pt x="519" y="0"/>
                    <a:pt x="38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p28"/>
            <p:cNvSpPr/>
            <p:nvPr/>
          </p:nvSpPr>
          <p:spPr>
            <a:xfrm>
              <a:off x="5684384" y="2225959"/>
              <a:ext cx="22225" cy="57980"/>
            </a:xfrm>
            <a:custGeom>
              <a:rect b="b" l="l" r="r" t="t"/>
              <a:pathLst>
                <a:path extrusionOk="0" h="1633" w="626">
                  <a:moveTo>
                    <a:pt x="392" y="1"/>
                  </a:moveTo>
                  <a:cubicBezTo>
                    <a:pt x="391" y="1"/>
                    <a:pt x="390" y="1"/>
                    <a:pt x="389" y="1"/>
                  </a:cubicBezTo>
                  <a:lnTo>
                    <a:pt x="1" y="1"/>
                  </a:lnTo>
                  <a:cubicBezTo>
                    <a:pt x="130" y="1"/>
                    <a:pt x="237" y="107"/>
                    <a:pt x="237" y="237"/>
                  </a:cubicBezTo>
                  <a:lnTo>
                    <a:pt x="237" y="1632"/>
                  </a:lnTo>
                  <a:cubicBezTo>
                    <a:pt x="481" y="1584"/>
                    <a:pt x="625" y="1552"/>
                    <a:pt x="625" y="1552"/>
                  </a:cubicBezTo>
                  <a:lnTo>
                    <a:pt x="625" y="235"/>
                  </a:lnTo>
                  <a:cubicBezTo>
                    <a:pt x="625" y="107"/>
                    <a:pt x="520" y="1"/>
                    <a:pt x="39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28"/>
            <p:cNvSpPr/>
            <p:nvPr/>
          </p:nvSpPr>
          <p:spPr>
            <a:xfrm>
              <a:off x="5559517" y="2273996"/>
              <a:ext cx="20414" cy="29114"/>
            </a:xfrm>
            <a:custGeom>
              <a:rect b="b" l="l" r="r" t="t"/>
              <a:pathLst>
                <a:path extrusionOk="0" h="820" w="575">
                  <a:moveTo>
                    <a:pt x="208" y="0"/>
                  </a:moveTo>
                  <a:cubicBezTo>
                    <a:pt x="93" y="0"/>
                    <a:pt x="1" y="94"/>
                    <a:pt x="1" y="208"/>
                  </a:cubicBezTo>
                  <a:lnTo>
                    <a:pt x="1" y="612"/>
                  </a:lnTo>
                  <a:cubicBezTo>
                    <a:pt x="1" y="727"/>
                    <a:pt x="94" y="819"/>
                    <a:pt x="208" y="819"/>
                  </a:cubicBezTo>
                  <a:lnTo>
                    <a:pt x="368" y="819"/>
                  </a:lnTo>
                  <a:cubicBezTo>
                    <a:pt x="483" y="819"/>
                    <a:pt x="575" y="727"/>
                    <a:pt x="575" y="612"/>
                  </a:cubicBezTo>
                  <a:lnTo>
                    <a:pt x="575" y="208"/>
                  </a:lnTo>
                  <a:cubicBezTo>
                    <a:pt x="575" y="92"/>
                    <a:pt x="481" y="0"/>
                    <a:pt x="3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28"/>
            <p:cNvSpPr/>
            <p:nvPr/>
          </p:nvSpPr>
          <p:spPr>
            <a:xfrm>
              <a:off x="5654809" y="2273996"/>
              <a:ext cx="20414" cy="29114"/>
            </a:xfrm>
            <a:custGeom>
              <a:rect b="b" l="l" r="r" t="t"/>
              <a:pathLst>
                <a:path extrusionOk="0" h="820" w="575">
                  <a:moveTo>
                    <a:pt x="208" y="0"/>
                  </a:moveTo>
                  <a:cubicBezTo>
                    <a:pt x="92" y="0"/>
                    <a:pt x="0" y="94"/>
                    <a:pt x="0" y="208"/>
                  </a:cubicBezTo>
                  <a:lnTo>
                    <a:pt x="0" y="612"/>
                  </a:lnTo>
                  <a:cubicBezTo>
                    <a:pt x="0" y="727"/>
                    <a:pt x="94" y="819"/>
                    <a:pt x="208" y="819"/>
                  </a:cubicBezTo>
                  <a:lnTo>
                    <a:pt x="367" y="819"/>
                  </a:lnTo>
                  <a:cubicBezTo>
                    <a:pt x="482" y="819"/>
                    <a:pt x="575" y="727"/>
                    <a:pt x="575" y="612"/>
                  </a:cubicBezTo>
                  <a:lnTo>
                    <a:pt x="575" y="208"/>
                  </a:lnTo>
                  <a:cubicBezTo>
                    <a:pt x="575" y="92"/>
                    <a:pt x="481"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28"/>
            <p:cNvSpPr/>
            <p:nvPr/>
          </p:nvSpPr>
          <p:spPr>
            <a:xfrm>
              <a:off x="5564630" y="2274138"/>
              <a:ext cx="15302" cy="29008"/>
            </a:xfrm>
            <a:custGeom>
              <a:rect b="b" l="l" r="r" t="t"/>
              <a:pathLst>
                <a:path extrusionOk="0" h="817" w="431">
                  <a:moveTo>
                    <a:pt x="229" y="1"/>
                  </a:moveTo>
                  <a:cubicBezTo>
                    <a:pt x="227" y="1"/>
                    <a:pt x="225" y="1"/>
                    <a:pt x="224" y="1"/>
                  </a:cubicBezTo>
                  <a:lnTo>
                    <a:pt x="64" y="1"/>
                  </a:lnTo>
                  <a:cubicBezTo>
                    <a:pt x="42" y="1"/>
                    <a:pt x="21" y="3"/>
                    <a:pt x="0" y="11"/>
                  </a:cubicBezTo>
                  <a:cubicBezTo>
                    <a:pt x="85" y="38"/>
                    <a:pt x="144" y="116"/>
                    <a:pt x="144" y="206"/>
                  </a:cubicBezTo>
                  <a:lnTo>
                    <a:pt x="144" y="612"/>
                  </a:lnTo>
                  <a:cubicBezTo>
                    <a:pt x="144" y="703"/>
                    <a:pt x="84" y="781"/>
                    <a:pt x="0" y="808"/>
                  </a:cubicBezTo>
                  <a:cubicBezTo>
                    <a:pt x="21" y="814"/>
                    <a:pt x="42" y="817"/>
                    <a:pt x="64" y="817"/>
                  </a:cubicBezTo>
                  <a:lnTo>
                    <a:pt x="224" y="817"/>
                  </a:lnTo>
                  <a:cubicBezTo>
                    <a:pt x="339" y="817"/>
                    <a:pt x="431" y="724"/>
                    <a:pt x="431" y="609"/>
                  </a:cubicBezTo>
                  <a:lnTo>
                    <a:pt x="431" y="205"/>
                  </a:lnTo>
                  <a:cubicBezTo>
                    <a:pt x="431" y="92"/>
                    <a:pt x="341" y="1"/>
                    <a:pt x="22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28"/>
            <p:cNvSpPr/>
            <p:nvPr/>
          </p:nvSpPr>
          <p:spPr>
            <a:xfrm>
              <a:off x="5659922" y="2274138"/>
              <a:ext cx="15302" cy="29008"/>
            </a:xfrm>
            <a:custGeom>
              <a:rect b="b" l="l" r="r" t="t"/>
              <a:pathLst>
                <a:path extrusionOk="0" h="817" w="431">
                  <a:moveTo>
                    <a:pt x="229" y="1"/>
                  </a:moveTo>
                  <a:cubicBezTo>
                    <a:pt x="227" y="1"/>
                    <a:pt x="225" y="1"/>
                    <a:pt x="223" y="1"/>
                  </a:cubicBezTo>
                  <a:lnTo>
                    <a:pt x="64" y="1"/>
                  </a:lnTo>
                  <a:cubicBezTo>
                    <a:pt x="42" y="1"/>
                    <a:pt x="20" y="3"/>
                    <a:pt x="0" y="11"/>
                  </a:cubicBezTo>
                  <a:cubicBezTo>
                    <a:pt x="85" y="37"/>
                    <a:pt x="144" y="116"/>
                    <a:pt x="144" y="206"/>
                  </a:cubicBezTo>
                  <a:lnTo>
                    <a:pt x="144" y="612"/>
                  </a:lnTo>
                  <a:cubicBezTo>
                    <a:pt x="144" y="703"/>
                    <a:pt x="84" y="781"/>
                    <a:pt x="0" y="808"/>
                  </a:cubicBezTo>
                  <a:cubicBezTo>
                    <a:pt x="20" y="814"/>
                    <a:pt x="42" y="817"/>
                    <a:pt x="64" y="817"/>
                  </a:cubicBezTo>
                  <a:lnTo>
                    <a:pt x="223" y="817"/>
                  </a:lnTo>
                  <a:cubicBezTo>
                    <a:pt x="338" y="817"/>
                    <a:pt x="431" y="724"/>
                    <a:pt x="431" y="609"/>
                  </a:cubicBezTo>
                  <a:lnTo>
                    <a:pt x="431" y="205"/>
                  </a:lnTo>
                  <a:cubicBezTo>
                    <a:pt x="431" y="92"/>
                    <a:pt x="341" y="1"/>
                    <a:pt x="22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p28"/>
            <p:cNvSpPr/>
            <p:nvPr/>
          </p:nvSpPr>
          <p:spPr>
            <a:xfrm>
              <a:off x="5422331" y="2307086"/>
              <a:ext cx="92662" cy="56915"/>
            </a:xfrm>
            <a:custGeom>
              <a:rect b="b" l="l" r="r" t="t"/>
              <a:pathLst>
                <a:path extrusionOk="0" h="1603" w="2610">
                  <a:moveTo>
                    <a:pt x="1306" y="1"/>
                  </a:moveTo>
                  <a:cubicBezTo>
                    <a:pt x="586" y="1"/>
                    <a:pt x="1" y="585"/>
                    <a:pt x="1" y="1305"/>
                  </a:cubicBezTo>
                  <a:lnTo>
                    <a:pt x="1" y="1312"/>
                  </a:lnTo>
                  <a:cubicBezTo>
                    <a:pt x="1" y="1471"/>
                    <a:pt x="132" y="1602"/>
                    <a:pt x="293" y="1602"/>
                  </a:cubicBezTo>
                  <a:cubicBezTo>
                    <a:pt x="453" y="1602"/>
                    <a:pt x="584" y="1471"/>
                    <a:pt x="584" y="1312"/>
                  </a:cubicBezTo>
                  <a:lnTo>
                    <a:pt x="584" y="1305"/>
                  </a:lnTo>
                  <a:cubicBezTo>
                    <a:pt x="584" y="907"/>
                    <a:pt x="907" y="584"/>
                    <a:pt x="1306" y="584"/>
                  </a:cubicBezTo>
                  <a:cubicBezTo>
                    <a:pt x="1703" y="584"/>
                    <a:pt x="2027" y="907"/>
                    <a:pt x="2027" y="1305"/>
                  </a:cubicBezTo>
                  <a:lnTo>
                    <a:pt x="2027" y="1312"/>
                  </a:lnTo>
                  <a:cubicBezTo>
                    <a:pt x="2027" y="1471"/>
                    <a:pt x="2158" y="1602"/>
                    <a:pt x="2318" y="1602"/>
                  </a:cubicBezTo>
                  <a:cubicBezTo>
                    <a:pt x="2479" y="1602"/>
                    <a:pt x="2610" y="1471"/>
                    <a:pt x="2610" y="1312"/>
                  </a:cubicBezTo>
                  <a:lnTo>
                    <a:pt x="2610" y="1305"/>
                  </a:lnTo>
                  <a:cubicBezTo>
                    <a:pt x="2610" y="585"/>
                    <a:pt x="2025" y="1"/>
                    <a:pt x="130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28"/>
            <p:cNvSpPr/>
            <p:nvPr/>
          </p:nvSpPr>
          <p:spPr>
            <a:xfrm>
              <a:off x="5439621" y="2307086"/>
              <a:ext cx="75372" cy="56915"/>
            </a:xfrm>
            <a:custGeom>
              <a:rect b="b" l="l" r="r" t="t"/>
              <a:pathLst>
                <a:path extrusionOk="0" h="1603" w="2123">
                  <a:moveTo>
                    <a:pt x="820" y="1"/>
                  </a:moveTo>
                  <a:cubicBezTo>
                    <a:pt x="508" y="1"/>
                    <a:pt x="225" y="110"/>
                    <a:pt x="0" y="291"/>
                  </a:cubicBezTo>
                  <a:cubicBezTo>
                    <a:pt x="163" y="217"/>
                    <a:pt x="347" y="175"/>
                    <a:pt x="540" y="175"/>
                  </a:cubicBezTo>
                  <a:cubicBezTo>
                    <a:pt x="1259" y="175"/>
                    <a:pt x="1844" y="759"/>
                    <a:pt x="1844" y="1479"/>
                  </a:cubicBezTo>
                  <a:lnTo>
                    <a:pt x="1844" y="1486"/>
                  </a:lnTo>
                  <a:cubicBezTo>
                    <a:pt x="1844" y="1528"/>
                    <a:pt x="1835" y="1566"/>
                    <a:pt x="1818" y="1602"/>
                  </a:cubicBezTo>
                  <a:lnTo>
                    <a:pt x="1831" y="1602"/>
                  </a:lnTo>
                  <a:cubicBezTo>
                    <a:pt x="1992" y="1602"/>
                    <a:pt x="2123" y="1471"/>
                    <a:pt x="2123" y="1312"/>
                  </a:cubicBezTo>
                  <a:lnTo>
                    <a:pt x="2123" y="1305"/>
                  </a:lnTo>
                  <a:cubicBezTo>
                    <a:pt x="2123" y="585"/>
                    <a:pt x="1538" y="1"/>
                    <a:pt x="82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28"/>
            <p:cNvSpPr/>
            <p:nvPr/>
          </p:nvSpPr>
          <p:spPr>
            <a:xfrm>
              <a:off x="5379478" y="2350116"/>
              <a:ext cx="178400" cy="139464"/>
            </a:xfrm>
            <a:custGeom>
              <a:rect b="b" l="l" r="r" t="t"/>
              <a:pathLst>
                <a:path extrusionOk="0" h="3928" w="5025">
                  <a:moveTo>
                    <a:pt x="236" y="0"/>
                  </a:moveTo>
                  <a:cubicBezTo>
                    <a:pt x="107" y="0"/>
                    <a:pt x="0" y="107"/>
                    <a:pt x="0" y="236"/>
                  </a:cubicBezTo>
                  <a:lnTo>
                    <a:pt x="0" y="3692"/>
                  </a:lnTo>
                  <a:cubicBezTo>
                    <a:pt x="0" y="3821"/>
                    <a:pt x="107" y="3928"/>
                    <a:pt x="236" y="3928"/>
                  </a:cubicBezTo>
                  <a:lnTo>
                    <a:pt x="4788" y="3928"/>
                  </a:lnTo>
                  <a:cubicBezTo>
                    <a:pt x="4919" y="3928"/>
                    <a:pt x="5024" y="3822"/>
                    <a:pt x="5024" y="3692"/>
                  </a:cubicBezTo>
                  <a:lnTo>
                    <a:pt x="5024" y="236"/>
                  </a:lnTo>
                  <a:cubicBezTo>
                    <a:pt x="5024" y="107"/>
                    <a:pt x="4918" y="0"/>
                    <a:pt x="478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28"/>
            <p:cNvSpPr/>
            <p:nvPr/>
          </p:nvSpPr>
          <p:spPr>
            <a:xfrm>
              <a:off x="5379478" y="2350152"/>
              <a:ext cx="178329" cy="67850"/>
            </a:xfrm>
            <a:custGeom>
              <a:rect b="b" l="l" r="r" t="t"/>
              <a:pathLst>
                <a:path extrusionOk="0" h="1911" w="5023">
                  <a:moveTo>
                    <a:pt x="236" y="1"/>
                  </a:moveTo>
                  <a:cubicBezTo>
                    <a:pt x="107" y="1"/>
                    <a:pt x="0" y="107"/>
                    <a:pt x="0" y="237"/>
                  </a:cubicBezTo>
                  <a:lnTo>
                    <a:pt x="0" y="1554"/>
                  </a:lnTo>
                  <a:cubicBezTo>
                    <a:pt x="0" y="1554"/>
                    <a:pt x="659" y="1699"/>
                    <a:pt x="1546" y="1836"/>
                  </a:cubicBezTo>
                  <a:cubicBezTo>
                    <a:pt x="1866" y="1885"/>
                    <a:pt x="2189" y="1910"/>
                    <a:pt x="2512" y="1910"/>
                  </a:cubicBezTo>
                  <a:cubicBezTo>
                    <a:pt x="2835" y="1910"/>
                    <a:pt x="3158" y="1885"/>
                    <a:pt x="3479" y="1836"/>
                  </a:cubicBezTo>
                  <a:cubicBezTo>
                    <a:pt x="4364" y="1699"/>
                    <a:pt x="5023" y="1554"/>
                    <a:pt x="5023" y="1554"/>
                  </a:cubicBezTo>
                  <a:lnTo>
                    <a:pt x="5023" y="237"/>
                  </a:lnTo>
                  <a:cubicBezTo>
                    <a:pt x="5023" y="107"/>
                    <a:pt x="4918" y="1"/>
                    <a:pt x="478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28"/>
            <p:cNvSpPr/>
            <p:nvPr/>
          </p:nvSpPr>
          <p:spPr>
            <a:xfrm>
              <a:off x="5535659" y="2350152"/>
              <a:ext cx="22225" cy="139464"/>
            </a:xfrm>
            <a:custGeom>
              <a:rect b="b" l="l" r="r" t="t"/>
              <a:pathLst>
                <a:path extrusionOk="0" h="3928" w="626">
                  <a:moveTo>
                    <a:pt x="1" y="1"/>
                  </a:moveTo>
                  <a:cubicBezTo>
                    <a:pt x="130" y="1"/>
                    <a:pt x="237" y="107"/>
                    <a:pt x="237" y="237"/>
                  </a:cubicBezTo>
                  <a:lnTo>
                    <a:pt x="237" y="3692"/>
                  </a:lnTo>
                  <a:cubicBezTo>
                    <a:pt x="237" y="3821"/>
                    <a:pt x="130" y="3928"/>
                    <a:pt x="1" y="3928"/>
                  </a:cubicBezTo>
                  <a:lnTo>
                    <a:pt x="389" y="3928"/>
                  </a:lnTo>
                  <a:cubicBezTo>
                    <a:pt x="519" y="3928"/>
                    <a:pt x="625" y="3821"/>
                    <a:pt x="625" y="3692"/>
                  </a:cubicBezTo>
                  <a:lnTo>
                    <a:pt x="625" y="237"/>
                  </a:lnTo>
                  <a:cubicBezTo>
                    <a:pt x="625" y="107"/>
                    <a:pt x="520" y="1"/>
                    <a:pt x="38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28"/>
            <p:cNvSpPr/>
            <p:nvPr/>
          </p:nvSpPr>
          <p:spPr>
            <a:xfrm>
              <a:off x="5535659" y="2350223"/>
              <a:ext cx="22225" cy="57980"/>
            </a:xfrm>
            <a:custGeom>
              <a:rect b="b" l="l" r="r" t="t"/>
              <a:pathLst>
                <a:path extrusionOk="0" h="1633" w="626">
                  <a:moveTo>
                    <a:pt x="392" y="0"/>
                  </a:moveTo>
                  <a:cubicBezTo>
                    <a:pt x="391" y="0"/>
                    <a:pt x="390" y="0"/>
                    <a:pt x="389" y="0"/>
                  </a:cubicBezTo>
                  <a:lnTo>
                    <a:pt x="1" y="0"/>
                  </a:lnTo>
                  <a:cubicBezTo>
                    <a:pt x="130" y="0"/>
                    <a:pt x="237" y="107"/>
                    <a:pt x="237" y="236"/>
                  </a:cubicBezTo>
                  <a:lnTo>
                    <a:pt x="237" y="1632"/>
                  </a:lnTo>
                  <a:cubicBezTo>
                    <a:pt x="481" y="1583"/>
                    <a:pt x="625" y="1552"/>
                    <a:pt x="625" y="1552"/>
                  </a:cubicBezTo>
                  <a:lnTo>
                    <a:pt x="625" y="235"/>
                  </a:lnTo>
                  <a:cubicBezTo>
                    <a:pt x="625" y="106"/>
                    <a:pt x="521" y="0"/>
                    <a:pt x="39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p28"/>
            <p:cNvSpPr/>
            <p:nvPr/>
          </p:nvSpPr>
          <p:spPr>
            <a:xfrm>
              <a:off x="5410828" y="2398295"/>
              <a:ext cx="20449" cy="29043"/>
            </a:xfrm>
            <a:custGeom>
              <a:rect b="b" l="l" r="r" t="t"/>
              <a:pathLst>
                <a:path extrusionOk="0" h="818" w="576">
                  <a:moveTo>
                    <a:pt x="208" y="0"/>
                  </a:moveTo>
                  <a:cubicBezTo>
                    <a:pt x="93" y="0"/>
                    <a:pt x="1" y="94"/>
                    <a:pt x="1" y="206"/>
                  </a:cubicBezTo>
                  <a:lnTo>
                    <a:pt x="1" y="612"/>
                  </a:lnTo>
                  <a:cubicBezTo>
                    <a:pt x="1" y="727"/>
                    <a:pt x="95" y="818"/>
                    <a:pt x="208" y="818"/>
                  </a:cubicBezTo>
                  <a:lnTo>
                    <a:pt x="368" y="818"/>
                  </a:lnTo>
                  <a:cubicBezTo>
                    <a:pt x="482" y="818"/>
                    <a:pt x="575" y="727"/>
                    <a:pt x="575" y="612"/>
                  </a:cubicBezTo>
                  <a:lnTo>
                    <a:pt x="575" y="206"/>
                  </a:lnTo>
                  <a:cubicBezTo>
                    <a:pt x="575" y="91"/>
                    <a:pt x="482" y="0"/>
                    <a:pt x="3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28"/>
            <p:cNvSpPr/>
            <p:nvPr/>
          </p:nvSpPr>
          <p:spPr>
            <a:xfrm>
              <a:off x="5506120" y="2398295"/>
              <a:ext cx="20414" cy="29043"/>
            </a:xfrm>
            <a:custGeom>
              <a:rect b="b" l="l" r="r" t="t"/>
              <a:pathLst>
                <a:path extrusionOk="0" h="818" w="575">
                  <a:moveTo>
                    <a:pt x="208" y="0"/>
                  </a:moveTo>
                  <a:cubicBezTo>
                    <a:pt x="93" y="0"/>
                    <a:pt x="1" y="94"/>
                    <a:pt x="1" y="206"/>
                  </a:cubicBezTo>
                  <a:lnTo>
                    <a:pt x="1" y="612"/>
                  </a:lnTo>
                  <a:cubicBezTo>
                    <a:pt x="1" y="727"/>
                    <a:pt x="94" y="818"/>
                    <a:pt x="208" y="818"/>
                  </a:cubicBezTo>
                  <a:lnTo>
                    <a:pt x="368" y="818"/>
                  </a:lnTo>
                  <a:cubicBezTo>
                    <a:pt x="481" y="818"/>
                    <a:pt x="575" y="727"/>
                    <a:pt x="575" y="612"/>
                  </a:cubicBezTo>
                  <a:lnTo>
                    <a:pt x="575" y="206"/>
                  </a:lnTo>
                  <a:cubicBezTo>
                    <a:pt x="575" y="91"/>
                    <a:pt x="481" y="0"/>
                    <a:pt x="3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p28"/>
            <p:cNvSpPr/>
            <p:nvPr/>
          </p:nvSpPr>
          <p:spPr>
            <a:xfrm>
              <a:off x="5415940" y="2398401"/>
              <a:ext cx="15337" cy="29043"/>
            </a:xfrm>
            <a:custGeom>
              <a:rect b="b" l="l" r="r" t="t"/>
              <a:pathLst>
                <a:path extrusionOk="0" h="818" w="432">
                  <a:moveTo>
                    <a:pt x="227" y="0"/>
                  </a:moveTo>
                  <a:cubicBezTo>
                    <a:pt x="226" y="0"/>
                    <a:pt x="225" y="0"/>
                    <a:pt x="224" y="0"/>
                  </a:cubicBezTo>
                  <a:lnTo>
                    <a:pt x="64" y="0"/>
                  </a:lnTo>
                  <a:cubicBezTo>
                    <a:pt x="43" y="0"/>
                    <a:pt x="21" y="5"/>
                    <a:pt x="1" y="12"/>
                  </a:cubicBezTo>
                  <a:cubicBezTo>
                    <a:pt x="86" y="38"/>
                    <a:pt x="145" y="115"/>
                    <a:pt x="145" y="208"/>
                  </a:cubicBezTo>
                  <a:lnTo>
                    <a:pt x="145" y="612"/>
                  </a:lnTo>
                  <a:cubicBezTo>
                    <a:pt x="145" y="704"/>
                    <a:pt x="84" y="782"/>
                    <a:pt x="1" y="808"/>
                  </a:cubicBezTo>
                  <a:cubicBezTo>
                    <a:pt x="21" y="813"/>
                    <a:pt x="43" y="818"/>
                    <a:pt x="64" y="818"/>
                  </a:cubicBezTo>
                  <a:lnTo>
                    <a:pt x="224" y="818"/>
                  </a:lnTo>
                  <a:cubicBezTo>
                    <a:pt x="339" y="818"/>
                    <a:pt x="431" y="726"/>
                    <a:pt x="431" y="610"/>
                  </a:cubicBezTo>
                  <a:lnTo>
                    <a:pt x="431" y="206"/>
                  </a:lnTo>
                  <a:cubicBezTo>
                    <a:pt x="431" y="92"/>
                    <a:pt x="339" y="0"/>
                    <a:pt x="22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p28"/>
            <p:cNvSpPr/>
            <p:nvPr/>
          </p:nvSpPr>
          <p:spPr>
            <a:xfrm>
              <a:off x="5511232" y="2398401"/>
              <a:ext cx="15302" cy="29043"/>
            </a:xfrm>
            <a:custGeom>
              <a:rect b="b" l="l" r="r" t="t"/>
              <a:pathLst>
                <a:path extrusionOk="0" h="818" w="431">
                  <a:moveTo>
                    <a:pt x="226" y="0"/>
                  </a:moveTo>
                  <a:cubicBezTo>
                    <a:pt x="225" y="0"/>
                    <a:pt x="225" y="0"/>
                    <a:pt x="224" y="0"/>
                  </a:cubicBezTo>
                  <a:lnTo>
                    <a:pt x="64" y="0"/>
                  </a:lnTo>
                  <a:cubicBezTo>
                    <a:pt x="42" y="0"/>
                    <a:pt x="21" y="5"/>
                    <a:pt x="1" y="12"/>
                  </a:cubicBezTo>
                  <a:cubicBezTo>
                    <a:pt x="86" y="36"/>
                    <a:pt x="145" y="115"/>
                    <a:pt x="145" y="208"/>
                  </a:cubicBezTo>
                  <a:lnTo>
                    <a:pt x="145" y="612"/>
                  </a:lnTo>
                  <a:cubicBezTo>
                    <a:pt x="145" y="704"/>
                    <a:pt x="84" y="782"/>
                    <a:pt x="1" y="808"/>
                  </a:cubicBezTo>
                  <a:cubicBezTo>
                    <a:pt x="21" y="813"/>
                    <a:pt x="42" y="818"/>
                    <a:pt x="64" y="818"/>
                  </a:cubicBezTo>
                  <a:lnTo>
                    <a:pt x="224" y="818"/>
                  </a:lnTo>
                  <a:cubicBezTo>
                    <a:pt x="339" y="818"/>
                    <a:pt x="431" y="726"/>
                    <a:pt x="431" y="610"/>
                  </a:cubicBezTo>
                  <a:lnTo>
                    <a:pt x="431" y="206"/>
                  </a:lnTo>
                  <a:cubicBezTo>
                    <a:pt x="431" y="92"/>
                    <a:pt x="339" y="0"/>
                    <a:pt x="22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28"/>
            <p:cNvSpPr/>
            <p:nvPr/>
          </p:nvSpPr>
          <p:spPr>
            <a:xfrm>
              <a:off x="5591044" y="2390413"/>
              <a:ext cx="94330" cy="99165"/>
            </a:xfrm>
            <a:custGeom>
              <a:rect b="b" l="l" r="r" t="t"/>
              <a:pathLst>
                <a:path extrusionOk="0" h="2793" w="2657">
                  <a:moveTo>
                    <a:pt x="1698" y="1"/>
                  </a:moveTo>
                  <a:cubicBezTo>
                    <a:pt x="1601" y="1"/>
                    <a:pt x="1507" y="45"/>
                    <a:pt x="1448" y="125"/>
                  </a:cubicBezTo>
                  <a:lnTo>
                    <a:pt x="839" y="917"/>
                  </a:lnTo>
                  <a:cubicBezTo>
                    <a:pt x="734" y="1057"/>
                    <a:pt x="760" y="1253"/>
                    <a:pt x="900" y="1359"/>
                  </a:cubicBezTo>
                  <a:cubicBezTo>
                    <a:pt x="957" y="1403"/>
                    <a:pt x="1024" y="1424"/>
                    <a:pt x="1090" y="1424"/>
                  </a:cubicBezTo>
                  <a:cubicBezTo>
                    <a:pt x="1184" y="1424"/>
                    <a:pt x="1278" y="1381"/>
                    <a:pt x="1340" y="1299"/>
                  </a:cubicBezTo>
                  <a:lnTo>
                    <a:pt x="1383" y="1243"/>
                  </a:lnTo>
                  <a:lnTo>
                    <a:pt x="1383" y="1851"/>
                  </a:lnTo>
                  <a:cubicBezTo>
                    <a:pt x="1383" y="2023"/>
                    <a:pt x="1242" y="2162"/>
                    <a:pt x="1073" y="2162"/>
                  </a:cubicBezTo>
                  <a:lnTo>
                    <a:pt x="314" y="2162"/>
                  </a:lnTo>
                  <a:cubicBezTo>
                    <a:pt x="140" y="2162"/>
                    <a:pt x="0" y="2303"/>
                    <a:pt x="0" y="2477"/>
                  </a:cubicBezTo>
                  <a:cubicBezTo>
                    <a:pt x="0" y="2652"/>
                    <a:pt x="140" y="2793"/>
                    <a:pt x="314" y="2793"/>
                  </a:cubicBezTo>
                  <a:lnTo>
                    <a:pt x="1073" y="2793"/>
                  </a:lnTo>
                  <a:cubicBezTo>
                    <a:pt x="1591" y="2793"/>
                    <a:pt x="2012" y="2369"/>
                    <a:pt x="2012" y="1851"/>
                  </a:cubicBezTo>
                  <a:lnTo>
                    <a:pt x="2012" y="1248"/>
                  </a:lnTo>
                  <a:lnTo>
                    <a:pt x="2052" y="1300"/>
                  </a:lnTo>
                  <a:cubicBezTo>
                    <a:pt x="2113" y="1382"/>
                    <a:pt x="2209" y="1425"/>
                    <a:pt x="2303" y="1425"/>
                  </a:cubicBezTo>
                  <a:cubicBezTo>
                    <a:pt x="2369" y="1425"/>
                    <a:pt x="2435" y="1404"/>
                    <a:pt x="2493" y="1361"/>
                  </a:cubicBezTo>
                  <a:cubicBezTo>
                    <a:pt x="2630" y="1256"/>
                    <a:pt x="2657" y="1059"/>
                    <a:pt x="2552" y="919"/>
                  </a:cubicBezTo>
                  <a:lnTo>
                    <a:pt x="1947" y="125"/>
                  </a:lnTo>
                  <a:cubicBezTo>
                    <a:pt x="1888" y="47"/>
                    <a:pt x="1796" y="1"/>
                    <a:pt x="169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p28"/>
            <p:cNvSpPr/>
            <p:nvPr/>
          </p:nvSpPr>
          <p:spPr>
            <a:xfrm>
              <a:off x="5616075" y="2434686"/>
              <a:ext cx="46437" cy="54891"/>
            </a:xfrm>
            <a:custGeom>
              <a:rect b="b" l="l" r="r" t="t"/>
              <a:pathLst>
                <a:path extrusionOk="0" h="1546" w="1308">
                  <a:moveTo>
                    <a:pt x="1247" y="0"/>
                  </a:moveTo>
                  <a:cubicBezTo>
                    <a:pt x="1077" y="0"/>
                    <a:pt x="940" y="137"/>
                    <a:pt x="940" y="305"/>
                  </a:cubicBezTo>
                  <a:lnTo>
                    <a:pt x="940" y="604"/>
                  </a:lnTo>
                  <a:cubicBezTo>
                    <a:pt x="940" y="1124"/>
                    <a:pt x="519" y="1546"/>
                    <a:pt x="1" y="1546"/>
                  </a:cubicBezTo>
                  <a:lnTo>
                    <a:pt x="368" y="1546"/>
                  </a:lnTo>
                  <a:cubicBezTo>
                    <a:pt x="887" y="1546"/>
                    <a:pt x="1307" y="1124"/>
                    <a:pt x="1307" y="604"/>
                  </a:cubicBezTo>
                  <a:lnTo>
                    <a:pt x="1307" y="1"/>
                  </a:lnTo>
                  <a:lnTo>
                    <a:pt x="130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p28"/>
            <p:cNvSpPr/>
            <p:nvPr/>
          </p:nvSpPr>
          <p:spPr>
            <a:xfrm>
              <a:off x="5644797" y="2390413"/>
              <a:ext cx="40579" cy="50630"/>
            </a:xfrm>
            <a:custGeom>
              <a:rect b="b" l="l" r="r" t="t"/>
              <a:pathLst>
                <a:path extrusionOk="0" h="1426" w="1143">
                  <a:moveTo>
                    <a:pt x="183" y="1"/>
                  </a:moveTo>
                  <a:cubicBezTo>
                    <a:pt x="117" y="1"/>
                    <a:pt x="52" y="22"/>
                    <a:pt x="0" y="60"/>
                  </a:cubicBezTo>
                  <a:cubicBezTo>
                    <a:pt x="25" y="77"/>
                    <a:pt x="46" y="100"/>
                    <a:pt x="66" y="125"/>
                  </a:cubicBezTo>
                  <a:lnTo>
                    <a:pt x="671" y="919"/>
                  </a:lnTo>
                  <a:cubicBezTo>
                    <a:pt x="776" y="1059"/>
                    <a:pt x="749" y="1256"/>
                    <a:pt x="610" y="1361"/>
                  </a:cubicBezTo>
                  <a:cubicBezTo>
                    <a:pt x="608" y="1362"/>
                    <a:pt x="605" y="1364"/>
                    <a:pt x="603" y="1366"/>
                  </a:cubicBezTo>
                  <a:cubicBezTo>
                    <a:pt x="656" y="1405"/>
                    <a:pt x="721" y="1425"/>
                    <a:pt x="786" y="1425"/>
                  </a:cubicBezTo>
                  <a:cubicBezTo>
                    <a:pt x="854" y="1425"/>
                    <a:pt x="920" y="1404"/>
                    <a:pt x="977" y="1361"/>
                  </a:cubicBezTo>
                  <a:cubicBezTo>
                    <a:pt x="1116" y="1256"/>
                    <a:pt x="1143" y="1059"/>
                    <a:pt x="1038" y="919"/>
                  </a:cubicBezTo>
                  <a:lnTo>
                    <a:pt x="433" y="125"/>
                  </a:lnTo>
                  <a:cubicBezTo>
                    <a:pt x="374" y="47"/>
                    <a:pt x="282" y="1"/>
                    <a:pt x="18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28"/>
            <p:cNvSpPr/>
            <p:nvPr/>
          </p:nvSpPr>
          <p:spPr>
            <a:xfrm>
              <a:off x="5417218" y="2182787"/>
              <a:ext cx="94401" cy="99165"/>
            </a:xfrm>
            <a:custGeom>
              <a:rect b="b" l="l" r="r" t="t"/>
              <a:pathLst>
                <a:path extrusionOk="0" h="2793" w="2659">
                  <a:moveTo>
                    <a:pt x="1587" y="1"/>
                  </a:moveTo>
                  <a:cubicBezTo>
                    <a:pt x="1069" y="1"/>
                    <a:pt x="646" y="424"/>
                    <a:pt x="646" y="942"/>
                  </a:cubicBezTo>
                  <a:lnTo>
                    <a:pt x="646" y="1545"/>
                  </a:lnTo>
                  <a:lnTo>
                    <a:pt x="605" y="1491"/>
                  </a:lnTo>
                  <a:cubicBezTo>
                    <a:pt x="545" y="1411"/>
                    <a:pt x="448" y="1368"/>
                    <a:pt x="356" y="1368"/>
                  </a:cubicBezTo>
                  <a:cubicBezTo>
                    <a:pt x="289" y="1368"/>
                    <a:pt x="222" y="1389"/>
                    <a:pt x="165" y="1432"/>
                  </a:cubicBezTo>
                  <a:cubicBezTo>
                    <a:pt x="28" y="1538"/>
                    <a:pt x="1" y="1735"/>
                    <a:pt x="106" y="1873"/>
                  </a:cubicBezTo>
                  <a:lnTo>
                    <a:pt x="710" y="2669"/>
                  </a:lnTo>
                  <a:cubicBezTo>
                    <a:pt x="769" y="2746"/>
                    <a:pt x="861" y="2792"/>
                    <a:pt x="961" y="2792"/>
                  </a:cubicBezTo>
                  <a:cubicBezTo>
                    <a:pt x="1057" y="2792"/>
                    <a:pt x="1151" y="2748"/>
                    <a:pt x="1210" y="2669"/>
                  </a:cubicBezTo>
                  <a:lnTo>
                    <a:pt x="1818" y="1874"/>
                  </a:lnTo>
                  <a:cubicBezTo>
                    <a:pt x="1923" y="1736"/>
                    <a:pt x="1897" y="1540"/>
                    <a:pt x="1759" y="1434"/>
                  </a:cubicBezTo>
                  <a:cubicBezTo>
                    <a:pt x="1702" y="1391"/>
                    <a:pt x="1635" y="1370"/>
                    <a:pt x="1568" y="1370"/>
                  </a:cubicBezTo>
                  <a:cubicBezTo>
                    <a:pt x="1474" y="1370"/>
                    <a:pt x="1380" y="1412"/>
                    <a:pt x="1318" y="1494"/>
                  </a:cubicBezTo>
                  <a:lnTo>
                    <a:pt x="1274" y="1549"/>
                  </a:lnTo>
                  <a:lnTo>
                    <a:pt x="1274" y="942"/>
                  </a:lnTo>
                  <a:cubicBezTo>
                    <a:pt x="1274" y="770"/>
                    <a:pt x="1415" y="631"/>
                    <a:pt x="1587" y="631"/>
                  </a:cubicBezTo>
                  <a:lnTo>
                    <a:pt x="2344" y="631"/>
                  </a:lnTo>
                  <a:cubicBezTo>
                    <a:pt x="2518" y="631"/>
                    <a:pt x="2659" y="490"/>
                    <a:pt x="2659" y="316"/>
                  </a:cubicBezTo>
                  <a:cubicBezTo>
                    <a:pt x="2659" y="142"/>
                    <a:pt x="2518" y="1"/>
                    <a:pt x="234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p28"/>
            <p:cNvSpPr/>
            <p:nvPr/>
          </p:nvSpPr>
          <p:spPr>
            <a:xfrm>
              <a:off x="5442249" y="2231534"/>
              <a:ext cx="43278" cy="50453"/>
            </a:xfrm>
            <a:custGeom>
              <a:rect b="b" l="l" r="r" t="t"/>
              <a:pathLst>
                <a:path extrusionOk="0" h="1421" w="1219">
                  <a:moveTo>
                    <a:pt x="863" y="0"/>
                  </a:moveTo>
                  <a:cubicBezTo>
                    <a:pt x="847" y="0"/>
                    <a:pt x="832" y="1"/>
                    <a:pt x="817" y="3"/>
                  </a:cubicBezTo>
                  <a:cubicBezTo>
                    <a:pt x="897" y="113"/>
                    <a:pt x="899" y="267"/>
                    <a:pt x="813" y="379"/>
                  </a:cubicBezTo>
                  <a:lnTo>
                    <a:pt x="205" y="1173"/>
                  </a:lnTo>
                  <a:cubicBezTo>
                    <a:pt x="155" y="1238"/>
                    <a:pt x="83" y="1280"/>
                    <a:pt x="1" y="1291"/>
                  </a:cubicBezTo>
                  <a:lnTo>
                    <a:pt x="5" y="1297"/>
                  </a:lnTo>
                  <a:cubicBezTo>
                    <a:pt x="64" y="1375"/>
                    <a:pt x="156" y="1421"/>
                    <a:pt x="256" y="1421"/>
                  </a:cubicBezTo>
                  <a:cubicBezTo>
                    <a:pt x="354" y="1421"/>
                    <a:pt x="446" y="1375"/>
                    <a:pt x="505" y="1297"/>
                  </a:cubicBezTo>
                  <a:lnTo>
                    <a:pt x="1113" y="504"/>
                  </a:lnTo>
                  <a:cubicBezTo>
                    <a:pt x="1218" y="366"/>
                    <a:pt x="1192" y="167"/>
                    <a:pt x="1054" y="65"/>
                  </a:cubicBezTo>
                  <a:cubicBezTo>
                    <a:pt x="997" y="21"/>
                    <a:pt x="929" y="0"/>
                    <a:pt x="86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34" name="Google Shape;4934;p28"/>
          <p:cNvGrpSpPr/>
          <p:nvPr/>
        </p:nvGrpSpPr>
        <p:grpSpPr>
          <a:xfrm>
            <a:off x="4731997" y="2187580"/>
            <a:ext cx="327483" cy="297239"/>
            <a:chOff x="4731997" y="2187580"/>
            <a:chExt cx="327483" cy="297239"/>
          </a:xfrm>
        </p:grpSpPr>
        <p:sp>
          <p:nvSpPr>
            <p:cNvPr id="4935" name="Google Shape;4935;p28"/>
            <p:cNvSpPr/>
            <p:nvPr/>
          </p:nvSpPr>
          <p:spPr>
            <a:xfrm>
              <a:off x="4747796" y="2295866"/>
              <a:ext cx="295878" cy="170708"/>
            </a:xfrm>
            <a:custGeom>
              <a:rect b="b" l="l" r="r" t="t"/>
              <a:pathLst>
                <a:path extrusionOk="0" h="4808" w="8334">
                  <a:moveTo>
                    <a:pt x="0" y="0"/>
                  </a:moveTo>
                  <a:lnTo>
                    <a:pt x="0" y="4808"/>
                  </a:lnTo>
                  <a:lnTo>
                    <a:pt x="8334" y="4808"/>
                  </a:lnTo>
                  <a:lnTo>
                    <a:pt x="8334"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p28"/>
            <p:cNvSpPr/>
            <p:nvPr/>
          </p:nvSpPr>
          <p:spPr>
            <a:xfrm>
              <a:off x="4818094" y="2303109"/>
              <a:ext cx="13171" cy="158565"/>
            </a:xfrm>
            <a:custGeom>
              <a:rect b="b" l="l" r="r" t="t"/>
              <a:pathLst>
                <a:path extrusionOk="0" h="4466" w="371">
                  <a:moveTo>
                    <a:pt x="0" y="1"/>
                  </a:moveTo>
                  <a:lnTo>
                    <a:pt x="0" y="4466"/>
                  </a:lnTo>
                  <a:lnTo>
                    <a:pt x="370" y="4466"/>
                  </a:lnTo>
                  <a:lnTo>
                    <a:pt x="370"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p28"/>
            <p:cNvSpPr/>
            <p:nvPr/>
          </p:nvSpPr>
          <p:spPr>
            <a:xfrm>
              <a:off x="5030477" y="2303109"/>
              <a:ext cx="13207" cy="158565"/>
            </a:xfrm>
            <a:custGeom>
              <a:rect b="b" l="l" r="r" t="t"/>
              <a:pathLst>
                <a:path extrusionOk="0" h="4466" w="372">
                  <a:moveTo>
                    <a:pt x="0" y="1"/>
                  </a:moveTo>
                  <a:lnTo>
                    <a:pt x="0" y="4466"/>
                  </a:lnTo>
                  <a:lnTo>
                    <a:pt x="372" y="4466"/>
                  </a:lnTo>
                  <a:lnTo>
                    <a:pt x="37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28"/>
            <p:cNvSpPr/>
            <p:nvPr/>
          </p:nvSpPr>
          <p:spPr>
            <a:xfrm>
              <a:off x="4731997" y="2200148"/>
              <a:ext cx="327475" cy="106053"/>
            </a:xfrm>
            <a:custGeom>
              <a:rect b="b" l="l" r="r" t="t"/>
              <a:pathLst>
                <a:path extrusionOk="0" h="2987" w="9224">
                  <a:moveTo>
                    <a:pt x="1827" y="1"/>
                  </a:moveTo>
                  <a:cubicBezTo>
                    <a:pt x="1795" y="1"/>
                    <a:pt x="1769" y="17"/>
                    <a:pt x="1752" y="43"/>
                  </a:cubicBezTo>
                  <a:lnTo>
                    <a:pt x="34" y="2856"/>
                  </a:lnTo>
                  <a:cubicBezTo>
                    <a:pt x="1" y="2913"/>
                    <a:pt x="39" y="2987"/>
                    <a:pt x="108" y="2987"/>
                  </a:cubicBezTo>
                  <a:lnTo>
                    <a:pt x="9115" y="2987"/>
                  </a:lnTo>
                  <a:cubicBezTo>
                    <a:pt x="9182" y="2987"/>
                    <a:pt x="9223" y="2913"/>
                    <a:pt x="9189" y="2856"/>
                  </a:cubicBezTo>
                  <a:lnTo>
                    <a:pt x="7471" y="43"/>
                  </a:lnTo>
                  <a:cubicBezTo>
                    <a:pt x="7453" y="15"/>
                    <a:pt x="7426" y="1"/>
                    <a:pt x="739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p28"/>
            <p:cNvSpPr/>
            <p:nvPr/>
          </p:nvSpPr>
          <p:spPr>
            <a:xfrm>
              <a:off x="4978854" y="2200113"/>
              <a:ext cx="80626" cy="106053"/>
            </a:xfrm>
            <a:custGeom>
              <a:rect b="b" l="l" r="r" t="t"/>
              <a:pathLst>
                <a:path extrusionOk="0" h="2987" w="2271">
                  <a:moveTo>
                    <a:pt x="1" y="0"/>
                  </a:moveTo>
                  <a:cubicBezTo>
                    <a:pt x="33" y="0"/>
                    <a:pt x="59" y="16"/>
                    <a:pt x="76" y="42"/>
                  </a:cubicBezTo>
                  <a:lnTo>
                    <a:pt x="1793" y="2855"/>
                  </a:lnTo>
                  <a:cubicBezTo>
                    <a:pt x="1827" y="2913"/>
                    <a:pt x="1785" y="2986"/>
                    <a:pt x="1719" y="2986"/>
                  </a:cubicBezTo>
                  <a:lnTo>
                    <a:pt x="2160" y="2986"/>
                  </a:lnTo>
                  <a:cubicBezTo>
                    <a:pt x="2229" y="2986"/>
                    <a:pt x="2270" y="2913"/>
                    <a:pt x="2234" y="2855"/>
                  </a:cubicBezTo>
                  <a:lnTo>
                    <a:pt x="516" y="42"/>
                  </a:lnTo>
                  <a:cubicBezTo>
                    <a:pt x="500" y="16"/>
                    <a:pt x="473" y="0"/>
                    <a:pt x="44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p28"/>
            <p:cNvSpPr/>
            <p:nvPr/>
          </p:nvSpPr>
          <p:spPr>
            <a:xfrm>
              <a:off x="4779324" y="2216196"/>
              <a:ext cx="232719" cy="9870"/>
            </a:xfrm>
            <a:custGeom>
              <a:rect b="b" l="l" r="r" t="t"/>
              <a:pathLst>
                <a:path extrusionOk="0" h="278" w="6555">
                  <a:moveTo>
                    <a:pt x="170" y="1"/>
                  </a:moveTo>
                  <a:lnTo>
                    <a:pt x="0" y="277"/>
                  </a:lnTo>
                  <a:lnTo>
                    <a:pt x="6555" y="277"/>
                  </a:lnTo>
                  <a:lnTo>
                    <a:pt x="638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28"/>
            <p:cNvSpPr/>
            <p:nvPr/>
          </p:nvSpPr>
          <p:spPr>
            <a:xfrm>
              <a:off x="4766294" y="2237498"/>
              <a:ext cx="258849" cy="9906"/>
            </a:xfrm>
            <a:custGeom>
              <a:rect b="b" l="l" r="r" t="t"/>
              <a:pathLst>
                <a:path extrusionOk="0" h="279" w="7291">
                  <a:moveTo>
                    <a:pt x="169" y="1"/>
                  </a:moveTo>
                  <a:lnTo>
                    <a:pt x="0" y="279"/>
                  </a:lnTo>
                  <a:lnTo>
                    <a:pt x="7290" y="279"/>
                  </a:lnTo>
                  <a:lnTo>
                    <a:pt x="712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28"/>
            <p:cNvSpPr/>
            <p:nvPr/>
          </p:nvSpPr>
          <p:spPr>
            <a:xfrm>
              <a:off x="4753193" y="2258907"/>
              <a:ext cx="284979" cy="9906"/>
            </a:xfrm>
            <a:custGeom>
              <a:rect b="b" l="l" r="r" t="t"/>
              <a:pathLst>
                <a:path extrusionOk="0" h="279" w="8027">
                  <a:moveTo>
                    <a:pt x="169" y="1"/>
                  </a:moveTo>
                  <a:lnTo>
                    <a:pt x="1" y="279"/>
                  </a:lnTo>
                  <a:lnTo>
                    <a:pt x="8026" y="279"/>
                  </a:lnTo>
                  <a:lnTo>
                    <a:pt x="785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p28"/>
            <p:cNvSpPr/>
            <p:nvPr/>
          </p:nvSpPr>
          <p:spPr>
            <a:xfrm>
              <a:off x="4740163" y="2280280"/>
              <a:ext cx="311073" cy="9835"/>
            </a:xfrm>
            <a:custGeom>
              <a:rect b="b" l="l" r="r" t="t"/>
              <a:pathLst>
                <a:path extrusionOk="0" h="277" w="8762">
                  <a:moveTo>
                    <a:pt x="169" y="0"/>
                  </a:moveTo>
                  <a:lnTo>
                    <a:pt x="1" y="277"/>
                  </a:lnTo>
                  <a:lnTo>
                    <a:pt x="8762" y="277"/>
                  </a:lnTo>
                  <a:lnTo>
                    <a:pt x="859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28"/>
            <p:cNvSpPr/>
            <p:nvPr/>
          </p:nvSpPr>
          <p:spPr>
            <a:xfrm>
              <a:off x="4984429" y="2332116"/>
              <a:ext cx="34473" cy="103568"/>
            </a:xfrm>
            <a:custGeom>
              <a:rect b="b" l="l" r="r" t="t"/>
              <a:pathLst>
                <a:path extrusionOk="0" h="2917" w="971">
                  <a:moveTo>
                    <a:pt x="484" y="1"/>
                  </a:moveTo>
                  <a:cubicBezTo>
                    <a:pt x="218" y="1"/>
                    <a:pt x="1" y="217"/>
                    <a:pt x="1" y="484"/>
                  </a:cubicBezTo>
                  <a:lnTo>
                    <a:pt x="1" y="2882"/>
                  </a:lnTo>
                  <a:cubicBezTo>
                    <a:pt x="1" y="2901"/>
                    <a:pt x="15" y="2916"/>
                    <a:pt x="35" y="2916"/>
                  </a:cubicBezTo>
                  <a:lnTo>
                    <a:pt x="935" y="2916"/>
                  </a:lnTo>
                  <a:cubicBezTo>
                    <a:pt x="955" y="2916"/>
                    <a:pt x="971" y="2901"/>
                    <a:pt x="969" y="2882"/>
                  </a:cubicBezTo>
                  <a:lnTo>
                    <a:pt x="969" y="484"/>
                  </a:lnTo>
                  <a:cubicBezTo>
                    <a:pt x="969" y="218"/>
                    <a:pt x="751" y="1"/>
                    <a:pt x="48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p28"/>
            <p:cNvSpPr/>
            <p:nvPr/>
          </p:nvSpPr>
          <p:spPr>
            <a:xfrm>
              <a:off x="4995115" y="2332187"/>
              <a:ext cx="23787" cy="103533"/>
            </a:xfrm>
            <a:custGeom>
              <a:rect b="b" l="l" r="r" t="t"/>
              <a:pathLst>
                <a:path extrusionOk="0" h="2916" w="670">
                  <a:moveTo>
                    <a:pt x="185" y="0"/>
                  </a:moveTo>
                  <a:cubicBezTo>
                    <a:pt x="119" y="0"/>
                    <a:pt x="58" y="12"/>
                    <a:pt x="1" y="36"/>
                  </a:cubicBezTo>
                  <a:cubicBezTo>
                    <a:pt x="60" y="59"/>
                    <a:pt x="111" y="95"/>
                    <a:pt x="157" y="140"/>
                  </a:cubicBezTo>
                  <a:cubicBezTo>
                    <a:pt x="245" y="226"/>
                    <a:pt x="298" y="349"/>
                    <a:pt x="298" y="482"/>
                  </a:cubicBezTo>
                  <a:lnTo>
                    <a:pt x="298" y="2880"/>
                  </a:lnTo>
                  <a:cubicBezTo>
                    <a:pt x="298" y="2900"/>
                    <a:pt x="283" y="2916"/>
                    <a:pt x="262" y="2916"/>
                  </a:cubicBezTo>
                  <a:lnTo>
                    <a:pt x="634" y="2916"/>
                  </a:lnTo>
                  <a:cubicBezTo>
                    <a:pt x="654" y="2916"/>
                    <a:pt x="670" y="2900"/>
                    <a:pt x="670" y="2880"/>
                  </a:cubicBezTo>
                  <a:lnTo>
                    <a:pt x="670" y="482"/>
                  </a:lnTo>
                  <a:cubicBezTo>
                    <a:pt x="670" y="347"/>
                    <a:pt x="615" y="226"/>
                    <a:pt x="527" y="141"/>
                  </a:cubicBezTo>
                  <a:cubicBezTo>
                    <a:pt x="441" y="54"/>
                    <a:pt x="319" y="0"/>
                    <a:pt x="18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p28"/>
            <p:cNvSpPr/>
            <p:nvPr/>
          </p:nvSpPr>
          <p:spPr>
            <a:xfrm>
              <a:off x="4772294" y="2332116"/>
              <a:ext cx="34437" cy="103568"/>
            </a:xfrm>
            <a:custGeom>
              <a:rect b="b" l="l" r="r" t="t"/>
              <a:pathLst>
                <a:path extrusionOk="0" h="2917" w="970">
                  <a:moveTo>
                    <a:pt x="484" y="1"/>
                  </a:moveTo>
                  <a:cubicBezTo>
                    <a:pt x="218" y="1"/>
                    <a:pt x="1" y="217"/>
                    <a:pt x="1" y="484"/>
                  </a:cubicBezTo>
                  <a:lnTo>
                    <a:pt x="1" y="2882"/>
                  </a:lnTo>
                  <a:cubicBezTo>
                    <a:pt x="1" y="2901"/>
                    <a:pt x="14" y="2916"/>
                    <a:pt x="34" y="2916"/>
                  </a:cubicBezTo>
                  <a:lnTo>
                    <a:pt x="933" y="2916"/>
                  </a:lnTo>
                  <a:cubicBezTo>
                    <a:pt x="954" y="2916"/>
                    <a:pt x="969" y="2901"/>
                    <a:pt x="968" y="2882"/>
                  </a:cubicBezTo>
                  <a:lnTo>
                    <a:pt x="968" y="484"/>
                  </a:lnTo>
                  <a:cubicBezTo>
                    <a:pt x="968" y="218"/>
                    <a:pt x="751" y="1"/>
                    <a:pt x="48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28"/>
            <p:cNvSpPr/>
            <p:nvPr/>
          </p:nvSpPr>
          <p:spPr>
            <a:xfrm>
              <a:off x="4782945" y="2332116"/>
              <a:ext cx="23787" cy="103604"/>
            </a:xfrm>
            <a:custGeom>
              <a:rect b="b" l="l" r="r" t="t"/>
              <a:pathLst>
                <a:path extrusionOk="0" h="2918" w="670">
                  <a:moveTo>
                    <a:pt x="186" y="1"/>
                  </a:moveTo>
                  <a:cubicBezTo>
                    <a:pt x="120" y="1"/>
                    <a:pt x="58" y="12"/>
                    <a:pt x="0" y="37"/>
                  </a:cubicBezTo>
                  <a:cubicBezTo>
                    <a:pt x="58" y="61"/>
                    <a:pt x="113" y="97"/>
                    <a:pt x="157" y="142"/>
                  </a:cubicBezTo>
                  <a:cubicBezTo>
                    <a:pt x="245" y="228"/>
                    <a:pt x="300" y="351"/>
                    <a:pt x="300" y="484"/>
                  </a:cubicBezTo>
                  <a:lnTo>
                    <a:pt x="300" y="2882"/>
                  </a:lnTo>
                  <a:cubicBezTo>
                    <a:pt x="300" y="2902"/>
                    <a:pt x="284" y="2918"/>
                    <a:pt x="264" y="2918"/>
                  </a:cubicBezTo>
                  <a:lnTo>
                    <a:pt x="633" y="2918"/>
                  </a:lnTo>
                  <a:cubicBezTo>
                    <a:pt x="654" y="2918"/>
                    <a:pt x="669" y="2902"/>
                    <a:pt x="669" y="2882"/>
                  </a:cubicBezTo>
                  <a:lnTo>
                    <a:pt x="669" y="484"/>
                  </a:lnTo>
                  <a:cubicBezTo>
                    <a:pt x="669" y="349"/>
                    <a:pt x="616" y="228"/>
                    <a:pt x="528" y="142"/>
                  </a:cubicBezTo>
                  <a:cubicBezTo>
                    <a:pt x="442" y="54"/>
                    <a:pt x="320" y="1"/>
                    <a:pt x="18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28"/>
            <p:cNvSpPr/>
            <p:nvPr/>
          </p:nvSpPr>
          <p:spPr>
            <a:xfrm>
              <a:off x="4831230" y="2212077"/>
              <a:ext cx="128910" cy="254571"/>
            </a:xfrm>
            <a:custGeom>
              <a:rect b="b" l="l" r="r" t="t"/>
              <a:pathLst>
                <a:path extrusionOk="0" h="7170" w="3631">
                  <a:moveTo>
                    <a:pt x="1816" y="0"/>
                  </a:moveTo>
                  <a:lnTo>
                    <a:pt x="0" y="1310"/>
                  </a:lnTo>
                  <a:lnTo>
                    <a:pt x="0" y="7169"/>
                  </a:lnTo>
                  <a:lnTo>
                    <a:pt x="3631" y="7169"/>
                  </a:lnTo>
                  <a:lnTo>
                    <a:pt x="3631" y="1310"/>
                  </a:lnTo>
                  <a:lnTo>
                    <a:pt x="18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p28"/>
            <p:cNvSpPr/>
            <p:nvPr/>
          </p:nvSpPr>
          <p:spPr>
            <a:xfrm>
              <a:off x="4883776" y="2212077"/>
              <a:ext cx="76366" cy="249600"/>
            </a:xfrm>
            <a:custGeom>
              <a:rect b="b" l="l" r="r" t="t"/>
              <a:pathLst>
                <a:path extrusionOk="0" h="7030" w="2151">
                  <a:moveTo>
                    <a:pt x="336" y="0"/>
                  </a:moveTo>
                  <a:lnTo>
                    <a:pt x="1" y="241"/>
                  </a:lnTo>
                  <a:lnTo>
                    <a:pt x="1734" y="1508"/>
                  </a:lnTo>
                  <a:cubicBezTo>
                    <a:pt x="1762" y="1530"/>
                    <a:pt x="1780" y="1564"/>
                    <a:pt x="1780" y="1600"/>
                  </a:cubicBezTo>
                  <a:lnTo>
                    <a:pt x="1780" y="7030"/>
                  </a:lnTo>
                  <a:lnTo>
                    <a:pt x="2151" y="7030"/>
                  </a:lnTo>
                  <a:lnTo>
                    <a:pt x="2151" y="1310"/>
                  </a:lnTo>
                  <a:lnTo>
                    <a:pt x="336"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p28"/>
            <p:cNvSpPr/>
            <p:nvPr/>
          </p:nvSpPr>
          <p:spPr>
            <a:xfrm>
              <a:off x="4797395" y="2187580"/>
              <a:ext cx="196542" cy="84040"/>
            </a:xfrm>
            <a:custGeom>
              <a:rect b="b" l="l" r="r" t="t"/>
              <a:pathLst>
                <a:path extrusionOk="0" h="2367" w="5536">
                  <a:moveTo>
                    <a:pt x="2768" y="0"/>
                  </a:moveTo>
                  <a:cubicBezTo>
                    <a:pt x="2727" y="0"/>
                    <a:pt x="2686" y="12"/>
                    <a:pt x="2651" y="37"/>
                  </a:cubicBezTo>
                  <a:lnTo>
                    <a:pt x="165" y="1808"/>
                  </a:lnTo>
                  <a:cubicBezTo>
                    <a:pt x="36" y="1902"/>
                    <a:pt x="1" y="2076"/>
                    <a:pt x="81" y="2213"/>
                  </a:cubicBezTo>
                  <a:cubicBezTo>
                    <a:pt x="139" y="2312"/>
                    <a:pt x="242" y="2365"/>
                    <a:pt x="348" y="2365"/>
                  </a:cubicBezTo>
                  <a:cubicBezTo>
                    <a:pt x="409" y="2365"/>
                    <a:pt x="471" y="2347"/>
                    <a:pt x="526" y="2309"/>
                  </a:cubicBezTo>
                  <a:lnTo>
                    <a:pt x="2766" y="706"/>
                  </a:lnTo>
                  <a:lnTo>
                    <a:pt x="5008" y="2309"/>
                  </a:lnTo>
                  <a:cubicBezTo>
                    <a:pt x="5062" y="2348"/>
                    <a:pt x="5124" y="2366"/>
                    <a:pt x="5186" y="2366"/>
                  </a:cubicBezTo>
                  <a:cubicBezTo>
                    <a:pt x="5291" y="2366"/>
                    <a:pt x="5395" y="2312"/>
                    <a:pt x="5453" y="2213"/>
                  </a:cubicBezTo>
                  <a:cubicBezTo>
                    <a:pt x="5535" y="2076"/>
                    <a:pt x="5499" y="1902"/>
                    <a:pt x="5371" y="1808"/>
                  </a:cubicBezTo>
                  <a:lnTo>
                    <a:pt x="2884" y="37"/>
                  </a:lnTo>
                  <a:cubicBezTo>
                    <a:pt x="2849" y="12"/>
                    <a:pt x="2808"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28"/>
            <p:cNvSpPr/>
            <p:nvPr/>
          </p:nvSpPr>
          <p:spPr>
            <a:xfrm>
              <a:off x="4884699" y="2187580"/>
              <a:ext cx="107963" cy="83969"/>
            </a:xfrm>
            <a:custGeom>
              <a:rect b="b" l="l" r="r" t="t"/>
              <a:pathLst>
                <a:path extrusionOk="0" h="2365" w="3041">
                  <a:moveTo>
                    <a:pt x="309" y="0"/>
                  </a:moveTo>
                  <a:cubicBezTo>
                    <a:pt x="268" y="0"/>
                    <a:pt x="227" y="12"/>
                    <a:pt x="192" y="37"/>
                  </a:cubicBezTo>
                  <a:lnTo>
                    <a:pt x="1" y="174"/>
                  </a:lnTo>
                  <a:cubicBezTo>
                    <a:pt x="32" y="176"/>
                    <a:pt x="63" y="189"/>
                    <a:pt x="90" y="210"/>
                  </a:cubicBezTo>
                  <a:lnTo>
                    <a:pt x="2578" y="1981"/>
                  </a:lnTo>
                  <a:cubicBezTo>
                    <a:pt x="2659" y="2040"/>
                    <a:pt x="2703" y="2134"/>
                    <a:pt x="2703" y="2230"/>
                  </a:cubicBezTo>
                  <a:cubicBezTo>
                    <a:pt x="2703" y="2275"/>
                    <a:pt x="2695" y="2318"/>
                    <a:pt x="2675" y="2359"/>
                  </a:cubicBezTo>
                  <a:cubicBezTo>
                    <a:pt x="2693" y="2363"/>
                    <a:pt x="2712" y="2365"/>
                    <a:pt x="2730" y="2365"/>
                  </a:cubicBezTo>
                  <a:cubicBezTo>
                    <a:pt x="2835" y="2365"/>
                    <a:pt x="2939" y="2310"/>
                    <a:pt x="2997" y="2211"/>
                  </a:cubicBezTo>
                  <a:cubicBezTo>
                    <a:pt x="3026" y="2162"/>
                    <a:pt x="3040" y="2109"/>
                    <a:pt x="3040" y="2054"/>
                  </a:cubicBezTo>
                  <a:cubicBezTo>
                    <a:pt x="3039" y="1961"/>
                    <a:pt x="2994" y="1867"/>
                    <a:pt x="2912" y="1808"/>
                  </a:cubicBezTo>
                  <a:lnTo>
                    <a:pt x="425" y="37"/>
                  </a:lnTo>
                  <a:cubicBezTo>
                    <a:pt x="390" y="12"/>
                    <a:pt x="349" y="0"/>
                    <a:pt x="30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28"/>
            <p:cNvSpPr/>
            <p:nvPr/>
          </p:nvSpPr>
          <p:spPr>
            <a:xfrm>
              <a:off x="4859527" y="2277617"/>
              <a:ext cx="72319" cy="183951"/>
            </a:xfrm>
            <a:custGeom>
              <a:rect b="b" l="l" r="r" t="t"/>
              <a:pathLst>
                <a:path extrusionOk="0" h="5181" w="2037">
                  <a:moveTo>
                    <a:pt x="1019" y="0"/>
                  </a:moveTo>
                  <a:cubicBezTo>
                    <a:pt x="455" y="0"/>
                    <a:pt x="0" y="457"/>
                    <a:pt x="0" y="1019"/>
                  </a:cubicBezTo>
                  <a:lnTo>
                    <a:pt x="0" y="5181"/>
                  </a:lnTo>
                  <a:lnTo>
                    <a:pt x="2037" y="5181"/>
                  </a:lnTo>
                  <a:lnTo>
                    <a:pt x="2037" y="1019"/>
                  </a:lnTo>
                  <a:cubicBezTo>
                    <a:pt x="2037" y="457"/>
                    <a:pt x="1582" y="0"/>
                    <a:pt x="101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28"/>
            <p:cNvSpPr/>
            <p:nvPr/>
          </p:nvSpPr>
          <p:spPr>
            <a:xfrm>
              <a:off x="4889101" y="2277724"/>
              <a:ext cx="42745" cy="183845"/>
            </a:xfrm>
            <a:custGeom>
              <a:rect b="b" l="l" r="r" t="t"/>
              <a:pathLst>
                <a:path extrusionOk="0" h="5178" w="1204">
                  <a:moveTo>
                    <a:pt x="185" y="0"/>
                  </a:moveTo>
                  <a:cubicBezTo>
                    <a:pt x="123" y="0"/>
                    <a:pt x="60" y="5"/>
                    <a:pt x="1" y="16"/>
                  </a:cubicBezTo>
                  <a:cubicBezTo>
                    <a:pt x="206" y="54"/>
                    <a:pt x="392" y="154"/>
                    <a:pt x="534" y="297"/>
                  </a:cubicBezTo>
                  <a:cubicBezTo>
                    <a:pt x="720" y="480"/>
                    <a:pt x="832" y="736"/>
                    <a:pt x="832" y="1016"/>
                  </a:cubicBezTo>
                  <a:lnTo>
                    <a:pt x="832" y="5178"/>
                  </a:lnTo>
                  <a:lnTo>
                    <a:pt x="1204" y="5178"/>
                  </a:lnTo>
                  <a:lnTo>
                    <a:pt x="1204" y="1016"/>
                  </a:lnTo>
                  <a:cubicBezTo>
                    <a:pt x="1204" y="736"/>
                    <a:pt x="1090" y="480"/>
                    <a:pt x="904" y="298"/>
                  </a:cubicBezTo>
                  <a:cubicBezTo>
                    <a:pt x="722" y="113"/>
                    <a:pt x="465" y="0"/>
                    <a:pt x="18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28"/>
            <p:cNvSpPr/>
            <p:nvPr/>
          </p:nvSpPr>
          <p:spPr>
            <a:xfrm>
              <a:off x="4875042" y="2384022"/>
              <a:ext cx="9976" cy="23362"/>
            </a:xfrm>
            <a:custGeom>
              <a:rect b="b" l="l" r="r" t="t"/>
              <a:pathLst>
                <a:path extrusionOk="0" h="658" w="281">
                  <a:moveTo>
                    <a:pt x="140" y="1"/>
                  </a:moveTo>
                  <a:cubicBezTo>
                    <a:pt x="66" y="1"/>
                    <a:pt x="2" y="64"/>
                    <a:pt x="2" y="139"/>
                  </a:cubicBezTo>
                  <a:lnTo>
                    <a:pt x="1" y="518"/>
                  </a:lnTo>
                  <a:cubicBezTo>
                    <a:pt x="1" y="594"/>
                    <a:pt x="61" y="657"/>
                    <a:pt x="139" y="657"/>
                  </a:cubicBezTo>
                  <a:cubicBezTo>
                    <a:pt x="215" y="657"/>
                    <a:pt x="277" y="595"/>
                    <a:pt x="277" y="519"/>
                  </a:cubicBezTo>
                  <a:lnTo>
                    <a:pt x="280" y="141"/>
                  </a:lnTo>
                  <a:cubicBezTo>
                    <a:pt x="280" y="64"/>
                    <a:pt x="218" y="1"/>
                    <a:pt x="14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p28"/>
            <p:cNvSpPr/>
            <p:nvPr/>
          </p:nvSpPr>
          <p:spPr>
            <a:xfrm>
              <a:off x="4732210" y="2461634"/>
              <a:ext cx="327014" cy="23185"/>
            </a:xfrm>
            <a:custGeom>
              <a:rect b="b" l="l" r="r" t="t"/>
              <a:pathLst>
                <a:path extrusionOk="0" h="653" w="9211">
                  <a:moveTo>
                    <a:pt x="68" y="1"/>
                  </a:moveTo>
                  <a:cubicBezTo>
                    <a:pt x="31" y="1"/>
                    <a:pt x="0" y="31"/>
                    <a:pt x="0" y="68"/>
                  </a:cubicBezTo>
                  <a:lnTo>
                    <a:pt x="0" y="585"/>
                  </a:lnTo>
                  <a:cubicBezTo>
                    <a:pt x="0" y="622"/>
                    <a:pt x="31" y="653"/>
                    <a:pt x="68" y="653"/>
                  </a:cubicBezTo>
                  <a:lnTo>
                    <a:pt x="9141" y="653"/>
                  </a:lnTo>
                  <a:cubicBezTo>
                    <a:pt x="9178" y="653"/>
                    <a:pt x="9210" y="622"/>
                    <a:pt x="9209" y="585"/>
                  </a:cubicBezTo>
                  <a:lnTo>
                    <a:pt x="9209" y="68"/>
                  </a:lnTo>
                  <a:cubicBezTo>
                    <a:pt x="9209" y="31"/>
                    <a:pt x="9178" y="1"/>
                    <a:pt x="9141"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28"/>
            <p:cNvSpPr/>
            <p:nvPr/>
          </p:nvSpPr>
          <p:spPr>
            <a:xfrm>
              <a:off x="5043613" y="2461527"/>
              <a:ext cx="15621" cy="23256"/>
            </a:xfrm>
            <a:custGeom>
              <a:rect b="b" l="l" r="r" t="t"/>
              <a:pathLst>
                <a:path extrusionOk="0" h="655" w="440">
                  <a:moveTo>
                    <a:pt x="0" y="1"/>
                  </a:moveTo>
                  <a:cubicBezTo>
                    <a:pt x="38" y="1"/>
                    <a:pt x="68" y="31"/>
                    <a:pt x="68" y="70"/>
                  </a:cubicBezTo>
                  <a:lnTo>
                    <a:pt x="68" y="587"/>
                  </a:lnTo>
                  <a:cubicBezTo>
                    <a:pt x="68" y="624"/>
                    <a:pt x="38" y="654"/>
                    <a:pt x="0" y="654"/>
                  </a:cubicBezTo>
                  <a:lnTo>
                    <a:pt x="370" y="654"/>
                  </a:lnTo>
                  <a:cubicBezTo>
                    <a:pt x="407" y="654"/>
                    <a:pt x="439" y="624"/>
                    <a:pt x="439" y="587"/>
                  </a:cubicBezTo>
                  <a:lnTo>
                    <a:pt x="439" y="70"/>
                  </a:lnTo>
                  <a:cubicBezTo>
                    <a:pt x="439" y="31"/>
                    <a:pt x="407" y="1"/>
                    <a:pt x="3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57" name="Google Shape;4957;p28"/>
          <p:cNvGrpSpPr/>
          <p:nvPr/>
        </p:nvGrpSpPr>
        <p:grpSpPr>
          <a:xfrm>
            <a:off x="4096162" y="2172668"/>
            <a:ext cx="304406" cy="327037"/>
            <a:chOff x="4096162" y="2172668"/>
            <a:chExt cx="304406" cy="327037"/>
          </a:xfrm>
        </p:grpSpPr>
        <p:sp>
          <p:nvSpPr>
            <p:cNvPr id="4958" name="Google Shape;4958;p28"/>
            <p:cNvSpPr/>
            <p:nvPr/>
          </p:nvSpPr>
          <p:spPr>
            <a:xfrm>
              <a:off x="4096162" y="2172668"/>
              <a:ext cx="247630" cy="327037"/>
            </a:xfrm>
            <a:custGeom>
              <a:rect b="b" l="l" r="r" t="t"/>
              <a:pathLst>
                <a:path extrusionOk="0" h="9211" w="6975">
                  <a:moveTo>
                    <a:pt x="100" y="1"/>
                  </a:moveTo>
                  <a:cubicBezTo>
                    <a:pt x="45" y="1"/>
                    <a:pt x="1" y="47"/>
                    <a:pt x="1" y="100"/>
                  </a:cubicBezTo>
                  <a:lnTo>
                    <a:pt x="1" y="9113"/>
                  </a:lnTo>
                  <a:cubicBezTo>
                    <a:pt x="1" y="9166"/>
                    <a:pt x="45" y="9210"/>
                    <a:pt x="100" y="9210"/>
                  </a:cubicBezTo>
                  <a:lnTo>
                    <a:pt x="6875" y="9210"/>
                  </a:lnTo>
                  <a:cubicBezTo>
                    <a:pt x="6930" y="9210"/>
                    <a:pt x="6974" y="9166"/>
                    <a:pt x="6974" y="9113"/>
                  </a:cubicBezTo>
                  <a:lnTo>
                    <a:pt x="6974" y="100"/>
                  </a:lnTo>
                  <a:cubicBezTo>
                    <a:pt x="6974" y="47"/>
                    <a:pt x="6930" y="1"/>
                    <a:pt x="687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28"/>
            <p:cNvSpPr/>
            <p:nvPr/>
          </p:nvSpPr>
          <p:spPr>
            <a:xfrm>
              <a:off x="4327007" y="2172668"/>
              <a:ext cx="16722" cy="327037"/>
            </a:xfrm>
            <a:custGeom>
              <a:rect b="b" l="l" r="r" t="t"/>
              <a:pathLst>
                <a:path extrusionOk="0" h="9211" w="471">
                  <a:moveTo>
                    <a:pt x="0" y="1"/>
                  </a:moveTo>
                  <a:cubicBezTo>
                    <a:pt x="55" y="1"/>
                    <a:pt x="100" y="47"/>
                    <a:pt x="100" y="100"/>
                  </a:cubicBezTo>
                  <a:lnTo>
                    <a:pt x="100" y="9113"/>
                  </a:lnTo>
                  <a:cubicBezTo>
                    <a:pt x="100" y="9166"/>
                    <a:pt x="55" y="9210"/>
                    <a:pt x="0" y="9210"/>
                  </a:cubicBezTo>
                  <a:lnTo>
                    <a:pt x="372" y="9210"/>
                  </a:lnTo>
                  <a:cubicBezTo>
                    <a:pt x="426" y="9210"/>
                    <a:pt x="471" y="9166"/>
                    <a:pt x="471" y="9113"/>
                  </a:cubicBezTo>
                  <a:lnTo>
                    <a:pt x="471" y="100"/>
                  </a:lnTo>
                  <a:cubicBezTo>
                    <a:pt x="471" y="45"/>
                    <a:pt x="428" y="1"/>
                    <a:pt x="372" y="1"/>
                  </a:cubicBezTo>
                  <a:close/>
                </a:path>
              </a:pathLst>
            </a:custGeom>
            <a:solidFill>
              <a:srgbClr val="E8ED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28"/>
            <p:cNvSpPr/>
            <p:nvPr/>
          </p:nvSpPr>
          <p:spPr>
            <a:xfrm>
              <a:off x="4129748" y="2203415"/>
              <a:ext cx="31029" cy="40050"/>
            </a:xfrm>
            <a:custGeom>
              <a:rect b="b" l="l" r="r" t="t"/>
              <a:pathLst>
                <a:path extrusionOk="0" h="1128" w="874">
                  <a:moveTo>
                    <a:pt x="734" y="1"/>
                  </a:moveTo>
                  <a:cubicBezTo>
                    <a:pt x="658" y="1"/>
                    <a:pt x="596" y="64"/>
                    <a:pt x="596" y="139"/>
                  </a:cubicBezTo>
                  <a:lnTo>
                    <a:pt x="596" y="556"/>
                  </a:lnTo>
                  <a:lnTo>
                    <a:pt x="255" y="61"/>
                  </a:lnTo>
                  <a:cubicBezTo>
                    <a:pt x="229" y="23"/>
                    <a:pt x="186" y="2"/>
                    <a:pt x="141" y="2"/>
                  </a:cubicBezTo>
                  <a:cubicBezTo>
                    <a:pt x="127" y="2"/>
                    <a:pt x="112" y="4"/>
                    <a:pt x="98" y="8"/>
                  </a:cubicBezTo>
                  <a:cubicBezTo>
                    <a:pt x="41" y="25"/>
                    <a:pt x="0" y="80"/>
                    <a:pt x="0" y="141"/>
                  </a:cubicBezTo>
                  <a:lnTo>
                    <a:pt x="0" y="990"/>
                  </a:lnTo>
                  <a:cubicBezTo>
                    <a:pt x="0" y="1067"/>
                    <a:pt x="64" y="1128"/>
                    <a:pt x="140" y="1128"/>
                  </a:cubicBezTo>
                  <a:cubicBezTo>
                    <a:pt x="215" y="1128"/>
                    <a:pt x="278" y="1066"/>
                    <a:pt x="278" y="990"/>
                  </a:cubicBezTo>
                  <a:lnTo>
                    <a:pt x="278" y="587"/>
                  </a:lnTo>
                  <a:lnTo>
                    <a:pt x="597" y="1051"/>
                  </a:lnTo>
                  <a:cubicBezTo>
                    <a:pt x="628" y="1095"/>
                    <a:pt x="674" y="1119"/>
                    <a:pt x="722" y="1119"/>
                  </a:cubicBezTo>
                  <a:cubicBezTo>
                    <a:pt x="737" y="1119"/>
                    <a:pt x="752" y="1117"/>
                    <a:pt x="767" y="1112"/>
                  </a:cubicBezTo>
                  <a:cubicBezTo>
                    <a:pt x="832" y="1092"/>
                    <a:pt x="874" y="1033"/>
                    <a:pt x="874" y="961"/>
                  </a:cubicBezTo>
                  <a:lnTo>
                    <a:pt x="874" y="139"/>
                  </a:lnTo>
                  <a:cubicBezTo>
                    <a:pt x="874" y="61"/>
                    <a:pt x="810" y="1"/>
                    <a:pt x="73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28"/>
            <p:cNvSpPr/>
            <p:nvPr/>
          </p:nvSpPr>
          <p:spPr>
            <a:xfrm>
              <a:off x="4112352" y="2203415"/>
              <a:ext cx="9905" cy="40014"/>
            </a:xfrm>
            <a:custGeom>
              <a:rect b="b" l="l" r="r" t="t"/>
              <a:pathLst>
                <a:path extrusionOk="0" h="1127" w="279">
                  <a:moveTo>
                    <a:pt x="141" y="1"/>
                  </a:moveTo>
                  <a:cubicBezTo>
                    <a:pt x="63" y="1"/>
                    <a:pt x="1" y="64"/>
                    <a:pt x="1" y="139"/>
                  </a:cubicBezTo>
                  <a:lnTo>
                    <a:pt x="1" y="988"/>
                  </a:lnTo>
                  <a:cubicBezTo>
                    <a:pt x="1" y="1066"/>
                    <a:pt x="64" y="1126"/>
                    <a:pt x="141" y="1126"/>
                  </a:cubicBezTo>
                  <a:cubicBezTo>
                    <a:pt x="215" y="1126"/>
                    <a:pt x="279" y="1063"/>
                    <a:pt x="279" y="988"/>
                  </a:cubicBezTo>
                  <a:lnTo>
                    <a:pt x="279" y="139"/>
                  </a:lnTo>
                  <a:cubicBezTo>
                    <a:pt x="279" y="61"/>
                    <a:pt x="215" y="1"/>
                    <a:pt x="14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p28"/>
            <p:cNvSpPr/>
            <p:nvPr/>
          </p:nvSpPr>
          <p:spPr>
            <a:xfrm>
              <a:off x="4248473" y="2203415"/>
              <a:ext cx="9905" cy="40014"/>
            </a:xfrm>
            <a:custGeom>
              <a:rect b="b" l="l" r="r" t="t"/>
              <a:pathLst>
                <a:path extrusionOk="0" h="1127" w="279">
                  <a:moveTo>
                    <a:pt x="139" y="1"/>
                  </a:moveTo>
                  <a:cubicBezTo>
                    <a:pt x="62" y="1"/>
                    <a:pt x="1" y="64"/>
                    <a:pt x="1" y="139"/>
                  </a:cubicBezTo>
                  <a:lnTo>
                    <a:pt x="1" y="988"/>
                  </a:lnTo>
                  <a:cubicBezTo>
                    <a:pt x="1" y="1066"/>
                    <a:pt x="64" y="1126"/>
                    <a:pt x="139" y="1126"/>
                  </a:cubicBezTo>
                  <a:cubicBezTo>
                    <a:pt x="216" y="1126"/>
                    <a:pt x="278" y="1063"/>
                    <a:pt x="278" y="988"/>
                  </a:cubicBezTo>
                  <a:lnTo>
                    <a:pt x="278" y="139"/>
                  </a:lnTo>
                  <a:cubicBezTo>
                    <a:pt x="278" y="61"/>
                    <a:pt x="216" y="1"/>
                    <a:pt x="13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28"/>
            <p:cNvSpPr/>
            <p:nvPr/>
          </p:nvSpPr>
          <p:spPr>
            <a:xfrm>
              <a:off x="4305101" y="2203699"/>
              <a:ext cx="22402" cy="39730"/>
            </a:xfrm>
            <a:custGeom>
              <a:rect b="b" l="l" r="r" t="t"/>
              <a:pathLst>
                <a:path extrusionOk="0" h="1119" w="631">
                  <a:moveTo>
                    <a:pt x="138" y="0"/>
                  </a:moveTo>
                  <a:cubicBezTo>
                    <a:pt x="60" y="0"/>
                    <a:pt x="0" y="63"/>
                    <a:pt x="0" y="138"/>
                  </a:cubicBezTo>
                  <a:lnTo>
                    <a:pt x="0" y="980"/>
                  </a:lnTo>
                  <a:cubicBezTo>
                    <a:pt x="0" y="1058"/>
                    <a:pt x="62" y="1118"/>
                    <a:pt x="138" y="1118"/>
                  </a:cubicBezTo>
                  <a:lnTo>
                    <a:pt x="492" y="1118"/>
                  </a:lnTo>
                  <a:cubicBezTo>
                    <a:pt x="570" y="1118"/>
                    <a:pt x="630" y="1056"/>
                    <a:pt x="630" y="980"/>
                  </a:cubicBezTo>
                  <a:cubicBezTo>
                    <a:pt x="630" y="905"/>
                    <a:pt x="570" y="842"/>
                    <a:pt x="492" y="842"/>
                  </a:cubicBezTo>
                  <a:lnTo>
                    <a:pt x="276" y="842"/>
                  </a:lnTo>
                  <a:lnTo>
                    <a:pt x="276" y="698"/>
                  </a:lnTo>
                  <a:lnTo>
                    <a:pt x="465" y="698"/>
                  </a:lnTo>
                  <a:cubicBezTo>
                    <a:pt x="543" y="698"/>
                    <a:pt x="604" y="635"/>
                    <a:pt x="604" y="560"/>
                  </a:cubicBezTo>
                  <a:cubicBezTo>
                    <a:pt x="604" y="482"/>
                    <a:pt x="541" y="420"/>
                    <a:pt x="465" y="420"/>
                  </a:cubicBezTo>
                  <a:lnTo>
                    <a:pt x="276" y="420"/>
                  </a:lnTo>
                  <a:lnTo>
                    <a:pt x="276" y="276"/>
                  </a:lnTo>
                  <a:lnTo>
                    <a:pt x="492" y="276"/>
                  </a:lnTo>
                  <a:cubicBezTo>
                    <a:pt x="570" y="276"/>
                    <a:pt x="630" y="215"/>
                    <a:pt x="630" y="138"/>
                  </a:cubicBezTo>
                  <a:cubicBezTo>
                    <a:pt x="630" y="63"/>
                    <a:pt x="568" y="0"/>
                    <a:pt x="49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p28"/>
            <p:cNvSpPr/>
            <p:nvPr/>
          </p:nvSpPr>
          <p:spPr>
            <a:xfrm>
              <a:off x="4264520" y="2203379"/>
              <a:ext cx="35041" cy="39979"/>
            </a:xfrm>
            <a:custGeom>
              <a:rect b="b" l="l" r="r" t="t"/>
              <a:pathLst>
                <a:path extrusionOk="0" h="1126" w="987">
                  <a:moveTo>
                    <a:pt x="563" y="1"/>
                  </a:moveTo>
                  <a:cubicBezTo>
                    <a:pt x="252" y="1"/>
                    <a:pt x="0" y="254"/>
                    <a:pt x="0" y="563"/>
                  </a:cubicBezTo>
                  <a:cubicBezTo>
                    <a:pt x="0" y="874"/>
                    <a:pt x="254" y="1126"/>
                    <a:pt x="563" y="1126"/>
                  </a:cubicBezTo>
                  <a:cubicBezTo>
                    <a:pt x="688" y="1126"/>
                    <a:pt x="801" y="1084"/>
                    <a:pt x="888" y="1008"/>
                  </a:cubicBezTo>
                  <a:cubicBezTo>
                    <a:pt x="907" y="991"/>
                    <a:pt x="923" y="975"/>
                    <a:pt x="937" y="958"/>
                  </a:cubicBezTo>
                  <a:cubicBezTo>
                    <a:pt x="986" y="901"/>
                    <a:pt x="979" y="814"/>
                    <a:pt x="920" y="763"/>
                  </a:cubicBezTo>
                  <a:cubicBezTo>
                    <a:pt x="893" y="742"/>
                    <a:pt x="861" y="731"/>
                    <a:pt x="830" y="731"/>
                  </a:cubicBezTo>
                  <a:cubicBezTo>
                    <a:pt x="790" y="731"/>
                    <a:pt x="751" y="748"/>
                    <a:pt x="723" y="781"/>
                  </a:cubicBezTo>
                  <a:cubicBezTo>
                    <a:pt x="716" y="788"/>
                    <a:pt x="711" y="795"/>
                    <a:pt x="704" y="802"/>
                  </a:cubicBezTo>
                  <a:cubicBezTo>
                    <a:pt x="668" y="835"/>
                    <a:pt x="619" y="851"/>
                    <a:pt x="563" y="851"/>
                  </a:cubicBezTo>
                  <a:cubicBezTo>
                    <a:pt x="405" y="851"/>
                    <a:pt x="277" y="723"/>
                    <a:pt x="277" y="565"/>
                  </a:cubicBezTo>
                  <a:cubicBezTo>
                    <a:pt x="277" y="406"/>
                    <a:pt x="405" y="278"/>
                    <a:pt x="563" y="278"/>
                  </a:cubicBezTo>
                  <a:cubicBezTo>
                    <a:pt x="621" y="278"/>
                    <a:pt x="677" y="296"/>
                    <a:pt x="723" y="327"/>
                  </a:cubicBezTo>
                  <a:cubicBezTo>
                    <a:pt x="747" y="344"/>
                    <a:pt x="774" y="351"/>
                    <a:pt x="801" y="351"/>
                  </a:cubicBezTo>
                  <a:cubicBezTo>
                    <a:pt x="845" y="351"/>
                    <a:pt x="889" y="330"/>
                    <a:pt x="916" y="290"/>
                  </a:cubicBezTo>
                  <a:cubicBezTo>
                    <a:pt x="959" y="226"/>
                    <a:pt x="943" y="140"/>
                    <a:pt x="878" y="97"/>
                  </a:cubicBezTo>
                  <a:cubicBezTo>
                    <a:pt x="785" y="34"/>
                    <a:pt x="674" y="1"/>
                    <a:pt x="56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p28"/>
            <p:cNvSpPr/>
            <p:nvPr/>
          </p:nvSpPr>
          <p:spPr>
            <a:xfrm>
              <a:off x="4167666" y="2203308"/>
              <a:ext cx="32556" cy="40050"/>
            </a:xfrm>
            <a:custGeom>
              <a:rect b="b" l="l" r="r" t="t"/>
              <a:pathLst>
                <a:path extrusionOk="0" h="1128" w="917">
                  <a:moveTo>
                    <a:pt x="155" y="1"/>
                  </a:moveTo>
                  <a:cubicBezTo>
                    <a:pt x="140" y="1"/>
                    <a:pt x="125" y="3"/>
                    <a:pt x="111" y="8"/>
                  </a:cubicBezTo>
                  <a:cubicBezTo>
                    <a:pt x="39" y="34"/>
                    <a:pt x="0" y="113"/>
                    <a:pt x="24" y="185"/>
                  </a:cubicBezTo>
                  <a:lnTo>
                    <a:pt x="315" y="1024"/>
                  </a:lnTo>
                  <a:cubicBezTo>
                    <a:pt x="337" y="1086"/>
                    <a:pt x="399" y="1128"/>
                    <a:pt x="465" y="1128"/>
                  </a:cubicBezTo>
                  <a:lnTo>
                    <a:pt x="468" y="1128"/>
                  </a:lnTo>
                  <a:cubicBezTo>
                    <a:pt x="534" y="1128"/>
                    <a:pt x="594" y="1085"/>
                    <a:pt x="616" y="1020"/>
                  </a:cubicBezTo>
                  <a:lnTo>
                    <a:pt x="894" y="185"/>
                  </a:lnTo>
                  <a:cubicBezTo>
                    <a:pt x="917" y="115"/>
                    <a:pt x="878" y="36"/>
                    <a:pt x="803" y="11"/>
                  </a:cubicBezTo>
                  <a:cubicBezTo>
                    <a:pt x="788" y="6"/>
                    <a:pt x="774" y="4"/>
                    <a:pt x="759" y="4"/>
                  </a:cubicBezTo>
                  <a:cubicBezTo>
                    <a:pt x="701" y="4"/>
                    <a:pt x="647" y="40"/>
                    <a:pt x="627" y="99"/>
                  </a:cubicBezTo>
                  <a:lnTo>
                    <a:pt x="462" y="598"/>
                  </a:lnTo>
                  <a:lnTo>
                    <a:pt x="288" y="95"/>
                  </a:lnTo>
                  <a:cubicBezTo>
                    <a:pt x="267" y="37"/>
                    <a:pt x="213" y="1"/>
                    <a:pt x="15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28"/>
            <p:cNvSpPr/>
            <p:nvPr/>
          </p:nvSpPr>
          <p:spPr>
            <a:xfrm>
              <a:off x="4202282" y="2203415"/>
              <a:ext cx="40082" cy="40014"/>
            </a:xfrm>
            <a:custGeom>
              <a:rect b="b" l="l" r="r" t="t"/>
              <a:pathLst>
                <a:path extrusionOk="0" h="1127" w="1129">
                  <a:moveTo>
                    <a:pt x="565" y="277"/>
                  </a:moveTo>
                  <a:cubicBezTo>
                    <a:pt x="723" y="277"/>
                    <a:pt x="850" y="405"/>
                    <a:pt x="850" y="564"/>
                  </a:cubicBezTo>
                  <a:cubicBezTo>
                    <a:pt x="850" y="722"/>
                    <a:pt x="723" y="850"/>
                    <a:pt x="565" y="850"/>
                  </a:cubicBezTo>
                  <a:cubicBezTo>
                    <a:pt x="406" y="850"/>
                    <a:pt x="278" y="722"/>
                    <a:pt x="278" y="564"/>
                  </a:cubicBezTo>
                  <a:cubicBezTo>
                    <a:pt x="278" y="405"/>
                    <a:pt x="406" y="277"/>
                    <a:pt x="565" y="277"/>
                  </a:cubicBezTo>
                  <a:close/>
                  <a:moveTo>
                    <a:pt x="565" y="1"/>
                  </a:moveTo>
                  <a:cubicBezTo>
                    <a:pt x="253" y="1"/>
                    <a:pt x="1" y="254"/>
                    <a:pt x="1" y="564"/>
                  </a:cubicBezTo>
                  <a:cubicBezTo>
                    <a:pt x="1" y="874"/>
                    <a:pt x="255" y="1126"/>
                    <a:pt x="565" y="1126"/>
                  </a:cubicBezTo>
                  <a:cubicBezTo>
                    <a:pt x="874" y="1126"/>
                    <a:pt x="1127" y="873"/>
                    <a:pt x="1127" y="564"/>
                  </a:cubicBezTo>
                  <a:cubicBezTo>
                    <a:pt x="1129" y="253"/>
                    <a:pt x="876" y="1"/>
                    <a:pt x="56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28"/>
            <p:cNvSpPr/>
            <p:nvPr/>
          </p:nvSpPr>
          <p:spPr>
            <a:xfrm>
              <a:off x="4117074" y="2264907"/>
              <a:ext cx="205772" cy="30996"/>
            </a:xfrm>
            <a:custGeom>
              <a:rect b="b" l="l" r="r" t="t"/>
              <a:pathLst>
                <a:path extrusionOk="0" h="873" w="5796">
                  <a:moveTo>
                    <a:pt x="159" y="0"/>
                  </a:moveTo>
                  <a:cubicBezTo>
                    <a:pt x="69" y="0"/>
                    <a:pt x="0" y="71"/>
                    <a:pt x="0" y="158"/>
                  </a:cubicBezTo>
                  <a:lnTo>
                    <a:pt x="0" y="872"/>
                  </a:lnTo>
                  <a:lnTo>
                    <a:pt x="5795" y="872"/>
                  </a:lnTo>
                  <a:lnTo>
                    <a:pt x="5795" y="158"/>
                  </a:lnTo>
                  <a:cubicBezTo>
                    <a:pt x="5795" y="71"/>
                    <a:pt x="5725" y="0"/>
                    <a:pt x="563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28"/>
            <p:cNvSpPr/>
            <p:nvPr/>
          </p:nvSpPr>
          <p:spPr>
            <a:xfrm>
              <a:off x="4303645" y="2264836"/>
              <a:ext cx="19207" cy="30960"/>
            </a:xfrm>
            <a:custGeom>
              <a:rect b="b" l="l" r="r" t="t"/>
              <a:pathLst>
                <a:path extrusionOk="0" h="872" w="541">
                  <a:moveTo>
                    <a:pt x="1" y="1"/>
                  </a:moveTo>
                  <a:cubicBezTo>
                    <a:pt x="88" y="1"/>
                    <a:pt x="159" y="71"/>
                    <a:pt x="159" y="159"/>
                  </a:cubicBezTo>
                  <a:lnTo>
                    <a:pt x="159" y="871"/>
                  </a:lnTo>
                  <a:lnTo>
                    <a:pt x="540" y="871"/>
                  </a:lnTo>
                  <a:lnTo>
                    <a:pt x="540" y="159"/>
                  </a:lnTo>
                  <a:cubicBezTo>
                    <a:pt x="540" y="73"/>
                    <a:pt x="468" y="1"/>
                    <a:pt x="38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28"/>
            <p:cNvSpPr/>
            <p:nvPr/>
          </p:nvSpPr>
          <p:spPr>
            <a:xfrm>
              <a:off x="4117074" y="2295866"/>
              <a:ext cx="205772" cy="144399"/>
            </a:xfrm>
            <a:custGeom>
              <a:rect b="b" l="l" r="r" t="t"/>
              <a:pathLst>
                <a:path extrusionOk="0" h="4067" w="5796">
                  <a:moveTo>
                    <a:pt x="0" y="0"/>
                  </a:moveTo>
                  <a:lnTo>
                    <a:pt x="0" y="3909"/>
                  </a:lnTo>
                  <a:cubicBezTo>
                    <a:pt x="0" y="3996"/>
                    <a:pt x="69" y="4067"/>
                    <a:pt x="159" y="4067"/>
                  </a:cubicBezTo>
                  <a:lnTo>
                    <a:pt x="5637" y="4067"/>
                  </a:lnTo>
                  <a:cubicBezTo>
                    <a:pt x="5725" y="4067"/>
                    <a:pt x="5795" y="3996"/>
                    <a:pt x="5795" y="3909"/>
                  </a:cubicBezTo>
                  <a:lnTo>
                    <a:pt x="5795"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28"/>
            <p:cNvSpPr/>
            <p:nvPr/>
          </p:nvSpPr>
          <p:spPr>
            <a:xfrm>
              <a:off x="4303645" y="2295866"/>
              <a:ext cx="19207" cy="144399"/>
            </a:xfrm>
            <a:custGeom>
              <a:rect b="b" l="l" r="r" t="t"/>
              <a:pathLst>
                <a:path extrusionOk="0" h="4067" w="541">
                  <a:moveTo>
                    <a:pt x="159" y="0"/>
                  </a:moveTo>
                  <a:lnTo>
                    <a:pt x="159" y="3909"/>
                  </a:lnTo>
                  <a:cubicBezTo>
                    <a:pt x="159" y="3996"/>
                    <a:pt x="88" y="4067"/>
                    <a:pt x="1" y="4067"/>
                  </a:cubicBezTo>
                  <a:lnTo>
                    <a:pt x="382" y="4067"/>
                  </a:lnTo>
                  <a:cubicBezTo>
                    <a:pt x="470" y="4067"/>
                    <a:pt x="540" y="3996"/>
                    <a:pt x="540" y="3909"/>
                  </a:cubicBezTo>
                  <a:lnTo>
                    <a:pt x="54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28"/>
            <p:cNvSpPr/>
            <p:nvPr/>
          </p:nvSpPr>
          <p:spPr>
            <a:xfrm>
              <a:off x="4153181" y="2264836"/>
              <a:ext cx="9905" cy="175395"/>
            </a:xfrm>
            <a:custGeom>
              <a:rect b="b" l="l" r="r" t="t"/>
              <a:pathLst>
                <a:path extrusionOk="0" h="4940" w="279">
                  <a:moveTo>
                    <a:pt x="1" y="1"/>
                  </a:moveTo>
                  <a:lnTo>
                    <a:pt x="1" y="4939"/>
                  </a:lnTo>
                  <a:lnTo>
                    <a:pt x="278" y="4939"/>
                  </a:lnTo>
                  <a:lnTo>
                    <a:pt x="27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28"/>
            <p:cNvSpPr/>
            <p:nvPr/>
          </p:nvSpPr>
          <p:spPr>
            <a:xfrm>
              <a:off x="4286994" y="2386082"/>
              <a:ext cx="113572" cy="113580"/>
            </a:xfrm>
            <a:custGeom>
              <a:rect b="b" l="l" r="r" t="t"/>
              <a:pathLst>
                <a:path extrusionOk="0" h="3199" w="3199">
                  <a:moveTo>
                    <a:pt x="1599" y="1"/>
                  </a:moveTo>
                  <a:cubicBezTo>
                    <a:pt x="716" y="1"/>
                    <a:pt x="1" y="716"/>
                    <a:pt x="1" y="1599"/>
                  </a:cubicBezTo>
                  <a:cubicBezTo>
                    <a:pt x="1" y="2483"/>
                    <a:pt x="716" y="3198"/>
                    <a:pt x="1599" y="3198"/>
                  </a:cubicBezTo>
                  <a:cubicBezTo>
                    <a:pt x="2483" y="3198"/>
                    <a:pt x="3198" y="2483"/>
                    <a:pt x="3198" y="1599"/>
                  </a:cubicBezTo>
                  <a:cubicBezTo>
                    <a:pt x="3198" y="716"/>
                    <a:pt x="2483" y="1"/>
                    <a:pt x="15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28"/>
            <p:cNvSpPr/>
            <p:nvPr/>
          </p:nvSpPr>
          <p:spPr>
            <a:xfrm>
              <a:off x="4309433" y="2400070"/>
              <a:ext cx="68626" cy="85532"/>
            </a:xfrm>
            <a:custGeom>
              <a:rect b="b" l="l" r="r" t="t"/>
              <a:pathLst>
                <a:path extrusionOk="0" h="2409" w="1933">
                  <a:moveTo>
                    <a:pt x="966" y="1"/>
                  </a:moveTo>
                  <a:cubicBezTo>
                    <a:pt x="816" y="1"/>
                    <a:pt x="695" y="120"/>
                    <a:pt x="695" y="270"/>
                  </a:cubicBezTo>
                  <a:lnTo>
                    <a:pt x="695" y="1336"/>
                  </a:lnTo>
                  <a:lnTo>
                    <a:pt x="520" y="1102"/>
                  </a:lnTo>
                  <a:cubicBezTo>
                    <a:pt x="468" y="1030"/>
                    <a:pt x="385" y="994"/>
                    <a:pt x="304" y="994"/>
                  </a:cubicBezTo>
                  <a:cubicBezTo>
                    <a:pt x="248" y="994"/>
                    <a:pt x="190" y="1011"/>
                    <a:pt x="141" y="1047"/>
                  </a:cubicBezTo>
                  <a:cubicBezTo>
                    <a:pt x="23" y="1138"/>
                    <a:pt x="0" y="1306"/>
                    <a:pt x="88" y="1425"/>
                  </a:cubicBezTo>
                  <a:lnTo>
                    <a:pt x="741" y="2300"/>
                  </a:lnTo>
                  <a:cubicBezTo>
                    <a:pt x="792" y="2369"/>
                    <a:pt x="871" y="2408"/>
                    <a:pt x="954" y="2408"/>
                  </a:cubicBezTo>
                  <a:cubicBezTo>
                    <a:pt x="957" y="2408"/>
                    <a:pt x="960" y="2408"/>
                    <a:pt x="963" y="2408"/>
                  </a:cubicBezTo>
                  <a:cubicBezTo>
                    <a:pt x="1045" y="2408"/>
                    <a:pt x="1120" y="2369"/>
                    <a:pt x="1170" y="2305"/>
                  </a:cubicBezTo>
                  <a:lnTo>
                    <a:pt x="1842" y="1443"/>
                  </a:lnTo>
                  <a:cubicBezTo>
                    <a:pt x="1933" y="1326"/>
                    <a:pt x="1911" y="1155"/>
                    <a:pt x="1795" y="1063"/>
                  </a:cubicBezTo>
                  <a:cubicBezTo>
                    <a:pt x="1746" y="1024"/>
                    <a:pt x="1688" y="1006"/>
                    <a:pt x="1630" y="1006"/>
                  </a:cubicBezTo>
                  <a:cubicBezTo>
                    <a:pt x="1549" y="1006"/>
                    <a:pt x="1469" y="1042"/>
                    <a:pt x="1415" y="1110"/>
                  </a:cubicBezTo>
                  <a:lnTo>
                    <a:pt x="1235" y="1341"/>
                  </a:lnTo>
                  <a:lnTo>
                    <a:pt x="1235" y="270"/>
                  </a:lnTo>
                  <a:cubicBezTo>
                    <a:pt x="1235" y="120"/>
                    <a:pt x="1116" y="1"/>
                    <a:pt x="96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28"/>
            <p:cNvSpPr/>
            <p:nvPr/>
          </p:nvSpPr>
          <p:spPr>
            <a:xfrm>
              <a:off x="4338084" y="2400141"/>
              <a:ext cx="15195" cy="48287"/>
            </a:xfrm>
            <a:custGeom>
              <a:rect b="b" l="l" r="r" t="t"/>
              <a:pathLst>
                <a:path extrusionOk="0" h="1360" w="428">
                  <a:moveTo>
                    <a:pt x="162" y="0"/>
                  </a:moveTo>
                  <a:cubicBezTo>
                    <a:pt x="103" y="0"/>
                    <a:pt x="45" y="19"/>
                    <a:pt x="1" y="52"/>
                  </a:cubicBezTo>
                  <a:cubicBezTo>
                    <a:pt x="68" y="101"/>
                    <a:pt x="111" y="180"/>
                    <a:pt x="111" y="269"/>
                  </a:cubicBezTo>
                  <a:lnTo>
                    <a:pt x="111" y="1297"/>
                  </a:lnTo>
                  <a:cubicBezTo>
                    <a:pt x="111" y="1334"/>
                    <a:pt x="142" y="1359"/>
                    <a:pt x="174" y="1359"/>
                  </a:cubicBezTo>
                  <a:cubicBezTo>
                    <a:pt x="189" y="1359"/>
                    <a:pt x="205" y="1353"/>
                    <a:pt x="218" y="1340"/>
                  </a:cubicBezTo>
                  <a:lnTo>
                    <a:pt x="428" y="1124"/>
                  </a:lnTo>
                  <a:lnTo>
                    <a:pt x="428" y="277"/>
                  </a:lnTo>
                  <a:cubicBezTo>
                    <a:pt x="428" y="130"/>
                    <a:pt x="311" y="2"/>
                    <a:pt x="16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28"/>
            <p:cNvSpPr/>
            <p:nvPr/>
          </p:nvSpPr>
          <p:spPr>
            <a:xfrm>
              <a:off x="4337835" y="2435929"/>
              <a:ext cx="40224" cy="49707"/>
            </a:xfrm>
            <a:custGeom>
              <a:rect b="b" l="l" r="r" t="t"/>
              <a:pathLst>
                <a:path extrusionOk="0" h="1400" w="1133">
                  <a:moveTo>
                    <a:pt x="831" y="0"/>
                  </a:moveTo>
                  <a:cubicBezTo>
                    <a:pt x="774" y="0"/>
                    <a:pt x="718" y="18"/>
                    <a:pt x="671" y="51"/>
                  </a:cubicBezTo>
                  <a:cubicBezTo>
                    <a:pt x="672" y="53"/>
                    <a:pt x="677" y="56"/>
                    <a:pt x="678" y="57"/>
                  </a:cubicBezTo>
                  <a:cubicBezTo>
                    <a:pt x="795" y="146"/>
                    <a:pt x="816" y="318"/>
                    <a:pt x="726" y="434"/>
                  </a:cubicBezTo>
                  <a:lnTo>
                    <a:pt x="54" y="1296"/>
                  </a:lnTo>
                  <a:cubicBezTo>
                    <a:pt x="38" y="1316"/>
                    <a:pt x="21" y="1334"/>
                    <a:pt x="0" y="1348"/>
                  </a:cubicBezTo>
                  <a:cubicBezTo>
                    <a:pt x="44" y="1382"/>
                    <a:pt x="100" y="1400"/>
                    <a:pt x="154" y="1400"/>
                  </a:cubicBezTo>
                  <a:cubicBezTo>
                    <a:pt x="239" y="1400"/>
                    <a:pt x="318" y="1362"/>
                    <a:pt x="370" y="1296"/>
                  </a:cubicBezTo>
                  <a:lnTo>
                    <a:pt x="1042" y="434"/>
                  </a:lnTo>
                  <a:cubicBezTo>
                    <a:pt x="1133" y="316"/>
                    <a:pt x="1111" y="146"/>
                    <a:pt x="995" y="57"/>
                  </a:cubicBezTo>
                  <a:cubicBezTo>
                    <a:pt x="946" y="19"/>
                    <a:pt x="888" y="0"/>
                    <a:pt x="83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28"/>
            <p:cNvSpPr/>
            <p:nvPr/>
          </p:nvSpPr>
          <p:spPr>
            <a:xfrm>
              <a:off x="4311066" y="2390023"/>
              <a:ext cx="89502" cy="109639"/>
            </a:xfrm>
            <a:custGeom>
              <a:rect b="b" l="l" r="r" t="t"/>
              <a:pathLst>
                <a:path extrusionOk="0" h="3088" w="2521">
                  <a:moveTo>
                    <a:pt x="1510" y="0"/>
                  </a:moveTo>
                  <a:cubicBezTo>
                    <a:pt x="1920" y="290"/>
                    <a:pt x="2188" y="767"/>
                    <a:pt x="2188" y="1308"/>
                  </a:cubicBezTo>
                  <a:cubicBezTo>
                    <a:pt x="2188" y="2192"/>
                    <a:pt x="1473" y="2907"/>
                    <a:pt x="589" y="2907"/>
                  </a:cubicBezTo>
                  <a:cubicBezTo>
                    <a:pt x="380" y="2907"/>
                    <a:pt x="182" y="2868"/>
                    <a:pt x="0" y="2796"/>
                  </a:cubicBezTo>
                  <a:lnTo>
                    <a:pt x="0" y="2796"/>
                  </a:lnTo>
                  <a:cubicBezTo>
                    <a:pt x="261" y="2979"/>
                    <a:pt x="577" y="3087"/>
                    <a:pt x="921" y="3087"/>
                  </a:cubicBezTo>
                  <a:cubicBezTo>
                    <a:pt x="1805" y="3087"/>
                    <a:pt x="2520" y="2372"/>
                    <a:pt x="2520" y="1488"/>
                  </a:cubicBezTo>
                  <a:cubicBezTo>
                    <a:pt x="2520" y="813"/>
                    <a:pt x="2101" y="235"/>
                    <a:pt x="151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77" name="Google Shape;4977;p28"/>
          <p:cNvGrpSpPr/>
          <p:nvPr/>
        </p:nvGrpSpPr>
        <p:grpSpPr>
          <a:xfrm>
            <a:off x="3437569" y="2173804"/>
            <a:ext cx="326917" cy="324826"/>
            <a:chOff x="3437569" y="2173804"/>
            <a:chExt cx="326917" cy="324826"/>
          </a:xfrm>
        </p:grpSpPr>
        <p:sp>
          <p:nvSpPr>
            <p:cNvPr id="4978" name="Google Shape;4978;p28"/>
            <p:cNvSpPr/>
            <p:nvPr/>
          </p:nvSpPr>
          <p:spPr>
            <a:xfrm>
              <a:off x="3491570" y="2251309"/>
              <a:ext cx="144247" cy="93520"/>
            </a:xfrm>
            <a:custGeom>
              <a:rect b="b" l="l" r="r" t="t"/>
              <a:pathLst>
                <a:path extrusionOk="0" h="2634" w="4063">
                  <a:moveTo>
                    <a:pt x="508" y="0"/>
                  </a:moveTo>
                  <a:cubicBezTo>
                    <a:pt x="279" y="510"/>
                    <a:pt x="0" y="1107"/>
                    <a:pt x="121" y="1680"/>
                  </a:cubicBezTo>
                  <a:cubicBezTo>
                    <a:pt x="251" y="2298"/>
                    <a:pt x="728" y="2589"/>
                    <a:pt x="1318" y="2634"/>
                  </a:cubicBezTo>
                  <a:lnTo>
                    <a:pt x="2740" y="2634"/>
                  </a:lnTo>
                  <a:cubicBezTo>
                    <a:pt x="3330" y="2591"/>
                    <a:pt x="3811" y="2298"/>
                    <a:pt x="3937" y="1680"/>
                  </a:cubicBezTo>
                  <a:cubicBezTo>
                    <a:pt x="4063" y="1107"/>
                    <a:pt x="3785" y="510"/>
                    <a:pt x="355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28"/>
            <p:cNvSpPr/>
            <p:nvPr/>
          </p:nvSpPr>
          <p:spPr>
            <a:xfrm>
              <a:off x="3581785" y="2251309"/>
              <a:ext cx="54035" cy="93520"/>
            </a:xfrm>
            <a:custGeom>
              <a:rect b="b" l="l" r="r" t="t"/>
              <a:pathLst>
                <a:path extrusionOk="0" h="2634" w="1522">
                  <a:moveTo>
                    <a:pt x="546" y="0"/>
                  </a:moveTo>
                  <a:cubicBezTo>
                    <a:pt x="771" y="507"/>
                    <a:pt x="1055" y="1206"/>
                    <a:pt x="949" y="1716"/>
                  </a:cubicBezTo>
                  <a:cubicBezTo>
                    <a:pt x="838" y="2244"/>
                    <a:pt x="473" y="2533"/>
                    <a:pt x="1" y="2634"/>
                  </a:cubicBezTo>
                  <a:lnTo>
                    <a:pt x="202" y="2634"/>
                  </a:lnTo>
                  <a:cubicBezTo>
                    <a:pt x="792" y="2589"/>
                    <a:pt x="1271" y="2298"/>
                    <a:pt x="1401" y="1680"/>
                  </a:cubicBezTo>
                  <a:cubicBezTo>
                    <a:pt x="1522" y="1107"/>
                    <a:pt x="1244" y="510"/>
                    <a:pt x="101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28"/>
            <p:cNvSpPr/>
            <p:nvPr/>
          </p:nvSpPr>
          <p:spPr>
            <a:xfrm>
              <a:off x="3509144" y="2207817"/>
              <a:ext cx="109206" cy="111308"/>
            </a:xfrm>
            <a:custGeom>
              <a:rect b="b" l="l" r="r" t="t"/>
              <a:pathLst>
                <a:path extrusionOk="0" h="3135" w="3076">
                  <a:moveTo>
                    <a:pt x="1539" y="1"/>
                  </a:moveTo>
                  <a:lnTo>
                    <a:pt x="0" y="1015"/>
                  </a:lnTo>
                  <a:lnTo>
                    <a:pt x="0" y="1597"/>
                  </a:lnTo>
                  <a:cubicBezTo>
                    <a:pt x="0" y="2446"/>
                    <a:pt x="690" y="3135"/>
                    <a:pt x="1539" y="3135"/>
                  </a:cubicBezTo>
                  <a:cubicBezTo>
                    <a:pt x="2388" y="3135"/>
                    <a:pt x="3076" y="2446"/>
                    <a:pt x="3076" y="1597"/>
                  </a:cubicBezTo>
                  <a:lnTo>
                    <a:pt x="3076" y="1015"/>
                  </a:lnTo>
                  <a:lnTo>
                    <a:pt x="1539"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28"/>
            <p:cNvSpPr/>
            <p:nvPr/>
          </p:nvSpPr>
          <p:spPr>
            <a:xfrm>
              <a:off x="3489475" y="2237924"/>
              <a:ext cx="20982" cy="29398"/>
            </a:xfrm>
            <a:custGeom>
              <a:rect b="b" l="l" r="r" t="t"/>
              <a:pathLst>
                <a:path extrusionOk="0" h="828" w="591">
                  <a:moveTo>
                    <a:pt x="413" y="0"/>
                  </a:moveTo>
                  <a:cubicBezTo>
                    <a:pt x="186" y="0"/>
                    <a:pt x="0" y="186"/>
                    <a:pt x="0" y="413"/>
                  </a:cubicBezTo>
                  <a:cubicBezTo>
                    <a:pt x="0" y="642"/>
                    <a:pt x="186" y="828"/>
                    <a:pt x="413" y="828"/>
                  </a:cubicBezTo>
                  <a:lnTo>
                    <a:pt x="590" y="828"/>
                  </a:lnTo>
                  <a:lnTo>
                    <a:pt x="59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28"/>
            <p:cNvSpPr/>
            <p:nvPr/>
          </p:nvSpPr>
          <p:spPr>
            <a:xfrm>
              <a:off x="3617004" y="2237924"/>
              <a:ext cx="20982" cy="29398"/>
            </a:xfrm>
            <a:custGeom>
              <a:rect b="b" l="l" r="r" t="t"/>
              <a:pathLst>
                <a:path extrusionOk="0" h="828" w="591">
                  <a:moveTo>
                    <a:pt x="0" y="0"/>
                  </a:moveTo>
                  <a:lnTo>
                    <a:pt x="0" y="828"/>
                  </a:lnTo>
                  <a:lnTo>
                    <a:pt x="177" y="828"/>
                  </a:lnTo>
                  <a:cubicBezTo>
                    <a:pt x="404" y="828"/>
                    <a:pt x="590" y="642"/>
                    <a:pt x="590" y="413"/>
                  </a:cubicBezTo>
                  <a:cubicBezTo>
                    <a:pt x="590" y="186"/>
                    <a:pt x="404" y="0"/>
                    <a:pt x="17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28"/>
            <p:cNvSpPr/>
            <p:nvPr/>
          </p:nvSpPr>
          <p:spPr>
            <a:xfrm>
              <a:off x="3617040" y="2238386"/>
              <a:ext cx="20982" cy="28937"/>
            </a:xfrm>
            <a:custGeom>
              <a:rect b="b" l="l" r="r" t="t"/>
              <a:pathLst>
                <a:path extrusionOk="0" h="815" w="591">
                  <a:moveTo>
                    <a:pt x="281" y="0"/>
                  </a:moveTo>
                  <a:lnTo>
                    <a:pt x="281" y="0"/>
                  </a:lnTo>
                  <a:cubicBezTo>
                    <a:pt x="310" y="55"/>
                    <a:pt x="327" y="118"/>
                    <a:pt x="327" y="187"/>
                  </a:cubicBezTo>
                  <a:cubicBezTo>
                    <a:pt x="327" y="385"/>
                    <a:pt x="188" y="551"/>
                    <a:pt x="1" y="592"/>
                  </a:cubicBezTo>
                  <a:lnTo>
                    <a:pt x="1" y="815"/>
                  </a:lnTo>
                  <a:lnTo>
                    <a:pt x="178" y="815"/>
                  </a:lnTo>
                  <a:cubicBezTo>
                    <a:pt x="406" y="815"/>
                    <a:pt x="591" y="629"/>
                    <a:pt x="591" y="400"/>
                  </a:cubicBezTo>
                  <a:cubicBezTo>
                    <a:pt x="591" y="288"/>
                    <a:pt x="545" y="183"/>
                    <a:pt x="471" y="108"/>
                  </a:cubicBezTo>
                  <a:cubicBezTo>
                    <a:pt x="418" y="58"/>
                    <a:pt x="353" y="19"/>
                    <a:pt x="28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28"/>
            <p:cNvSpPr/>
            <p:nvPr/>
          </p:nvSpPr>
          <p:spPr>
            <a:xfrm>
              <a:off x="3536056" y="2252268"/>
              <a:ext cx="9941" cy="16439"/>
            </a:xfrm>
            <a:custGeom>
              <a:rect b="b" l="l" r="r" t="t"/>
              <a:pathLst>
                <a:path extrusionOk="0" h="463" w="280">
                  <a:moveTo>
                    <a:pt x="140" y="1"/>
                  </a:moveTo>
                  <a:cubicBezTo>
                    <a:pt x="64" y="1"/>
                    <a:pt x="1" y="61"/>
                    <a:pt x="1" y="139"/>
                  </a:cubicBezTo>
                  <a:lnTo>
                    <a:pt x="1" y="324"/>
                  </a:lnTo>
                  <a:cubicBezTo>
                    <a:pt x="1" y="401"/>
                    <a:pt x="63" y="463"/>
                    <a:pt x="140" y="463"/>
                  </a:cubicBezTo>
                  <a:cubicBezTo>
                    <a:pt x="217" y="463"/>
                    <a:pt x="280" y="401"/>
                    <a:pt x="278" y="324"/>
                  </a:cubicBezTo>
                  <a:lnTo>
                    <a:pt x="278" y="139"/>
                  </a:lnTo>
                  <a:cubicBezTo>
                    <a:pt x="278" y="64"/>
                    <a:pt x="215" y="1"/>
                    <a:pt x="1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28"/>
            <p:cNvSpPr/>
            <p:nvPr/>
          </p:nvSpPr>
          <p:spPr>
            <a:xfrm>
              <a:off x="3583737" y="2252268"/>
              <a:ext cx="9834" cy="16439"/>
            </a:xfrm>
            <a:custGeom>
              <a:rect b="b" l="l" r="r" t="t"/>
              <a:pathLst>
                <a:path extrusionOk="0" h="463" w="277">
                  <a:moveTo>
                    <a:pt x="138" y="1"/>
                  </a:moveTo>
                  <a:cubicBezTo>
                    <a:pt x="64" y="1"/>
                    <a:pt x="0" y="61"/>
                    <a:pt x="0" y="139"/>
                  </a:cubicBezTo>
                  <a:lnTo>
                    <a:pt x="0" y="324"/>
                  </a:lnTo>
                  <a:cubicBezTo>
                    <a:pt x="0" y="401"/>
                    <a:pt x="61" y="463"/>
                    <a:pt x="138" y="463"/>
                  </a:cubicBezTo>
                  <a:cubicBezTo>
                    <a:pt x="215" y="463"/>
                    <a:pt x="277" y="401"/>
                    <a:pt x="277" y="324"/>
                  </a:cubicBezTo>
                  <a:lnTo>
                    <a:pt x="277" y="139"/>
                  </a:lnTo>
                  <a:cubicBezTo>
                    <a:pt x="277" y="64"/>
                    <a:pt x="215"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28"/>
            <p:cNvSpPr/>
            <p:nvPr/>
          </p:nvSpPr>
          <p:spPr>
            <a:xfrm>
              <a:off x="3555689" y="2236398"/>
              <a:ext cx="62662" cy="82727"/>
            </a:xfrm>
            <a:custGeom>
              <a:rect b="b" l="l" r="r" t="t"/>
              <a:pathLst>
                <a:path extrusionOk="0" h="2330" w="1765">
                  <a:moveTo>
                    <a:pt x="1311" y="0"/>
                  </a:moveTo>
                  <a:lnTo>
                    <a:pt x="1311" y="792"/>
                  </a:lnTo>
                  <a:cubicBezTo>
                    <a:pt x="1311" y="1563"/>
                    <a:pt x="743" y="2203"/>
                    <a:pt x="0" y="2313"/>
                  </a:cubicBezTo>
                  <a:cubicBezTo>
                    <a:pt x="74" y="2324"/>
                    <a:pt x="150" y="2330"/>
                    <a:pt x="228" y="2330"/>
                  </a:cubicBezTo>
                  <a:cubicBezTo>
                    <a:pt x="1077" y="2330"/>
                    <a:pt x="1765" y="1641"/>
                    <a:pt x="1765" y="792"/>
                  </a:cubicBezTo>
                  <a:lnTo>
                    <a:pt x="1765" y="210"/>
                  </a:lnTo>
                  <a:lnTo>
                    <a:pt x="131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28"/>
            <p:cNvSpPr/>
            <p:nvPr/>
          </p:nvSpPr>
          <p:spPr>
            <a:xfrm>
              <a:off x="3509144" y="2173804"/>
              <a:ext cx="109206" cy="71259"/>
            </a:xfrm>
            <a:custGeom>
              <a:rect b="b" l="l" r="r" t="t"/>
              <a:pathLst>
                <a:path extrusionOk="0" h="2007" w="3076">
                  <a:moveTo>
                    <a:pt x="1539" y="0"/>
                  </a:moveTo>
                  <a:cubicBezTo>
                    <a:pt x="690" y="0"/>
                    <a:pt x="0" y="690"/>
                    <a:pt x="0" y="1539"/>
                  </a:cubicBezTo>
                  <a:lnTo>
                    <a:pt x="0" y="2006"/>
                  </a:lnTo>
                  <a:cubicBezTo>
                    <a:pt x="0" y="2006"/>
                    <a:pt x="1" y="2006"/>
                    <a:pt x="2" y="2006"/>
                  </a:cubicBezTo>
                  <a:cubicBezTo>
                    <a:pt x="45" y="2006"/>
                    <a:pt x="1008" y="1998"/>
                    <a:pt x="1539" y="1262"/>
                  </a:cubicBezTo>
                  <a:cubicBezTo>
                    <a:pt x="2068" y="1998"/>
                    <a:pt x="3031" y="2006"/>
                    <a:pt x="3074" y="2006"/>
                  </a:cubicBezTo>
                  <a:cubicBezTo>
                    <a:pt x="3075" y="2006"/>
                    <a:pt x="3076" y="2006"/>
                    <a:pt x="3076" y="2006"/>
                  </a:cubicBezTo>
                  <a:lnTo>
                    <a:pt x="3076" y="1539"/>
                  </a:lnTo>
                  <a:cubicBezTo>
                    <a:pt x="3076" y="688"/>
                    <a:pt x="2388" y="0"/>
                    <a:pt x="153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28"/>
            <p:cNvSpPr/>
            <p:nvPr/>
          </p:nvSpPr>
          <p:spPr>
            <a:xfrm>
              <a:off x="3560944" y="2173804"/>
              <a:ext cx="57408" cy="71259"/>
            </a:xfrm>
            <a:custGeom>
              <a:rect b="b" l="l" r="r" t="t"/>
              <a:pathLst>
                <a:path extrusionOk="0" h="2007" w="1617">
                  <a:moveTo>
                    <a:pt x="80" y="0"/>
                  </a:moveTo>
                  <a:cubicBezTo>
                    <a:pt x="52" y="0"/>
                    <a:pt x="26" y="0"/>
                    <a:pt x="1" y="2"/>
                  </a:cubicBezTo>
                  <a:cubicBezTo>
                    <a:pt x="670" y="169"/>
                    <a:pt x="1163" y="776"/>
                    <a:pt x="1163" y="1496"/>
                  </a:cubicBezTo>
                  <a:lnTo>
                    <a:pt x="1163" y="1946"/>
                  </a:lnTo>
                  <a:cubicBezTo>
                    <a:pt x="1414" y="2005"/>
                    <a:pt x="1599" y="2006"/>
                    <a:pt x="1615" y="2006"/>
                  </a:cubicBezTo>
                  <a:cubicBezTo>
                    <a:pt x="1616" y="2006"/>
                    <a:pt x="1617" y="2006"/>
                    <a:pt x="1617" y="2006"/>
                  </a:cubicBezTo>
                  <a:lnTo>
                    <a:pt x="1617" y="1539"/>
                  </a:lnTo>
                  <a:cubicBezTo>
                    <a:pt x="1617" y="688"/>
                    <a:pt x="929" y="0"/>
                    <a:pt x="8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28"/>
            <p:cNvSpPr/>
            <p:nvPr/>
          </p:nvSpPr>
          <p:spPr>
            <a:xfrm>
              <a:off x="3691384" y="2398046"/>
              <a:ext cx="61526" cy="70832"/>
            </a:xfrm>
            <a:custGeom>
              <a:rect b="b" l="l" r="r" t="t"/>
              <a:pathLst>
                <a:path extrusionOk="0" h="1995" w="1733">
                  <a:moveTo>
                    <a:pt x="100" y="0"/>
                  </a:moveTo>
                  <a:cubicBezTo>
                    <a:pt x="46" y="0"/>
                    <a:pt x="0" y="46"/>
                    <a:pt x="6" y="104"/>
                  </a:cubicBezTo>
                  <a:lnTo>
                    <a:pt x="176" y="1995"/>
                  </a:lnTo>
                  <a:lnTo>
                    <a:pt x="1559" y="1995"/>
                  </a:lnTo>
                  <a:lnTo>
                    <a:pt x="1727" y="104"/>
                  </a:lnTo>
                  <a:cubicBezTo>
                    <a:pt x="1733" y="48"/>
                    <a:pt x="1688" y="0"/>
                    <a:pt x="163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28"/>
            <p:cNvSpPr/>
            <p:nvPr/>
          </p:nvSpPr>
          <p:spPr>
            <a:xfrm>
              <a:off x="3732391" y="2398046"/>
              <a:ext cx="20591" cy="70832"/>
            </a:xfrm>
            <a:custGeom>
              <a:rect b="b" l="l" r="r" t="t"/>
              <a:pathLst>
                <a:path extrusionOk="0" h="1995" w="580">
                  <a:moveTo>
                    <a:pt x="74" y="0"/>
                  </a:moveTo>
                  <a:cubicBezTo>
                    <a:pt x="130" y="0"/>
                    <a:pt x="175" y="48"/>
                    <a:pt x="169" y="104"/>
                  </a:cubicBezTo>
                  <a:lnTo>
                    <a:pt x="1" y="1995"/>
                  </a:lnTo>
                  <a:lnTo>
                    <a:pt x="405" y="1995"/>
                  </a:lnTo>
                  <a:lnTo>
                    <a:pt x="575" y="104"/>
                  </a:lnTo>
                  <a:cubicBezTo>
                    <a:pt x="579" y="46"/>
                    <a:pt x="535" y="0"/>
                    <a:pt x="47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28"/>
            <p:cNvSpPr/>
            <p:nvPr/>
          </p:nvSpPr>
          <p:spPr>
            <a:xfrm>
              <a:off x="3693266" y="2420094"/>
              <a:ext cx="57869" cy="26345"/>
            </a:xfrm>
            <a:custGeom>
              <a:rect b="b" l="l" r="r" t="t"/>
              <a:pathLst>
                <a:path extrusionOk="0" h="742" w="1630">
                  <a:moveTo>
                    <a:pt x="1" y="1"/>
                  </a:moveTo>
                  <a:lnTo>
                    <a:pt x="67" y="742"/>
                  </a:lnTo>
                  <a:lnTo>
                    <a:pt x="1563" y="742"/>
                  </a:lnTo>
                  <a:lnTo>
                    <a:pt x="1630"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28"/>
            <p:cNvSpPr/>
            <p:nvPr/>
          </p:nvSpPr>
          <p:spPr>
            <a:xfrm>
              <a:off x="3734415" y="2420094"/>
              <a:ext cx="16722" cy="26345"/>
            </a:xfrm>
            <a:custGeom>
              <a:rect b="b" l="l" r="r" t="t"/>
              <a:pathLst>
                <a:path extrusionOk="0" h="742" w="471">
                  <a:moveTo>
                    <a:pt x="66" y="1"/>
                  </a:moveTo>
                  <a:lnTo>
                    <a:pt x="0" y="742"/>
                  </a:lnTo>
                  <a:lnTo>
                    <a:pt x="404" y="742"/>
                  </a:lnTo>
                  <a:lnTo>
                    <a:pt x="47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28"/>
            <p:cNvSpPr/>
            <p:nvPr/>
          </p:nvSpPr>
          <p:spPr>
            <a:xfrm>
              <a:off x="3549760" y="2277369"/>
              <a:ext cx="27976" cy="14024"/>
            </a:xfrm>
            <a:custGeom>
              <a:rect b="b" l="l" r="r" t="t"/>
              <a:pathLst>
                <a:path extrusionOk="0" h="395" w="788">
                  <a:moveTo>
                    <a:pt x="630" y="1"/>
                  </a:moveTo>
                  <a:cubicBezTo>
                    <a:pt x="589" y="1"/>
                    <a:pt x="549" y="19"/>
                    <a:pt x="521" y="54"/>
                  </a:cubicBezTo>
                  <a:cubicBezTo>
                    <a:pt x="490" y="92"/>
                    <a:pt x="442" y="115"/>
                    <a:pt x="392" y="115"/>
                  </a:cubicBezTo>
                  <a:cubicBezTo>
                    <a:pt x="343" y="115"/>
                    <a:pt x="297" y="94"/>
                    <a:pt x="265" y="55"/>
                  </a:cubicBezTo>
                  <a:cubicBezTo>
                    <a:pt x="237" y="21"/>
                    <a:pt x="197" y="4"/>
                    <a:pt x="156" y="4"/>
                  </a:cubicBezTo>
                  <a:cubicBezTo>
                    <a:pt x="125" y="4"/>
                    <a:pt x="94" y="14"/>
                    <a:pt x="68" y="35"/>
                  </a:cubicBezTo>
                  <a:cubicBezTo>
                    <a:pt x="9" y="84"/>
                    <a:pt x="0" y="172"/>
                    <a:pt x="49" y="231"/>
                  </a:cubicBezTo>
                  <a:cubicBezTo>
                    <a:pt x="133" y="336"/>
                    <a:pt x="258" y="395"/>
                    <a:pt x="392" y="395"/>
                  </a:cubicBezTo>
                  <a:cubicBezTo>
                    <a:pt x="528" y="395"/>
                    <a:pt x="655" y="334"/>
                    <a:pt x="739" y="228"/>
                  </a:cubicBezTo>
                  <a:cubicBezTo>
                    <a:pt x="788" y="166"/>
                    <a:pt x="777" y="79"/>
                    <a:pt x="718" y="32"/>
                  </a:cubicBezTo>
                  <a:cubicBezTo>
                    <a:pt x="692" y="11"/>
                    <a:pt x="661" y="1"/>
                    <a:pt x="6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28"/>
            <p:cNvSpPr/>
            <p:nvPr/>
          </p:nvSpPr>
          <p:spPr>
            <a:xfrm>
              <a:off x="3468563" y="2309819"/>
              <a:ext cx="190293" cy="130729"/>
            </a:xfrm>
            <a:custGeom>
              <a:rect b="b" l="l" r="r" t="t"/>
              <a:pathLst>
                <a:path extrusionOk="0" h="3682" w="5360">
                  <a:moveTo>
                    <a:pt x="209" y="0"/>
                  </a:moveTo>
                  <a:cubicBezTo>
                    <a:pt x="94" y="0"/>
                    <a:pt x="1" y="94"/>
                    <a:pt x="1" y="209"/>
                  </a:cubicBezTo>
                  <a:lnTo>
                    <a:pt x="1" y="3472"/>
                  </a:lnTo>
                  <a:cubicBezTo>
                    <a:pt x="1" y="3588"/>
                    <a:pt x="94" y="3681"/>
                    <a:pt x="209" y="3681"/>
                  </a:cubicBezTo>
                  <a:lnTo>
                    <a:pt x="5151" y="3681"/>
                  </a:lnTo>
                  <a:cubicBezTo>
                    <a:pt x="5266" y="3681"/>
                    <a:pt x="5360" y="3588"/>
                    <a:pt x="5360" y="3472"/>
                  </a:cubicBezTo>
                  <a:lnTo>
                    <a:pt x="5360" y="209"/>
                  </a:lnTo>
                  <a:cubicBezTo>
                    <a:pt x="5360" y="94"/>
                    <a:pt x="5266" y="0"/>
                    <a:pt x="515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28"/>
            <p:cNvSpPr/>
            <p:nvPr/>
          </p:nvSpPr>
          <p:spPr>
            <a:xfrm>
              <a:off x="3637667" y="2309819"/>
              <a:ext cx="21195" cy="130729"/>
            </a:xfrm>
            <a:custGeom>
              <a:rect b="b" l="l" r="r" t="t"/>
              <a:pathLst>
                <a:path extrusionOk="0" h="3682" w="597">
                  <a:moveTo>
                    <a:pt x="1" y="0"/>
                  </a:moveTo>
                  <a:cubicBezTo>
                    <a:pt x="116" y="0"/>
                    <a:pt x="210" y="94"/>
                    <a:pt x="210" y="209"/>
                  </a:cubicBezTo>
                  <a:lnTo>
                    <a:pt x="210" y="3472"/>
                  </a:lnTo>
                  <a:cubicBezTo>
                    <a:pt x="210" y="3588"/>
                    <a:pt x="116" y="3681"/>
                    <a:pt x="1" y="3681"/>
                  </a:cubicBezTo>
                  <a:lnTo>
                    <a:pt x="388" y="3681"/>
                  </a:lnTo>
                  <a:cubicBezTo>
                    <a:pt x="503" y="3681"/>
                    <a:pt x="597" y="3588"/>
                    <a:pt x="597" y="3472"/>
                  </a:cubicBezTo>
                  <a:lnTo>
                    <a:pt x="597" y="209"/>
                  </a:lnTo>
                  <a:cubicBezTo>
                    <a:pt x="597" y="94"/>
                    <a:pt x="503" y="0"/>
                    <a:pt x="38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28"/>
            <p:cNvSpPr/>
            <p:nvPr/>
          </p:nvSpPr>
          <p:spPr>
            <a:xfrm>
              <a:off x="3540849" y="2352247"/>
              <a:ext cx="45763" cy="45766"/>
            </a:xfrm>
            <a:custGeom>
              <a:rect b="b" l="l" r="r" t="t"/>
              <a:pathLst>
                <a:path extrusionOk="0" h="1289" w="1289">
                  <a:moveTo>
                    <a:pt x="646" y="1"/>
                  </a:moveTo>
                  <a:cubicBezTo>
                    <a:pt x="289" y="1"/>
                    <a:pt x="1" y="290"/>
                    <a:pt x="1" y="646"/>
                  </a:cubicBezTo>
                  <a:cubicBezTo>
                    <a:pt x="1" y="1001"/>
                    <a:pt x="289" y="1289"/>
                    <a:pt x="646" y="1289"/>
                  </a:cubicBezTo>
                  <a:cubicBezTo>
                    <a:pt x="1001" y="1289"/>
                    <a:pt x="1289" y="1001"/>
                    <a:pt x="1289" y="646"/>
                  </a:cubicBezTo>
                  <a:cubicBezTo>
                    <a:pt x="1289" y="290"/>
                    <a:pt x="1001" y="1"/>
                    <a:pt x="64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28"/>
            <p:cNvSpPr/>
            <p:nvPr/>
          </p:nvSpPr>
          <p:spPr>
            <a:xfrm>
              <a:off x="3544186" y="2353347"/>
              <a:ext cx="42390" cy="44736"/>
            </a:xfrm>
            <a:custGeom>
              <a:rect b="b" l="l" r="r" t="t"/>
              <a:pathLst>
                <a:path extrusionOk="0" h="1260" w="1194">
                  <a:moveTo>
                    <a:pt x="740" y="0"/>
                  </a:moveTo>
                  <a:cubicBezTo>
                    <a:pt x="801" y="98"/>
                    <a:pt x="835" y="213"/>
                    <a:pt x="835" y="335"/>
                  </a:cubicBezTo>
                  <a:cubicBezTo>
                    <a:pt x="835" y="692"/>
                    <a:pt x="547" y="980"/>
                    <a:pt x="192" y="980"/>
                  </a:cubicBezTo>
                  <a:cubicBezTo>
                    <a:pt x="124" y="980"/>
                    <a:pt x="59" y="969"/>
                    <a:pt x="0" y="951"/>
                  </a:cubicBezTo>
                  <a:lnTo>
                    <a:pt x="0" y="951"/>
                  </a:lnTo>
                  <a:cubicBezTo>
                    <a:pt x="114" y="1135"/>
                    <a:pt x="317" y="1259"/>
                    <a:pt x="549" y="1259"/>
                  </a:cubicBezTo>
                  <a:cubicBezTo>
                    <a:pt x="906" y="1259"/>
                    <a:pt x="1193" y="971"/>
                    <a:pt x="1193" y="615"/>
                  </a:cubicBezTo>
                  <a:cubicBezTo>
                    <a:pt x="1193" y="325"/>
                    <a:pt x="1002" y="81"/>
                    <a:pt x="74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28"/>
            <p:cNvSpPr/>
            <p:nvPr/>
          </p:nvSpPr>
          <p:spPr>
            <a:xfrm>
              <a:off x="3452161" y="2439231"/>
              <a:ext cx="223169" cy="28333"/>
            </a:xfrm>
            <a:custGeom>
              <a:rect b="b" l="l" r="r" t="t"/>
              <a:pathLst>
                <a:path extrusionOk="0" h="798" w="6286">
                  <a:moveTo>
                    <a:pt x="181" y="0"/>
                  </a:moveTo>
                  <a:cubicBezTo>
                    <a:pt x="81" y="0"/>
                    <a:pt x="1" y="81"/>
                    <a:pt x="1" y="180"/>
                  </a:cubicBezTo>
                  <a:lnTo>
                    <a:pt x="1" y="511"/>
                  </a:lnTo>
                  <a:cubicBezTo>
                    <a:pt x="1" y="669"/>
                    <a:pt x="129" y="797"/>
                    <a:pt x="287" y="797"/>
                  </a:cubicBezTo>
                  <a:lnTo>
                    <a:pt x="5997" y="797"/>
                  </a:lnTo>
                  <a:cubicBezTo>
                    <a:pt x="6156" y="797"/>
                    <a:pt x="6285" y="668"/>
                    <a:pt x="6285" y="511"/>
                  </a:cubicBezTo>
                  <a:lnTo>
                    <a:pt x="6285" y="180"/>
                  </a:lnTo>
                  <a:cubicBezTo>
                    <a:pt x="6285" y="81"/>
                    <a:pt x="6204" y="0"/>
                    <a:pt x="610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28"/>
            <p:cNvSpPr/>
            <p:nvPr/>
          </p:nvSpPr>
          <p:spPr>
            <a:xfrm>
              <a:off x="3651372" y="2439160"/>
              <a:ext cx="23893" cy="28297"/>
            </a:xfrm>
            <a:custGeom>
              <a:rect b="b" l="l" r="r" t="t"/>
              <a:pathLst>
                <a:path extrusionOk="0" h="797" w="673">
                  <a:moveTo>
                    <a:pt x="109" y="1"/>
                  </a:moveTo>
                  <a:cubicBezTo>
                    <a:pt x="206" y="1"/>
                    <a:pt x="288" y="81"/>
                    <a:pt x="288" y="181"/>
                  </a:cubicBezTo>
                  <a:lnTo>
                    <a:pt x="288" y="512"/>
                  </a:lnTo>
                  <a:cubicBezTo>
                    <a:pt x="288" y="668"/>
                    <a:pt x="159" y="796"/>
                    <a:pt x="1" y="796"/>
                  </a:cubicBezTo>
                  <a:lnTo>
                    <a:pt x="386" y="796"/>
                  </a:lnTo>
                  <a:cubicBezTo>
                    <a:pt x="545" y="796"/>
                    <a:pt x="673" y="670"/>
                    <a:pt x="673" y="512"/>
                  </a:cubicBezTo>
                  <a:lnTo>
                    <a:pt x="673" y="181"/>
                  </a:lnTo>
                  <a:cubicBezTo>
                    <a:pt x="673" y="81"/>
                    <a:pt x="593" y="1"/>
                    <a:pt x="49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28"/>
            <p:cNvSpPr/>
            <p:nvPr/>
          </p:nvSpPr>
          <p:spPr>
            <a:xfrm>
              <a:off x="3437569" y="2466249"/>
              <a:ext cx="326907" cy="32381"/>
            </a:xfrm>
            <a:custGeom>
              <a:rect b="b" l="l" r="r" t="t"/>
              <a:pathLst>
                <a:path extrusionOk="0" h="912" w="9208">
                  <a:moveTo>
                    <a:pt x="124" y="0"/>
                  </a:moveTo>
                  <a:cubicBezTo>
                    <a:pt x="55" y="0"/>
                    <a:pt x="0" y="55"/>
                    <a:pt x="0" y="124"/>
                  </a:cubicBezTo>
                  <a:lnTo>
                    <a:pt x="0" y="787"/>
                  </a:lnTo>
                  <a:cubicBezTo>
                    <a:pt x="0" y="855"/>
                    <a:pt x="55" y="911"/>
                    <a:pt x="124" y="911"/>
                  </a:cubicBezTo>
                  <a:lnTo>
                    <a:pt x="9083" y="911"/>
                  </a:lnTo>
                  <a:cubicBezTo>
                    <a:pt x="9152" y="911"/>
                    <a:pt x="9207" y="857"/>
                    <a:pt x="9207" y="787"/>
                  </a:cubicBezTo>
                  <a:lnTo>
                    <a:pt x="9207" y="124"/>
                  </a:lnTo>
                  <a:cubicBezTo>
                    <a:pt x="9207" y="55"/>
                    <a:pt x="9152" y="0"/>
                    <a:pt x="9083"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28"/>
            <p:cNvSpPr/>
            <p:nvPr/>
          </p:nvSpPr>
          <p:spPr>
            <a:xfrm>
              <a:off x="3746806" y="2466107"/>
              <a:ext cx="17680" cy="32523"/>
            </a:xfrm>
            <a:custGeom>
              <a:rect b="b" l="l" r="r" t="t"/>
              <a:pathLst>
                <a:path extrusionOk="0" h="916" w="498">
                  <a:moveTo>
                    <a:pt x="1" y="0"/>
                  </a:moveTo>
                  <a:cubicBezTo>
                    <a:pt x="71" y="0"/>
                    <a:pt x="127" y="58"/>
                    <a:pt x="127" y="127"/>
                  </a:cubicBezTo>
                  <a:lnTo>
                    <a:pt x="127" y="790"/>
                  </a:lnTo>
                  <a:cubicBezTo>
                    <a:pt x="127" y="859"/>
                    <a:pt x="70" y="915"/>
                    <a:pt x="1" y="915"/>
                  </a:cubicBezTo>
                  <a:lnTo>
                    <a:pt x="372" y="915"/>
                  </a:lnTo>
                  <a:cubicBezTo>
                    <a:pt x="441" y="915"/>
                    <a:pt x="497" y="858"/>
                    <a:pt x="497" y="790"/>
                  </a:cubicBezTo>
                  <a:lnTo>
                    <a:pt x="497" y="127"/>
                  </a:lnTo>
                  <a:cubicBezTo>
                    <a:pt x="497" y="58"/>
                    <a:pt x="442" y="1"/>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002" name="Google Shape;5002;p28"/>
          <p:cNvSpPr/>
          <p:nvPr/>
        </p:nvSpPr>
        <p:spPr>
          <a:xfrm>
            <a:off x="3007974" y="2242043"/>
            <a:ext cx="109135" cy="111486"/>
          </a:xfrm>
          <a:custGeom>
            <a:rect b="b" l="l" r="r" t="t"/>
            <a:pathLst>
              <a:path extrusionOk="0" h="3140" w="3074">
                <a:moveTo>
                  <a:pt x="1" y="1"/>
                </a:moveTo>
                <a:lnTo>
                  <a:pt x="1" y="3139"/>
                </a:lnTo>
                <a:lnTo>
                  <a:pt x="2852" y="3139"/>
                </a:lnTo>
                <a:cubicBezTo>
                  <a:pt x="2974" y="3139"/>
                  <a:pt x="3073" y="3042"/>
                  <a:pt x="3073" y="2916"/>
                </a:cubicBezTo>
                <a:lnTo>
                  <a:pt x="3073" y="223"/>
                </a:lnTo>
                <a:cubicBezTo>
                  <a:pt x="3073" y="100"/>
                  <a:pt x="2974" y="1"/>
                  <a:pt x="285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28"/>
          <p:cNvSpPr/>
          <p:nvPr/>
        </p:nvSpPr>
        <p:spPr>
          <a:xfrm>
            <a:off x="3096059" y="2242043"/>
            <a:ext cx="21053" cy="111415"/>
          </a:xfrm>
          <a:custGeom>
            <a:rect b="b" l="l" r="r" t="t"/>
            <a:pathLst>
              <a:path extrusionOk="0" h="3138" w="593">
                <a:moveTo>
                  <a:pt x="1" y="1"/>
                </a:moveTo>
                <a:cubicBezTo>
                  <a:pt x="123" y="1"/>
                  <a:pt x="222" y="100"/>
                  <a:pt x="222" y="223"/>
                </a:cubicBezTo>
                <a:lnTo>
                  <a:pt x="222" y="2916"/>
                </a:lnTo>
                <a:cubicBezTo>
                  <a:pt x="222" y="3039"/>
                  <a:pt x="123" y="3138"/>
                  <a:pt x="1" y="3138"/>
                </a:cubicBezTo>
                <a:lnTo>
                  <a:pt x="371" y="3138"/>
                </a:lnTo>
                <a:cubicBezTo>
                  <a:pt x="493" y="3138"/>
                  <a:pt x="592" y="3039"/>
                  <a:pt x="592" y="2916"/>
                </a:cubicBezTo>
                <a:lnTo>
                  <a:pt x="592" y="223"/>
                </a:lnTo>
                <a:cubicBezTo>
                  <a:pt x="592" y="100"/>
                  <a:pt x="493" y="1"/>
                  <a:pt x="3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28"/>
          <p:cNvSpPr/>
          <p:nvPr/>
        </p:nvSpPr>
        <p:spPr>
          <a:xfrm>
            <a:off x="3008045" y="2343122"/>
            <a:ext cx="86768" cy="87200"/>
          </a:xfrm>
          <a:custGeom>
            <a:rect b="b" l="l" r="r" t="t"/>
            <a:pathLst>
              <a:path extrusionOk="0" h="2456" w="2444">
                <a:moveTo>
                  <a:pt x="0" y="0"/>
                </a:moveTo>
                <a:lnTo>
                  <a:pt x="0" y="2455"/>
                </a:lnTo>
                <a:lnTo>
                  <a:pt x="2271" y="2455"/>
                </a:lnTo>
                <a:cubicBezTo>
                  <a:pt x="2366" y="2455"/>
                  <a:pt x="2444" y="2378"/>
                  <a:pt x="2444" y="2281"/>
                </a:cubicBezTo>
                <a:lnTo>
                  <a:pt x="2444" y="173"/>
                </a:lnTo>
                <a:cubicBezTo>
                  <a:pt x="2444" y="77"/>
                  <a:pt x="2366" y="0"/>
                  <a:pt x="2271" y="0"/>
                </a:cubicBezTo>
                <a:close/>
              </a:path>
            </a:pathLst>
          </a:custGeom>
          <a:solidFill>
            <a:srgbClr val="B6C4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28"/>
          <p:cNvSpPr/>
          <p:nvPr/>
        </p:nvSpPr>
        <p:spPr>
          <a:xfrm>
            <a:off x="3075466" y="2343158"/>
            <a:ext cx="19349" cy="87200"/>
          </a:xfrm>
          <a:custGeom>
            <a:rect b="b" l="l" r="r" t="t"/>
            <a:pathLst>
              <a:path extrusionOk="0" h="2456" w="545">
                <a:moveTo>
                  <a:pt x="1" y="1"/>
                </a:moveTo>
                <a:cubicBezTo>
                  <a:pt x="97" y="1"/>
                  <a:pt x="174" y="77"/>
                  <a:pt x="174" y="173"/>
                </a:cubicBezTo>
                <a:lnTo>
                  <a:pt x="174" y="2282"/>
                </a:lnTo>
                <a:cubicBezTo>
                  <a:pt x="174" y="2378"/>
                  <a:pt x="97" y="2456"/>
                  <a:pt x="1" y="2456"/>
                </a:cubicBezTo>
                <a:lnTo>
                  <a:pt x="372" y="2456"/>
                </a:lnTo>
                <a:cubicBezTo>
                  <a:pt x="467" y="2456"/>
                  <a:pt x="545" y="2377"/>
                  <a:pt x="545" y="2282"/>
                </a:cubicBezTo>
                <a:lnTo>
                  <a:pt x="545" y="173"/>
                </a:lnTo>
                <a:cubicBezTo>
                  <a:pt x="545" y="78"/>
                  <a:pt x="467"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28"/>
          <p:cNvSpPr/>
          <p:nvPr/>
        </p:nvSpPr>
        <p:spPr>
          <a:xfrm>
            <a:off x="3014684" y="2264268"/>
            <a:ext cx="81407" cy="32700"/>
          </a:xfrm>
          <a:custGeom>
            <a:rect b="b" l="l" r="r" t="t"/>
            <a:pathLst>
              <a:path extrusionOk="0" h="921" w="2293">
                <a:moveTo>
                  <a:pt x="0" y="1"/>
                </a:moveTo>
                <a:lnTo>
                  <a:pt x="0" y="920"/>
                </a:lnTo>
                <a:lnTo>
                  <a:pt x="2202" y="920"/>
                </a:lnTo>
                <a:cubicBezTo>
                  <a:pt x="2251" y="920"/>
                  <a:pt x="2293" y="880"/>
                  <a:pt x="2293" y="830"/>
                </a:cubicBezTo>
                <a:lnTo>
                  <a:pt x="2293" y="90"/>
                </a:lnTo>
                <a:cubicBezTo>
                  <a:pt x="2293" y="40"/>
                  <a:pt x="2252" y="1"/>
                  <a:pt x="220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28"/>
          <p:cNvSpPr/>
          <p:nvPr/>
        </p:nvSpPr>
        <p:spPr>
          <a:xfrm>
            <a:off x="3079727" y="2264268"/>
            <a:ext cx="16367" cy="32700"/>
          </a:xfrm>
          <a:custGeom>
            <a:rect b="b" l="l" r="r" t="t"/>
            <a:pathLst>
              <a:path extrusionOk="0" h="921" w="461">
                <a:moveTo>
                  <a:pt x="0" y="1"/>
                </a:moveTo>
                <a:cubicBezTo>
                  <a:pt x="51" y="1"/>
                  <a:pt x="89" y="41"/>
                  <a:pt x="89" y="92"/>
                </a:cubicBezTo>
                <a:lnTo>
                  <a:pt x="89" y="830"/>
                </a:lnTo>
                <a:cubicBezTo>
                  <a:pt x="89" y="880"/>
                  <a:pt x="51" y="920"/>
                  <a:pt x="0" y="920"/>
                </a:cubicBezTo>
                <a:lnTo>
                  <a:pt x="370" y="920"/>
                </a:lnTo>
                <a:cubicBezTo>
                  <a:pt x="420" y="920"/>
                  <a:pt x="461" y="880"/>
                  <a:pt x="461" y="830"/>
                </a:cubicBezTo>
                <a:lnTo>
                  <a:pt x="461" y="92"/>
                </a:lnTo>
                <a:cubicBezTo>
                  <a:pt x="461" y="41"/>
                  <a:pt x="419" y="1"/>
                  <a:pt x="3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28"/>
          <p:cNvSpPr/>
          <p:nvPr/>
        </p:nvSpPr>
        <p:spPr>
          <a:xfrm>
            <a:off x="3031548" y="2362365"/>
            <a:ext cx="46402" cy="9906"/>
          </a:xfrm>
          <a:custGeom>
            <a:rect b="b" l="l" r="r" t="t"/>
            <a:pathLst>
              <a:path extrusionOk="0" h="279" w="1307">
                <a:moveTo>
                  <a:pt x="140" y="1"/>
                </a:moveTo>
                <a:cubicBezTo>
                  <a:pt x="64" y="1"/>
                  <a:pt x="0" y="64"/>
                  <a:pt x="0" y="139"/>
                </a:cubicBezTo>
                <a:cubicBezTo>
                  <a:pt x="0" y="215"/>
                  <a:pt x="62" y="279"/>
                  <a:pt x="140" y="279"/>
                </a:cubicBezTo>
                <a:lnTo>
                  <a:pt x="1169" y="279"/>
                </a:lnTo>
                <a:cubicBezTo>
                  <a:pt x="1245" y="279"/>
                  <a:pt x="1307" y="217"/>
                  <a:pt x="1305" y="139"/>
                </a:cubicBezTo>
                <a:cubicBezTo>
                  <a:pt x="1305" y="64"/>
                  <a:pt x="1244" y="1"/>
                  <a:pt x="116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28"/>
          <p:cNvSpPr/>
          <p:nvPr/>
        </p:nvSpPr>
        <p:spPr>
          <a:xfrm>
            <a:off x="3031548" y="2381786"/>
            <a:ext cx="46402" cy="9906"/>
          </a:xfrm>
          <a:custGeom>
            <a:rect b="b" l="l" r="r" t="t"/>
            <a:pathLst>
              <a:path extrusionOk="0" h="279" w="1307">
                <a:moveTo>
                  <a:pt x="140" y="1"/>
                </a:moveTo>
                <a:cubicBezTo>
                  <a:pt x="64" y="1"/>
                  <a:pt x="0" y="64"/>
                  <a:pt x="0" y="139"/>
                </a:cubicBezTo>
                <a:cubicBezTo>
                  <a:pt x="0" y="215"/>
                  <a:pt x="62" y="278"/>
                  <a:pt x="140" y="278"/>
                </a:cubicBezTo>
                <a:lnTo>
                  <a:pt x="1169" y="278"/>
                </a:lnTo>
                <a:cubicBezTo>
                  <a:pt x="1245" y="278"/>
                  <a:pt x="1307" y="216"/>
                  <a:pt x="1305" y="139"/>
                </a:cubicBezTo>
                <a:cubicBezTo>
                  <a:pt x="1305" y="64"/>
                  <a:pt x="1244" y="1"/>
                  <a:pt x="116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28"/>
          <p:cNvSpPr/>
          <p:nvPr/>
        </p:nvSpPr>
        <p:spPr>
          <a:xfrm>
            <a:off x="3031548" y="2401206"/>
            <a:ext cx="28118" cy="9906"/>
          </a:xfrm>
          <a:custGeom>
            <a:rect b="b" l="l" r="r" t="t"/>
            <a:pathLst>
              <a:path extrusionOk="0" h="279" w="792">
                <a:moveTo>
                  <a:pt x="140" y="0"/>
                </a:moveTo>
                <a:cubicBezTo>
                  <a:pt x="64" y="0"/>
                  <a:pt x="0" y="64"/>
                  <a:pt x="0" y="139"/>
                </a:cubicBezTo>
                <a:cubicBezTo>
                  <a:pt x="0" y="215"/>
                  <a:pt x="62" y="278"/>
                  <a:pt x="140" y="278"/>
                </a:cubicBezTo>
                <a:lnTo>
                  <a:pt x="654" y="278"/>
                </a:lnTo>
                <a:cubicBezTo>
                  <a:pt x="731" y="278"/>
                  <a:pt x="792" y="215"/>
                  <a:pt x="792" y="139"/>
                </a:cubicBezTo>
                <a:cubicBezTo>
                  <a:pt x="792" y="64"/>
                  <a:pt x="731" y="0"/>
                  <a:pt x="65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28"/>
          <p:cNvSpPr/>
          <p:nvPr/>
        </p:nvSpPr>
        <p:spPr>
          <a:xfrm>
            <a:off x="2794987" y="2185343"/>
            <a:ext cx="219725" cy="301686"/>
          </a:xfrm>
          <a:custGeom>
            <a:rect b="b" l="l" r="r" t="t"/>
            <a:pathLst>
              <a:path extrusionOk="0" h="8497" w="6189">
                <a:moveTo>
                  <a:pt x="709" y="1"/>
                </a:moveTo>
                <a:cubicBezTo>
                  <a:pt x="317" y="1"/>
                  <a:pt x="1" y="317"/>
                  <a:pt x="1" y="707"/>
                </a:cubicBezTo>
                <a:lnTo>
                  <a:pt x="1" y="7790"/>
                </a:lnTo>
                <a:cubicBezTo>
                  <a:pt x="1" y="8180"/>
                  <a:pt x="317" y="8497"/>
                  <a:pt x="709" y="8497"/>
                </a:cubicBezTo>
                <a:lnTo>
                  <a:pt x="5921" y="8497"/>
                </a:lnTo>
                <a:cubicBezTo>
                  <a:pt x="6069" y="8497"/>
                  <a:pt x="6188" y="8377"/>
                  <a:pt x="6188" y="8227"/>
                </a:cubicBezTo>
                <a:lnTo>
                  <a:pt x="6188" y="268"/>
                </a:lnTo>
                <a:cubicBezTo>
                  <a:pt x="6188" y="121"/>
                  <a:pt x="6069" y="1"/>
                  <a:pt x="592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28"/>
          <p:cNvSpPr/>
          <p:nvPr/>
        </p:nvSpPr>
        <p:spPr>
          <a:xfrm>
            <a:off x="2991571" y="2185343"/>
            <a:ext cx="23148" cy="301686"/>
          </a:xfrm>
          <a:custGeom>
            <a:rect b="b" l="l" r="r" t="t"/>
            <a:pathLst>
              <a:path extrusionOk="0" h="8497" w="652">
                <a:moveTo>
                  <a:pt x="1" y="1"/>
                </a:moveTo>
                <a:cubicBezTo>
                  <a:pt x="148" y="1"/>
                  <a:pt x="269" y="121"/>
                  <a:pt x="269" y="268"/>
                </a:cubicBezTo>
                <a:lnTo>
                  <a:pt x="269" y="8229"/>
                </a:lnTo>
                <a:cubicBezTo>
                  <a:pt x="269" y="8376"/>
                  <a:pt x="148" y="8497"/>
                  <a:pt x="1" y="8497"/>
                </a:cubicBezTo>
                <a:lnTo>
                  <a:pt x="384" y="8497"/>
                </a:lnTo>
                <a:cubicBezTo>
                  <a:pt x="532" y="8497"/>
                  <a:pt x="651" y="8376"/>
                  <a:pt x="651" y="8229"/>
                </a:cubicBezTo>
                <a:lnTo>
                  <a:pt x="651" y="268"/>
                </a:lnTo>
                <a:cubicBezTo>
                  <a:pt x="651" y="121"/>
                  <a:pt x="532" y="1"/>
                  <a:pt x="38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28"/>
          <p:cNvSpPr/>
          <p:nvPr/>
        </p:nvSpPr>
        <p:spPr>
          <a:xfrm>
            <a:off x="2790088" y="2185343"/>
            <a:ext cx="43668" cy="301686"/>
          </a:xfrm>
          <a:custGeom>
            <a:rect b="b" l="l" r="r" t="t"/>
            <a:pathLst>
              <a:path extrusionOk="0" h="8497" w="1230">
                <a:moveTo>
                  <a:pt x="707" y="1"/>
                </a:moveTo>
                <a:cubicBezTo>
                  <a:pt x="317" y="1"/>
                  <a:pt x="0" y="317"/>
                  <a:pt x="0" y="707"/>
                </a:cubicBezTo>
                <a:lnTo>
                  <a:pt x="0" y="7790"/>
                </a:lnTo>
                <a:cubicBezTo>
                  <a:pt x="0" y="8180"/>
                  <a:pt x="317" y="8497"/>
                  <a:pt x="707" y="8497"/>
                </a:cubicBezTo>
                <a:lnTo>
                  <a:pt x="1229" y="8497"/>
                </a:lnTo>
                <a:lnTo>
                  <a:pt x="1229"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28"/>
          <p:cNvSpPr/>
          <p:nvPr/>
        </p:nvSpPr>
        <p:spPr>
          <a:xfrm>
            <a:off x="2820124" y="2185343"/>
            <a:ext cx="13633" cy="301686"/>
          </a:xfrm>
          <a:custGeom>
            <a:rect b="b" l="l" r="r" t="t"/>
            <a:pathLst>
              <a:path extrusionOk="0" h="8497" w="384">
                <a:moveTo>
                  <a:pt x="1" y="1"/>
                </a:moveTo>
                <a:lnTo>
                  <a:pt x="1" y="8497"/>
                </a:lnTo>
                <a:lnTo>
                  <a:pt x="383" y="8497"/>
                </a:lnTo>
                <a:lnTo>
                  <a:pt x="38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28"/>
          <p:cNvSpPr/>
          <p:nvPr/>
        </p:nvSpPr>
        <p:spPr>
          <a:xfrm>
            <a:off x="2894966" y="2258161"/>
            <a:ext cx="37633" cy="25457"/>
          </a:xfrm>
          <a:custGeom>
            <a:rect b="b" l="l" r="r" t="t"/>
            <a:pathLst>
              <a:path extrusionOk="0" h="717" w="1060">
                <a:moveTo>
                  <a:pt x="340" y="0"/>
                </a:moveTo>
                <a:cubicBezTo>
                  <a:pt x="305" y="0"/>
                  <a:pt x="271" y="10"/>
                  <a:pt x="241" y="30"/>
                </a:cubicBezTo>
                <a:lnTo>
                  <a:pt x="109" y="121"/>
                </a:lnTo>
                <a:cubicBezTo>
                  <a:pt x="1" y="193"/>
                  <a:pt x="2" y="353"/>
                  <a:pt x="113" y="423"/>
                </a:cubicBezTo>
                <a:lnTo>
                  <a:pt x="585" y="717"/>
                </a:lnTo>
                <a:lnTo>
                  <a:pt x="1060" y="179"/>
                </a:lnTo>
                <a:lnTo>
                  <a:pt x="386" y="6"/>
                </a:lnTo>
                <a:cubicBezTo>
                  <a:pt x="371" y="2"/>
                  <a:pt x="356" y="0"/>
                  <a:pt x="34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28"/>
          <p:cNvSpPr/>
          <p:nvPr/>
        </p:nvSpPr>
        <p:spPr>
          <a:xfrm>
            <a:off x="2904942" y="2260966"/>
            <a:ext cx="27656" cy="22510"/>
          </a:xfrm>
          <a:custGeom>
            <a:rect b="b" l="l" r="r" t="t"/>
            <a:pathLst>
              <a:path extrusionOk="0" h="634" w="779">
                <a:moveTo>
                  <a:pt x="393" y="0"/>
                </a:moveTo>
                <a:lnTo>
                  <a:pt x="0" y="445"/>
                </a:lnTo>
                <a:lnTo>
                  <a:pt x="304" y="634"/>
                </a:lnTo>
                <a:lnTo>
                  <a:pt x="779" y="100"/>
                </a:lnTo>
                <a:lnTo>
                  <a:pt x="393"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28"/>
          <p:cNvSpPr/>
          <p:nvPr/>
        </p:nvSpPr>
        <p:spPr>
          <a:xfrm>
            <a:off x="2934162" y="2285073"/>
            <a:ext cx="25739" cy="36677"/>
          </a:xfrm>
          <a:custGeom>
            <a:rect b="b" l="l" r="r" t="t"/>
            <a:pathLst>
              <a:path extrusionOk="0" h="1033" w="725">
                <a:moveTo>
                  <a:pt x="539" y="1"/>
                </a:moveTo>
                <a:lnTo>
                  <a:pt x="0" y="475"/>
                </a:lnTo>
                <a:lnTo>
                  <a:pt x="294" y="947"/>
                </a:lnTo>
                <a:cubicBezTo>
                  <a:pt x="330" y="1004"/>
                  <a:pt x="389" y="1032"/>
                  <a:pt x="448" y="1032"/>
                </a:cubicBezTo>
                <a:cubicBezTo>
                  <a:pt x="505" y="1032"/>
                  <a:pt x="561" y="1006"/>
                  <a:pt x="596" y="953"/>
                </a:cubicBezTo>
                <a:lnTo>
                  <a:pt x="685" y="819"/>
                </a:lnTo>
                <a:cubicBezTo>
                  <a:pt x="714" y="776"/>
                  <a:pt x="724" y="724"/>
                  <a:pt x="711" y="674"/>
                </a:cubicBezTo>
                <a:lnTo>
                  <a:pt x="539"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28"/>
          <p:cNvSpPr/>
          <p:nvPr/>
        </p:nvSpPr>
        <p:spPr>
          <a:xfrm>
            <a:off x="2938564" y="2296825"/>
            <a:ext cx="21337" cy="24853"/>
          </a:xfrm>
          <a:custGeom>
            <a:rect b="b" l="l" r="r" t="t"/>
            <a:pathLst>
              <a:path extrusionOk="0" h="700" w="601">
                <a:moveTo>
                  <a:pt x="501" y="1"/>
                </a:moveTo>
                <a:cubicBezTo>
                  <a:pt x="494" y="26"/>
                  <a:pt x="482" y="51"/>
                  <a:pt x="466" y="75"/>
                </a:cubicBezTo>
                <a:lnTo>
                  <a:pt x="340" y="262"/>
                </a:lnTo>
                <a:cubicBezTo>
                  <a:pt x="290" y="337"/>
                  <a:pt x="210" y="374"/>
                  <a:pt x="130" y="374"/>
                </a:cubicBezTo>
                <a:cubicBezTo>
                  <a:pt x="85" y="374"/>
                  <a:pt x="40" y="363"/>
                  <a:pt x="0" y="339"/>
                </a:cubicBezTo>
                <a:lnTo>
                  <a:pt x="0" y="339"/>
                </a:lnTo>
                <a:lnTo>
                  <a:pt x="171" y="615"/>
                </a:lnTo>
                <a:cubicBezTo>
                  <a:pt x="207" y="671"/>
                  <a:pt x="267" y="700"/>
                  <a:pt x="325" y="700"/>
                </a:cubicBezTo>
                <a:cubicBezTo>
                  <a:pt x="382" y="700"/>
                  <a:pt x="438" y="674"/>
                  <a:pt x="474" y="621"/>
                </a:cubicBezTo>
                <a:lnTo>
                  <a:pt x="561" y="487"/>
                </a:lnTo>
                <a:cubicBezTo>
                  <a:pt x="590" y="445"/>
                  <a:pt x="600" y="393"/>
                  <a:pt x="589" y="342"/>
                </a:cubicBezTo>
                <a:lnTo>
                  <a:pt x="50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28"/>
          <p:cNvSpPr/>
          <p:nvPr/>
        </p:nvSpPr>
        <p:spPr>
          <a:xfrm>
            <a:off x="2873522" y="2307512"/>
            <a:ext cx="37136" cy="35612"/>
          </a:xfrm>
          <a:custGeom>
            <a:rect b="b" l="l" r="r" t="t"/>
            <a:pathLst>
              <a:path extrusionOk="0" h="1003" w="1046">
                <a:moveTo>
                  <a:pt x="379" y="0"/>
                </a:moveTo>
                <a:cubicBezTo>
                  <a:pt x="327" y="0"/>
                  <a:pt x="276" y="17"/>
                  <a:pt x="233" y="49"/>
                </a:cubicBezTo>
                <a:lnTo>
                  <a:pt x="98" y="150"/>
                </a:lnTo>
                <a:cubicBezTo>
                  <a:pt x="0" y="223"/>
                  <a:pt x="10" y="377"/>
                  <a:pt x="120" y="435"/>
                </a:cubicBezTo>
                <a:lnTo>
                  <a:pt x="433" y="600"/>
                </a:lnTo>
                <a:lnTo>
                  <a:pt x="599" y="913"/>
                </a:lnTo>
                <a:cubicBezTo>
                  <a:pt x="630" y="972"/>
                  <a:pt x="689" y="1003"/>
                  <a:pt x="748" y="1003"/>
                </a:cubicBezTo>
                <a:cubicBezTo>
                  <a:pt x="798" y="1003"/>
                  <a:pt x="849" y="980"/>
                  <a:pt x="882" y="934"/>
                </a:cubicBezTo>
                <a:lnTo>
                  <a:pt x="983" y="799"/>
                </a:lnTo>
                <a:cubicBezTo>
                  <a:pt x="1031" y="736"/>
                  <a:pt x="1045" y="655"/>
                  <a:pt x="1022" y="580"/>
                </a:cubicBezTo>
                <a:lnTo>
                  <a:pt x="885" y="149"/>
                </a:lnTo>
                <a:lnTo>
                  <a:pt x="454" y="12"/>
                </a:lnTo>
                <a:cubicBezTo>
                  <a:pt x="429" y="4"/>
                  <a:pt x="404" y="0"/>
                  <a:pt x="37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28"/>
          <p:cNvSpPr/>
          <p:nvPr/>
        </p:nvSpPr>
        <p:spPr>
          <a:xfrm>
            <a:off x="2891451" y="2317914"/>
            <a:ext cx="19207" cy="25209"/>
          </a:xfrm>
          <a:custGeom>
            <a:rect b="b" l="l" r="r" t="t"/>
            <a:pathLst>
              <a:path extrusionOk="0" h="710" w="541">
                <a:moveTo>
                  <a:pt x="425" y="1"/>
                </a:moveTo>
                <a:cubicBezTo>
                  <a:pt x="419" y="60"/>
                  <a:pt x="393" y="122"/>
                  <a:pt x="354" y="174"/>
                </a:cubicBezTo>
                <a:lnTo>
                  <a:pt x="219" y="348"/>
                </a:lnTo>
                <a:cubicBezTo>
                  <a:pt x="170" y="411"/>
                  <a:pt x="100" y="443"/>
                  <a:pt x="35" y="443"/>
                </a:cubicBezTo>
                <a:cubicBezTo>
                  <a:pt x="23" y="443"/>
                  <a:pt x="12" y="442"/>
                  <a:pt x="0" y="440"/>
                </a:cubicBezTo>
                <a:lnTo>
                  <a:pt x="0" y="440"/>
                </a:lnTo>
                <a:lnTo>
                  <a:pt x="94" y="620"/>
                </a:lnTo>
                <a:cubicBezTo>
                  <a:pt x="125" y="679"/>
                  <a:pt x="184" y="709"/>
                  <a:pt x="243" y="709"/>
                </a:cubicBezTo>
                <a:cubicBezTo>
                  <a:pt x="293" y="709"/>
                  <a:pt x="344" y="687"/>
                  <a:pt x="377" y="641"/>
                </a:cubicBezTo>
                <a:lnTo>
                  <a:pt x="478" y="506"/>
                </a:lnTo>
                <a:cubicBezTo>
                  <a:pt x="526" y="443"/>
                  <a:pt x="540" y="362"/>
                  <a:pt x="514" y="289"/>
                </a:cubicBezTo>
                <a:lnTo>
                  <a:pt x="42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28"/>
          <p:cNvSpPr/>
          <p:nvPr/>
        </p:nvSpPr>
        <p:spPr>
          <a:xfrm>
            <a:off x="2894717" y="2243960"/>
            <a:ext cx="85348" cy="77969"/>
          </a:xfrm>
          <a:custGeom>
            <a:rect b="b" l="l" r="r" t="t"/>
            <a:pathLst>
              <a:path extrusionOk="0" h="2196" w="2404">
                <a:moveTo>
                  <a:pt x="1772" y="0"/>
                </a:moveTo>
                <a:cubicBezTo>
                  <a:pt x="1672" y="0"/>
                  <a:pt x="1569" y="37"/>
                  <a:pt x="1476" y="125"/>
                </a:cubicBezTo>
                <a:cubicBezTo>
                  <a:pt x="1458" y="141"/>
                  <a:pt x="1442" y="157"/>
                  <a:pt x="1425" y="174"/>
                </a:cubicBezTo>
                <a:lnTo>
                  <a:pt x="113" y="1654"/>
                </a:lnTo>
                <a:cubicBezTo>
                  <a:pt x="1" y="1783"/>
                  <a:pt x="5" y="1977"/>
                  <a:pt x="126" y="2100"/>
                </a:cubicBezTo>
                <a:cubicBezTo>
                  <a:pt x="189" y="2163"/>
                  <a:pt x="272" y="2195"/>
                  <a:pt x="356" y="2195"/>
                </a:cubicBezTo>
                <a:cubicBezTo>
                  <a:pt x="432" y="2195"/>
                  <a:pt x="510" y="2168"/>
                  <a:pt x="572" y="2113"/>
                </a:cubicBezTo>
                <a:lnTo>
                  <a:pt x="2053" y="802"/>
                </a:lnTo>
                <a:cubicBezTo>
                  <a:pt x="2070" y="786"/>
                  <a:pt x="2087" y="769"/>
                  <a:pt x="2103" y="753"/>
                </a:cubicBezTo>
                <a:cubicBezTo>
                  <a:pt x="2403" y="433"/>
                  <a:pt x="2111" y="0"/>
                  <a:pt x="177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28"/>
          <p:cNvSpPr/>
          <p:nvPr/>
        </p:nvSpPr>
        <p:spPr>
          <a:xfrm>
            <a:off x="2896315" y="2245132"/>
            <a:ext cx="81975" cy="76868"/>
          </a:xfrm>
          <a:custGeom>
            <a:rect b="b" l="l" r="r" t="t"/>
            <a:pathLst>
              <a:path extrusionOk="0" h="2165" w="2309">
                <a:moveTo>
                  <a:pt x="1892" y="0"/>
                </a:moveTo>
                <a:lnTo>
                  <a:pt x="1892" y="0"/>
                </a:lnTo>
                <a:cubicBezTo>
                  <a:pt x="1967" y="148"/>
                  <a:pt x="1964" y="334"/>
                  <a:pt x="1815" y="494"/>
                </a:cubicBezTo>
                <a:cubicBezTo>
                  <a:pt x="1800" y="511"/>
                  <a:pt x="1785" y="527"/>
                  <a:pt x="1766" y="544"/>
                </a:cubicBezTo>
                <a:lnTo>
                  <a:pt x="285" y="1855"/>
                </a:lnTo>
                <a:cubicBezTo>
                  <a:pt x="225" y="1911"/>
                  <a:pt x="147" y="1937"/>
                  <a:pt x="69" y="1937"/>
                </a:cubicBezTo>
                <a:cubicBezTo>
                  <a:pt x="46" y="1937"/>
                  <a:pt x="23" y="1936"/>
                  <a:pt x="0" y="1930"/>
                </a:cubicBezTo>
                <a:lnTo>
                  <a:pt x="0" y="1930"/>
                </a:lnTo>
                <a:cubicBezTo>
                  <a:pt x="16" y="1980"/>
                  <a:pt x="43" y="2029"/>
                  <a:pt x="82" y="2070"/>
                </a:cubicBezTo>
                <a:cubicBezTo>
                  <a:pt x="145" y="2131"/>
                  <a:pt x="230" y="2165"/>
                  <a:pt x="312" y="2165"/>
                </a:cubicBezTo>
                <a:cubicBezTo>
                  <a:pt x="390" y="2165"/>
                  <a:pt x="468" y="2137"/>
                  <a:pt x="528" y="2081"/>
                </a:cubicBezTo>
                <a:lnTo>
                  <a:pt x="2009" y="770"/>
                </a:lnTo>
                <a:cubicBezTo>
                  <a:pt x="2025" y="753"/>
                  <a:pt x="2042" y="736"/>
                  <a:pt x="2058" y="720"/>
                </a:cubicBezTo>
                <a:cubicBezTo>
                  <a:pt x="2308" y="454"/>
                  <a:pt x="2147" y="110"/>
                  <a:pt x="189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28"/>
          <p:cNvSpPr/>
          <p:nvPr/>
        </p:nvSpPr>
        <p:spPr>
          <a:xfrm>
            <a:off x="2860137" y="2390236"/>
            <a:ext cx="128200" cy="38274"/>
          </a:xfrm>
          <a:custGeom>
            <a:rect b="b" l="l" r="r" t="t"/>
            <a:pathLst>
              <a:path extrusionOk="0" h="1078" w="3611">
                <a:moveTo>
                  <a:pt x="228" y="0"/>
                </a:moveTo>
                <a:cubicBezTo>
                  <a:pt x="102" y="0"/>
                  <a:pt x="0" y="101"/>
                  <a:pt x="0" y="226"/>
                </a:cubicBezTo>
                <a:lnTo>
                  <a:pt x="0" y="851"/>
                </a:lnTo>
                <a:cubicBezTo>
                  <a:pt x="0" y="976"/>
                  <a:pt x="101" y="1078"/>
                  <a:pt x="228" y="1078"/>
                </a:cubicBezTo>
                <a:lnTo>
                  <a:pt x="3385" y="1078"/>
                </a:lnTo>
                <a:cubicBezTo>
                  <a:pt x="3510" y="1078"/>
                  <a:pt x="3611" y="976"/>
                  <a:pt x="3611" y="851"/>
                </a:cubicBezTo>
                <a:lnTo>
                  <a:pt x="3611" y="226"/>
                </a:lnTo>
                <a:cubicBezTo>
                  <a:pt x="3611" y="102"/>
                  <a:pt x="3510" y="0"/>
                  <a:pt x="338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28"/>
          <p:cNvSpPr/>
          <p:nvPr/>
        </p:nvSpPr>
        <p:spPr>
          <a:xfrm>
            <a:off x="2966257" y="2390236"/>
            <a:ext cx="22083" cy="38274"/>
          </a:xfrm>
          <a:custGeom>
            <a:rect b="b" l="l" r="r" t="t"/>
            <a:pathLst>
              <a:path extrusionOk="0" h="1078" w="622">
                <a:moveTo>
                  <a:pt x="399" y="0"/>
                </a:moveTo>
                <a:cubicBezTo>
                  <a:pt x="398" y="0"/>
                  <a:pt x="397" y="0"/>
                  <a:pt x="396" y="0"/>
                </a:cubicBezTo>
                <a:lnTo>
                  <a:pt x="0" y="0"/>
                </a:lnTo>
                <a:cubicBezTo>
                  <a:pt x="124" y="0"/>
                  <a:pt x="226" y="101"/>
                  <a:pt x="226" y="227"/>
                </a:cubicBezTo>
                <a:lnTo>
                  <a:pt x="226" y="851"/>
                </a:lnTo>
                <a:cubicBezTo>
                  <a:pt x="226" y="976"/>
                  <a:pt x="125" y="1078"/>
                  <a:pt x="0" y="1078"/>
                </a:cubicBezTo>
                <a:lnTo>
                  <a:pt x="396" y="1078"/>
                </a:lnTo>
                <a:cubicBezTo>
                  <a:pt x="520" y="1078"/>
                  <a:pt x="622" y="977"/>
                  <a:pt x="622" y="851"/>
                </a:cubicBezTo>
                <a:lnTo>
                  <a:pt x="622" y="227"/>
                </a:lnTo>
                <a:cubicBezTo>
                  <a:pt x="622" y="102"/>
                  <a:pt x="522" y="0"/>
                  <a:pt x="39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25" name="Google Shape;5025;p28"/>
          <p:cNvGrpSpPr/>
          <p:nvPr/>
        </p:nvGrpSpPr>
        <p:grpSpPr>
          <a:xfrm>
            <a:off x="2142749" y="2188716"/>
            <a:ext cx="327024" cy="295002"/>
            <a:chOff x="2142749" y="2188716"/>
            <a:chExt cx="327024" cy="295002"/>
          </a:xfrm>
        </p:grpSpPr>
        <p:sp>
          <p:nvSpPr>
            <p:cNvPr id="5026" name="Google Shape;5026;p28"/>
            <p:cNvSpPr/>
            <p:nvPr/>
          </p:nvSpPr>
          <p:spPr>
            <a:xfrm>
              <a:off x="2275036" y="2416260"/>
              <a:ext cx="62449" cy="40618"/>
            </a:xfrm>
            <a:custGeom>
              <a:rect b="b" l="l" r="r" t="t"/>
              <a:pathLst>
                <a:path extrusionOk="0" h="1144" w="1759">
                  <a:moveTo>
                    <a:pt x="150" y="1"/>
                  </a:moveTo>
                  <a:cubicBezTo>
                    <a:pt x="150" y="1"/>
                    <a:pt x="100" y="741"/>
                    <a:pt x="1" y="1144"/>
                  </a:cubicBezTo>
                  <a:lnTo>
                    <a:pt x="1759" y="1144"/>
                  </a:lnTo>
                  <a:cubicBezTo>
                    <a:pt x="1661" y="741"/>
                    <a:pt x="1611" y="1"/>
                    <a:pt x="161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28"/>
            <p:cNvSpPr/>
            <p:nvPr/>
          </p:nvSpPr>
          <p:spPr>
            <a:xfrm>
              <a:off x="2318244" y="2416260"/>
              <a:ext cx="19242" cy="40618"/>
            </a:xfrm>
            <a:custGeom>
              <a:rect b="b" l="l" r="r" t="t"/>
              <a:pathLst>
                <a:path extrusionOk="0" h="1144" w="542">
                  <a:moveTo>
                    <a:pt x="1" y="1"/>
                  </a:moveTo>
                  <a:cubicBezTo>
                    <a:pt x="1" y="1"/>
                    <a:pt x="51" y="741"/>
                    <a:pt x="151" y="1144"/>
                  </a:cubicBezTo>
                  <a:lnTo>
                    <a:pt x="542" y="1144"/>
                  </a:lnTo>
                  <a:cubicBezTo>
                    <a:pt x="444" y="741"/>
                    <a:pt x="394" y="1"/>
                    <a:pt x="39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28"/>
            <p:cNvSpPr/>
            <p:nvPr/>
          </p:nvSpPr>
          <p:spPr>
            <a:xfrm>
              <a:off x="2208147" y="2456131"/>
              <a:ext cx="196222" cy="27587"/>
            </a:xfrm>
            <a:custGeom>
              <a:rect b="b" l="l" r="r" t="t"/>
              <a:pathLst>
                <a:path extrusionOk="0" h="777" w="5527">
                  <a:moveTo>
                    <a:pt x="589" y="0"/>
                  </a:moveTo>
                  <a:cubicBezTo>
                    <a:pt x="264" y="0"/>
                    <a:pt x="1" y="265"/>
                    <a:pt x="1" y="589"/>
                  </a:cubicBezTo>
                  <a:lnTo>
                    <a:pt x="1" y="776"/>
                  </a:lnTo>
                  <a:lnTo>
                    <a:pt x="5527" y="776"/>
                  </a:lnTo>
                  <a:lnTo>
                    <a:pt x="5527" y="589"/>
                  </a:lnTo>
                  <a:cubicBezTo>
                    <a:pt x="5527" y="264"/>
                    <a:pt x="5262" y="0"/>
                    <a:pt x="493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28"/>
            <p:cNvSpPr/>
            <p:nvPr/>
          </p:nvSpPr>
          <p:spPr>
            <a:xfrm>
              <a:off x="2369405" y="2456131"/>
              <a:ext cx="34934" cy="27587"/>
            </a:xfrm>
            <a:custGeom>
              <a:rect b="b" l="l" r="r" t="t"/>
              <a:pathLst>
                <a:path extrusionOk="0" h="777" w="984">
                  <a:moveTo>
                    <a:pt x="0" y="0"/>
                  </a:moveTo>
                  <a:cubicBezTo>
                    <a:pt x="327" y="0"/>
                    <a:pt x="589" y="265"/>
                    <a:pt x="589" y="589"/>
                  </a:cubicBezTo>
                  <a:lnTo>
                    <a:pt x="589" y="776"/>
                  </a:lnTo>
                  <a:lnTo>
                    <a:pt x="983" y="776"/>
                  </a:lnTo>
                  <a:lnTo>
                    <a:pt x="983" y="589"/>
                  </a:lnTo>
                  <a:cubicBezTo>
                    <a:pt x="983" y="265"/>
                    <a:pt x="720" y="0"/>
                    <a:pt x="39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28"/>
            <p:cNvSpPr/>
            <p:nvPr/>
          </p:nvSpPr>
          <p:spPr>
            <a:xfrm>
              <a:off x="2142749" y="2208456"/>
              <a:ext cx="327014" cy="203657"/>
            </a:xfrm>
            <a:custGeom>
              <a:rect b="b" l="l" r="r" t="t"/>
              <a:pathLst>
                <a:path extrusionOk="0" h="5736" w="9211">
                  <a:moveTo>
                    <a:pt x="339" y="0"/>
                  </a:moveTo>
                  <a:cubicBezTo>
                    <a:pt x="152" y="0"/>
                    <a:pt x="1" y="153"/>
                    <a:pt x="1" y="340"/>
                  </a:cubicBezTo>
                  <a:lnTo>
                    <a:pt x="1" y="5396"/>
                  </a:lnTo>
                  <a:cubicBezTo>
                    <a:pt x="1" y="5585"/>
                    <a:pt x="152" y="5736"/>
                    <a:pt x="339" y="5736"/>
                  </a:cubicBezTo>
                  <a:lnTo>
                    <a:pt x="8872" y="5736"/>
                  </a:lnTo>
                  <a:cubicBezTo>
                    <a:pt x="9060" y="5736"/>
                    <a:pt x="9211" y="5585"/>
                    <a:pt x="9211" y="5396"/>
                  </a:cubicBezTo>
                  <a:lnTo>
                    <a:pt x="9211" y="340"/>
                  </a:lnTo>
                  <a:cubicBezTo>
                    <a:pt x="9211" y="151"/>
                    <a:pt x="9060" y="0"/>
                    <a:pt x="887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28"/>
            <p:cNvSpPr/>
            <p:nvPr/>
          </p:nvSpPr>
          <p:spPr>
            <a:xfrm>
              <a:off x="2444601" y="2203983"/>
              <a:ext cx="25171" cy="213598"/>
            </a:xfrm>
            <a:custGeom>
              <a:rect b="b" l="l" r="r" t="t"/>
              <a:pathLst>
                <a:path extrusionOk="0" h="6016" w="709">
                  <a:moveTo>
                    <a:pt x="1" y="1"/>
                  </a:moveTo>
                  <a:cubicBezTo>
                    <a:pt x="188" y="1"/>
                    <a:pt x="339" y="152"/>
                    <a:pt x="339" y="339"/>
                  </a:cubicBezTo>
                  <a:lnTo>
                    <a:pt x="339" y="5678"/>
                  </a:lnTo>
                  <a:cubicBezTo>
                    <a:pt x="339" y="5865"/>
                    <a:pt x="186" y="6016"/>
                    <a:pt x="1" y="6016"/>
                  </a:cubicBezTo>
                  <a:lnTo>
                    <a:pt x="370" y="6016"/>
                  </a:lnTo>
                  <a:cubicBezTo>
                    <a:pt x="558" y="6016"/>
                    <a:pt x="709" y="5865"/>
                    <a:pt x="709" y="5678"/>
                  </a:cubicBezTo>
                  <a:lnTo>
                    <a:pt x="709" y="339"/>
                  </a:lnTo>
                  <a:cubicBezTo>
                    <a:pt x="709" y="153"/>
                    <a:pt x="558" y="1"/>
                    <a:pt x="370" y="1"/>
                  </a:cubicBezTo>
                  <a:close/>
                </a:path>
              </a:pathLst>
            </a:custGeom>
            <a:solidFill>
              <a:srgbClr val="D9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28"/>
            <p:cNvSpPr/>
            <p:nvPr/>
          </p:nvSpPr>
          <p:spPr>
            <a:xfrm>
              <a:off x="2142749" y="2382567"/>
              <a:ext cx="327014" cy="35079"/>
            </a:xfrm>
            <a:custGeom>
              <a:rect b="b" l="l" r="r" t="t"/>
              <a:pathLst>
                <a:path extrusionOk="0" h="988" w="9211">
                  <a:moveTo>
                    <a:pt x="1" y="0"/>
                  </a:moveTo>
                  <a:lnTo>
                    <a:pt x="1" y="649"/>
                  </a:lnTo>
                  <a:cubicBezTo>
                    <a:pt x="1" y="836"/>
                    <a:pt x="152" y="987"/>
                    <a:pt x="339" y="987"/>
                  </a:cubicBezTo>
                  <a:lnTo>
                    <a:pt x="8872" y="987"/>
                  </a:lnTo>
                  <a:cubicBezTo>
                    <a:pt x="9060" y="987"/>
                    <a:pt x="9211" y="836"/>
                    <a:pt x="9211" y="649"/>
                  </a:cubicBezTo>
                  <a:lnTo>
                    <a:pt x="921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28"/>
            <p:cNvSpPr/>
            <p:nvPr/>
          </p:nvSpPr>
          <p:spPr>
            <a:xfrm>
              <a:off x="2444601" y="2382567"/>
              <a:ext cx="25171" cy="35008"/>
            </a:xfrm>
            <a:custGeom>
              <a:rect b="b" l="l" r="r" t="t"/>
              <a:pathLst>
                <a:path extrusionOk="0" h="986" w="709">
                  <a:moveTo>
                    <a:pt x="339" y="0"/>
                  </a:moveTo>
                  <a:lnTo>
                    <a:pt x="339" y="648"/>
                  </a:lnTo>
                  <a:cubicBezTo>
                    <a:pt x="339" y="835"/>
                    <a:pt x="186" y="986"/>
                    <a:pt x="1" y="986"/>
                  </a:cubicBezTo>
                  <a:lnTo>
                    <a:pt x="370" y="986"/>
                  </a:lnTo>
                  <a:cubicBezTo>
                    <a:pt x="558" y="986"/>
                    <a:pt x="709" y="835"/>
                    <a:pt x="709" y="648"/>
                  </a:cubicBezTo>
                  <a:lnTo>
                    <a:pt x="709"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p28"/>
            <p:cNvSpPr/>
            <p:nvPr/>
          </p:nvSpPr>
          <p:spPr>
            <a:xfrm>
              <a:off x="2251852" y="2252516"/>
              <a:ext cx="108780" cy="108823"/>
            </a:xfrm>
            <a:custGeom>
              <a:rect b="b" l="l" r="r" t="t"/>
              <a:pathLst>
                <a:path extrusionOk="0" h="3065" w="3064">
                  <a:moveTo>
                    <a:pt x="156" y="1"/>
                  </a:moveTo>
                  <a:cubicBezTo>
                    <a:pt x="71" y="1"/>
                    <a:pt x="0" y="70"/>
                    <a:pt x="0" y="156"/>
                  </a:cubicBezTo>
                  <a:lnTo>
                    <a:pt x="0" y="2909"/>
                  </a:lnTo>
                  <a:cubicBezTo>
                    <a:pt x="0" y="2994"/>
                    <a:pt x="69" y="3065"/>
                    <a:pt x="156" y="3065"/>
                  </a:cubicBezTo>
                  <a:lnTo>
                    <a:pt x="2908" y="3065"/>
                  </a:lnTo>
                  <a:cubicBezTo>
                    <a:pt x="2993" y="3065"/>
                    <a:pt x="3064" y="2996"/>
                    <a:pt x="3064" y="2909"/>
                  </a:cubicBezTo>
                  <a:lnTo>
                    <a:pt x="3064" y="156"/>
                  </a:lnTo>
                  <a:cubicBezTo>
                    <a:pt x="3064" y="71"/>
                    <a:pt x="2995" y="1"/>
                    <a:pt x="2908" y="1"/>
                  </a:cubicBezTo>
                  <a:close/>
                </a:path>
              </a:pathLst>
            </a:custGeom>
            <a:solidFill>
              <a:srgbClr val="F5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28"/>
            <p:cNvSpPr/>
            <p:nvPr/>
          </p:nvSpPr>
          <p:spPr>
            <a:xfrm>
              <a:off x="2251852" y="2252516"/>
              <a:ext cx="108780" cy="108823"/>
            </a:xfrm>
            <a:custGeom>
              <a:rect b="b" l="l" r="r" t="t"/>
              <a:pathLst>
                <a:path extrusionOk="0" h="3065" w="3064">
                  <a:moveTo>
                    <a:pt x="156" y="1"/>
                  </a:moveTo>
                  <a:cubicBezTo>
                    <a:pt x="71" y="1"/>
                    <a:pt x="0" y="70"/>
                    <a:pt x="0" y="156"/>
                  </a:cubicBezTo>
                  <a:lnTo>
                    <a:pt x="0" y="2909"/>
                  </a:lnTo>
                  <a:cubicBezTo>
                    <a:pt x="0" y="2994"/>
                    <a:pt x="69" y="3065"/>
                    <a:pt x="156" y="3065"/>
                  </a:cubicBezTo>
                  <a:lnTo>
                    <a:pt x="2908" y="3065"/>
                  </a:lnTo>
                  <a:cubicBezTo>
                    <a:pt x="2993" y="3065"/>
                    <a:pt x="3064" y="2996"/>
                    <a:pt x="3064" y="2909"/>
                  </a:cubicBezTo>
                  <a:lnTo>
                    <a:pt x="3064" y="156"/>
                  </a:lnTo>
                  <a:cubicBezTo>
                    <a:pt x="3064" y="71"/>
                    <a:pt x="2995" y="1"/>
                    <a:pt x="290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28"/>
            <p:cNvSpPr/>
            <p:nvPr/>
          </p:nvSpPr>
          <p:spPr>
            <a:xfrm>
              <a:off x="2341960" y="2252516"/>
              <a:ext cx="18674" cy="108823"/>
            </a:xfrm>
            <a:custGeom>
              <a:rect b="b" l="l" r="r" t="t"/>
              <a:pathLst>
                <a:path extrusionOk="0" h="3065" w="526">
                  <a:moveTo>
                    <a:pt x="1" y="1"/>
                  </a:moveTo>
                  <a:cubicBezTo>
                    <a:pt x="86" y="1"/>
                    <a:pt x="155" y="70"/>
                    <a:pt x="155" y="156"/>
                  </a:cubicBezTo>
                  <a:lnTo>
                    <a:pt x="155" y="2909"/>
                  </a:lnTo>
                  <a:cubicBezTo>
                    <a:pt x="155" y="2994"/>
                    <a:pt x="87" y="3065"/>
                    <a:pt x="1" y="3065"/>
                  </a:cubicBezTo>
                  <a:lnTo>
                    <a:pt x="370" y="3065"/>
                  </a:lnTo>
                  <a:cubicBezTo>
                    <a:pt x="455" y="3065"/>
                    <a:pt x="526" y="2996"/>
                    <a:pt x="526" y="2909"/>
                  </a:cubicBezTo>
                  <a:lnTo>
                    <a:pt x="526" y="156"/>
                  </a:lnTo>
                  <a:cubicBezTo>
                    <a:pt x="526" y="71"/>
                    <a:pt x="455" y="1"/>
                    <a:pt x="3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28"/>
            <p:cNvSpPr/>
            <p:nvPr/>
          </p:nvSpPr>
          <p:spPr>
            <a:xfrm>
              <a:off x="2142749" y="2203983"/>
              <a:ext cx="327014" cy="27339"/>
            </a:xfrm>
            <a:custGeom>
              <a:rect b="b" l="l" r="r" t="t"/>
              <a:pathLst>
                <a:path extrusionOk="0" h="770" w="9211">
                  <a:moveTo>
                    <a:pt x="339" y="1"/>
                  </a:moveTo>
                  <a:cubicBezTo>
                    <a:pt x="152" y="1"/>
                    <a:pt x="1" y="152"/>
                    <a:pt x="1" y="339"/>
                  </a:cubicBezTo>
                  <a:lnTo>
                    <a:pt x="1" y="769"/>
                  </a:lnTo>
                  <a:lnTo>
                    <a:pt x="9211" y="769"/>
                  </a:lnTo>
                  <a:lnTo>
                    <a:pt x="9211" y="339"/>
                  </a:lnTo>
                  <a:cubicBezTo>
                    <a:pt x="9211" y="153"/>
                    <a:pt x="9060" y="1"/>
                    <a:pt x="8872"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28"/>
            <p:cNvSpPr/>
            <p:nvPr/>
          </p:nvSpPr>
          <p:spPr>
            <a:xfrm>
              <a:off x="2444601" y="2203983"/>
              <a:ext cx="25171" cy="27339"/>
            </a:xfrm>
            <a:custGeom>
              <a:rect b="b" l="l" r="r" t="t"/>
              <a:pathLst>
                <a:path extrusionOk="0" h="770" w="709">
                  <a:moveTo>
                    <a:pt x="1" y="1"/>
                  </a:moveTo>
                  <a:cubicBezTo>
                    <a:pt x="188" y="1"/>
                    <a:pt x="339" y="152"/>
                    <a:pt x="339" y="339"/>
                  </a:cubicBezTo>
                  <a:lnTo>
                    <a:pt x="339" y="769"/>
                  </a:lnTo>
                  <a:lnTo>
                    <a:pt x="709" y="769"/>
                  </a:lnTo>
                  <a:lnTo>
                    <a:pt x="709" y="339"/>
                  </a:lnTo>
                  <a:cubicBezTo>
                    <a:pt x="709" y="153"/>
                    <a:pt x="558" y="1"/>
                    <a:pt x="3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28"/>
            <p:cNvSpPr/>
            <p:nvPr/>
          </p:nvSpPr>
          <p:spPr>
            <a:xfrm>
              <a:off x="2385949" y="2231321"/>
              <a:ext cx="83821" cy="86916"/>
            </a:xfrm>
            <a:custGeom>
              <a:rect b="b" l="l" r="r" t="t"/>
              <a:pathLst>
                <a:path extrusionOk="0" h="2448" w="2361">
                  <a:moveTo>
                    <a:pt x="1" y="1"/>
                  </a:moveTo>
                  <a:lnTo>
                    <a:pt x="1" y="2447"/>
                  </a:lnTo>
                  <a:lnTo>
                    <a:pt x="2361" y="2447"/>
                  </a:lnTo>
                  <a:lnTo>
                    <a:pt x="236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28"/>
            <p:cNvSpPr/>
            <p:nvPr/>
          </p:nvSpPr>
          <p:spPr>
            <a:xfrm>
              <a:off x="2456602" y="2231321"/>
              <a:ext cx="13171" cy="86916"/>
            </a:xfrm>
            <a:custGeom>
              <a:rect b="b" l="l" r="r" t="t"/>
              <a:pathLst>
                <a:path extrusionOk="0" h="2448" w="371">
                  <a:moveTo>
                    <a:pt x="1" y="1"/>
                  </a:moveTo>
                  <a:lnTo>
                    <a:pt x="1" y="2447"/>
                  </a:lnTo>
                  <a:lnTo>
                    <a:pt x="371" y="2447"/>
                  </a:lnTo>
                  <a:lnTo>
                    <a:pt x="37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28"/>
            <p:cNvSpPr/>
            <p:nvPr/>
          </p:nvSpPr>
          <p:spPr>
            <a:xfrm>
              <a:off x="2385949" y="2318198"/>
              <a:ext cx="83821" cy="64406"/>
            </a:xfrm>
            <a:custGeom>
              <a:rect b="b" l="l" r="r" t="t"/>
              <a:pathLst>
                <a:path extrusionOk="0" h="1814" w="2361">
                  <a:moveTo>
                    <a:pt x="1" y="0"/>
                  </a:moveTo>
                  <a:lnTo>
                    <a:pt x="1" y="1813"/>
                  </a:lnTo>
                  <a:lnTo>
                    <a:pt x="2361" y="1813"/>
                  </a:lnTo>
                  <a:lnTo>
                    <a:pt x="2361"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28"/>
            <p:cNvSpPr/>
            <p:nvPr/>
          </p:nvSpPr>
          <p:spPr>
            <a:xfrm>
              <a:off x="2456602" y="2318198"/>
              <a:ext cx="13171" cy="64406"/>
            </a:xfrm>
            <a:custGeom>
              <a:rect b="b" l="l" r="r" t="t"/>
              <a:pathLst>
                <a:path extrusionOk="0" h="1814" w="371">
                  <a:moveTo>
                    <a:pt x="1" y="0"/>
                  </a:moveTo>
                  <a:lnTo>
                    <a:pt x="1" y="1813"/>
                  </a:lnTo>
                  <a:lnTo>
                    <a:pt x="371" y="1813"/>
                  </a:lnTo>
                  <a:lnTo>
                    <a:pt x="37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28"/>
            <p:cNvSpPr/>
            <p:nvPr/>
          </p:nvSpPr>
          <p:spPr>
            <a:xfrm>
              <a:off x="2396991" y="2336483"/>
              <a:ext cx="17148" cy="9835"/>
            </a:xfrm>
            <a:custGeom>
              <a:rect b="b" l="l" r="r" t="t"/>
              <a:pathLst>
                <a:path extrusionOk="0" h="277" w="483">
                  <a:moveTo>
                    <a:pt x="140" y="0"/>
                  </a:moveTo>
                  <a:cubicBezTo>
                    <a:pt x="64" y="0"/>
                    <a:pt x="0" y="61"/>
                    <a:pt x="0" y="138"/>
                  </a:cubicBezTo>
                  <a:cubicBezTo>
                    <a:pt x="0" y="213"/>
                    <a:pt x="62" y="277"/>
                    <a:pt x="140" y="277"/>
                  </a:cubicBezTo>
                  <a:lnTo>
                    <a:pt x="344" y="277"/>
                  </a:lnTo>
                  <a:cubicBezTo>
                    <a:pt x="421" y="277"/>
                    <a:pt x="483" y="213"/>
                    <a:pt x="483" y="138"/>
                  </a:cubicBezTo>
                  <a:cubicBezTo>
                    <a:pt x="483" y="62"/>
                    <a:pt x="422" y="0"/>
                    <a:pt x="34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28"/>
            <p:cNvSpPr/>
            <p:nvPr/>
          </p:nvSpPr>
          <p:spPr>
            <a:xfrm>
              <a:off x="2420708" y="2336483"/>
              <a:ext cx="38094" cy="9835"/>
            </a:xfrm>
            <a:custGeom>
              <a:rect b="b" l="l" r="r" t="t"/>
              <a:pathLst>
                <a:path extrusionOk="0" h="277" w="1073">
                  <a:moveTo>
                    <a:pt x="138" y="0"/>
                  </a:moveTo>
                  <a:cubicBezTo>
                    <a:pt x="64" y="0"/>
                    <a:pt x="0" y="61"/>
                    <a:pt x="0" y="138"/>
                  </a:cubicBezTo>
                  <a:cubicBezTo>
                    <a:pt x="0" y="213"/>
                    <a:pt x="62" y="277"/>
                    <a:pt x="138" y="277"/>
                  </a:cubicBezTo>
                  <a:lnTo>
                    <a:pt x="934" y="277"/>
                  </a:lnTo>
                  <a:cubicBezTo>
                    <a:pt x="1009" y="277"/>
                    <a:pt x="1072" y="213"/>
                    <a:pt x="1072" y="138"/>
                  </a:cubicBezTo>
                  <a:cubicBezTo>
                    <a:pt x="1072" y="62"/>
                    <a:pt x="1012" y="0"/>
                    <a:pt x="934"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28"/>
            <p:cNvSpPr/>
            <p:nvPr/>
          </p:nvSpPr>
          <p:spPr>
            <a:xfrm>
              <a:off x="2396991" y="2354448"/>
              <a:ext cx="17148" cy="9870"/>
            </a:xfrm>
            <a:custGeom>
              <a:rect b="b" l="l" r="r" t="t"/>
              <a:pathLst>
                <a:path extrusionOk="0" h="278" w="483">
                  <a:moveTo>
                    <a:pt x="140" y="1"/>
                  </a:moveTo>
                  <a:cubicBezTo>
                    <a:pt x="64" y="1"/>
                    <a:pt x="0" y="61"/>
                    <a:pt x="0" y="139"/>
                  </a:cubicBezTo>
                  <a:cubicBezTo>
                    <a:pt x="0" y="215"/>
                    <a:pt x="62" y="277"/>
                    <a:pt x="140" y="277"/>
                  </a:cubicBezTo>
                  <a:lnTo>
                    <a:pt x="344" y="277"/>
                  </a:lnTo>
                  <a:cubicBezTo>
                    <a:pt x="421" y="277"/>
                    <a:pt x="483" y="217"/>
                    <a:pt x="483" y="139"/>
                  </a:cubicBezTo>
                  <a:cubicBezTo>
                    <a:pt x="483" y="64"/>
                    <a:pt x="422" y="1"/>
                    <a:pt x="34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28"/>
            <p:cNvSpPr/>
            <p:nvPr/>
          </p:nvSpPr>
          <p:spPr>
            <a:xfrm>
              <a:off x="2420708" y="2354448"/>
              <a:ext cx="38094" cy="9870"/>
            </a:xfrm>
            <a:custGeom>
              <a:rect b="b" l="l" r="r" t="t"/>
              <a:pathLst>
                <a:path extrusionOk="0" h="278" w="1073">
                  <a:moveTo>
                    <a:pt x="138" y="1"/>
                  </a:moveTo>
                  <a:cubicBezTo>
                    <a:pt x="64" y="1"/>
                    <a:pt x="0" y="61"/>
                    <a:pt x="0" y="139"/>
                  </a:cubicBezTo>
                  <a:cubicBezTo>
                    <a:pt x="0" y="215"/>
                    <a:pt x="62" y="277"/>
                    <a:pt x="138" y="277"/>
                  </a:cubicBezTo>
                  <a:lnTo>
                    <a:pt x="934" y="277"/>
                  </a:lnTo>
                  <a:cubicBezTo>
                    <a:pt x="1009" y="277"/>
                    <a:pt x="1072" y="217"/>
                    <a:pt x="1072" y="139"/>
                  </a:cubicBezTo>
                  <a:cubicBezTo>
                    <a:pt x="1072" y="64"/>
                    <a:pt x="1012" y="1"/>
                    <a:pt x="93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28"/>
            <p:cNvSpPr/>
            <p:nvPr/>
          </p:nvSpPr>
          <p:spPr>
            <a:xfrm>
              <a:off x="2396991" y="2244244"/>
              <a:ext cx="61810" cy="9870"/>
            </a:xfrm>
            <a:custGeom>
              <a:rect b="b" l="l" r="r" t="t"/>
              <a:pathLst>
                <a:path extrusionOk="0" h="278" w="1741">
                  <a:moveTo>
                    <a:pt x="139" y="1"/>
                  </a:moveTo>
                  <a:cubicBezTo>
                    <a:pt x="64" y="1"/>
                    <a:pt x="0" y="63"/>
                    <a:pt x="0" y="139"/>
                  </a:cubicBezTo>
                  <a:cubicBezTo>
                    <a:pt x="0" y="214"/>
                    <a:pt x="62" y="277"/>
                    <a:pt x="139" y="277"/>
                  </a:cubicBezTo>
                  <a:lnTo>
                    <a:pt x="1602" y="277"/>
                  </a:lnTo>
                  <a:cubicBezTo>
                    <a:pt x="1677" y="277"/>
                    <a:pt x="1740" y="214"/>
                    <a:pt x="1740" y="139"/>
                  </a:cubicBezTo>
                  <a:cubicBezTo>
                    <a:pt x="1740" y="63"/>
                    <a:pt x="1680" y="1"/>
                    <a:pt x="160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28"/>
            <p:cNvSpPr/>
            <p:nvPr/>
          </p:nvSpPr>
          <p:spPr>
            <a:xfrm>
              <a:off x="2396991" y="2261250"/>
              <a:ext cx="61810" cy="9906"/>
            </a:xfrm>
            <a:custGeom>
              <a:rect b="b" l="l" r="r" t="t"/>
              <a:pathLst>
                <a:path extrusionOk="0" h="279" w="1741">
                  <a:moveTo>
                    <a:pt x="139" y="1"/>
                  </a:moveTo>
                  <a:cubicBezTo>
                    <a:pt x="64" y="1"/>
                    <a:pt x="0" y="63"/>
                    <a:pt x="0" y="141"/>
                  </a:cubicBezTo>
                  <a:cubicBezTo>
                    <a:pt x="0" y="215"/>
                    <a:pt x="62" y="279"/>
                    <a:pt x="139" y="279"/>
                  </a:cubicBezTo>
                  <a:lnTo>
                    <a:pt x="1602" y="279"/>
                  </a:lnTo>
                  <a:cubicBezTo>
                    <a:pt x="1677" y="279"/>
                    <a:pt x="1740" y="217"/>
                    <a:pt x="1740" y="141"/>
                  </a:cubicBezTo>
                  <a:cubicBezTo>
                    <a:pt x="1740" y="64"/>
                    <a:pt x="1680" y="1"/>
                    <a:pt x="160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28"/>
            <p:cNvSpPr/>
            <p:nvPr/>
          </p:nvSpPr>
          <p:spPr>
            <a:xfrm>
              <a:off x="2430897" y="2278399"/>
              <a:ext cx="27905" cy="9870"/>
            </a:xfrm>
            <a:custGeom>
              <a:rect b="b" l="l" r="r" t="t"/>
              <a:pathLst>
                <a:path extrusionOk="0" h="278" w="786">
                  <a:moveTo>
                    <a:pt x="139" y="0"/>
                  </a:moveTo>
                  <a:cubicBezTo>
                    <a:pt x="64" y="0"/>
                    <a:pt x="1" y="63"/>
                    <a:pt x="1" y="140"/>
                  </a:cubicBezTo>
                  <a:cubicBezTo>
                    <a:pt x="1" y="214"/>
                    <a:pt x="63" y="278"/>
                    <a:pt x="139" y="278"/>
                  </a:cubicBezTo>
                  <a:lnTo>
                    <a:pt x="647" y="278"/>
                  </a:lnTo>
                  <a:cubicBezTo>
                    <a:pt x="722" y="278"/>
                    <a:pt x="785" y="214"/>
                    <a:pt x="785" y="140"/>
                  </a:cubicBezTo>
                  <a:cubicBezTo>
                    <a:pt x="785" y="63"/>
                    <a:pt x="725" y="0"/>
                    <a:pt x="64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28"/>
            <p:cNvSpPr/>
            <p:nvPr/>
          </p:nvSpPr>
          <p:spPr>
            <a:xfrm>
              <a:off x="2396956" y="2278399"/>
              <a:ext cx="21017" cy="9870"/>
            </a:xfrm>
            <a:custGeom>
              <a:rect b="b" l="l" r="r" t="t"/>
              <a:pathLst>
                <a:path extrusionOk="0" h="278" w="592">
                  <a:moveTo>
                    <a:pt x="138" y="0"/>
                  </a:moveTo>
                  <a:cubicBezTo>
                    <a:pt x="63" y="0"/>
                    <a:pt x="0" y="63"/>
                    <a:pt x="0" y="140"/>
                  </a:cubicBezTo>
                  <a:cubicBezTo>
                    <a:pt x="0" y="214"/>
                    <a:pt x="62" y="278"/>
                    <a:pt x="138" y="278"/>
                  </a:cubicBezTo>
                  <a:lnTo>
                    <a:pt x="453" y="278"/>
                  </a:lnTo>
                  <a:cubicBezTo>
                    <a:pt x="531" y="278"/>
                    <a:pt x="591" y="214"/>
                    <a:pt x="591" y="140"/>
                  </a:cubicBezTo>
                  <a:cubicBezTo>
                    <a:pt x="591" y="63"/>
                    <a:pt x="531" y="0"/>
                    <a:pt x="4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28"/>
            <p:cNvSpPr/>
            <p:nvPr/>
          </p:nvSpPr>
          <p:spPr>
            <a:xfrm>
              <a:off x="2396991" y="2295440"/>
              <a:ext cx="61810" cy="9906"/>
            </a:xfrm>
            <a:custGeom>
              <a:rect b="b" l="l" r="r" t="t"/>
              <a:pathLst>
                <a:path extrusionOk="0" h="279" w="1741">
                  <a:moveTo>
                    <a:pt x="139" y="1"/>
                  </a:moveTo>
                  <a:cubicBezTo>
                    <a:pt x="64" y="1"/>
                    <a:pt x="0" y="63"/>
                    <a:pt x="0" y="139"/>
                  </a:cubicBezTo>
                  <a:cubicBezTo>
                    <a:pt x="0" y="215"/>
                    <a:pt x="62" y="278"/>
                    <a:pt x="139" y="278"/>
                  </a:cubicBezTo>
                  <a:lnTo>
                    <a:pt x="1602" y="278"/>
                  </a:lnTo>
                  <a:cubicBezTo>
                    <a:pt x="1677" y="278"/>
                    <a:pt x="1740" y="217"/>
                    <a:pt x="1740" y="139"/>
                  </a:cubicBezTo>
                  <a:cubicBezTo>
                    <a:pt x="1740" y="64"/>
                    <a:pt x="1680" y="1"/>
                    <a:pt x="160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28"/>
            <p:cNvSpPr/>
            <p:nvPr/>
          </p:nvSpPr>
          <p:spPr>
            <a:xfrm>
              <a:off x="2167744" y="2188716"/>
              <a:ext cx="58721" cy="172625"/>
            </a:xfrm>
            <a:custGeom>
              <a:rect b="b" l="l" r="r" t="t"/>
              <a:pathLst>
                <a:path extrusionOk="0" h="4862" w="1654">
                  <a:moveTo>
                    <a:pt x="74" y="1"/>
                  </a:moveTo>
                  <a:cubicBezTo>
                    <a:pt x="35" y="1"/>
                    <a:pt x="1" y="34"/>
                    <a:pt x="1" y="74"/>
                  </a:cubicBezTo>
                  <a:lnTo>
                    <a:pt x="1" y="4787"/>
                  </a:lnTo>
                  <a:cubicBezTo>
                    <a:pt x="1" y="4827"/>
                    <a:pt x="32" y="4862"/>
                    <a:pt x="74" y="4862"/>
                  </a:cubicBezTo>
                  <a:lnTo>
                    <a:pt x="1579" y="4862"/>
                  </a:lnTo>
                  <a:cubicBezTo>
                    <a:pt x="1621" y="4862"/>
                    <a:pt x="1654" y="4828"/>
                    <a:pt x="1654" y="4787"/>
                  </a:cubicBezTo>
                  <a:lnTo>
                    <a:pt x="1654" y="74"/>
                  </a:lnTo>
                  <a:cubicBezTo>
                    <a:pt x="1654" y="35"/>
                    <a:pt x="1621" y="1"/>
                    <a:pt x="15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28"/>
            <p:cNvSpPr/>
            <p:nvPr/>
          </p:nvSpPr>
          <p:spPr>
            <a:xfrm>
              <a:off x="2210668" y="2188716"/>
              <a:ext cx="15799" cy="172625"/>
            </a:xfrm>
            <a:custGeom>
              <a:rect b="b" l="l" r="r" t="t"/>
              <a:pathLst>
                <a:path extrusionOk="0" h="4862" w="445">
                  <a:moveTo>
                    <a:pt x="0" y="1"/>
                  </a:moveTo>
                  <a:cubicBezTo>
                    <a:pt x="42" y="1"/>
                    <a:pt x="74" y="34"/>
                    <a:pt x="74" y="75"/>
                  </a:cubicBezTo>
                  <a:lnTo>
                    <a:pt x="74" y="4788"/>
                  </a:lnTo>
                  <a:cubicBezTo>
                    <a:pt x="74" y="4827"/>
                    <a:pt x="42" y="4862"/>
                    <a:pt x="0" y="4862"/>
                  </a:cubicBezTo>
                  <a:lnTo>
                    <a:pt x="370" y="4862"/>
                  </a:lnTo>
                  <a:cubicBezTo>
                    <a:pt x="410" y="4862"/>
                    <a:pt x="445" y="4828"/>
                    <a:pt x="445" y="4788"/>
                  </a:cubicBezTo>
                  <a:lnTo>
                    <a:pt x="445" y="75"/>
                  </a:lnTo>
                  <a:cubicBezTo>
                    <a:pt x="445" y="35"/>
                    <a:pt x="412" y="1"/>
                    <a:pt x="3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28"/>
            <p:cNvSpPr/>
            <p:nvPr/>
          </p:nvSpPr>
          <p:spPr>
            <a:xfrm>
              <a:off x="2167779" y="2188858"/>
              <a:ext cx="58757" cy="172448"/>
            </a:xfrm>
            <a:custGeom>
              <a:rect b="b" l="l" r="r" t="t"/>
              <a:pathLst>
                <a:path extrusionOk="0" h="4857" w="1655">
                  <a:moveTo>
                    <a:pt x="689" y="1"/>
                  </a:moveTo>
                  <a:lnTo>
                    <a:pt x="689" y="671"/>
                  </a:lnTo>
                  <a:lnTo>
                    <a:pt x="1" y="671"/>
                  </a:lnTo>
                  <a:lnTo>
                    <a:pt x="1" y="948"/>
                  </a:lnTo>
                  <a:lnTo>
                    <a:pt x="689" y="948"/>
                  </a:lnTo>
                  <a:lnTo>
                    <a:pt x="689" y="1482"/>
                  </a:lnTo>
                  <a:lnTo>
                    <a:pt x="1" y="1482"/>
                  </a:lnTo>
                  <a:lnTo>
                    <a:pt x="1" y="1758"/>
                  </a:lnTo>
                  <a:lnTo>
                    <a:pt x="689" y="1758"/>
                  </a:lnTo>
                  <a:lnTo>
                    <a:pt x="689" y="2290"/>
                  </a:lnTo>
                  <a:lnTo>
                    <a:pt x="1" y="2290"/>
                  </a:lnTo>
                  <a:lnTo>
                    <a:pt x="1" y="2567"/>
                  </a:lnTo>
                  <a:lnTo>
                    <a:pt x="689" y="2567"/>
                  </a:lnTo>
                  <a:lnTo>
                    <a:pt x="689" y="3101"/>
                  </a:lnTo>
                  <a:lnTo>
                    <a:pt x="1" y="3101"/>
                  </a:lnTo>
                  <a:lnTo>
                    <a:pt x="1" y="3377"/>
                  </a:lnTo>
                  <a:lnTo>
                    <a:pt x="689" y="3377"/>
                  </a:lnTo>
                  <a:lnTo>
                    <a:pt x="689" y="3909"/>
                  </a:lnTo>
                  <a:lnTo>
                    <a:pt x="1" y="3909"/>
                  </a:lnTo>
                  <a:lnTo>
                    <a:pt x="1" y="4184"/>
                  </a:lnTo>
                  <a:lnTo>
                    <a:pt x="689" y="4184"/>
                  </a:lnTo>
                  <a:lnTo>
                    <a:pt x="689" y="4856"/>
                  </a:lnTo>
                  <a:lnTo>
                    <a:pt x="965" y="4856"/>
                  </a:lnTo>
                  <a:lnTo>
                    <a:pt x="965" y="4184"/>
                  </a:lnTo>
                  <a:lnTo>
                    <a:pt x="1654" y="4184"/>
                  </a:lnTo>
                  <a:lnTo>
                    <a:pt x="1654" y="3908"/>
                  </a:lnTo>
                  <a:lnTo>
                    <a:pt x="965" y="3908"/>
                  </a:lnTo>
                  <a:lnTo>
                    <a:pt x="965" y="3375"/>
                  </a:lnTo>
                  <a:lnTo>
                    <a:pt x="1654" y="3375"/>
                  </a:lnTo>
                  <a:lnTo>
                    <a:pt x="1654" y="3098"/>
                  </a:lnTo>
                  <a:lnTo>
                    <a:pt x="965" y="3098"/>
                  </a:lnTo>
                  <a:lnTo>
                    <a:pt x="965" y="2565"/>
                  </a:lnTo>
                  <a:lnTo>
                    <a:pt x="1654" y="2565"/>
                  </a:lnTo>
                  <a:lnTo>
                    <a:pt x="1654" y="2289"/>
                  </a:lnTo>
                  <a:lnTo>
                    <a:pt x="965" y="2289"/>
                  </a:lnTo>
                  <a:lnTo>
                    <a:pt x="965" y="1756"/>
                  </a:lnTo>
                  <a:lnTo>
                    <a:pt x="1654" y="1756"/>
                  </a:lnTo>
                  <a:lnTo>
                    <a:pt x="1654" y="1479"/>
                  </a:lnTo>
                  <a:lnTo>
                    <a:pt x="965" y="1479"/>
                  </a:lnTo>
                  <a:lnTo>
                    <a:pt x="965" y="948"/>
                  </a:lnTo>
                  <a:lnTo>
                    <a:pt x="1654" y="948"/>
                  </a:lnTo>
                  <a:lnTo>
                    <a:pt x="1654" y="671"/>
                  </a:lnTo>
                  <a:lnTo>
                    <a:pt x="965" y="671"/>
                  </a:lnTo>
                  <a:lnTo>
                    <a:pt x="96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55" name="Google Shape;5055;p28"/>
          <p:cNvGrpSpPr/>
          <p:nvPr/>
        </p:nvGrpSpPr>
        <p:grpSpPr>
          <a:xfrm>
            <a:off x="1496192" y="2172668"/>
            <a:ext cx="325390" cy="327037"/>
            <a:chOff x="1496192" y="2172668"/>
            <a:chExt cx="325390" cy="327037"/>
          </a:xfrm>
        </p:grpSpPr>
        <p:sp>
          <p:nvSpPr>
            <p:cNvPr id="5056" name="Google Shape;5056;p28"/>
            <p:cNvSpPr/>
            <p:nvPr/>
          </p:nvSpPr>
          <p:spPr>
            <a:xfrm>
              <a:off x="1565495" y="2172775"/>
              <a:ext cx="256080" cy="326930"/>
            </a:xfrm>
            <a:custGeom>
              <a:rect b="b" l="l" r="r" t="t"/>
              <a:pathLst>
                <a:path extrusionOk="0" h="9208" w="7213">
                  <a:moveTo>
                    <a:pt x="438" y="1"/>
                  </a:moveTo>
                  <a:cubicBezTo>
                    <a:pt x="197" y="1"/>
                    <a:pt x="0" y="196"/>
                    <a:pt x="0" y="437"/>
                  </a:cubicBezTo>
                  <a:lnTo>
                    <a:pt x="0" y="8771"/>
                  </a:lnTo>
                  <a:cubicBezTo>
                    <a:pt x="0" y="9012"/>
                    <a:pt x="197" y="9207"/>
                    <a:pt x="438" y="9207"/>
                  </a:cubicBezTo>
                  <a:lnTo>
                    <a:pt x="6775" y="9207"/>
                  </a:lnTo>
                  <a:cubicBezTo>
                    <a:pt x="7016" y="9207"/>
                    <a:pt x="7213" y="9012"/>
                    <a:pt x="7213" y="8770"/>
                  </a:cubicBezTo>
                  <a:lnTo>
                    <a:pt x="7213" y="437"/>
                  </a:lnTo>
                  <a:cubicBezTo>
                    <a:pt x="7213" y="196"/>
                    <a:pt x="7016" y="1"/>
                    <a:pt x="6775" y="1"/>
                  </a:cubicBezTo>
                  <a:close/>
                </a:path>
              </a:pathLst>
            </a:custGeom>
            <a:solidFill>
              <a:srgbClr val="B6C4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28"/>
            <p:cNvSpPr/>
            <p:nvPr/>
          </p:nvSpPr>
          <p:spPr>
            <a:xfrm>
              <a:off x="1792825" y="2172668"/>
              <a:ext cx="28757" cy="327001"/>
            </a:xfrm>
            <a:custGeom>
              <a:rect b="b" l="l" r="r" t="t"/>
              <a:pathLst>
                <a:path extrusionOk="0" h="9210" w="810">
                  <a:moveTo>
                    <a:pt x="1" y="1"/>
                  </a:moveTo>
                  <a:cubicBezTo>
                    <a:pt x="243" y="1"/>
                    <a:pt x="438" y="196"/>
                    <a:pt x="438" y="438"/>
                  </a:cubicBezTo>
                  <a:lnTo>
                    <a:pt x="438" y="8773"/>
                  </a:lnTo>
                  <a:cubicBezTo>
                    <a:pt x="438" y="9013"/>
                    <a:pt x="243" y="9209"/>
                    <a:pt x="1" y="9209"/>
                  </a:cubicBezTo>
                  <a:lnTo>
                    <a:pt x="372" y="9209"/>
                  </a:lnTo>
                  <a:cubicBezTo>
                    <a:pt x="613" y="9209"/>
                    <a:pt x="810" y="9015"/>
                    <a:pt x="810" y="8773"/>
                  </a:cubicBezTo>
                  <a:lnTo>
                    <a:pt x="810" y="438"/>
                  </a:lnTo>
                  <a:cubicBezTo>
                    <a:pt x="810" y="198"/>
                    <a:pt x="613"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28"/>
            <p:cNvSpPr/>
            <p:nvPr/>
          </p:nvSpPr>
          <p:spPr>
            <a:xfrm>
              <a:off x="1588111" y="2195355"/>
              <a:ext cx="210849" cy="266181"/>
            </a:xfrm>
            <a:custGeom>
              <a:rect b="b" l="l" r="r" t="t"/>
              <a:pathLst>
                <a:path extrusionOk="0" h="7497" w="5939">
                  <a:moveTo>
                    <a:pt x="222" y="1"/>
                  </a:moveTo>
                  <a:cubicBezTo>
                    <a:pt x="100" y="1"/>
                    <a:pt x="1" y="100"/>
                    <a:pt x="1" y="222"/>
                  </a:cubicBezTo>
                  <a:lnTo>
                    <a:pt x="1" y="7275"/>
                  </a:lnTo>
                  <a:cubicBezTo>
                    <a:pt x="1" y="7397"/>
                    <a:pt x="100" y="7497"/>
                    <a:pt x="222" y="7497"/>
                  </a:cubicBezTo>
                  <a:lnTo>
                    <a:pt x="5717" y="7497"/>
                  </a:lnTo>
                  <a:cubicBezTo>
                    <a:pt x="5839" y="7497"/>
                    <a:pt x="5938" y="7397"/>
                    <a:pt x="5938" y="7275"/>
                  </a:cubicBezTo>
                  <a:lnTo>
                    <a:pt x="5938" y="222"/>
                  </a:lnTo>
                  <a:cubicBezTo>
                    <a:pt x="5938" y="100"/>
                    <a:pt x="5839" y="1"/>
                    <a:pt x="571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28"/>
            <p:cNvSpPr/>
            <p:nvPr/>
          </p:nvSpPr>
          <p:spPr>
            <a:xfrm>
              <a:off x="1778446" y="2195355"/>
              <a:ext cx="20520" cy="266181"/>
            </a:xfrm>
            <a:custGeom>
              <a:rect b="b" l="l" r="r" t="t"/>
              <a:pathLst>
                <a:path extrusionOk="0" h="7497" w="578">
                  <a:moveTo>
                    <a:pt x="0" y="1"/>
                  </a:moveTo>
                  <a:cubicBezTo>
                    <a:pt x="122" y="1"/>
                    <a:pt x="220" y="100"/>
                    <a:pt x="220" y="222"/>
                  </a:cubicBezTo>
                  <a:lnTo>
                    <a:pt x="220" y="7275"/>
                  </a:lnTo>
                  <a:cubicBezTo>
                    <a:pt x="220" y="7397"/>
                    <a:pt x="122" y="7497"/>
                    <a:pt x="0" y="7497"/>
                  </a:cubicBezTo>
                  <a:lnTo>
                    <a:pt x="356" y="7497"/>
                  </a:lnTo>
                  <a:cubicBezTo>
                    <a:pt x="478" y="7497"/>
                    <a:pt x="577" y="7397"/>
                    <a:pt x="577" y="7275"/>
                  </a:cubicBezTo>
                  <a:lnTo>
                    <a:pt x="577" y="222"/>
                  </a:lnTo>
                  <a:cubicBezTo>
                    <a:pt x="577" y="100"/>
                    <a:pt x="478" y="1"/>
                    <a:pt x="35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28"/>
            <p:cNvSpPr/>
            <p:nvPr/>
          </p:nvSpPr>
          <p:spPr>
            <a:xfrm>
              <a:off x="1679320" y="2475693"/>
              <a:ext cx="28402" cy="9835"/>
            </a:xfrm>
            <a:custGeom>
              <a:rect b="b" l="l" r="r" t="t"/>
              <a:pathLst>
                <a:path extrusionOk="0" h="277" w="800">
                  <a:moveTo>
                    <a:pt x="139" y="1"/>
                  </a:moveTo>
                  <a:cubicBezTo>
                    <a:pt x="64" y="1"/>
                    <a:pt x="0" y="62"/>
                    <a:pt x="0" y="139"/>
                  </a:cubicBezTo>
                  <a:cubicBezTo>
                    <a:pt x="0" y="214"/>
                    <a:pt x="61" y="277"/>
                    <a:pt x="139" y="277"/>
                  </a:cubicBezTo>
                  <a:lnTo>
                    <a:pt x="661" y="277"/>
                  </a:lnTo>
                  <a:cubicBezTo>
                    <a:pt x="737" y="277"/>
                    <a:pt x="799" y="214"/>
                    <a:pt x="799" y="139"/>
                  </a:cubicBezTo>
                  <a:cubicBezTo>
                    <a:pt x="799" y="62"/>
                    <a:pt x="737" y="1"/>
                    <a:pt x="66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28"/>
            <p:cNvSpPr/>
            <p:nvPr/>
          </p:nvSpPr>
          <p:spPr>
            <a:xfrm>
              <a:off x="1611579" y="2218149"/>
              <a:ext cx="163880" cy="67886"/>
            </a:xfrm>
            <a:custGeom>
              <a:rect b="b" l="l" r="r" t="t"/>
              <a:pathLst>
                <a:path extrusionOk="0" h="1912" w="4616">
                  <a:moveTo>
                    <a:pt x="184" y="0"/>
                  </a:moveTo>
                  <a:cubicBezTo>
                    <a:pt x="82" y="0"/>
                    <a:pt x="0" y="84"/>
                    <a:pt x="0" y="186"/>
                  </a:cubicBezTo>
                  <a:lnTo>
                    <a:pt x="0" y="1726"/>
                  </a:lnTo>
                  <a:cubicBezTo>
                    <a:pt x="0" y="1829"/>
                    <a:pt x="82" y="1911"/>
                    <a:pt x="184" y="1911"/>
                  </a:cubicBezTo>
                  <a:lnTo>
                    <a:pt x="4430" y="1911"/>
                  </a:lnTo>
                  <a:cubicBezTo>
                    <a:pt x="4533" y="1911"/>
                    <a:pt x="4615" y="1829"/>
                    <a:pt x="4615" y="1726"/>
                  </a:cubicBezTo>
                  <a:lnTo>
                    <a:pt x="4615" y="186"/>
                  </a:lnTo>
                  <a:cubicBezTo>
                    <a:pt x="4615" y="84"/>
                    <a:pt x="4533" y="0"/>
                    <a:pt x="443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28"/>
            <p:cNvSpPr/>
            <p:nvPr/>
          </p:nvSpPr>
          <p:spPr>
            <a:xfrm>
              <a:off x="1755688" y="2218149"/>
              <a:ext cx="19775" cy="67886"/>
            </a:xfrm>
            <a:custGeom>
              <a:rect b="b" l="l" r="r" t="t"/>
              <a:pathLst>
                <a:path extrusionOk="0" h="1912" w="557">
                  <a:moveTo>
                    <a:pt x="1" y="0"/>
                  </a:moveTo>
                  <a:cubicBezTo>
                    <a:pt x="103" y="0"/>
                    <a:pt x="186" y="84"/>
                    <a:pt x="186" y="186"/>
                  </a:cubicBezTo>
                  <a:lnTo>
                    <a:pt x="186" y="1726"/>
                  </a:lnTo>
                  <a:cubicBezTo>
                    <a:pt x="186" y="1829"/>
                    <a:pt x="103" y="1911"/>
                    <a:pt x="1" y="1911"/>
                  </a:cubicBezTo>
                  <a:lnTo>
                    <a:pt x="371" y="1911"/>
                  </a:lnTo>
                  <a:cubicBezTo>
                    <a:pt x="474" y="1911"/>
                    <a:pt x="556" y="1829"/>
                    <a:pt x="556" y="1726"/>
                  </a:cubicBezTo>
                  <a:lnTo>
                    <a:pt x="556" y="186"/>
                  </a:lnTo>
                  <a:cubicBezTo>
                    <a:pt x="556" y="84"/>
                    <a:pt x="474" y="2"/>
                    <a:pt x="37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28"/>
            <p:cNvSpPr/>
            <p:nvPr/>
          </p:nvSpPr>
          <p:spPr>
            <a:xfrm>
              <a:off x="1697817" y="2306589"/>
              <a:ext cx="82543" cy="9835"/>
            </a:xfrm>
            <a:custGeom>
              <a:rect b="b" l="l" r="r" t="t"/>
              <a:pathLst>
                <a:path extrusionOk="0" h="277" w="2325">
                  <a:moveTo>
                    <a:pt x="140" y="0"/>
                  </a:moveTo>
                  <a:cubicBezTo>
                    <a:pt x="64" y="0"/>
                    <a:pt x="0" y="61"/>
                    <a:pt x="0" y="139"/>
                  </a:cubicBezTo>
                  <a:cubicBezTo>
                    <a:pt x="0" y="213"/>
                    <a:pt x="62" y="277"/>
                    <a:pt x="140" y="277"/>
                  </a:cubicBezTo>
                  <a:lnTo>
                    <a:pt x="2186" y="277"/>
                  </a:lnTo>
                  <a:cubicBezTo>
                    <a:pt x="2262" y="277"/>
                    <a:pt x="2324" y="213"/>
                    <a:pt x="2324" y="139"/>
                  </a:cubicBezTo>
                  <a:cubicBezTo>
                    <a:pt x="2324" y="62"/>
                    <a:pt x="2264" y="0"/>
                    <a:pt x="218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28"/>
            <p:cNvSpPr/>
            <p:nvPr/>
          </p:nvSpPr>
          <p:spPr>
            <a:xfrm>
              <a:off x="1697817" y="2331654"/>
              <a:ext cx="82543" cy="9870"/>
            </a:xfrm>
            <a:custGeom>
              <a:rect b="b" l="l" r="r" t="t"/>
              <a:pathLst>
                <a:path extrusionOk="0" h="278" w="2325">
                  <a:moveTo>
                    <a:pt x="140" y="1"/>
                  </a:moveTo>
                  <a:cubicBezTo>
                    <a:pt x="64" y="1"/>
                    <a:pt x="0" y="64"/>
                    <a:pt x="0" y="139"/>
                  </a:cubicBezTo>
                  <a:cubicBezTo>
                    <a:pt x="0" y="215"/>
                    <a:pt x="62" y="277"/>
                    <a:pt x="140" y="277"/>
                  </a:cubicBezTo>
                  <a:lnTo>
                    <a:pt x="2186" y="277"/>
                  </a:lnTo>
                  <a:cubicBezTo>
                    <a:pt x="2262" y="277"/>
                    <a:pt x="2324" y="215"/>
                    <a:pt x="2324" y="139"/>
                  </a:cubicBezTo>
                  <a:cubicBezTo>
                    <a:pt x="2324" y="64"/>
                    <a:pt x="2264" y="1"/>
                    <a:pt x="218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28"/>
            <p:cNvSpPr/>
            <p:nvPr/>
          </p:nvSpPr>
          <p:spPr>
            <a:xfrm>
              <a:off x="1750433" y="2356755"/>
              <a:ext cx="29929" cy="9906"/>
            </a:xfrm>
            <a:custGeom>
              <a:rect b="b" l="l" r="r" t="t"/>
              <a:pathLst>
                <a:path extrusionOk="0" h="279" w="843">
                  <a:moveTo>
                    <a:pt x="140" y="1"/>
                  </a:moveTo>
                  <a:cubicBezTo>
                    <a:pt x="64" y="1"/>
                    <a:pt x="1" y="64"/>
                    <a:pt x="1" y="139"/>
                  </a:cubicBezTo>
                  <a:cubicBezTo>
                    <a:pt x="1" y="215"/>
                    <a:pt x="62" y="278"/>
                    <a:pt x="140" y="278"/>
                  </a:cubicBezTo>
                  <a:lnTo>
                    <a:pt x="704" y="278"/>
                  </a:lnTo>
                  <a:cubicBezTo>
                    <a:pt x="780" y="278"/>
                    <a:pt x="842" y="215"/>
                    <a:pt x="841" y="139"/>
                  </a:cubicBezTo>
                  <a:cubicBezTo>
                    <a:pt x="841" y="64"/>
                    <a:pt x="780" y="1"/>
                    <a:pt x="70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28"/>
            <p:cNvSpPr/>
            <p:nvPr/>
          </p:nvSpPr>
          <p:spPr>
            <a:xfrm>
              <a:off x="1695474" y="2356755"/>
              <a:ext cx="41928" cy="9906"/>
            </a:xfrm>
            <a:custGeom>
              <a:rect b="b" l="l" r="r" t="t"/>
              <a:pathLst>
                <a:path extrusionOk="0" h="279" w="1181">
                  <a:moveTo>
                    <a:pt x="138" y="1"/>
                  </a:moveTo>
                  <a:cubicBezTo>
                    <a:pt x="63" y="1"/>
                    <a:pt x="0" y="64"/>
                    <a:pt x="0" y="139"/>
                  </a:cubicBezTo>
                  <a:cubicBezTo>
                    <a:pt x="0" y="215"/>
                    <a:pt x="62" y="278"/>
                    <a:pt x="138" y="278"/>
                  </a:cubicBezTo>
                  <a:lnTo>
                    <a:pt x="1042" y="278"/>
                  </a:lnTo>
                  <a:cubicBezTo>
                    <a:pt x="1120" y="278"/>
                    <a:pt x="1180" y="215"/>
                    <a:pt x="1180" y="139"/>
                  </a:cubicBezTo>
                  <a:cubicBezTo>
                    <a:pt x="1180" y="64"/>
                    <a:pt x="1120" y="1"/>
                    <a:pt x="104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28"/>
            <p:cNvSpPr/>
            <p:nvPr/>
          </p:nvSpPr>
          <p:spPr>
            <a:xfrm>
              <a:off x="1691320" y="2381750"/>
              <a:ext cx="89040" cy="9835"/>
            </a:xfrm>
            <a:custGeom>
              <a:rect b="b" l="l" r="r" t="t"/>
              <a:pathLst>
                <a:path extrusionOk="0" h="277" w="2508">
                  <a:moveTo>
                    <a:pt x="139" y="0"/>
                  </a:moveTo>
                  <a:cubicBezTo>
                    <a:pt x="64" y="0"/>
                    <a:pt x="1" y="64"/>
                    <a:pt x="1" y="138"/>
                  </a:cubicBezTo>
                  <a:cubicBezTo>
                    <a:pt x="1" y="215"/>
                    <a:pt x="61" y="276"/>
                    <a:pt x="139" y="276"/>
                  </a:cubicBezTo>
                  <a:lnTo>
                    <a:pt x="2369" y="276"/>
                  </a:lnTo>
                  <a:cubicBezTo>
                    <a:pt x="2445" y="276"/>
                    <a:pt x="2507" y="215"/>
                    <a:pt x="2507" y="138"/>
                  </a:cubicBezTo>
                  <a:cubicBezTo>
                    <a:pt x="2507" y="64"/>
                    <a:pt x="2447" y="0"/>
                    <a:pt x="236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28"/>
            <p:cNvSpPr/>
            <p:nvPr/>
          </p:nvSpPr>
          <p:spPr>
            <a:xfrm>
              <a:off x="1719794" y="2406816"/>
              <a:ext cx="60567" cy="9870"/>
            </a:xfrm>
            <a:custGeom>
              <a:rect b="b" l="l" r="r" t="t"/>
              <a:pathLst>
                <a:path extrusionOk="0" h="278" w="1706">
                  <a:moveTo>
                    <a:pt x="140" y="1"/>
                  </a:moveTo>
                  <a:cubicBezTo>
                    <a:pt x="63" y="1"/>
                    <a:pt x="0" y="64"/>
                    <a:pt x="0" y="139"/>
                  </a:cubicBezTo>
                  <a:cubicBezTo>
                    <a:pt x="0" y="215"/>
                    <a:pt x="62" y="277"/>
                    <a:pt x="140" y="277"/>
                  </a:cubicBezTo>
                  <a:lnTo>
                    <a:pt x="1567" y="277"/>
                  </a:lnTo>
                  <a:cubicBezTo>
                    <a:pt x="1643" y="277"/>
                    <a:pt x="1705" y="215"/>
                    <a:pt x="1705" y="139"/>
                  </a:cubicBezTo>
                  <a:cubicBezTo>
                    <a:pt x="1705" y="64"/>
                    <a:pt x="1645" y="1"/>
                    <a:pt x="156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28"/>
            <p:cNvSpPr/>
            <p:nvPr/>
          </p:nvSpPr>
          <p:spPr>
            <a:xfrm>
              <a:off x="1684645" y="2406816"/>
              <a:ext cx="22154" cy="9870"/>
            </a:xfrm>
            <a:custGeom>
              <a:rect b="b" l="l" r="r" t="t"/>
              <a:pathLst>
                <a:path extrusionOk="0" h="278" w="624">
                  <a:moveTo>
                    <a:pt x="138" y="1"/>
                  </a:moveTo>
                  <a:cubicBezTo>
                    <a:pt x="62" y="1"/>
                    <a:pt x="0" y="64"/>
                    <a:pt x="0" y="139"/>
                  </a:cubicBezTo>
                  <a:cubicBezTo>
                    <a:pt x="0" y="215"/>
                    <a:pt x="60" y="277"/>
                    <a:pt x="138" y="277"/>
                  </a:cubicBezTo>
                  <a:lnTo>
                    <a:pt x="485" y="277"/>
                  </a:lnTo>
                  <a:cubicBezTo>
                    <a:pt x="561" y="277"/>
                    <a:pt x="623" y="215"/>
                    <a:pt x="623" y="139"/>
                  </a:cubicBezTo>
                  <a:cubicBezTo>
                    <a:pt x="623" y="64"/>
                    <a:pt x="563" y="1"/>
                    <a:pt x="48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28"/>
            <p:cNvSpPr/>
            <p:nvPr/>
          </p:nvSpPr>
          <p:spPr>
            <a:xfrm>
              <a:off x="1671651" y="2431917"/>
              <a:ext cx="108709" cy="9906"/>
            </a:xfrm>
            <a:custGeom>
              <a:rect b="b" l="l" r="r" t="t"/>
              <a:pathLst>
                <a:path extrusionOk="0" h="279" w="3062">
                  <a:moveTo>
                    <a:pt x="139" y="0"/>
                  </a:moveTo>
                  <a:cubicBezTo>
                    <a:pt x="64" y="0"/>
                    <a:pt x="1" y="62"/>
                    <a:pt x="1" y="140"/>
                  </a:cubicBezTo>
                  <a:cubicBezTo>
                    <a:pt x="1" y="215"/>
                    <a:pt x="61" y="278"/>
                    <a:pt x="139" y="278"/>
                  </a:cubicBezTo>
                  <a:lnTo>
                    <a:pt x="2923" y="278"/>
                  </a:lnTo>
                  <a:cubicBezTo>
                    <a:pt x="2999" y="278"/>
                    <a:pt x="3061" y="215"/>
                    <a:pt x="3061" y="140"/>
                  </a:cubicBezTo>
                  <a:cubicBezTo>
                    <a:pt x="3061" y="64"/>
                    <a:pt x="3001" y="0"/>
                    <a:pt x="292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28"/>
            <p:cNvSpPr/>
            <p:nvPr/>
          </p:nvSpPr>
          <p:spPr>
            <a:xfrm>
              <a:off x="1499422" y="2324838"/>
              <a:ext cx="180424" cy="117167"/>
            </a:xfrm>
            <a:custGeom>
              <a:rect b="b" l="l" r="r" t="t"/>
              <a:pathLst>
                <a:path extrusionOk="0" h="3300" w="5082">
                  <a:moveTo>
                    <a:pt x="635" y="0"/>
                  </a:moveTo>
                  <a:cubicBezTo>
                    <a:pt x="347" y="639"/>
                    <a:pt x="1" y="1386"/>
                    <a:pt x="152" y="2103"/>
                  </a:cubicBezTo>
                  <a:cubicBezTo>
                    <a:pt x="313" y="2878"/>
                    <a:pt x="914" y="3244"/>
                    <a:pt x="1653" y="3300"/>
                  </a:cubicBezTo>
                  <a:lnTo>
                    <a:pt x="3434" y="3300"/>
                  </a:lnTo>
                  <a:cubicBezTo>
                    <a:pt x="4174" y="3244"/>
                    <a:pt x="4774" y="2878"/>
                    <a:pt x="4936" y="2103"/>
                  </a:cubicBezTo>
                  <a:cubicBezTo>
                    <a:pt x="5082" y="1386"/>
                    <a:pt x="4735" y="638"/>
                    <a:pt x="444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28"/>
            <p:cNvSpPr/>
            <p:nvPr/>
          </p:nvSpPr>
          <p:spPr>
            <a:xfrm>
              <a:off x="1619034" y="2324838"/>
              <a:ext cx="60816" cy="117167"/>
            </a:xfrm>
            <a:custGeom>
              <a:rect b="b" l="l" r="r" t="t"/>
              <a:pathLst>
                <a:path extrusionOk="0" h="3300" w="1713">
                  <a:moveTo>
                    <a:pt x="693" y="0"/>
                  </a:moveTo>
                  <a:cubicBezTo>
                    <a:pt x="985" y="648"/>
                    <a:pt x="1318" y="1397"/>
                    <a:pt x="1167" y="2118"/>
                  </a:cubicBezTo>
                  <a:cubicBezTo>
                    <a:pt x="1029" y="2782"/>
                    <a:pt x="583" y="3156"/>
                    <a:pt x="0" y="3300"/>
                  </a:cubicBezTo>
                  <a:lnTo>
                    <a:pt x="61" y="3300"/>
                  </a:lnTo>
                  <a:cubicBezTo>
                    <a:pt x="800" y="3244"/>
                    <a:pt x="1402" y="2878"/>
                    <a:pt x="1563" y="2103"/>
                  </a:cubicBezTo>
                  <a:cubicBezTo>
                    <a:pt x="1713" y="1386"/>
                    <a:pt x="1366" y="638"/>
                    <a:pt x="107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28"/>
            <p:cNvSpPr/>
            <p:nvPr/>
          </p:nvSpPr>
          <p:spPr>
            <a:xfrm>
              <a:off x="1517352" y="2427479"/>
              <a:ext cx="144460" cy="72217"/>
            </a:xfrm>
            <a:custGeom>
              <a:rect b="b" l="l" r="r" t="t"/>
              <a:pathLst>
                <a:path extrusionOk="0" h="2034" w="4069">
                  <a:moveTo>
                    <a:pt x="2035" y="0"/>
                  </a:moveTo>
                  <a:cubicBezTo>
                    <a:pt x="913" y="0"/>
                    <a:pt x="1" y="910"/>
                    <a:pt x="1" y="2033"/>
                  </a:cubicBezTo>
                  <a:lnTo>
                    <a:pt x="4069" y="2033"/>
                  </a:lnTo>
                  <a:cubicBezTo>
                    <a:pt x="4069" y="911"/>
                    <a:pt x="3158" y="0"/>
                    <a:pt x="203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28"/>
            <p:cNvSpPr/>
            <p:nvPr/>
          </p:nvSpPr>
          <p:spPr>
            <a:xfrm>
              <a:off x="1563968" y="2427479"/>
              <a:ext cx="97951" cy="72217"/>
            </a:xfrm>
            <a:custGeom>
              <a:rect b="b" l="l" r="r" t="t"/>
              <a:pathLst>
                <a:path extrusionOk="0" h="2034" w="2759">
                  <a:moveTo>
                    <a:pt x="721" y="0"/>
                  </a:moveTo>
                  <a:cubicBezTo>
                    <a:pt x="468" y="0"/>
                    <a:pt x="226" y="46"/>
                    <a:pt x="0" y="131"/>
                  </a:cubicBezTo>
                  <a:cubicBezTo>
                    <a:pt x="112" y="111"/>
                    <a:pt x="226" y="102"/>
                    <a:pt x="343" y="102"/>
                  </a:cubicBezTo>
                  <a:cubicBezTo>
                    <a:pt x="904" y="102"/>
                    <a:pt x="1413" y="328"/>
                    <a:pt x="1782" y="698"/>
                  </a:cubicBezTo>
                  <a:cubicBezTo>
                    <a:pt x="2127" y="1043"/>
                    <a:pt x="2350" y="1513"/>
                    <a:pt x="2374" y="2033"/>
                  </a:cubicBezTo>
                  <a:lnTo>
                    <a:pt x="2759" y="2033"/>
                  </a:lnTo>
                  <a:cubicBezTo>
                    <a:pt x="2759" y="1471"/>
                    <a:pt x="2530" y="964"/>
                    <a:pt x="2160" y="594"/>
                  </a:cubicBezTo>
                  <a:cubicBezTo>
                    <a:pt x="1792" y="227"/>
                    <a:pt x="1282" y="0"/>
                    <a:pt x="72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28"/>
            <p:cNvSpPr/>
            <p:nvPr/>
          </p:nvSpPr>
          <p:spPr>
            <a:xfrm>
              <a:off x="1573625" y="2391691"/>
              <a:ext cx="31952" cy="58193"/>
            </a:xfrm>
            <a:custGeom>
              <a:rect b="b" l="l" r="r" t="t"/>
              <a:pathLst>
                <a:path extrusionOk="0" h="1639" w="900">
                  <a:moveTo>
                    <a:pt x="0" y="1"/>
                  </a:moveTo>
                  <a:lnTo>
                    <a:pt x="0" y="1189"/>
                  </a:lnTo>
                  <a:cubicBezTo>
                    <a:pt x="0" y="1438"/>
                    <a:pt x="202" y="1638"/>
                    <a:pt x="450" y="1638"/>
                  </a:cubicBezTo>
                  <a:cubicBezTo>
                    <a:pt x="698" y="1638"/>
                    <a:pt x="899" y="1440"/>
                    <a:pt x="898" y="1189"/>
                  </a:cubicBezTo>
                  <a:lnTo>
                    <a:pt x="898"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28"/>
            <p:cNvSpPr/>
            <p:nvPr/>
          </p:nvSpPr>
          <p:spPr>
            <a:xfrm>
              <a:off x="1581578" y="2391798"/>
              <a:ext cx="24000" cy="58193"/>
            </a:xfrm>
            <a:custGeom>
              <a:rect b="b" l="l" r="r" t="t"/>
              <a:pathLst>
                <a:path extrusionOk="0" h="1639" w="676">
                  <a:moveTo>
                    <a:pt x="226" y="1"/>
                  </a:moveTo>
                  <a:lnTo>
                    <a:pt x="226" y="1189"/>
                  </a:lnTo>
                  <a:cubicBezTo>
                    <a:pt x="226" y="1356"/>
                    <a:pt x="136" y="1502"/>
                    <a:pt x="1" y="1579"/>
                  </a:cubicBezTo>
                  <a:cubicBezTo>
                    <a:pt x="68" y="1617"/>
                    <a:pt x="144" y="1638"/>
                    <a:pt x="226" y="1638"/>
                  </a:cubicBezTo>
                  <a:cubicBezTo>
                    <a:pt x="474" y="1638"/>
                    <a:pt x="675" y="1437"/>
                    <a:pt x="675" y="1188"/>
                  </a:cubicBezTo>
                  <a:lnTo>
                    <a:pt x="67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28"/>
            <p:cNvSpPr/>
            <p:nvPr/>
          </p:nvSpPr>
          <p:spPr>
            <a:xfrm>
              <a:off x="1521186" y="2270375"/>
              <a:ext cx="136791" cy="139286"/>
            </a:xfrm>
            <a:custGeom>
              <a:rect b="b" l="l" r="r" t="t"/>
              <a:pathLst>
                <a:path extrusionOk="0" h="3923" w="3853">
                  <a:moveTo>
                    <a:pt x="1927" y="0"/>
                  </a:moveTo>
                  <a:lnTo>
                    <a:pt x="1" y="1269"/>
                  </a:lnTo>
                  <a:lnTo>
                    <a:pt x="1" y="1996"/>
                  </a:lnTo>
                  <a:cubicBezTo>
                    <a:pt x="1" y="3059"/>
                    <a:pt x="863" y="3923"/>
                    <a:pt x="1927" y="3923"/>
                  </a:cubicBezTo>
                  <a:cubicBezTo>
                    <a:pt x="2992" y="3923"/>
                    <a:pt x="3853" y="3061"/>
                    <a:pt x="3853" y="1996"/>
                  </a:cubicBezTo>
                  <a:lnTo>
                    <a:pt x="3853" y="1269"/>
                  </a:lnTo>
                  <a:lnTo>
                    <a:pt x="1927"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28"/>
            <p:cNvSpPr/>
            <p:nvPr/>
          </p:nvSpPr>
          <p:spPr>
            <a:xfrm>
              <a:off x="1496192" y="2308009"/>
              <a:ext cx="26307" cy="36819"/>
            </a:xfrm>
            <a:custGeom>
              <a:rect b="b" l="l" r="r" t="t"/>
              <a:pathLst>
                <a:path extrusionOk="0" h="1037" w="741">
                  <a:moveTo>
                    <a:pt x="519" y="1"/>
                  </a:moveTo>
                  <a:cubicBezTo>
                    <a:pt x="233" y="1"/>
                    <a:pt x="1" y="234"/>
                    <a:pt x="1" y="519"/>
                  </a:cubicBezTo>
                  <a:cubicBezTo>
                    <a:pt x="1" y="805"/>
                    <a:pt x="233" y="1037"/>
                    <a:pt x="519" y="1037"/>
                  </a:cubicBezTo>
                  <a:lnTo>
                    <a:pt x="741" y="1037"/>
                  </a:lnTo>
                  <a:lnTo>
                    <a:pt x="74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p28"/>
            <p:cNvSpPr/>
            <p:nvPr/>
          </p:nvSpPr>
          <p:spPr>
            <a:xfrm>
              <a:off x="1656668" y="2308009"/>
              <a:ext cx="26307" cy="36819"/>
            </a:xfrm>
            <a:custGeom>
              <a:rect b="b" l="l" r="r" t="t"/>
              <a:pathLst>
                <a:path extrusionOk="0" h="1037" w="741">
                  <a:moveTo>
                    <a:pt x="1" y="1"/>
                  </a:moveTo>
                  <a:lnTo>
                    <a:pt x="1" y="1037"/>
                  </a:lnTo>
                  <a:lnTo>
                    <a:pt x="223" y="1037"/>
                  </a:lnTo>
                  <a:cubicBezTo>
                    <a:pt x="509" y="1037"/>
                    <a:pt x="741" y="805"/>
                    <a:pt x="741" y="519"/>
                  </a:cubicBezTo>
                  <a:cubicBezTo>
                    <a:pt x="741" y="234"/>
                    <a:pt x="509" y="1"/>
                    <a:pt x="22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28"/>
            <p:cNvSpPr/>
            <p:nvPr/>
          </p:nvSpPr>
          <p:spPr>
            <a:xfrm>
              <a:off x="1656668" y="2308541"/>
              <a:ext cx="26307" cy="36286"/>
            </a:xfrm>
            <a:custGeom>
              <a:rect b="b" l="l" r="r" t="t"/>
              <a:pathLst>
                <a:path extrusionOk="0" h="1022" w="741">
                  <a:moveTo>
                    <a:pt x="353" y="0"/>
                  </a:moveTo>
                  <a:cubicBezTo>
                    <a:pt x="389" y="72"/>
                    <a:pt x="410" y="151"/>
                    <a:pt x="410" y="236"/>
                  </a:cubicBezTo>
                  <a:cubicBezTo>
                    <a:pt x="410" y="485"/>
                    <a:pt x="235" y="694"/>
                    <a:pt x="1" y="744"/>
                  </a:cubicBezTo>
                  <a:lnTo>
                    <a:pt x="1" y="1022"/>
                  </a:lnTo>
                  <a:lnTo>
                    <a:pt x="223" y="1022"/>
                  </a:lnTo>
                  <a:cubicBezTo>
                    <a:pt x="509" y="1022"/>
                    <a:pt x="741" y="790"/>
                    <a:pt x="741" y="504"/>
                  </a:cubicBezTo>
                  <a:cubicBezTo>
                    <a:pt x="741" y="360"/>
                    <a:pt x="683" y="230"/>
                    <a:pt x="589" y="135"/>
                  </a:cubicBezTo>
                  <a:cubicBezTo>
                    <a:pt x="525" y="72"/>
                    <a:pt x="444" y="25"/>
                    <a:pt x="35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28"/>
            <p:cNvSpPr/>
            <p:nvPr/>
          </p:nvSpPr>
          <p:spPr>
            <a:xfrm>
              <a:off x="1556228" y="2327287"/>
              <a:ext cx="9905" cy="18001"/>
            </a:xfrm>
            <a:custGeom>
              <a:rect b="b" l="l" r="r" t="t"/>
              <a:pathLst>
                <a:path extrusionOk="0" h="507" w="279">
                  <a:moveTo>
                    <a:pt x="139" y="0"/>
                  </a:moveTo>
                  <a:cubicBezTo>
                    <a:pt x="64" y="0"/>
                    <a:pt x="1" y="61"/>
                    <a:pt x="1" y="138"/>
                  </a:cubicBezTo>
                  <a:lnTo>
                    <a:pt x="1" y="369"/>
                  </a:lnTo>
                  <a:cubicBezTo>
                    <a:pt x="1" y="443"/>
                    <a:pt x="63" y="507"/>
                    <a:pt x="139" y="507"/>
                  </a:cubicBezTo>
                  <a:cubicBezTo>
                    <a:pt x="217" y="507"/>
                    <a:pt x="279" y="446"/>
                    <a:pt x="279" y="369"/>
                  </a:cubicBezTo>
                  <a:lnTo>
                    <a:pt x="279" y="138"/>
                  </a:lnTo>
                  <a:cubicBezTo>
                    <a:pt x="279" y="62"/>
                    <a:pt x="217" y="0"/>
                    <a:pt x="139"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28"/>
            <p:cNvSpPr/>
            <p:nvPr/>
          </p:nvSpPr>
          <p:spPr>
            <a:xfrm>
              <a:off x="1615910" y="2327287"/>
              <a:ext cx="9834" cy="18001"/>
            </a:xfrm>
            <a:custGeom>
              <a:rect b="b" l="l" r="r" t="t"/>
              <a:pathLst>
                <a:path extrusionOk="0" h="507" w="277">
                  <a:moveTo>
                    <a:pt x="139" y="0"/>
                  </a:moveTo>
                  <a:cubicBezTo>
                    <a:pt x="62" y="0"/>
                    <a:pt x="1" y="61"/>
                    <a:pt x="1" y="138"/>
                  </a:cubicBezTo>
                  <a:lnTo>
                    <a:pt x="1" y="369"/>
                  </a:lnTo>
                  <a:cubicBezTo>
                    <a:pt x="1" y="443"/>
                    <a:pt x="61" y="507"/>
                    <a:pt x="139" y="507"/>
                  </a:cubicBezTo>
                  <a:cubicBezTo>
                    <a:pt x="214" y="507"/>
                    <a:pt x="277" y="446"/>
                    <a:pt x="277" y="369"/>
                  </a:cubicBezTo>
                  <a:lnTo>
                    <a:pt x="277" y="138"/>
                  </a:lnTo>
                  <a:cubicBezTo>
                    <a:pt x="277" y="62"/>
                    <a:pt x="216" y="0"/>
                    <a:pt x="139"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28"/>
            <p:cNvSpPr/>
            <p:nvPr/>
          </p:nvSpPr>
          <p:spPr>
            <a:xfrm>
              <a:off x="1573554" y="2357679"/>
              <a:ext cx="32236" cy="15019"/>
            </a:xfrm>
            <a:custGeom>
              <a:rect b="b" l="l" r="r" t="t"/>
              <a:pathLst>
                <a:path extrusionOk="0" h="423" w="908">
                  <a:moveTo>
                    <a:pt x="751" y="0"/>
                  </a:moveTo>
                  <a:cubicBezTo>
                    <a:pt x="710" y="0"/>
                    <a:pt x="669" y="18"/>
                    <a:pt x="641" y="52"/>
                  </a:cubicBezTo>
                  <a:cubicBezTo>
                    <a:pt x="596" y="110"/>
                    <a:pt x="526" y="144"/>
                    <a:pt x="452" y="144"/>
                  </a:cubicBezTo>
                  <a:cubicBezTo>
                    <a:pt x="381" y="144"/>
                    <a:pt x="311" y="111"/>
                    <a:pt x="265" y="54"/>
                  </a:cubicBezTo>
                  <a:cubicBezTo>
                    <a:pt x="238" y="20"/>
                    <a:pt x="197" y="3"/>
                    <a:pt x="157" y="3"/>
                  </a:cubicBezTo>
                  <a:cubicBezTo>
                    <a:pt x="126" y="3"/>
                    <a:pt x="94" y="13"/>
                    <a:pt x="68" y="34"/>
                  </a:cubicBezTo>
                  <a:cubicBezTo>
                    <a:pt x="9" y="82"/>
                    <a:pt x="1" y="170"/>
                    <a:pt x="50" y="231"/>
                  </a:cubicBezTo>
                  <a:cubicBezTo>
                    <a:pt x="147" y="353"/>
                    <a:pt x="296" y="422"/>
                    <a:pt x="452" y="422"/>
                  </a:cubicBezTo>
                  <a:cubicBezTo>
                    <a:pt x="611" y="422"/>
                    <a:pt x="758" y="350"/>
                    <a:pt x="858" y="226"/>
                  </a:cubicBezTo>
                  <a:cubicBezTo>
                    <a:pt x="907" y="166"/>
                    <a:pt x="896" y="80"/>
                    <a:pt x="837" y="31"/>
                  </a:cubicBezTo>
                  <a:cubicBezTo>
                    <a:pt x="811" y="10"/>
                    <a:pt x="781" y="0"/>
                    <a:pt x="751"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28"/>
            <p:cNvSpPr/>
            <p:nvPr/>
          </p:nvSpPr>
          <p:spPr>
            <a:xfrm>
              <a:off x="1582998" y="2309287"/>
              <a:ext cx="74981" cy="100373"/>
            </a:xfrm>
            <a:custGeom>
              <a:rect b="b" l="l" r="r" t="t"/>
              <a:pathLst>
                <a:path extrusionOk="0" h="2827" w="2112">
                  <a:moveTo>
                    <a:pt x="1743" y="1"/>
                  </a:moveTo>
                  <a:lnTo>
                    <a:pt x="1743" y="900"/>
                  </a:lnTo>
                  <a:cubicBezTo>
                    <a:pt x="1743" y="1903"/>
                    <a:pt x="978" y="2726"/>
                    <a:pt x="1" y="2818"/>
                  </a:cubicBezTo>
                  <a:cubicBezTo>
                    <a:pt x="61" y="2824"/>
                    <a:pt x="123" y="2827"/>
                    <a:pt x="186" y="2827"/>
                  </a:cubicBezTo>
                  <a:cubicBezTo>
                    <a:pt x="1248" y="2827"/>
                    <a:pt x="2112" y="1965"/>
                    <a:pt x="2112" y="900"/>
                  </a:cubicBezTo>
                  <a:lnTo>
                    <a:pt x="2112" y="173"/>
                  </a:lnTo>
                  <a:lnTo>
                    <a:pt x="1743"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28"/>
            <p:cNvSpPr/>
            <p:nvPr/>
          </p:nvSpPr>
          <p:spPr>
            <a:xfrm>
              <a:off x="1521186" y="2227699"/>
              <a:ext cx="136791" cy="89260"/>
            </a:xfrm>
            <a:custGeom>
              <a:rect b="b" l="l" r="r" t="t"/>
              <a:pathLst>
                <a:path extrusionOk="0" h="2514" w="3853">
                  <a:moveTo>
                    <a:pt x="1927" y="1"/>
                  </a:moveTo>
                  <a:cubicBezTo>
                    <a:pt x="863" y="1"/>
                    <a:pt x="1" y="864"/>
                    <a:pt x="1" y="1927"/>
                  </a:cubicBezTo>
                  <a:lnTo>
                    <a:pt x="1" y="2513"/>
                  </a:lnTo>
                  <a:cubicBezTo>
                    <a:pt x="1" y="2513"/>
                    <a:pt x="1" y="2513"/>
                    <a:pt x="3" y="2513"/>
                  </a:cubicBezTo>
                  <a:cubicBezTo>
                    <a:pt x="67" y="2513"/>
                    <a:pt x="1266" y="2501"/>
                    <a:pt x="1927" y="1583"/>
                  </a:cubicBezTo>
                  <a:cubicBezTo>
                    <a:pt x="2589" y="2502"/>
                    <a:pt x="3794" y="2513"/>
                    <a:pt x="3851" y="2513"/>
                  </a:cubicBezTo>
                  <a:cubicBezTo>
                    <a:pt x="3852" y="2513"/>
                    <a:pt x="3853" y="2513"/>
                    <a:pt x="3853" y="2513"/>
                  </a:cubicBezTo>
                  <a:lnTo>
                    <a:pt x="3853" y="1927"/>
                  </a:lnTo>
                  <a:cubicBezTo>
                    <a:pt x="3853" y="861"/>
                    <a:pt x="2992" y="1"/>
                    <a:pt x="19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28"/>
            <p:cNvSpPr/>
            <p:nvPr/>
          </p:nvSpPr>
          <p:spPr>
            <a:xfrm>
              <a:off x="1586087" y="2227699"/>
              <a:ext cx="71893" cy="89260"/>
            </a:xfrm>
            <a:custGeom>
              <a:rect b="b" l="l" r="r" t="t"/>
              <a:pathLst>
                <a:path extrusionOk="0" h="2514" w="2025">
                  <a:moveTo>
                    <a:pt x="99" y="1"/>
                  </a:moveTo>
                  <a:cubicBezTo>
                    <a:pt x="66" y="1"/>
                    <a:pt x="32" y="1"/>
                    <a:pt x="0" y="2"/>
                  </a:cubicBezTo>
                  <a:cubicBezTo>
                    <a:pt x="49" y="15"/>
                    <a:pt x="97" y="29"/>
                    <a:pt x="146" y="45"/>
                  </a:cubicBezTo>
                  <a:cubicBezTo>
                    <a:pt x="1009" y="237"/>
                    <a:pt x="1655" y="1006"/>
                    <a:pt x="1655" y="1927"/>
                  </a:cubicBezTo>
                  <a:lnTo>
                    <a:pt x="1655" y="2477"/>
                  </a:lnTo>
                  <a:cubicBezTo>
                    <a:pt x="1862" y="2512"/>
                    <a:pt x="2004" y="2513"/>
                    <a:pt x="2023" y="2513"/>
                  </a:cubicBezTo>
                  <a:cubicBezTo>
                    <a:pt x="2024" y="2513"/>
                    <a:pt x="2025" y="2513"/>
                    <a:pt x="2025" y="2513"/>
                  </a:cubicBezTo>
                  <a:lnTo>
                    <a:pt x="2025" y="1927"/>
                  </a:lnTo>
                  <a:cubicBezTo>
                    <a:pt x="2025" y="861"/>
                    <a:pt x="1164" y="1"/>
                    <a:pt x="9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87" name="Google Shape;5087;p28"/>
          <p:cNvGrpSpPr/>
          <p:nvPr/>
        </p:nvGrpSpPr>
        <p:grpSpPr>
          <a:xfrm>
            <a:off x="7321601" y="1514996"/>
            <a:ext cx="327024" cy="325794"/>
            <a:chOff x="7321601" y="1514996"/>
            <a:chExt cx="327024" cy="325794"/>
          </a:xfrm>
        </p:grpSpPr>
        <p:sp>
          <p:nvSpPr>
            <p:cNvPr id="5088" name="Google Shape;5088;p28"/>
            <p:cNvSpPr/>
            <p:nvPr/>
          </p:nvSpPr>
          <p:spPr>
            <a:xfrm>
              <a:off x="7321601" y="1524191"/>
              <a:ext cx="293996" cy="316598"/>
            </a:xfrm>
            <a:custGeom>
              <a:rect b="b" l="l" r="r" t="t"/>
              <a:pathLst>
                <a:path extrusionOk="0" h="8917" w="8281">
                  <a:moveTo>
                    <a:pt x="100" y="0"/>
                  </a:moveTo>
                  <a:cubicBezTo>
                    <a:pt x="45" y="0"/>
                    <a:pt x="0" y="45"/>
                    <a:pt x="0" y="99"/>
                  </a:cubicBezTo>
                  <a:lnTo>
                    <a:pt x="0" y="8817"/>
                  </a:lnTo>
                  <a:cubicBezTo>
                    <a:pt x="0" y="8872"/>
                    <a:pt x="45" y="8916"/>
                    <a:pt x="100" y="8916"/>
                  </a:cubicBezTo>
                  <a:lnTo>
                    <a:pt x="8181" y="8916"/>
                  </a:lnTo>
                  <a:cubicBezTo>
                    <a:pt x="8236" y="8916"/>
                    <a:pt x="8279" y="8872"/>
                    <a:pt x="8281" y="8817"/>
                  </a:cubicBezTo>
                  <a:lnTo>
                    <a:pt x="8281" y="99"/>
                  </a:lnTo>
                  <a:cubicBezTo>
                    <a:pt x="8281" y="45"/>
                    <a:pt x="8236" y="0"/>
                    <a:pt x="818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28"/>
            <p:cNvSpPr/>
            <p:nvPr/>
          </p:nvSpPr>
          <p:spPr>
            <a:xfrm>
              <a:off x="7321601" y="1514996"/>
              <a:ext cx="293961" cy="42535"/>
            </a:xfrm>
            <a:custGeom>
              <a:rect b="b" l="l" r="r" t="t"/>
              <a:pathLst>
                <a:path extrusionOk="0" h="1198" w="8280">
                  <a:moveTo>
                    <a:pt x="100" y="0"/>
                  </a:moveTo>
                  <a:cubicBezTo>
                    <a:pt x="45" y="0"/>
                    <a:pt x="0" y="45"/>
                    <a:pt x="0" y="99"/>
                  </a:cubicBezTo>
                  <a:lnTo>
                    <a:pt x="0" y="1197"/>
                  </a:lnTo>
                  <a:lnTo>
                    <a:pt x="8279" y="1197"/>
                  </a:lnTo>
                  <a:lnTo>
                    <a:pt x="8279" y="99"/>
                  </a:lnTo>
                  <a:cubicBezTo>
                    <a:pt x="8279" y="45"/>
                    <a:pt x="8236" y="0"/>
                    <a:pt x="818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28"/>
            <p:cNvSpPr/>
            <p:nvPr/>
          </p:nvSpPr>
          <p:spPr>
            <a:xfrm>
              <a:off x="7598920" y="1514996"/>
              <a:ext cx="16651" cy="325794"/>
            </a:xfrm>
            <a:custGeom>
              <a:rect b="b" l="l" r="r" t="t"/>
              <a:pathLst>
                <a:path extrusionOk="0" h="9176" w="469">
                  <a:moveTo>
                    <a:pt x="0" y="0"/>
                  </a:moveTo>
                  <a:cubicBezTo>
                    <a:pt x="26" y="0"/>
                    <a:pt x="52" y="10"/>
                    <a:pt x="69" y="29"/>
                  </a:cubicBezTo>
                  <a:cubicBezTo>
                    <a:pt x="75" y="32"/>
                    <a:pt x="80" y="38"/>
                    <a:pt x="82" y="43"/>
                  </a:cubicBezTo>
                  <a:cubicBezTo>
                    <a:pt x="94" y="59"/>
                    <a:pt x="98" y="79"/>
                    <a:pt x="98" y="99"/>
                  </a:cubicBezTo>
                  <a:lnTo>
                    <a:pt x="98" y="9076"/>
                  </a:lnTo>
                  <a:cubicBezTo>
                    <a:pt x="98" y="9131"/>
                    <a:pt x="54" y="9175"/>
                    <a:pt x="0" y="9175"/>
                  </a:cubicBezTo>
                  <a:lnTo>
                    <a:pt x="369" y="9175"/>
                  </a:lnTo>
                  <a:cubicBezTo>
                    <a:pt x="422" y="9175"/>
                    <a:pt x="468" y="9131"/>
                    <a:pt x="468" y="9076"/>
                  </a:cubicBezTo>
                  <a:lnTo>
                    <a:pt x="468" y="99"/>
                  </a:lnTo>
                  <a:cubicBezTo>
                    <a:pt x="468" y="78"/>
                    <a:pt x="462" y="59"/>
                    <a:pt x="451" y="43"/>
                  </a:cubicBezTo>
                  <a:cubicBezTo>
                    <a:pt x="448" y="38"/>
                    <a:pt x="442" y="32"/>
                    <a:pt x="439" y="29"/>
                  </a:cubicBezTo>
                  <a:cubicBezTo>
                    <a:pt x="421" y="10"/>
                    <a:pt x="396" y="0"/>
                    <a:pt x="36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28"/>
            <p:cNvSpPr/>
            <p:nvPr/>
          </p:nvSpPr>
          <p:spPr>
            <a:xfrm>
              <a:off x="7598920" y="1514996"/>
              <a:ext cx="16651" cy="42535"/>
            </a:xfrm>
            <a:custGeom>
              <a:rect b="b" l="l" r="r" t="t"/>
              <a:pathLst>
                <a:path extrusionOk="0" h="1198" w="469">
                  <a:moveTo>
                    <a:pt x="0" y="0"/>
                  </a:moveTo>
                  <a:cubicBezTo>
                    <a:pt x="26" y="0"/>
                    <a:pt x="52" y="10"/>
                    <a:pt x="69" y="29"/>
                  </a:cubicBezTo>
                  <a:cubicBezTo>
                    <a:pt x="75" y="32"/>
                    <a:pt x="80" y="38"/>
                    <a:pt x="82" y="43"/>
                  </a:cubicBezTo>
                  <a:cubicBezTo>
                    <a:pt x="94" y="59"/>
                    <a:pt x="98" y="79"/>
                    <a:pt x="98" y="99"/>
                  </a:cubicBezTo>
                  <a:lnTo>
                    <a:pt x="98" y="1197"/>
                  </a:lnTo>
                  <a:lnTo>
                    <a:pt x="468" y="1197"/>
                  </a:lnTo>
                  <a:lnTo>
                    <a:pt x="468" y="99"/>
                  </a:lnTo>
                  <a:cubicBezTo>
                    <a:pt x="468" y="78"/>
                    <a:pt x="462" y="59"/>
                    <a:pt x="451" y="43"/>
                  </a:cubicBezTo>
                  <a:cubicBezTo>
                    <a:pt x="448" y="38"/>
                    <a:pt x="442" y="32"/>
                    <a:pt x="439" y="29"/>
                  </a:cubicBezTo>
                  <a:cubicBezTo>
                    <a:pt x="421" y="10"/>
                    <a:pt x="396" y="0"/>
                    <a:pt x="36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28"/>
            <p:cNvSpPr/>
            <p:nvPr/>
          </p:nvSpPr>
          <p:spPr>
            <a:xfrm>
              <a:off x="7377093" y="1694680"/>
              <a:ext cx="42639" cy="86632"/>
            </a:xfrm>
            <a:custGeom>
              <a:rect b="b" l="l" r="r" t="t"/>
              <a:pathLst>
                <a:path extrusionOk="0" h="2440" w="1201">
                  <a:moveTo>
                    <a:pt x="108" y="0"/>
                  </a:moveTo>
                  <a:cubicBezTo>
                    <a:pt x="49" y="0"/>
                    <a:pt x="0" y="49"/>
                    <a:pt x="0" y="108"/>
                  </a:cubicBezTo>
                  <a:lnTo>
                    <a:pt x="0" y="2439"/>
                  </a:lnTo>
                  <a:lnTo>
                    <a:pt x="1200" y="2439"/>
                  </a:lnTo>
                  <a:lnTo>
                    <a:pt x="1200" y="108"/>
                  </a:lnTo>
                  <a:cubicBezTo>
                    <a:pt x="1200" y="49"/>
                    <a:pt x="1151" y="0"/>
                    <a:pt x="10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28"/>
            <p:cNvSpPr/>
            <p:nvPr/>
          </p:nvSpPr>
          <p:spPr>
            <a:xfrm>
              <a:off x="7448029" y="1676680"/>
              <a:ext cx="42674" cy="104633"/>
            </a:xfrm>
            <a:custGeom>
              <a:rect b="b" l="l" r="r" t="t"/>
              <a:pathLst>
                <a:path extrusionOk="0" h="2947" w="1202">
                  <a:moveTo>
                    <a:pt x="109" y="1"/>
                  </a:moveTo>
                  <a:cubicBezTo>
                    <a:pt x="50" y="1"/>
                    <a:pt x="1" y="48"/>
                    <a:pt x="1" y="109"/>
                  </a:cubicBezTo>
                  <a:lnTo>
                    <a:pt x="1" y="2946"/>
                  </a:lnTo>
                  <a:lnTo>
                    <a:pt x="1201" y="2946"/>
                  </a:lnTo>
                  <a:lnTo>
                    <a:pt x="1201" y="109"/>
                  </a:lnTo>
                  <a:cubicBezTo>
                    <a:pt x="1201" y="48"/>
                    <a:pt x="1152" y="1"/>
                    <a:pt x="109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28"/>
            <p:cNvSpPr/>
            <p:nvPr/>
          </p:nvSpPr>
          <p:spPr>
            <a:xfrm>
              <a:off x="7518966" y="1719356"/>
              <a:ext cx="42603" cy="61956"/>
            </a:xfrm>
            <a:custGeom>
              <a:rect b="b" l="l" r="r" t="t"/>
              <a:pathLst>
                <a:path extrusionOk="0" h="1745" w="1200">
                  <a:moveTo>
                    <a:pt x="108" y="0"/>
                  </a:moveTo>
                  <a:cubicBezTo>
                    <a:pt x="48" y="0"/>
                    <a:pt x="0" y="49"/>
                    <a:pt x="0" y="108"/>
                  </a:cubicBezTo>
                  <a:lnTo>
                    <a:pt x="0" y="1744"/>
                  </a:lnTo>
                  <a:lnTo>
                    <a:pt x="1199" y="1744"/>
                  </a:lnTo>
                  <a:lnTo>
                    <a:pt x="1199" y="108"/>
                  </a:lnTo>
                  <a:cubicBezTo>
                    <a:pt x="1199" y="49"/>
                    <a:pt x="1152" y="0"/>
                    <a:pt x="10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28"/>
            <p:cNvSpPr/>
            <p:nvPr/>
          </p:nvSpPr>
          <p:spPr>
            <a:xfrm>
              <a:off x="7589831" y="1655058"/>
              <a:ext cx="42639" cy="126256"/>
            </a:xfrm>
            <a:custGeom>
              <a:rect b="b" l="l" r="r" t="t"/>
              <a:pathLst>
                <a:path extrusionOk="0" h="3556" w="1201">
                  <a:moveTo>
                    <a:pt x="108" y="1"/>
                  </a:moveTo>
                  <a:cubicBezTo>
                    <a:pt x="49" y="1"/>
                    <a:pt x="0" y="50"/>
                    <a:pt x="0" y="109"/>
                  </a:cubicBezTo>
                  <a:lnTo>
                    <a:pt x="0" y="3555"/>
                  </a:lnTo>
                  <a:lnTo>
                    <a:pt x="1200" y="3555"/>
                  </a:lnTo>
                  <a:lnTo>
                    <a:pt x="1200" y="109"/>
                  </a:lnTo>
                  <a:cubicBezTo>
                    <a:pt x="1200" y="50"/>
                    <a:pt x="1151" y="1"/>
                    <a:pt x="109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28"/>
            <p:cNvSpPr/>
            <p:nvPr/>
          </p:nvSpPr>
          <p:spPr>
            <a:xfrm>
              <a:off x="7401803" y="1694680"/>
              <a:ext cx="17964" cy="86632"/>
            </a:xfrm>
            <a:custGeom>
              <a:rect b="b" l="l" r="r" t="t"/>
              <a:pathLst>
                <a:path extrusionOk="0" h="2440" w="506">
                  <a:moveTo>
                    <a:pt x="1" y="0"/>
                  </a:moveTo>
                  <a:cubicBezTo>
                    <a:pt x="60" y="0"/>
                    <a:pt x="109" y="49"/>
                    <a:pt x="109" y="108"/>
                  </a:cubicBezTo>
                  <a:lnTo>
                    <a:pt x="109" y="2439"/>
                  </a:lnTo>
                  <a:lnTo>
                    <a:pt x="506" y="2439"/>
                  </a:lnTo>
                  <a:lnTo>
                    <a:pt x="506" y="108"/>
                  </a:lnTo>
                  <a:cubicBezTo>
                    <a:pt x="506" y="49"/>
                    <a:pt x="455" y="0"/>
                    <a:pt x="3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28"/>
            <p:cNvSpPr/>
            <p:nvPr/>
          </p:nvSpPr>
          <p:spPr>
            <a:xfrm>
              <a:off x="7472704" y="1676680"/>
              <a:ext cx="18000" cy="104633"/>
            </a:xfrm>
            <a:custGeom>
              <a:rect b="b" l="l" r="r" t="t"/>
              <a:pathLst>
                <a:path extrusionOk="0" h="2947" w="507">
                  <a:moveTo>
                    <a:pt x="1" y="1"/>
                  </a:moveTo>
                  <a:cubicBezTo>
                    <a:pt x="60" y="1"/>
                    <a:pt x="109" y="48"/>
                    <a:pt x="109" y="109"/>
                  </a:cubicBezTo>
                  <a:lnTo>
                    <a:pt x="109" y="2946"/>
                  </a:lnTo>
                  <a:lnTo>
                    <a:pt x="506" y="2946"/>
                  </a:lnTo>
                  <a:lnTo>
                    <a:pt x="506" y="109"/>
                  </a:lnTo>
                  <a:cubicBezTo>
                    <a:pt x="506" y="50"/>
                    <a:pt x="457" y="1"/>
                    <a:pt x="39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28"/>
            <p:cNvSpPr/>
            <p:nvPr/>
          </p:nvSpPr>
          <p:spPr>
            <a:xfrm>
              <a:off x="7543570" y="1719356"/>
              <a:ext cx="18000" cy="61956"/>
            </a:xfrm>
            <a:custGeom>
              <a:rect b="b" l="l" r="r" t="t"/>
              <a:pathLst>
                <a:path extrusionOk="0" h="1745" w="507">
                  <a:moveTo>
                    <a:pt x="1" y="0"/>
                  </a:moveTo>
                  <a:cubicBezTo>
                    <a:pt x="60" y="0"/>
                    <a:pt x="109" y="49"/>
                    <a:pt x="109" y="108"/>
                  </a:cubicBezTo>
                  <a:lnTo>
                    <a:pt x="109" y="1744"/>
                  </a:lnTo>
                  <a:lnTo>
                    <a:pt x="506" y="1744"/>
                  </a:lnTo>
                  <a:lnTo>
                    <a:pt x="506" y="108"/>
                  </a:lnTo>
                  <a:cubicBezTo>
                    <a:pt x="506" y="49"/>
                    <a:pt x="459" y="0"/>
                    <a:pt x="3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28"/>
            <p:cNvSpPr/>
            <p:nvPr/>
          </p:nvSpPr>
          <p:spPr>
            <a:xfrm>
              <a:off x="7614506" y="1655058"/>
              <a:ext cx="17964" cy="126256"/>
            </a:xfrm>
            <a:custGeom>
              <a:rect b="b" l="l" r="r" t="t"/>
              <a:pathLst>
                <a:path extrusionOk="0" h="3556" w="506">
                  <a:moveTo>
                    <a:pt x="400" y="1"/>
                  </a:moveTo>
                  <a:cubicBezTo>
                    <a:pt x="399" y="1"/>
                    <a:pt x="398" y="1"/>
                    <a:pt x="397" y="1"/>
                  </a:cubicBezTo>
                  <a:lnTo>
                    <a:pt x="0" y="1"/>
                  </a:lnTo>
                  <a:cubicBezTo>
                    <a:pt x="59" y="1"/>
                    <a:pt x="108" y="50"/>
                    <a:pt x="108" y="109"/>
                  </a:cubicBezTo>
                  <a:lnTo>
                    <a:pt x="108" y="3555"/>
                  </a:lnTo>
                  <a:lnTo>
                    <a:pt x="505" y="3555"/>
                  </a:lnTo>
                  <a:lnTo>
                    <a:pt x="505" y="109"/>
                  </a:lnTo>
                  <a:cubicBezTo>
                    <a:pt x="505" y="51"/>
                    <a:pt x="458" y="1"/>
                    <a:pt x="40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28"/>
            <p:cNvSpPr/>
            <p:nvPr/>
          </p:nvSpPr>
          <p:spPr>
            <a:xfrm>
              <a:off x="7412952" y="1595696"/>
              <a:ext cx="183193" cy="73815"/>
            </a:xfrm>
            <a:custGeom>
              <a:rect b="b" l="l" r="r" t="t"/>
              <a:pathLst>
                <a:path extrusionOk="0" h="2079" w="5160">
                  <a:moveTo>
                    <a:pt x="5004" y="0"/>
                  </a:moveTo>
                  <a:cubicBezTo>
                    <a:pt x="4999" y="0"/>
                    <a:pt x="4994" y="0"/>
                    <a:pt x="4989" y="1"/>
                  </a:cubicBezTo>
                  <a:lnTo>
                    <a:pt x="4132" y="87"/>
                  </a:lnTo>
                  <a:cubicBezTo>
                    <a:pt x="4051" y="96"/>
                    <a:pt x="3989" y="168"/>
                    <a:pt x="3998" y="251"/>
                  </a:cubicBezTo>
                  <a:cubicBezTo>
                    <a:pt x="4007" y="327"/>
                    <a:pt x="4071" y="384"/>
                    <a:pt x="4146" y="384"/>
                  </a:cubicBezTo>
                  <a:cubicBezTo>
                    <a:pt x="4152" y="384"/>
                    <a:pt x="4157" y="384"/>
                    <a:pt x="4162" y="384"/>
                  </a:cubicBezTo>
                  <a:lnTo>
                    <a:pt x="4599" y="339"/>
                  </a:lnTo>
                  <a:lnTo>
                    <a:pt x="3040" y="1749"/>
                  </a:lnTo>
                  <a:lnTo>
                    <a:pt x="1628" y="1044"/>
                  </a:lnTo>
                  <a:cubicBezTo>
                    <a:pt x="1607" y="1034"/>
                    <a:pt x="1584" y="1028"/>
                    <a:pt x="1561" y="1028"/>
                  </a:cubicBezTo>
                  <a:cubicBezTo>
                    <a:pt x="1539" y="1028"/>
                    <a:pt x="1517" y="1033"/>
                    <a:pt x="1497" y="1044"/>
                  </a:cubicBezTo>
                  <a:lnTo>
                    <a:pt x="104" y="1723"/>
                  </a:lnTo>
                  <a:cubicBezTo>
                    <a:pt x="31" y="1759"/>
                    <a:pt x="0" y="1850"/>
                    <a:pt x="36" y="1923"/>
                  </a:cubicBezTo>
                  <a:cubicBezTo>
                    <a:pt x="62" y="1976"/>
                    <a:pt x="116" y="2007"/>
                    <a:pt x="171" y="2007"/>
                  </a:cubicBezTo>
                  <a:cubicBezTo>
                    <a:pt x="192" y="2007"/>
                    <a:pt x="214" y="2002"/>
                    <a:pt x="235" y="1992"/>
                  </a:cubicBezTo>
                  <a:lnTo>
                    <a:pt x="1562" y="1345"/>
                  </a:lnTo>
                  <a:lnTo>
                    <a:pt x="2998" y="2061"/>
                  </a:lnTo>
                  <a:cubicBezTo>
                    <a:pt x="3019" y="2073"/>
                    <a:pt x="3041" y="2079"/>
                    <a:pt x="3065" y="2079"/>
                  </a:cubicBezTo>
                  <a:cubicBezTo>
                    <a:pt x="3101" y="2079"/>
                    <a:pt x="3137" y="2066"/>
                    <a:pt x="3166" y="2040"/>
                  </a:cubicBezTo>
                  <a:lnTo>
                    <a:pt x="4785" y="576"/>
                  </a:lnTo>
                  <a:lnTo>
                    <a:pt x="4785" y="576"/>
                  </a:lnTo>
                  <a:lnTo>
                    <a:pt x="4717" y="975"/>
                  </a:lnTo>
                  <a:cubicBezTo>
                    <a:pt x="4703" y="1057"/>
                    <a:pt x="4759" y="1133"/>
                    <a:pt x="4840" y="1146"/>
                  </a:cubicBezTo>
                  <a:cubicBezTo>
                    <a:pt x="4850" y="1148"/>
                    <a:pt x="4857" y="1148"/>
                    <a:pt x="4866" y="1148"/>
                  </a:cubicBezTo>
                  <a:cubicBezTo>
                    <a:pt x="4938" y="1148"/>
                    <a:pt x="5001" y="1096"/>
                    <a:pt x="5012" y="1024"/>
                  </a:cubicBezTo>
                  <a:lnTo>
                    <a:pt x="5156" y="173"/>
                  </a:lnTo>
                  <a:cubicBezTo>
                    <a:pt x="5159" y="129"/>
                    <a:pt x="5145" y="81"/>
                    <a:pt x="5113" y="47"/>
                  </a:cubicBezTo>
                  <a:cubicBezTo>
                    <a:pt x="5085" y="17"/>
                    <a:pt x="5046" y="0"/>
                    <a:pt x="500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28"/>
            <p:cNvSpPr/>
            <p:nvPr/>
          </p:nvSpPr>
          <p:spPr>
            <a:xfrm>
              <a:off x="7360939" y="1779925"/>
              <a:ext cx="287677" cy="22723"/>
            </a:xfrm>
            <a:custGeom>
              <a:rect b="b" l="l" r="r" t="t"/>
              <a:pathLst>
                <a:path extrusionOk="0" h="640" w="8103">
                  <a:moveTo>
                    <a:pt x="81" y="1"/>
                  </a:moveTo>
                  <a:cubicBezTo>
                    <a:pt x="36" y="1"/>
                    <a:pt x="0" y="37"/>
                    <a:pt x="0" y="81"/>
                  </a:cubicBezTo>
                  <a:lnTo>
                    <a:pt x="0" y="559"/>
                  </a:lnTo>
                  <a:cubicBezTo>
                    <a:pt x="0" y="604"/>
                    <a:pt x="36" y="640"/>
                    <a:pt x="81" y="640"/>
                  </a:cubicBezTo>
                  <a:lnTo>
                    <a:pt x="8022" y="640"/>
                  </a:lnTo>
                  <a:cubicBezTo>
                    <a:pt x="8066" y="640"/>
                    <a:pt x="8102" y="602"/>
                    <a:pt x="8102" y="559"/>
                  </a:cubicBezTo>
                  <a:lnTo>
                    <a:pt x="8102" y="81"/>
                  </a:lnTo>
                  <a:cubicBezTo>
                    <a:pt x="8102" y="37"/>
                    <a:pt x="8066" y="1"/>
                    <a:pt x="8022"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28"/>
            <p:cNvSpPr/>
            <p:nvPr/>
          </p:nvSpPr>
          <p:spPr>
            <a:xfrm>
              <a:off x="7631619" y="1779890"/>
              <a:ext cx="17006" cy="22723"/>
            </a:xfrm>
            <a:custGeom>
              <a:rect b="b" l="l" r="r" t="t"/>
              <a:pathLst>
                <a:path extrusionOk="0" h="640" w="479">
                  <a:moveTo>
                    <a:pt x="0" y="0"/>
                  </a:moveTo>
                  <a:cubicBezTo>
                    <a:pt x="45" y="0"/>
                    <a:pt x="81" y="36"/>
                    <a:pt x="81" y="81"/>
                  </a:cubicBezTo>
                  <a:lnTo>
                    <a:pt x="81" y="557"/>
                  </a:lnTo>
                  <a:cubicBezTo>
                    <a:pt x="81" y="603"/>
                    <a:pt x="45" y="639"/>
                    <a:pt x="0" y="639"/>
                  </a:cubicBezTo>
                  <a:lnTo>
                    <a:pt x="398" y="639"/>
                  </a:lnTo>
                  <a:cubicBezTo>
                    <a:pt x="442" y="639"/>
                    <a:pt x="478" y="603"/>
                    <a:pt x="478" y="557"/>
                  </a:cubicBezTo>
                  <a:lnTo>
                    <a:pt x="478" y="81"/>
                  </a:lnTo>
                  <a:cubicBezTo>
                    <a:pt x="478" y="36"/>
                    <a:pt x="442" y="0"/>
                    <a:pt x="39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03" name="Google Shape;5103;p28"/>
          <p:cNvGrpSpPr/>
          <p:nvPr/>
        </p:nvGrpSpPr>
        <p:grpSpPr>
          <a:xfrm>
            <a:off x="6715198" y="1514321"/>
            <a:ext cx="245152" cy="327037"/>
            <a:chOff x="6715198" y="1514321"/>
            <a:chExt cx="245152" cy="327037"/>
          </a:xfrm>
        </p:grpSpPr>
        <p:sp>
          <p:nvSpPr>
            <p:cNvPr id="5104" name="Google Shape;5104;p28"/>
            <p:cNvSpPr/>
            <p:nvPr/>
          </p:nvSpPr>
          <p:spPr>
            <a:xfrm>
              <a:off x="6715198" y="1514428"/>
              <a:ext cx="171371" cy="326930"/>
            </a:xfrm>
            <a:custGeom>
              <a:rect b="b" l="l" r="r" t="t"/>
              <a:pathLst>
                <a:path extrusionOk="0" h="9208" w="4827">
                  <a:moveTo>
                    <a:pt x="4477" y="0"/>
                  </a:moveTo>
                  <a:cubicBezTo>
                    <a:pt x="4475" y="0"/>
                    <a:pt x="4473" y="0"/>
                    <a:pt x="4472" y="0"/>
                  </a:cubicBezTo>
                  <a:lnTo>
                    <a:pt x="3663" y="0"/>
                  </a:lnTo>
                  <a:lnTo>
                    <a:pt x="2415" y="357"/>
                  </a:lnTo>
                  <a:lnTo>
                    <a:pt x="1166" y="0"/>
                  </a:lnTo>
                  <a:lnTo>
                    <a:pt x="359" y="0"/>
                  </a:lnTo>
                  <a:cubicBezTo>
                    <a:pt x="162" y="0"/>
                    <a:pt x="0" y="160"/>
                    <a:pt x="0" y="357"/>
                  </a:cubicBezTo>
                  <a:lnTo>
                    <a:pt x="0" y="8850"/>
                  </a:lnTo>
                  <a:cubicBezTo>
                    <a:pt x="0" y="9047"/>
                    <a:pt x="162" y="9207"/>
                    <a:pt x="359" y="9207"/>
                  </a:cubicBezTo>
                  <a:lnTo>
                    <a:pt x="4469" y="9207"/>
                  </a:lnTo>
                  <a:cubicBezTo>
                    <a:pt x="4667" y="9207"/>
                    <a:pt x="4827" y="9047"/>
                    <a:pt x="4827" y="8850"/>
                  </a:cubicBezTo>
                  <a:lnTo>
                    <a:pt x="4827" y="357"/>
                  </a:lnTo>
                  <a:cubicBezTo>
                    <a:pt x="4827" y="162"/>
                    <a:pt x="4670" y="0"/>
                    <a:pt x="447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28"/>
            <p:cNvSpPr/>
            <p:nvPr/>
          </p:nvSpPr>
          <p:spPr>
            <a:xfrm>
              <a:off x="6859733" y="1514428"/>
              <a:ext cx="26840" cy="326930"/>
            </a:xfrm>
            <a:custGeom>
              <a:rect b="b" l="l" r="r" t="t"/>
              <a:pathLst>
                <a:path extrusionOk="0" h="9208" w="756">
                  <a:moveTo>
                    <a:pt x="403" y="0"/>
                  </a:moveTo>
                  <a:cubicBezTo>
                    <a:pt x="401" y="0"/>
                    <a:pt x="399" y="0"/>
                    <a:pt x="398" y="0"/>
                  </a:cubicBezTo>
                  <a:lnTo>
                    <a:pt x="0" y="0"/>
                  </a:lnTo>
                  <a:cubicBezTo>
                    <a:pt x="199" y="0"/>
                    <a:pt x="359" y="160"/>
                    <a:pt x="359" y="357"/>
                  </a:cubicBezTo>
                  <a:lnTo>
                    <a:pt x="359" y="8850"/>
                  </a:lnTo>
                  <a:cubicBezTo>
                    <a:pt x="359" y="9047"/>
                    <a:pt x="199" y="9207"/>
                    <a:pt x="0" y="9207"/>
                  </a:cubicBezTo>
                  <a:lnTo>
                    <a:pt x="398" y="9207"/>
                  </a:lnTo>
                  <a:cubicBezTo>
                    <a:pt x="596" y="9207"/>
                    <a:pt x="756" y="9047"/>
                    <a:pt x="756" y="8850"/>
                  </a:cubicBezTo>
                  <a:lnTo>
                    <a:pt x="756" y="357"/>
                  </a:lnTo>
                  <a:cubicBezTo>
                    <a:pt x="756" y="162"/>
                    <a:pt x="599" y="0"/>
                    <a:pt x="40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28"/>
            <p:cNvSpPr/>
            <p:nvPr/>
          </p:nvSpPr>
          <p:spPr>
            <a:xfrm>
              <a:off x="6756595" y="1514321"/>
              <a:ext cx="88614" cy="25777"/>
            </a:xfrm>
            <a:custGeom>
              <a:rect b="b" l="l" r="r" t="t"/>
              <a:pathLst>
                <a:path extrusionOk="0" h="726" w="2496">
                  <a:moveTo>
                    <a:pt x="0" y="0"/>
                  </a:moveTo>
                  <a:lnTo>
                    <a:pt x="166" y="540"/>
                  </a:lnTo>
                  <a:cubicBezTo>
                    <a:pt x="200" y="651"/>
                    <a:pt x="302" y="726"/>
                    <a:pt x="417" y="726"/>
                  </a:cubicBezTo>
                  <a:lnTo>
                    <a:pt x="2078" y="726"/>
                  </a:lnTo>
                  <a:cubicBezTo>
                    <a:pt x="2193" y="726"/>
                    <a:pt x="2295" y="651"/>
                    <a:pt x="2330" y="540"/>
                  </a:cubicBezTo>
                  <a:lnTo>
                    <a:pt x="2495"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28"/>
            <p:cNvSpPr/>
            <p:nvPr/>
          </p:nvSpPr>
          <p:spPr>
            <a:xfrm>
              <a:off x="6817058" y="1514321"/>
              <a:ext cx="28153" cy="25777"/>
            </a:xfrm>
            <a:custGeom>
              <a:rect b="b" l="l" r="r" t="t"/>
              <a:pathLst>
                <a:path extrusionOk="0" h="726" w="793">
                  <a:moveTo>
                    <a:pt x="418" y="0"/>
                  </a:moveTo>
                  <a:lnTo>
                    <a:pt x="253" y="540"/>
                  </a:lnTo>
                  <a:cubicBezTo>
                    <a:pt x="218" y="651"/>
                    <a:pt x="116" y="726"/>
                    <a:pt x="1" y="726"/>
                  </a:cubicBezTo>
                  <a:lnTo>
                    <a:pt x="375" y="726"/>
                  </a:lnTo>
                  <a:cubicBezTo>
                    <a:pt x="490" y="726"/>
                    <a:pt x="592" y="651"/>
                    <a:pt x="627" y="540"/>
                  </a:cubicBezTo>
                  <a:lnTo>
                    <a:pt x="79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28"/>
            <p:cNvSpPr/>
            <p:nvPr/>
          </p:nvSpPr>
          <p:spPr>
            <a:xfrm>
              <a:off x="6736606" y="1583944"/>
              <a:ext cx="128519" cy="84857"/>
            </a:xfrm>
            <a:custGeom>
              <a:rect b="b" l="l" r="r" t="t"/>
              <a:pathLst>
                <a:path extrusionOk="0" h="2390" w="3620">
                  <a:moveTo>
                    <a:pt x="252" y="1"/>
                  </a:moveTo>
                  <a:cubicBezTo>
                    <a:pt x="114" y="1"/>
                    <a:pt x="0" y="114"/>
                    <a:pt x="0" y="253"/>
                  </a:cubicBezTo>
                  <a:lnTo>
                    <a:pt x="0" y="2138"/>
                  </a:lnTo>
                  <a:cubicBezTo>
                    <a:pt x="0" y="2276"/>
                    <a:pt x="114" y="2390"/>
                    <a:pt x="252" y="2390"/>
                  </a:cubicBezTo>
                  <a:lnTo>
                    <a:pt x="3368" y="2390"/>
                  </a:lnTo>
                  <a:cubicBezTo>
                    <a:pt x="3506" y="2390"/>
                    <a:pt x="3620" y="2276"/>
                    <a:pt x="3620" y="2138"/>
                  </a:cubicBezTo>
                  <a:lnTo>
                    <a:pt x="3620" y="253"/>
                  </a:lnTo>
                  <a:cubicBezTo>
                    <a:pt x="3620" y="114"/>
                    <a:pt x="3506" y="1"/>
                    <a:pt x="336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28"/>
            <p:cNvSpPr/>
            <p:nvPr/>
          </p:nvSpPr>
          <p:spPr>
            <a:xfrm>
              <a:off x="6843011" y="1583944"/>
              <a:ext cx="22118" cy="84857"/>
            </a:xfrm>
            <a:custGeom>
              <a:rect b="b" l="l" r="r" t="t"/>
              <a:pathLst>
                <a:path extrusionOk="0" h="2390" w="623">
                  <a:moveTo>
                    <a:pt x="1" y="1"/>
                  </a:moveTo>
                  <a:cubicBezTo>
                    <a:pt x="141" y="1"/>
                    <a:pt x="253" y="114"/>
                    <a:pt x="253" y="253"/>
                  </a:cubicBezTo>
                  <a:lnTo>
                    <a:pt x="253" y="2138"/>
                  </a:lnTo>
                  <a:cubicBezTo>
                    <a:pt x="253" y="2276"/>
                    <a:pt x="139" y="2390"/>
                    <a:pt x="1" y="2390"/>
                  </a:cubicBezTo>
                  <a:lnTo>
                    <a:pt x="371" y="2390"/>
                  </a:lnTo>
                  <a:cubicBezTo>
                    <a:pt x="512" y="2390"/>
                    <a:pt x="623" y="2276"/>
                    <a:pt x="623" y="2138"/>
                  </a:cubicBezTo>
                  <a:lnTo>
                    <a:pt x="623" y="253"/>
                  </a:lnTo>
                  <a:cubicBezTo>
                    <a:pt x="623" y="114"/>
                    <a:pt x="509" y="1"/>
                    <a:pt x="37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28"/>
            <p:cNvSpPr/>
            <p:nvPr/>
          </p:nvSpPr>
          <p:spPr>
            <a:xfrm>
              <a:off x="6731920" y="1689710"/>
              <a:ext cx="137998" cy="9586"/>
            </a:xfrm>
            <a:custGeom>
              <a:rect b="b" l="l" r="r" t="t"/>
              <a:pathLst>
                <a:path extrusionOk="0" h="270" w="3887">
                  <a:moveTo>
                    <a:pt x="134" y="1"/>
                  </a:moveTo>
                  <a:cubicBezTo>
                    <a:pt x="60" y="1"/>
                    <a:pt x="0" y="61"/>
                    <a:pt x="0" y="136"/>
                  </a:cubicBezTo>
                  <a:cubicBezTo>
                    <a:pt x="0" y="209"/>
                    <a:pt x="60" y="270"/>
                    <a:pt x="134" y="270"/>
                  </a:cubicBezTo>
                  <a:lnTo>
                    <a:pt x="3752" y="270"/>
                  </a:lnTo>
                  <a:cubicBezTo>
                    <a:pt x="3825" y="270"/>
                    <a:pt x="3887" y="209"/>
                    <a:pt x="3887" y="136"/>
                  </a:cubicBezTo>
                  <a:cubicBezTo>
                    <a:pt x="3887" y="61"/>
                    <a:pt x="3825" y="1"/>
                    <a:pt x="375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28"/>
            <p:cNvSpPr/>
            <p:nvPr/>
          </p:nvSpPr>
          <p:spPr>
            <a:xfrm>
              <a:off x="6761672" y="1715450"/>
              <a:ext cx="36319" cy="9586"/>
            </a:xfrm>
            <a:custGeom>
              <a:rect b="b" l="l" r="r" t="t"/>
              <a:pathLst>
                <a:path extrusionOk="0" h="270" w="1023">
                  <a:moveTo>
                    <a:pt x="136" y="1"/>
                  </a:moveTo>
                  <a:cubicBezTo>
                    <a:pt x="63" y="1"/>
                    <a:pt x="1" y="61"/>
                    <a:pt x="1" y="135"/>
                  </a:cubicBezTo>
                  <a:cubicBezTo>
                    <a:pt x="1" y="209"/>
                    <a:pt x="63" y="270"/>
                    <a:pt x="136" y="270"/>
                  </a:cubicBezTo>
                  <a:lnTo>
                    <a:pt x="889" y="270"/>
                  </a:lnTo>
                  <a:cubicBezTo>
                    <a:pt x="964" y="270"/>
                    <a:pt x="1023" y="209"/>
                    <a:pt x="1023" y="135"/>
                  </a:cubicBezTo>
                  <a:cubicBezTo>
                    <a:pt x="1023" y="61"/>
                    <a:pt x="962" y="1"/>
                    <a:pt x="88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28"/>
            <p:cNvSpPr/>
            <p:nvPr/>
          </p:nvSpPr>
          <p:spPr>
            <a:xfrm>
              <a:off x="6731920" y="1715450"/>
              <a:ext cx="16615" cy="9586"/>
            </a:xfrm>
            <a:custGeom>
              <a:rect b="b" l="l" r="r" t="t"/>
              <a:pathLst>
                <a:path extrusionOk="0" h="270" w="468">
                  <a:moveTo>
                    <a:pt x="134" y="1"/>
                  </a:moveTo>
                  <a:cubicBezTo>
                    <a:pt x="60" y="1"/>
                    <a:pt x="0" y="61"/>
                    <a:pt x="0" y="135"/>
                  </a:cubicBezTo>
                  <a:cubicBezTo>
                    <a:pt x="0" y="209"/>
                    <a:pt x="60" y="270"/>
                    <a:pt x="134" y="270"/>
                  </a:cubicBezTo>
                  <a:lnTo>
                    <a:pt x="332" y="270"/>
                  </a:lnTo>
                  <a:cubicBezTo>
                    <a:pt x="406" y="270"/>
                    <a:pt x="468" y="209"/>
                    <a:pt x="468" y="135"/>
                  </a:cubicBezTo>
                  <a:cubicBezTo>
                    <a:pt x="468" y="61"/>
                    <a:pt x="406" y="1"/>
                    <a:pt x="33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28"/>
            <p:cNvSpPr/>
            <p:nvPr/>
          </p:nvSpPr>
          <p:spPr>
            <a:xfrm>
              <a:off x="6731920" y="1741155"/>
              <a:ext cx="66070" cy="9657"/>
            </a:xfrm>
            <a:custGeom>
              <a:rect b="b" l="l" r="r" t="t"/>
              <a:pathLst>
                <a:path extrusionOk="0" h="272" w="1861">
                  <a:moveTo>
                    <a:pt x="134" y="1"/>
                  </a:moveTo>
                  <a:cubicBezTo>
                    <a:pt x="60" y="1"/>
                    <a:pt x="0" y="63"/>
                    <a:pt x="0" y="136"/>
                  </a:cubicBezTo>
                  <a:cubicBezTo>
                    <a:pt x="0" y="209"/>
                    <a:pt x="60" y="271"/>
                    <a:pt x="134" y="271"/>
                  </a:cubicBezTo>
                  <a:lnTo>
                    <a:pt x="1727" y="271"/>
                  </a:lnTo>
                  <a:cubicBezTo>
                    <a:pt x="1802" y="271"/>
                    <a:pt x="1861" y="209"/>
                    <a:pt x="1861" y="136"/>
                  </a:cubicBezTo>
                  <a:cubicBezTo>
                    <a:pt x="1861" y="63"/>
                    <a:pt x="1800" y="1"/>
                    <a:pt x="172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28"/>
            <p:cNvSpPr/>
            <p:nvPr/>
          </p:nvSpPr>
          <p:spPr>
            <a:xfrm>
              <a:off x="6778394" y="1766966"/>
              <a:ext cx="19597" cy="9622"/>
            </a:xfrm>
            <a:custGeom>
              <a:rect b="b" l="l" r="r" t="t"/>
              <a:pathLst>
                <a:path extrusionOk="0" h="271" w="552">
                  <a:moveTo>
                    <a:pt x="134" y="0"/>
                  </a:moveTo>
                  <a:cubicBezTo>
                    <a:pt x="61" y="0"/>
                    <a:pt x="1" y="62"/>
                    <a:pt x="1" y="136"/>
                  </a:cubicBezTo>
                  <a:cubicBezTo>
                    <a:pt x="1" y="209"/>
                    <a:pt x="61" y="271"/>
                    <a:pt x="134" y="271"/>
                  </a:cubicBezTo>
                  <a:lnTo>
                    <a:pt x="418" y="271"/>
                  </a:lnTo>
                  <a:cubicBezTo>
                    <a:pt x="493" y="271"/>
                    <a:pt x="552" y="209"/>
                    <a:pt x="552" y="136"/>
                  </a:cubicBezTo>
                  <a:cubicBezTo>
                    <a:pt x="552" y="62"/>
                    <a:pt x="491" y="0"/>
                    <a:pt x="41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28"/>
            <p:cNvSpPr/>
            <p:nvPr/>
          </p:nvSpPr>
          <p:spPr>
            <a:xfrm>
              <a:off x="6731920" y="1766966"/>
              <a:ext cx="33124" cy="9622"/>
            </a:xfrm>
            <a:custGeom>
              <a:rect b="b" l="l" r="r" t="t"/>
              <a:pathLst>
                <a:path extrusionOk="0" h="271" w="933">
                  <a:moveTo>
                    <a:pt x="134" y="0"/>
                  </a:moveTo>
                  <a:cubicBezTo>
                    <a:pt x="60" y="0"/>
                    <a:pt x="0" y="62"/>
                    <a:pt x="0" y="136"/>
                  </a:cubicBezTo>
                  <a:cubicBezTo>
                    <a:pt x="0" y="209"/>
                    <a:pt x="60" y="271"/>
                    <a:pt x="134" y="271"/>
                  </a:cubicBezTo>
                  <a:lnTo>
                    <a:pt x="799" y="271"/>
                  </a:lnTo>
                  <a:cubicBezTo>
                    <a:pt x="872" y="271"/>
                    <a:pt x="933" y="209"/>
                    <a:pt x="933" y="136"/>
                  </a:cubicBezTo>
                  <a:cubicBezTo>
                    <a:pt x="933" y="62"/>
                    <a:pt x="872" y="0"/>
                    <a:pt x="79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28"/>
            <p:cNvSpPr/>
            <p:nvPr/>
          </p:nvSpPr>
          <p:spPr>
            <a:xfrm>
              <a:off x="6731920" y="1792706"/>
              <a:ext cx="66070" cy="9657"/>
            </a:xfrm>
            <a:custGeom>
              <a:rect b="b" l="l" r="r" t="t"/>
              <a:pathLst>
                <a:path extrusionOk="0" h="272" w="1861">
                  <a:moveTo>
                    <a:pt x="134" y="1"/>
                  </a:moveTo>
                  <a:cubicBezTo>
                    <a:pt x="60" y="1"/>
                    <a:pt x="0" y="63"/>
                    <a:pt x="0" y="136"/>
                  </a:cubicBezTo>
                  <a:cubicBezTo>
                    <a:pt x="0" y="209"/>
                    <a:pt x="60" y="271"/>
                    <a:pt x="134" y="271"/>
                  </a:cubicBezTo>
                  <a:lnTo>
                    <a:pt x="1727" y="271"/>
                  </a:lnTo>
                  <a:cubicBezTo>
                    <a:pt x="1802" y="271"/>
                    <a:pt x="1861" y="209"/>
                    <a:pt x="1861" y="136"/>
                  </a:cubicBezTo>
                  <a:cubicBezTo>
                    <a:pt x="1861" y="63"/>
                    <a:pt x="1800" y="1"/>
                    <a:pt x="172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28"/>
            <p:cNvSpPr/>
            <p:nvPr/>
          </p:nvSpPr>
          <p:spPr>
            <a:xfrm>
              <a:off x="6785708" y="1609187"/>
              <a:ext cx="31562" cy="34262"/>
            </a:xfrm>
            <a:custGeom>
              <a:rect b="b" l="l" r="r" t="t"/>
              <a:pathLst>
                <a:path extrusionOk="0" h="965" w="889">
                  <a:moveTo>
                    <a:pt x="191" y="0"/>
                  </a:moveTo>
                  <a:cubicBezTo>
                    <a:pt x="92" y="0"/>
                    <a:pt x="0" y="79"/>
                    <a:pt x="0" y="191"/>
                  </a:cubicBezTo>
                  <a:lnTo>
                    <a:pt x="0" y="775"/>
                  </a:lnTo>
                  <a:cubicBezTo>
                    <a:pt x="0" y="885"/>
                    <a:pt x="91" y="965"/>
                    <a:pt x="190" y="965"/>
                  </a:cubicBezTo>
                  <a:cubicBezTo>
                    <a:pt x="220" y="965"/>
                    <a:pt x="251" y="957"/>
                    <a:pt x="281" y="940"/>
                  </a:cubicBezTo>
                  <a:lnTo>
                    <a:pt x="756" y="680"/>
                  </a:lnTo>
                  <a:cubicBezTo>
                    <a:pt x="881" y="615"/>
                    <a:pt x="888" y="440"/>
                    <a:pt x="773" y="360"/>
                  </a:cubicBezTo>
                  <a:lnTo>
                    <a:pt x="298" y="34"/>
                  </a:lnTo>
                  <a:cubicBezTo>
                    <a:pt x="264" y="11"/>
                    <a:pt x="227"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28"/>
            <p:cNvSpPr/>
            <p:nvPr/>
          </p:nvSpPr>
          <p:spPr>
            <a:xfrm>
              <a:off x="6785708" y="1618383"/>
              <a:ext cx="31562" cy="25138"/>
            </a:xfrm>
            <a:custGeom>
              <a:rect b="b" l="l" r="r" t="t"/>
              <a:pathLst>
                <a:path extrusionOk="0" h="708" w="889">
                  <a:moveTo>
                    <a:pt x="625" y="1"/>
                  </a:moveTo>
                  <a:cubicBezTo>
                    <a:pt x="610" y="40"/>
                    <a:pt x="582" y="74"/>
                    <a:pt x="540" y="97"/>
                  </a:cubicBezTo>
                  <a:lnTo>
                    <a:pt x="65" y="358"/>
                  </a:lnTo>
                  <a:cubicBezTo>
                    <a:pt x="43" y="369"/>
                    <a:pt x="22" y="376"/>
                    <a:pt x="0" y="379"/>
                  </a:cubicBezTo>
                  <a:lnTo>
                    <a:pt x="0" y="519"/>
                  </a:lnTo>
                  <a:cubicBezTo>
                    <a:pt x="0" y="629"/>
                    <a:pt x="92" y="707"/>
                    <a:pt x="191" y="707"/>
                  </a:cubicBezTo>
                  <a:cubicBezTo>
                    <a:pt x="221" y="707"/>
                    <a:pt x="252" y="700"/>
                    <a:pt x="281" y="684"/>
                  </a:cubicBezTo>
                  <a:lnTo>
                    <a:pt x="756" y="422"/>
                  </a:lnTo>
                  <a:cubicBezTo>
                    <a:pt x="881" y="355"/>
                    <a:pt x="888" y="181"/>
                    <a:pt x="770" y="101"/>
                  </a:cubicBezTo>
                  <a:lnTo>
                    <a:pt x="625"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28"/>
            <p:cNvSpPr/>
            <p:nvPr/>
          </p:nvSpPr>
          <p:spPr>
            <a:xfrm>
              <a:off x="6822738" y="1715344"/>
              <a:ext cx="137608" cy="82194"/>
            </a:xfrm>
            <a:custGeom>
              <a:rect b="b" l="l" r="r" t="t"/>
              <a:pathLst>
                <a:path extrusionOk="0" h="2315" w="3876">
                  <a:moveTo>
                    <a:pt x="215" y="1"/>
                  </a:moveTo>
                  <a:cubicBezTo>
                    <a:pt x="97" y="1"/>
                    <a:pt x="1" y="97"/>
                    <a:pt x="1" y="215"/>
                  </a:cubicBezTo>
                  <a:lnTo>
                    <a:pt x="1" y="2100"/>
                  </a:lnTo>
                  <a:cubicBezTo>
                    <a:pt x="1" y="2220"/>
                    <a:pt x="97" y="2315"/>
                    <a:pt x="215" y="2315"/>
                  </a:cubicBezTo>
                  <a:lnTo>
                    <a:pt x="3662" y="2315"/>
                  </a:lnTo>
                  <a:cubicBezTo>
                    <a:pt x="3781" y="2315"/>
                    <a:pt x="3876" y="2217"/>
                    <a:pt x="3876" y="2100"/>
                  </a:cubicBezTo>
                  <a:lnTo>
                    <a:pt x="3876" y="215"/>
                  </a:lnTo>
                  <a:cubicBezTo>
                    <a:pt x="3876" y="97"/>
                    <a:pt x="3781" y="1"/>
                    <a:pt x="3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28"/>
            <p:cNvSpPr/>
            <p:nvPr/>
          </p:nvSpPr>
          <p:spPr>
            <a:xfrm>
              <a:off x="6939581" y="1715308"/>
              <a:ext cx="20769" cy="82230"/>
            </a:xfrm>
            <a:custGeom>
              <a:rect b="b" l="l" r="r" t="t"/>
              <a:pathLst>
                <a:path extrusionOk="0" h="2316" w="585">
                  <a:moveTo>
                    <a:pt x="373" y="0"/>
                  </a:moveTo>
                  <a:cubicBezTo>
                    <a:pt x="372" y="0"/>
                    <a:pt x="371" y="1"/>
                    <a:pt x="371" y="1"/>
                  </a:cubicBezTo>
                  <a:lnTo>
                    <a:pt x="1" y="1"/>
                  </a:lnTo>
                  <a:cubicBezTo>
                    <a:pt x="119" y="1"/>
                    <a:pt x="214" y="95"/>
                    <a:pt x="214" y="215"/>
                  </a:cubicBezTo>
                  <a:lnTo>
                    <a:pt x="214" y="2101"/>
                  </a:lnTo>
                  <a:cubicBezTo>
                    <a:pt x="214" y="2221"/>
                    <a:pt x="119" y="2316"/>
                    <a:pt x="1" y="2316"/>
                  </a:cubicBezTo>
                  <a:lnTo>
                    <a:pt x="371" y="2316"/>
                  </a:lnTo>
                  <a:cubicBezTo>
                    <a:pt x="490" y="2316"/>
                    <a:pt x="585" y="2221"/>
                    <a:pt x="585" y="2101"/>
                  </a:cubicBezTo>
                  <a:lnTo>
                    <a:pt x="585" y="215"/>
                  </a:lnTo>
                  <a:cubicBezTo>
                    <a:pt x="585" y="96"/>
                    <a:pt x="491" y="0"/>
                    <a:pt x="373"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28"/>
            <p:cNvSpPr/>
            <p:nvPr/>
          </p:nvSpPr>
          <p:spPr>
            <a:xfrm>
              <a:off x="6837969" y="1737178"/>
              <a:ext cx="33585" cy="38487"/>
            </a:xfrm>
            <a:custGeom>
              <a:rect b="b" l="l" r="r" t="t"/>
              <a:pathLst>
                <a:path extrusionOk="0" h="1084" w="946">
                  <a:moveTo>
                    <a:pt x="477" y="482"/>
                  </a:moveTo>
                  <a:lnTo>
                    <a:pt x="526" y="613"/>
                  </a:lnTo>
                  <a:lnTo>
                    <a:pt x="426" y="613"/>
                  </a:lnTo>
                  <a:lnTo>
                    <a:pt x="477" y="482"/>
                  </a:lnTo>
                  <a:close/>
                  <a:moveTo>
                    <a:pt x="477" y="0"/>
                  </a:moveTo>
                  <a:cubicBezTo>
                    <a:pt x="413" y="0"/>
                    <a:pt x="359" y="38"/>
                    <a:pt x="334" y="95"/>
                  </a:cubicBezTo>
                  <a:cubicBezTo>
                    <a:pt x="334" y="97"/>
                    <a:pt x="334" y="97"/>
                    <a:pt x="333" y="98"/>
                  </a:cubicBezTo>
                  <a:lnTo>
                    <a:pt x="28" y="900"/>
                  </a:lnTo>
                  <a:cubicBezTo>
                    <a:pt x="0" y="969"/>
                    <a:pt x="36" y="1047"/>
                    <a:pt x="104" y="1074"/>
                  </a:cubicBezTo>
                  <a:cubicBezTo>
                    <a:pt x="120" y="1080"/>
                    <a:pt x="137" y="1083"/>
                    <a:pt x="153" y="1083"/>
                  </a:cubicBezTo>
                  <a:cubicBezTo>
                    <a:pt x="207" y="1083"/>
                    <a:pt x="259" y="1050"/>
                    <a:pt x="280" y="996"/>
                  </a:cubicBezTo>
                  <a:lnTo>
                    <a:pt x="323" y="883"/>
                  </a:lnTo>
                  <a:lnTo>
                    <a:pt x="626" y="883"/>
                  </a:lnTo>
                  <a:lnTo>
                    <a:pt x="670" y="995"/>
                  </a:lnTo>
                  <a:cubicBezTo>
                    <a:pt x="690" y="1048"/>
                    <a:pt x="742" y="1083"/>
                    <a:pt x="795" y="1083"/>
                  </a:cubicBezTo>
                  <a:cubicBezTo>
                    <a:pt x="811" y="1083"/>
                    <a:pt x="828" y="1078"/>
                    <a:pt x="842" y="1074"/>
                  </a:cubicBezTo>
                  <a:cubicBezTo>
                    <a:pt x="913" y="1047"/>
                    <a:pt x="946" y="969"/>
                    <a:pt x="921" y="898"/>
                  </a:cubicBezTo>
                  <a:lnTo>
                    <a:pt x="621" y="98"/>
                  </a:lnTo>
                  <a:cubicBezTo>
                    <a:pt x="621" y="97"/>
                    <a:pt x="619" y="97"/>
                    <a:pt x="619" y="95"/>
                  </a:cubicBezTo>
                  <a:cubicBezTo>
                    <a:pt x="596" y="38"/>
                    <a:pt x="540" y="0"/>
                    <a:pt x="47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28"/>
            <p:cNvSpPr/>
            <p:nvPr/>
          </p:nvSpPr>
          <p:spPr>
            <a:xfrm>
              <a:off x="6879864" y="1737569"/>
              <a:ext cx="28864" cy="37600"/>
            </a:xfrm>
            <a:custGeom>
              <a:rect b="b" l="l" r="r" t="t"/>
              <a:pathLst>
                <a:path extrusionOk="0" h="1059" w="813">
                  <a:moveTo>
                    <a:pt x="359" y="271"/>
                  </a:moveTo>
                  <a:cubicBezTo>
                    <a:pt x="529" y="271"/>
                    <a:pt x="542" y="469"/>
                    <a:pt x="542" y="530"/>
                  </a:cubicBezTo>
                  <a:cubicBezTo>
                    <a:pt x="542" y="656"/>
                    <a:pt x="485" y="785"/>
                    <a:pt x="362" y="788"/>
                  </a:cubicBezTo>
                  <a:cubicBezTo>
                    <a:pt x="340" y="788"/>
                    <a:pt x="306" y="788"/>
                    <a:pt x="270" y="790"/>
                  </a:cubicBezTo>
                  <a:lnTo>
                    <a:pt x="270" y="530"/>
                  </a:lnTo>
                  <a:lnTo>
                    <a:pt x="270" y="271"/>
                  </a:lnTo>
                  <a:close/>
                  <a:moveTo>
                    <a:pt x="136" y="1"/>
                  </a:moveTo>
                  <a:cubicBezTo>
                    <a:pt x="100" y="1"/>
                    <a:pt x="65" y="15"/>
                    <a:pt x="39" y="41"/>
                  </a:cubicBezTo>
                  <a:cubicBezTo>
                    <a:pt x="15" y="66"/>
                    <a:pt x="0" y="100"/>
                    <a:pt x="0" y="136"/>
                  </a:cubicBezTo>
                  <a:lnTo>
                    <a:pt x="0" y="912"/>
                  </a:lnTo>
                  <a:cubicBezTo>
                    <a:pt x="0" y="919"/>
                    <a:pt x="0" y="928"/>
                    <a:pt x="2" y="935"/>
                  </a:cubicBezTo>
                  <a:cubicBezTo>
                    <a:pt x="3" y="968"/>
                    <a:pt x="18" y="998"/>
                    <a:pt x="42" y="1020"/>
                  </a:cubicBezTo>
                  <a:cubicBezTo>
                    <a:pt x="67" y="1044"/>
                    <a:pt x="101" y="1059"/>
                    <a:pt x="137" y="1059"/>
                  </a:cubicBezTo>
                  <a:cubicBezTo>
                    <a:pt x="144" y="1059"/>
                    <a:pt x="303" y="1059"/>
                    <a:pt x="367" y="1057"/>
                  </a:cubicBezTo>
                  <a:cubicBezTo>
                    <a:pt x="625" y="1054"/>
                    <a:pt x="812" y="831"/>
                    <a:pt x="812" y="530"/>
                  </a:cubicBezTo>
                  <a:cubicBezTo>
                    <a:pt x="812" y="214"/>
                    <a:pt x="629" y="1"/>
                    <a:pt x="35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28"/>
            <p:cNvSpPr/>
            <p:nvPr/>
          </p:nvSpPr>
          <p:spPr>
            <a:xfrm>
              <a:off x="6915474" y="1737107"/>
              <a:ext cx="29609" cy="38487"/>
            </a:xfrm>
            <a:custGeom>
              <a:rect b="b" l="l" r="r" t="t"/>
              <a:pathLst>
                <a:path extrusionOk="0" h="1084" w="834">
                  <a:moveTo>
                    <a:pt x="422" y="0"/>
                  </a:moveTo>
                  <a:cubicBezTo>
                    <a:pt x="382" y="0"/>
                    <a:pt x="340" y="5"/>
                    <a:pt x="298" y="18"/>
                  </a:cubicBezTo>
                  <a:cubicBezTo>
                    <a:pt x="173" y="56"/>
                    <a:pt x="85" y="155"/>
                    <a:pt x="68" y="276"/>
                  </a:cubicBezTo>
                  <a:cubicBezTo>
                    <a:pt x="51" y="391"/>
                    <a:pt x="101" y="500"/>
                    <a:pt x="198" y="564"/>
                  </a:cubicBezTo>
                  <a:cubicBezTo>
                    <a:pt x="202" y="567"/>
                    <a:pt x="209" y="571"/>
                    <a:pt x="215" y="574"/>
                  </a:cubicBezTo>
                  <a:cubicBezTo>
                    <a:pt x="221" y="575"/>
                    <a:pt x="331" y="626"/>
                    <a:pt x="460" y="673"/>
                  </a:cubicBezTo>
                  <a:cubicBezTo>
                    <a:pt x="503" y="689"/>
                    <a:pt x="550" y="718"/>
                    <a:pt x="544" y="746"/>
                  </a:cubicBezTo>
                  <a:cubicBezTo>
                    <a:pt x="539" y="774"/>
                    <a:pt x="500" y="811"/>
                    <a:pt x="435" y="811"/>
                  </a:cubicBezTo>
                  <a:cubicBezTo>
                    <a:pt x="363" y="811"/>
                    <a:pt x="294" y="782"/>
                    <a:pt x="251" y="736"/>
                  </a:cubicBezTo>
                  <a:cubicBezTo>
                    <a:pt x="224" y="706"/>
                    <a:pt x="187" y="691"/>
                    <a:pt x="151" y="691"/>
                  </a:cubicBezTo>
                  <a:cubicBezTo>
                    <a:pt x="118" y="691"/>
                    <a:pt x="86" y="703"/>
                    <a:pt x="61" y="726"/>
                  </a:cubicBezTo>
                  <a:cubicBezTo>
                    <a:pt x="5" y="777"/>
                    <a:pt x="0" y="862"/>
                    <a:pt x="51" y="918"/>
                  </a:cubicBezTo>
                  <a:cubicBezTo>
                    <a:pt x="147" y="1021"/>
                    <a:pt x="285" y="1083"/>
                    <a:pt x="435" y="1083"/>
                  </a:cubicBezTo>
                  <a:cubicBezTo>
                    <a:pt x="622" y="1083"/>
                    <a:pt x="780" y="962"/>
                    <a:pt x="809" y="795"/>
                  </a:cubicBezTo>
                  <a:cubicBezTo>
                    <a:pt x="834" y="672"/>
                    <a:pt x="778" y="506"/>
                    <a:pt x="553" y="423"/>
                  </a:cubicBezTo>
                  <a:cubicBezTo>
                    <a:pt x="460" y="388"/>
                    <a:pt x="372" y="351"/>
                    <a:pt x="339" y="336"/>
                  </a:cubicBezTo>
                  <a:cubicBezTo>
                    <a:pt x="334" y="331"/>
                    <a:pt x="331" y="326"/>
                    <a:pt x="334" y="316"/>
                  </a:cubicBezTo>
                  <a:cubicBezTo>
                    <a:pt x="336" y="300"/>
                    <a:pt x="352" y="286"/>
                    <a:pt x="375" y="279"/>
                  </a:cubicBezTo>
                  <a:cubicBezTo>
                    <a:pt x="391" y="274"/>
                    <a:pt x="407" y="272"/>
                    <a:pt x="423" y="272"/>
                  </a:cubicBezTo>
                  <a:cubicBezTo>
                    <a:pt x="501" y="272"/>
                    <a:pt x="565" y="322"/>
                    <a:pt x="567" y="323"/>
                  </a:cubicBezTo>
                  <a:cubicBezTo>
                    <a:pt x="593" y="344"/>
                    <a:pt x="624" y="355"/>
                    <a:pt x="654" y="355"/>
                  </a:cubicBezTo>
                  <a:cubicBezTo>
                    <a:pt x="692" y="355"/>
                    <a:pt x="730" y="338"/>
                    <a:pt x="756" y="306"/>
                  </a:cubicBezTo>
                  <a:cubicBezTo>
                    <a:pt x="805" y="248"/>
                    <a:pt x="798" y="164"/>
                    <a:pt x="740" y="115"/>
                  </a:cubicBezTo>
                  <a:cubicBezTo>
                    <a:pt x="682" y="67"/>
                    <a:pt x="562" y="0"/>
                    <a:pt x="42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24" name="Google Shape;5124;p28"/>
          <p:cNvGrpSpPr/>
          <p:nvPr/>
        </p:nvGrpSpPr>
        <p:grpSpPr>
          <a:xfrm>
            <a:off x="6032781" y="1514321"/>
            <a:ext cx="315308" cy="327027"/>
            <a:chOff x="6032781" y="1514321"/>
            <a:chExt cx="315308" cy="327027"/>
          </a:xfrm>
        </p:grpSpPr>
        <p:sp>
          <p:nvSpPr>
            <p:cNvPr id="5125" name="Google Shape;5125;p28"/>
            <p:cNvSpPr/>
            <p:nvPr/>
          </p:nvSpPr>
          <p:spPr>
            <a:xfrm>
              <a:off x="6075705" y="1816210"/>
              <a:ext cx="145986" cy="25138"/>
            </a:xfrm>
            <a:custGeom>
              <a:rect b="b" l="l" r="r" t="t"/>
              <a:pathLst>
                <a:path extrusionOk="0" h="708" w="4112">
                  <a:moveTo>
                    <a:pt x="0" y="1"/>
                  </a:moveTo>
                  <a:lnTo>
                    <a:pt x="225" y="552"/>
                  </a:lnTo>
                  <a:cubicBezTo>
                    <a:pt x="262" y="647"/>
                    <a:pt x="354" y="707"/>
                    <a:pt x="456" y="707"/>
                  </a:cubicBezTo>
                  <a:lnTo>
                    <a:pt x="3655" y="707"/>
                  </a:lnTo>
                  <a:cubicBezTo>
                    <a:pt x="3757" y="707"/>
                    <a:pt x="3850" y="647"/>
                    <a:pt x="3887" y="552"/>
                  </a:cubicBezTo>
                  <a:lnTo>
                    <a:pt x="411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28"/>
            <p:cNvSpPr/>
            <p:nvPr/>
          </p:nvSpPr>
          <p:spPr>
            <a:xfrm>
              <a:off x="6192122" y="1816210"/>
              <a:ext cx="29574" cy="25138"/>
            </a:xfrm>
            <a:custGeom>
              <a:rect b="b" l="l" r="r" t="t"/>
              <a:pathLst>
                <a:path extrusionOk="0" h="708" w="833">
                  <a:moveTo>
                    <a:pt x="455" y="1"/>
                  </a:moveTo>
                  <a:lnTo>
                    <a:pt x="232" y="552"/>
                  </a:lnTo>
                  <a:cubicBezTo>
                    <a:pt x="195" y="647"/>
                    <a:pt x="103" y="707"/>
                    <a:pt x="1" y="707"/>
                  </a:cubicBezTo>
                  <a:lnTo>
                    <a:pt x="376" y="707"/>
                  </a:lnTo>
                  <a:cubicBezTo>
                    <a:pt x="478" y="707"/>
                    <a:pt x="571" y="647"/>
                    <a:pt x="608" y="552"/>
                  </a:cubicBezTo>
                  <a:lnTo>
                    <a:pt x="83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28"/>
            <p:cNvSpPr/>
            <p:nvPr/>
          </p:nvSpPr>
          <p:spPr>
            <a:xfrm>
              <a:off x="6204477" y="1514321"/>
              <a:ext cx="143608" cy="125652"/>
            </a:xfrm>
            <a:custGeom>
              <a:rect b="b" l="l" r="r" t="t"/>
              <a:pathLst>
                <a:path extrusionOk="0" h="3539" w="4045">
                  <a:moveTo>
                    <a:pt x="260" y="0"/>
                  </a:moveTo>
                  <a:cubicBezTo>
                    <a:pt x="116" y="0"/>
                    <a:pt x="1" y="118"/>
                    <a:pt x="1" y="259"/>
                  </a:cubicBezTo>
                  <a:lnTo>
                    <a:pt x="1" y="2471"/>
                  </a:lnTo>
                  <a:cubicBezTo>
                    <a:pt x="1" y="2615"/>
                    <a:pt x="117" y="2730"/>
                    <a:pt x="260" y="2730"/>
                  </a:cubicBezTo>
                  <a:lnTo>
                    <a:pt x="1936" y="2730"/>
                  </a:lnTo>
                  <a:cubicBezTo>
                    <a:pt x="1998" y="2730"/>
                    <a:pt x="2049" y="2778"/>
                    <a:pt x="2052" y="2840"/>
                  </a:cubicBezTo>
                  <a:cubicBezTo>
                    <a:pt x="2059" y="2994"/>
                    <a:pt x="2052" y="3277"/>
                    <a:pt x="1919" y="3473"/>
                  </a:cubicBezTo>
                  <a:cubicBezTo>
                    <a:pt x="1897" y="3501"/>
                    <a:pt x="1922" y="3539"/>
                    <a:pt x="1954" y="3539"/>
                  </a:cubicBezTo>
                  <a:cubicBezTo>
                    <a:pt x="1958" y="3539"/>
                    <a:pt x="1961" y="3539"/>
                    <a:pt x="1965" y="3538"/>
                  </a:cubicBezTo>
                  <a:cubicBezTo>
                    <a:pt x="2203" y="3466"/>
                    <a:pt x="2685" y="3266"/>
                    <a:pt x="2906" y="2796"/>
                  </a:cubicBezTo>
                  <a:cubicBezTo>
                    <a:pt x="2924" y="2756"/>
                    <a:pt x="2965" y="2732"/>
                    <a:pt x="3008" y="2732"/>
                  </a:cubicBezTo>
                  <a:lnTo>
                    <a:pt x="3784" y="2732"/>
                  </a:lnTo>
                  <a:cubicBezTo>
                    <a:pt x="3928" y="2732"/>
                    <a:pt x="4043" y="2615"/>
                    <a:pt x="4043" y="2473"/>
                  </a:cubicBezTo>
                  <a:lnTo>
                    <a:pt x="4043" y="262"/>
                  </a:lnTo>
                  <a:cubicBezTo>
                    <a:pt x="4045" y="118"/>
                    <a:pt x="3928" y="0"/>
                    <a:pt x="378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28"/>
            <p:cNvSpPr/>
            <p:nvPr/>
          </p:nvSpPr>
          <p:spPr>
            <a:xfrm>
              <a:off x="6271934" y="1611282"/>
              <a:ext cx="39408" cy="28724"/>
            </a:xfrm>
            <a:custGeom>
              <a:rect b="b" l="l" r="r" t="t"/>
              <a:pathLst>
                <a:path extrusionOk="0" h="809" w="1110">
                  <a:moveTo>
                    <a:pt x="739" y="1"/>
                  </a:moveTo>
                  <a:cubicBezTo>
                    <a:pt x="693" y="1"/>
                    <a:pt x="654" y="24"/>
                    <a:pt x="635" y="65"/>
                  </a:cubicBezTo>
                  <a:cubicBezTo>
                    <a:pt x="506" y="342"/>
                    <a:pt x="282" y="526"/>
                    <a:pt x="74" y="644"/>
                  </a:cubicBezTo>
                  <a:cubicBezTo>
                    <a:pt x="59" y="678"/>
                    <a:pt x="42" y="712"/>
                    <a:pt x="21" y="742"/>
                  </a:cubicBezTo>
                  <a:cubicBezTo>
                    <a:pt x="0" y="772"/>
                    <a:pt x="22" y="809"/>
                    <a:pt x="53" y="809"/>
                  </a:cubicBezTo>
                  <a:cubicBezTo>
                    <a:pt x="57" y="809"/>
                    <a:pt x="62" y="808"/>
                    <a:pt x="67" y="807"/>
                  </a:cubicBezTo>
                  <a:cubicBezTo>
                    <a:pt x="304" y="735"/>
                    <a:pt x="786" y="535"/>
                    <a:pt x="1008" y="65"/>
                  </a:cubicBezTo>
                  <a:cubicBezTo>
                    <a:pt x="1026" y="25"/>
                    <a:pt x="1067" y="1"/>
                    <a:pt x="111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28"/>
            <p:cNvSpPr/>
            <p:nvPr/>
          </p:nvSpPr>
          <p:spPr>
            <a:xfrm>
              <a:off x="6325616" y="1514428"/>
              <a:ext cx="22473" cy="96893"/>
            </a:xfrm>
            <a:custGeom>
              <a:rect b="b" l="l" r="r" t="t"/>
              <a:pathLst>
                <a:path extrusionOk="0" h="2729" w="633">
                  <a:moveTo>
                    <a:pt x="379" y="0"/>
                  </a:moveTo>
                  <a:cubicBezTo>
                    <a:pt x="377" y="0"/>
                    <a:pt x="375" y="0"/>
                    <a:pt x="374" y="0"/>
                  </a:cubicBezTo>
                  <a:lnTo>
                    <a:pt x="1" y="0"/>
                  </a:lnTo>
                  <a:cubicBezTo>
                    <a:pt x="143" y="0"/>
                    <a:pt x="260" y="115"/>
                    <a:pt x="260" y="259"/>
                  </a:cubicBezTo>
                  <a:lnTo>
                    <a:pt x="260" y="2470"/>
                  </a:lnTo>
                  <a:cubicBezTo>
                    <a:pt x="260" y="2612"/>
                    <a:pt x="145" y="2729"/>
                    <a:pt x="1" y="2729"/>
                  </a:cubicBezTo>
                  <a:lnTo>
                    <a:pt x="374" y="2729"/>
                  </a:lnTo>
                  <a:cubicBezTo>
                    <a:pt x="516" y="2729"/>
                    <a:pt x="633" y="2614"/>
                    <a:pt x="633" y="2470"/>
                  </a:cubicBezTo>
                  <a:lnTo>
                    <a:pt x="633" y="259"/>
                  </a:lnTo>
                  <a:cubicBezTo>
                    <a:pt x="633" y="117"/>
                    <a:pt x="519" y="0"/>
                    <a:pt x="37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28"/>
            <p:cNvSpPr/>
            <p:nvPr/>
          </p:nvSpPr>
          <p:spPr>
            <a:xfrm>
              <a:off x="6209022" y="1656762"/>
              <a:ext cx="105655" cy="105627"/>
            </a:xfrm>
            <a:custGeom>
              <a:rect b="b" l="l" r="r" t="t"/>
              <a:pathLst>
                <a:path extrusionOk="0" h="2975" w="2976">
                  <a:moveTo>
                    <a:pt x="1489" y="639"/>
                  </a:moveTo>
                  <a:cubicBezTo>
                    <a:pt x="1958" y="639"/>
                    <a:pt x="2339" y="1021"/>
                    <a:pt x="2339" y="1490"/>
                  </a:cubicBezTo>
                  <a:cubicBezTo>
                    <a:pt x="2339" y="1959"/>
                    <a:pt x="1958" y="2340"/>
                    <a:pt x="1489" y="2340"/>
                  </a:cubicBezTo>
                  <a:cubicBezTo>
                    <a:pt x="1018" y="2340"/>
                    <a:pt x="637" y="1959"/>
                    <a:pt x="637" y="1490"/>
                  </a:cubicBezTo>
                  <a:cubicBezTo>
                    <a:pt x="637" y="1021"/>
                    <a:pt x="1018" y="639"/>
                    <a:pt x="1489" y="639"/>
                  </a:cubicBezTo>
                  <a:close/>
                  <a:moveTo>
                    <a:pt x="1489" y="0"/>
                  </a:moveTo>
                  <a:cubicBezTo>
                    <a:pt x="667" y="0"/>
                    <a:pt x="1" y="668"/>
                    <a:pt x="1" y="1488"/>
                  </a:cubicBezTo>
                  <a:cubicBezTo>
                    <a:pt x="1" y="2309"/>
                    <a:pt x="667" y="2975"/>
                    <a:pt x="1489" y="2975"/>
                  </a:cubicBezTo>
                  <a:cubicBezTo>
                    <a:pt x="2309" y="2975"/>
                    <a:pt x="2975" y="2309"/>
                    <a:pt x="2975" y="1488"/>
                  </a:cubicBezTo>
                  <a:cubicBezTo>
                    <a:pt x="2975" y="668"/>
                    <a:pt x="2309" y="0"/>
                    <a:pt x="148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28"/>
            <p:cNvSpPr/>
            <p:nvPr/>
          </p:nvSpPr>
          <p:spPr>
            <a:xfrm>
              <a:off x="6240868" y="1657366"/>
              <a:ext cx="73810" cy="105024"/>
            </a:xfrm>
            <a:custGeom>
              <a:rect b="b" l="l" r="r" t="t"/>
              <a:pathLst>
                <a:path extrusionOk="0" h="2958" w="2079">
                  <a:moveTo>
                    <a:pt x="814" y="1"/>
                  </a:moveTo>
                  <a:cubicBezTo>
                    <a:pt x="1342" y="229"/>
                    <a:pt x="1710" y="755"/>
                    <a:pt x="1710" y="1365"/>
                  </a:cubicBezTo>
                  <a:cubicBezTo>
                    <a:pt x="1710" y="2185"/>
                    <a:pt x="1042" y="2853"/>
                    <a:pt x="224" y="2853"/>
                  </a:cubicBezTo>
                  <a:cubicBezTo>
                    <a:pt x="149" y="2853"/>
                    <a:pt x="75" y="2847"/>
                    <a:pt x="0" y="2836"/>
                  </a:cubicBezTo>
                  <a:lnTo>
                    <a:pt x="0" y="2836"/>
                  </a:lnTo>
                  <a:cubicBezTo>
                    <a:pt x="183" y="2915"/>
                    <a:pt x="382" y="2958"/>
                    <a:pt x="590" y="2958"/>
                  </a:cubicBezTo>
                  <a:cubicBezTo>
                    <a:pt x="1411" y="2958"/>
                    <a:pt x="2077" y="2292"/>
                    <a:pt x="2077" y="1471"/>
                  </a:cubicBezTo>
                  <a:cubicBezTo>
                    <a:pt x="2078" y="727"/>
                    <a:pt x="1529" y="109"/>
                    <a:pt x="81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28"/>
            <p:cNvSpPr/>
            <p:nvPr/>
          </p:nvSpPr>
          <p:spPr>
            <a:xfrm>
              <a:off x="6053480" y="1637590"/>
              <a:ext cx="194944" cy="157358"/>
            </a:xfrm>
            <a:custGeom>
              <a:rect b="b" l="l" r="r" t="t"/>
              <a:pathLst>
                <a:path extrusionOk="0" h="4432" w="5491">
                  <a:moveTo>
                    <a:pt x="197" y="1"/>
                  </a:moveTo>
                  <a:cubicBezTo>
                    <a:pt x="88" y="1"/>
                    <a:pt x="0" y="89"/>
                    <a:pt x="0" y="198"/>
                  </a:cubicBezTo>
                  <a:lnTo>
                    <a:pt x="0" y="801"/>
                  </a:lnTo>
                  <a:lnTo>
                    <a:pt x="190" y="1263"/>
                  </a:lnTo>
                  <a:lnTo>
                    <a:pt x="0" y="1771"/>
                  </a:lnTo>
                  <a:cubicBezTo>
                    <a:pt x="40" y="3545"/>
                    <a:pt x="1419" y="4432"/>
                    <a:pt x="2781" y="4432"/>
                  </a:cubicBezTo>
                  <a:cubicBezTo>
                    <a:pt x="4144" y="4432"/>
                    <a:pt x="5491" y="3545"/>
                    <a:pt x="5467" y="1771"/>
                  </a:cubicBezTo>
                  <a:lnTo>
                    <a:pt x="5320" y="1319"/>
                  </a:lnTo>
                  <a:lnTo>
                    <a:pt x="5467" y="801"/>
                  </a:lnTo>
                  <a:lnTo>
                    <a:pt x="5467" y="198"/>
                  </a:lnTo>
                  <a:lnTo>
                    <a:pt x="5468" y="198"/>
                  </a:lnTo>
                  <a:cubicBezTo>
                    <a:pt x="5468" y="89"/>
                    <a:pt x="5381" y="1"/>
                    <a:pt x="527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28"/>
            <p:cNvSpPr/>
            <p:nvPr/>
          </p:nvSpPr>
          <p:spPr>
            <a:xfrm>
              <a:off x="6145683" y="1637590"/>
              <a:ext cx="102780" cy="157358"/>
            </a:xfrm>
            <a:custGeom>
              <a:rect b="b" l="l" r="r" t="t"/>
              <a:pathLst>
                <a:path extrusionOk="0" h="4432" w="2895">
                  <a:moveTo>
                    <a:pt x="2304" y="1"/>
                  </a:moveTo>
                  <a:cubicBezTo>
                    <a:pt x="2414" y="1"/>
                    <a:pt x="2503" y="89"/>
                    <a:pt x="2503" y="198"/>
                  </a:cubicBezTo>
                  <a:lnTo>
                    <a:pt x="2503" y="1771"/>
                  </a:lnTo>
                  <a:cubicBezTo>
                    <a:pt x="2526" y="3464"/>
                    <a:pt x="1297" y="4349"/>
                    <a:pt x="1" y="4426"/>
                  </a:cubicBezTo>
                  <a:cubicBezTo>
                    <a:pt x="63" y="4429"/>
                    <a:pt x="125" y="4431"/>
                    <a:pt x="188" y="4431"/>
                  </a:cubicBezTo>
                  <a:cubicBezTo>
                    <a:pt x="1550" y="4431"/>
                    <a:pt x="2895" y="3544"/>
                    <a:pt x="2871" y="1771"/>
                  </a:cubicBezTo>
                  <a:lnTo>
                    <a:pt x="2871" y="198"/>
                  </a:lnTo>
                  <a:cubicBezTo>
                    <a:pt x="2871" y="89"/>
                    <a:pt x="2784" y="1"/>
                    <a:pt x="267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28"/>
            <p:cNvSpPr/>
            <p:nvPr/>
          </p:nvSpPr>
          <p:spPr>
            <a:xfrm>
              <a:off x="6032781" y="1785606"/>
              <a:ext cx="231973" cy="31990"/>
            </a:xfrm>
            <a:custGeom>
              <a:rect b="b" l="l" r="r" t="t"/>
              <a:pathLst>
                <a:path extrusionOk="0" h="901" w="6534">
                  <a:moveTo>
                    <a:pt x="101" y="1"/>
                  </a:moveTo>
                  <a:cubicBezTo>
                    <a:pt x="45" y="1"/>
                    <a:pt x="0" y="47"/>
                    <a:pt x="0" y="101"/>
                  </a:cubicBezTo>
                  <a:lnTo>
                    <a:pt x="0" y="411"/>
                  </a:lnTo>
                  <a:cubicBezTo>
                    <a:pt x="0" y="681"/>
                    <a:pt x="219" y="900"/>
                    <a:pt x="490" y="900"/>
                  </a:cubicBezTo>
                  <a:lnTo>
                    <a:pt x="6044" y="900"/>
                  </a:lnTo>
                  <a:cubicBezTo>
                    <a:pt x="6313" y="900"/>
                    <a:pt x="6534" y="681"/>
                    <a:pt x="6534" y="411"/>
                  </a:cubicBezTo>
                  <a:lnTo>
                    <a:pt x="6534" y="101"/>
                  </a:lnTo>
                  <a:cubicBezTo>
                    <a:pt x="6531" y="47"/>
                    <a:pt x="6486" y="1"/>
                    <a:pt x="643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28"/>
            <p:cNvSpPr/>
            <p:nvPr/>
          </p:nvSpPr>
          <p:spPr>
            <a:xfrm>
              <a:off x="6233910" y="1785606"/>
              <a:ext cx="30745" cy="31990"/>
            </a:xfrm>
            <a:custGeom>
              <a:rect b="b" l="l" r="r" t="t"/>
              <a:pathLst>
                <a:path extrusionOk="0" h="901" w="866">
                  <a:moveTo>
                    <a:pt x="389" y="1"/>
                  </a:moveTo>
                  <a:cubicBezTo>
                    <a:pt x="445" y="1"/>
                    <a:pt x="490" y="47"/>
                    <a:pt x="490" y="101"/>
                  </a:cubicBezTo>
                  <a:lnTo>
                    <a:pt x="490" y="411"/>
                  </a:lnTo>
                  <a:cubicBezTo>
                    <a:pt x="490" y="681"/>
                    <a:pt x="271" y="900"/>
                    <a:pt x="1" y="900"/>
                  </a:cubicBezTo>
                  <a:lnTo>
                    <a:pt x="376" y="900"/>
                  </a:lnTo>
                  <a:cubicBezTo>
                    <a:pt x="647" y="900"/>
                    <a:pt x="866" y="681"/>
                    <a:pt x="866" y="411"/>
                  </a:cubicBezTo>
                  <a:lnTo>
                    <a:pt x="866" y="101"/>
                  </a:lnTo>
                  <a:cubicBezTo>
                    <a:pt x="866" y="47"/>
                    <a:pt x="821" y="1"/>
                    <a:pt x="76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28"/>
            <p:cNvSpPr/>
            <p:nvPr/>
          </p:nvSpPr>
          <p:spPr>
            <a:xfrm>
              <a:off x="6053515" y="1665993"/>
              <a:ext cx="194128" cy="34546"/>
            </a:xfrm>
            <a:custGeom>
              <a:rect b="b" l="l" r="r" t="t"/>
              <a:pathLst>
                <a:path extrusionOk="0" h="973" w="5468">
                  <a:moveTo>
                    <a:pt x="1" y="1"/>
                  </a:moveTo>
                  <a:lnTo>
                    <a:pt x="1" y="972"/>
                  </a:lnTo>
                  <a:lnTo>
                    <a:pt x="5467" y="972"/>
                  </a:lnTo>
                  <a:lnTo>
                    <a:pt x="5467"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28"/>
            <p:cNvSpPr/>
            <p:nvPr/>
          </p:nvSpPr>
          <p:spPr>
            <a:xfrm>
              <a:off x="6234549" y="1665993"/>
              <a:ext cx="13100" cy="34546"/>
            </a:xfrm>
            <a:custGeom>
              <a:rect b="b" l="l" r="r" t="t"/>
              <a:pathLst>
                <a:path extrusionOk="0" h="973" w="369">
                  <a:moveTo>
                    <a:pt x="0" y="1"/>
                  </a:moveTo>
                  <a:lnTo>
                    <a:pt x="0" y="972"/>
                  </a:lnTo>
                  <a:lnTo>
                    <a:pt x="368" y="972"/>
                  </a:lnTo>
                  <a:lnTo>
                    <a:pt x="368"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28"/>
            <p:cNvSpPr/>
            <p:nvPr/>
          </p:nvSpPr>
          <p:spPr>
            <a:xfrm>
              <a:off x="6280526" y="1536440"/>
              <a:ext cx="49277" cy="10012"/>
            </a:xfrm>
            <a:custGeom>
              <a:rect b="b" l="l" r="r" t="t"/>
              <a:pathLst>
                <a:path extrusionOk="0" h="282" w="1388">
                  <a:moveTo>
                    <a:pt x="140" y="0"/>
                  </a:moveTo>
                  <a:cubicBezTo>
                    <a:pt x="62" y="0"/>
                    <a:pt x="0" y="62"/>
                    <a:pt x="0" y="140"/>
                  </a:cubicBezTo>
                  <a:cubicBezTo>
                    <a:pt x="0" y="218"/>
                    <a:pt x="62" y="281"/>
                    <a:pt x="140" y="281"/>
                  </a:cubicBezTo>
                  <a:lnTo>
                    <a:pt x="1248" y="281"/>
                  </a:lnTo>
                  <a:cubicBezTo>
                    <a:pt x="1326" y="281"/>
                    <a:pt x="1386" y="219"/>
                    <a:pt x="1387" y="140"/>
                  </a:cubicBezTo>
                  <a:cubicBezTo>
                    <a:pt x="1387" y="62"/>
                    <a:pt x="1326" y="0"/>
                    <a:pt x="124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28"/>
            <p:cNvSpPr/>
            <p:nvPr/>
          </p:nvSpPr>
          <p:spPr>
            <a:xfrm>
              <a:off x="6222797" y="1536440"/>
              <a:ext cx="45088" cy="10012"/>
            </a:xfrm>
            <a:custGeom>
              <a:rect b="b" l="l" r="r" t="t"/>
              <a:pathLst>
                <a:path extrusionOk="0" h="282" w="1270">
                  <a:moveTo>
                    <a:pt x="140" y="0"/>
                  </a:moveTo>
                  <a:cubicBezTo>
                    <a:pt x="62" y="0"/>
                    <a:pt x="0" y="62"/>
                    <a:pt x="0" y="140"/>
                  </a:cubicBezTo>
                  <a:cubicBezTo>
                    <a:pt x="0" y="218"/>
                    <a:pt x="62" y="281"/>
                    <a:pt x="140" y="281"/>
                  </a:cubicBezTo>
                  <a:lnTo>
                    <a:pt x="1130" y="281"/>
                  </a:lnTo>
                  <a:cubicBezTo>
                    <a:pt x="1206" y="281"/>
                    <a:pt x="1269" y="219"/>
                    <a:pt x="1269" y="140"/>
                  </a:cubicBezTo>
                  <a:cubicBezTo>
                    <a:pt x="1269" y="62"/>
                    <a:pt x="1206" y="0"/>
                    <a:pt x="11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28"/>
            <p:cNvSpPr/>
            <p:nvPr/>
          </p:nvSpPr>
          <p:spPr>
            <a:xfrm>
              <a:off x="6224075" y="1557778"/>
              <a:ext cx="105726" cy="10083"/>
            </a:xfrm>
            <a:custGeom>
              <a:rect b="b" l="l" r="r" t="t"/>
              <a:pathLst>
                <a:path extrusionOk="0" h="284" w="2978">
                  <a:moveTo>
                    <a:pt x="140" y="1"/>
                  </a:moveTo>
                  <a:cubicBezTo>
                    <a:pt x="62" y="1"/>
                    <a:pt x="0" y="64"/>
                    <a:pt x="0" y="142"/>
                  </a:cubicBezTo>
                  <a:cubicBezTo>
                    <a:pt x="0" y="220"/>
                    <a:pt x="62" y="283"/>
                    <a:pt x="140" y="283"/>
                  </a:cubicBezTo>
                  <a:lnTo>
                    <a:pt x="2838" y="283"/>
                  </a:lnTo>
                  <a:cubicBezTo>
                    <a:pt x="2916" y="283"/>
                    <a:pt x="2977" y="220"/>
                    <a:pt x="2977" y="142"/>
                  </a:cubicBezTo>
                  <a:cubicBezTo>
                    <a:pt x="2977" y="64"/>
                    <a:pt x="2916" y="1"/>
                    <a:pt x="283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28"/>
            <p:cNvSpPr/>
            <p:nvPr/>
          </p:nvSpPr>
          <p:spPr>
            <a:xfrm>
              <a:off x="6225389" y="1579151"/>
              <a:ext cx="104413" cy="10012"/>
            </a:xfrm>
            <a:custGeom>
              <a:rect b="b" l="l" r="r" t="t"/>
              <a:pathLst>
                <a:path extrusionOk="0" h="282" w="2941">
                  <a:moveTo>
                    <a:pt x="140" y="1"/>
                  </a:moveTo>
                  <a:cubicBezTo>
                    <a:pt x="64" y="1"/>
                    <a:pt x="0" y="64"/>
                    <a:pt x="0" y="142"/>
                  </a:cubicBezTo>
                  <a:cubicBezTo>
                    <a:pt x="0" y="218"/>
                    <a:pt x="64" y="281"/>
                    <a:pt x="140" y="281"/>
                  </a:cubicBezTo>
                  <a:lnTo>
                    <a:pt x="2801" y="281"/>
                  </a:lnTo>
                  <a:cubicBezTo>
                    <a:pt x="2879" y="281"/>
                    <a:pt x="2940" y="218"/>
                    <a:pt x="2940" y="142"/>
                  </a:cubicBezTo>
                  <a:cubicBezTo>
                    <a:pt x="2940" y="64"/>
                    <a:pt x="2879" y="1"/>
                    <a:pt x="280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42" name="Google Shape;5142;p28"/>
          <p:cNvGrpSpPr/>
          <p:nvPr/>
        </p:nvGrpSpPr>
        <p:grpSpPr>
          <a:xfrm>
            <a:off x="5388887" y="1514321"/>
            <a:ext cx="308313" cy="327037"/>
            <a:chOff x="5388887" y="1514321"/>
            <a:chExt cx="308313" cy="327037"/>
          </a:xfrm>
        </p:grpSpPr>
        <p:sp>
          <p:nvSpPr>
            <p:cNvPr id="5143" name="Google Shape;5143;p28"/>
            <p:cNvSpPr/>
            <p:nvPr/>
          </p:nvSpPr>
          <p:spPr>
            <a:xfrm>
              <a:off x="5388887" y="1514321"/>
              <a:ext cx="308304" cy="327037"/>
            </a:xfrm>
            <a:custGeom>
              <a:rect b="b" l="l" r="r" t="t"/>
              <a:pathLst>
                <a:path extrusionOk="0" h="9211" w="8684">
                  <a:moveTo>
                    <a:pt x="99" y="0"/>
                  </a:moveTo>
                  <a:cubicBezTo>
                    <a:pt x="46" y="0"/>
                    <a:pt x="0" y="46"/>
                    <a:pt x="0" y="100"/>
                  </a:cubicBezTo>
                  <a:lnTo>
                    <a:pt x="0" y="9112"/>
                  </a:lnTo>
                  <a:cubicBezTo>
                    <a:pt x="0" y="9166"/>
                    <a:pt x="46" y="9210"/>
                    <a:pt x="99" y="9210"/>
                  </a:cubicBezTo>
                  <a:lnTo>
                    <a:pt x="8584" y="9210"/>
                  </a:lnTo>
                  <a:cubicBezTo>
                    <a:pt x="8640" y="9210"/>
                    <a:pt x="8683" y="9167"/>
                    <a:pt x="8683" y="9112"/>
                  </a:cubicBezTo>
                  <a:lnTo>
                    <a:pt x="8683" y="100"/>
                  </a:lnTo>
                  <a:cubicBezTo>
                    <a:pt x="8683" y="46"/>
                    <a:pt x="8639" y="0"/>
                    <a:pt x="8584" y="0"/>
                  </a:cubicBezTo>
                  <a:close/>
                </a:path>
              </a:pathLst>
            </a:custGeom>
            <a:solidFill>
              <a:srgbClr val="F5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28"/>
            <p:cNvSpPr/>
            <p:nvPr/>
          </p:nvSpPr>
          <p:spPr>
            <a:xfrm>
              <a:off x="5679413" y="1514321"/>
              <a:ext cx="17787" cy="327037"/>
            </a:xfrm>
            <a:custGeom>
              <a:rect b="b" l="l" r="r" t="t"/>
              <a:pathLst>
                <a:path extrusionOk="0" h="9211" w="501">
                  <a:moveTo>
                    <a:pt x="1" y="0"/>
                  </a:moveTo>
                  <a:cubicBezTo>
                    <a:pt x="27" y="0"/>
                    <a:pt x="53" y="12"/>
                    <a:pt x="70" y="29"/>
                  </a:cubicBezTo>
                  <a:cubicBezTo>
                    <a:pt x="76" y="33"/>
                    <a:pt x="80" y="39"/>
                    <a:pt x="83" y="44"/>
                  </a:cubicBezTo>
                  <a:cubicBezTo>
                    <a:pt x="95" y="61"/>
                    <a:pt x="99" y="80"/>
                    <a:pt x="99" y="100"/>
                  </a:cubicBezTo>
                  <a:lnTo>
                    <a:pt x="99" y="9112"/>
                  </a:lnTo>
                  <a:cubicBezTo>
                    <a:pt x="99" y="9166"/>
                    <a:pt x="54" y="9210"/>
                    <a:pt x="1" y="9210"/>
                  </a:cubicBezTo>
                  <a:lnTo>
                    <a:pt x="401" y="9210"/>
                  </a:lnTo>
                  <a:cubicBezTo>
                    <a:pt x="456" y="9210"/>
                    <a:pt x="500" y="9166"/>
                    <a:pt x="500" y="9112"/>
                  </a:cubicBezTo>
                  <a:lnTo>
                    <a:pt x="500" y="100"/>
                  </a:lnTo>
                  <a:cubicBezTo>
                    <a:pt x="500" y="77"/>
                    <a:pt x="492" y="55"/>
                    <a:pt x="479" y="36"/>
                  </a:cubicBezTo>
                  <a:cubicBezTo>
                    <a:pt x="476" y="35"/>
                    <a:pt x="473" y="32"/>
                    <a:pt x="472" y="29"/>
                  </a:cubicBezTo>
                  <a:cubicBezTo>
                    <a:pt x="454" y="12"/>
                    <a:pt x="428" y="0"/>
                    <a:pt x="40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28"/>
            <p:cNvSpPr/>
            <p:nvPr/>
          </p:nvSpPr>
          <p:spPr>
            <a:xfrm>
              <a:off x="5409550" y="1613909"/>
              <a:ext cx="267085" cy="155050"/>
            </a:xfrm>
            <a:custGeom>
              <a:rect b="b" l="l" r="r" t="t"/>
              <a:pathLst>
                <a:path extrusionOk="0" h="4367" w="7523">
                  <a:moveTo>
                    <a:pt x="138" y="0"/>
                  </a:moveTo>
                  <a:cubicBezTo>
                    <a:pt x="63" y="0"/>
                    <a:pt x="1" y="62"/>
                    <a:pt x="1" y="137"/>
                  </a:cubicBezTo>
                  <a:lnTo>
                    <a:pt x="1" y="4366"/>
                  </a:lnTo>
                  <a:lnTo>
                    <a:pt x="7523" y="4366"/>
                  </a:lnTo>
                  <a:lnTo>
                    <a:pt x="7523" y="137"/>
                  </a:lnTo>
                  <a:cubicBezTo>
                    <a:pt x="7523" y="62"/>
                    <a:pt x="7461" y="0"/>
                    <a:pt x="738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28"/>
            <p:cNvSpPr/>
            <p:nvPr/>
          </p:nvSpPr>
          <p:spPr>
            <a:xfrm>
              <a:off x="5658537" y="1613909"/>
              <a:ext cx="18000" cy="148659"/>
            </a:xfrm>
            <a:custGeom>
              <a:rect b="b" l="l" r="r" t="t"/>
              <a:pathLst>
                <a:path extrusionOk="0" h="4187" w="507">
                  <a:moveTo>
                    <a:pt x="0" y="0"/>
                  </a:moveTo>
                  <a:cubicBezTo>
                    <a:pt x="75" y="0"/>
                    <a:pt x="137" y="62"/>
                    <a:pt x="137" y="137"/>
                  </a:cubicBezTo>
                  <a:lnTo>
                    <a:pt x="137" y="4186"/>
                  </a:lnTo>
                  <a:lnTo>
                    <a:pt x="507" y="4186"/>
                  </a:lnTo>
                  <a:lnTo>
                    <a:pt x="507" y="137"/>
                  </a:lnTo>
                  <a:cubicBezTo>
                    <a:pt x="507" y="62"/>
                    <a:pt x="446" y="0"/>
                    <a:pt x="3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28"/>
            <p:cNvSpPr/>
            <p:nvPr/>
          </p:nvSpPr>
          <p:spPr>
            <a:xfrm>
              <a:off x="5429751" y="1634395"/>
              <a:ext cx="123549" cy="114468"/>
            </a:xfrm>
            <a:custGeom>
              <a:rect b="b" l="l" r="r" t="t"/>
              <a:pathLst>
                <a:path extrusionOk="0" h="3224" w="3480">
                  <a:moveTo>
                    <a:pt x="482" y="0"/>
                  </a:moveTo>
                  <a:cubicBezTo>
                    <a:pt x="305" y="312"/>
                    <a:pt x="150" y="652"/>
                    <a:pt x="134" y="1019"/>
                  </a:cubicBezTo>
                  <a:cubicBezTo>
                    <a:pt x="126" y="1228"/>
                    <a:pt x="235" y="1420"/>
                    <a:pt x="187" y="1632"/>
                  </a:cubicBezTo>
                  <a:cubicBezTo>
                    <a:pt x="136" y="1874"/>
                    <a:pt x="18" y="2098"/>
                    <a:pt x="12" y="2349"/>
                  </a:cubicBezTo>
                  <a:cubicBezTo>
                    <a:pt x="0" y="2792"/>
                    <a:pt x="393" y="3209"/>
                    <a:pt x="838" y="3224"/>
                  </a:cubicBezTo>
                  <a:lnTo>
                    <a:pt x="2644" y="3224"/>
                  </a:lnTo>
                  <a:cubicBezTo>
                    <a:pt x="3087" y="3209"/>
                    <a:pt x="3480" y="2795"/>
                    <a:pt x="3468" y="2349"/>
                  </a:cubicBezTo>
                  <a:cubicBezTo>
                    <a:pt x="3464" y="2098"/>
                    <a:pt x="3346" y="1874"/>
                    <a:pt x="3293" y="1632"/>
                  </a:cubicBezTo>
                  <a:cubicBezTo>
                    <a:pt x="3245" y="1419"/>
                    <a:pt x="3356" y="1228"/>
                    <a:pt x="3346" y="1019"/>
                  </a:cubicBezTo>
                  <a:cubicBezTo>
                    <a:pt x="3330" y="652"/>
                    <a:pt x="3176" y="312"/>
                    <a:pt x="299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28"/>
            <p:cNvSpPr/>
            <p:nvPr/>
          </p:nvSpPr>
          <p:spPr>
            <a:xfrm>
              <a:off x="5510380" y="1634395"/>
              <a:ext cx="42923" cy="114468"/>
            </a:xfrm>
            <a:custGeom>
              <a:rect b="b" l="l" r="r" t="t"/>
              <a:pathLst>
                <a:path extrusionOk="0" h="3224" w="1209">
                  <a:moveTo>
                    <a:pt x="354" y="0"/>
                  </a:moveTo>
                  <a:cubicBezTo>
                    <a:pt x="533" y="312"/>
                    <a:pt x="687" y="652"/>
                    <a:pt x="702" y="1019"/>
                  </a:cubicBezTo>
                  <a:cubicBezTo>
                    <a:pt x="713" y="1228"/>
                    <a:pt x="602" y="1419"/>
                    <a:pt x="649" y="1632"/>
                  </a:cubicBezTo>
                  <a:cubicBezTo>
                    <a:pt x="701" y="1874"/>
                    <a:pt x="818" y="2098"/>
                    <a:pt x="825" y="2349"/>
                  </a:cubicBezTo>
                  <a:cubicBezTo>
                    <a:pt x="836" y="2795"/>
                    <a:pt x="445" y="3209"/>
                    <a:pt x="0" y="3224"/>
                  </a:cubicBezTo>
                  <a:lnTo>
                    <a:pt x="373" y="3224"/>
                  </a:lnTo>
                  <a:cubicBezTo>
                    <a:pt x="816" y="3209"/>
                    <a:pt x="1209" y="2792"/>
                    <a:pt x="1197" y="2349"/>
                  </a:cubicBezTo>
                  <a:cubicBezTo>
                    <a:pt x="1193" y="2098"/>
                    <a:pt x="1075" y="1874"/>
                    <a:pt x="1022" y="1632"/>
                  </a:cubicBezTo>
                  <a:cubicBezTo>
                    <a:pt x="974" y="1420"/>
                    <a:pt x="1085" y="1228"/>
                    <a:pt x="1075" y="1019"/>
                  </a:cubicBezTo>
                  <a:cubicBezTo>
                    <a:pt x="1059" y="652"/>
                    <a:pt x="905" y="312"/>
                    <a:pt x="72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28"/>
            <p:cNvSpPr/>
            <p:nvPr/>
          </p:nvSpPr>
          <p:spPr>
            <a:xfrm>
              <a:off x="5409514" y="1762528"/>
              <a:ext cx="267014" cy="53506"/>
            </a:xfrm>
            <a:custGeom>
              <a:rect b="b" l="l" r="r" t="t"/>
              <a:pathLst>
                <a:path extrusionOk="0" h="1507" w="7521">
                  <a:moveTo>
                    <a:pt x="1" y="0"/>
                  </a:moveTo>
                  <a:lnTo>
                    <a:pt x="1" y="1370"/>
                  </a:lnTo>
                  <a:cubicBezTo>
                    <a:pt x="1" y="1446"/>
                    <a:pt x="61" y="1507"/>
                    <a:pt x="137" y="1507"/>
                  </a:cubicBezTo>
                  <a:lnTo>
                    <a:pt x="7384" y="1507"/>
                  </a:lnTo>
                  <a:cubicBezTo>
                    <a:pt x="7460" y="1507"/>
                    <a:pt x="7521" y="1448"/>
                    <a:pt x="7519" y="1370"/>
                  </a:cubicBezTo>
                  <a:lnTo>
                    <a:pt x="7519"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28"/>
            <p:cNvSpPr/>
            <p:nvPr/>
          </p:nvSpPr>
          <p:spPr>
            <a:xfrm>
              <a:off x="5658537" y="1762528"/>
              <a:ext cx="18000" cy="53506"/>
            </a:xfrm>
            <a:custGeom>
              <a:rect b="b" l="l" r="r" t="t"/>
              <a:pathLst>
                <a:path extrusionOk="0" h="1507" w="507">
                  <a:moveTo>
                    <a:pt x="137" y="0"/>
                  </a:moveTo>
                  <a:lnTo>
                    <a:pt x="137" y="1370"/>
                  </a:lnTo>
                  <a:cubicBezTo>
                    <a:pt x="137" y="1446"/>
                    <a:pt x="75" y="1507"/>
                    <a:pt x="0" y="1507"/>
                  </a:cubicBezTo>
                  <a:lnTo>
                    <a:pt x="370" y="1507"/>
                  </a:lnTo>
                  <a:cubicBezTo>
                    <a:pt x="446" y="1507"/>
                    <a:pt x="507" y="1446"/>
                    <a:pt x="507" y="1370"/>
                  </a:cubicBezTo>
                  <a:lnTo>
                    <a:pt x="507"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28"/>
            <p:cNvSpPr/>
            <p:nvPr/>
          </p:nvSpPr>
          <p:spPr>
            <a:xfrm>
              <a:off x="5430000" y="1778966"/>
              <a:ext cx="226115" cy="20628"/>
            </a:xfrm>
            <a:custGeom>
              <a:rect b="b" l="l" r="r" t="t"/>
              <a:pathLst>
                <a:path extrusionOk="0" h="581" w="6369">
                  <a:moveTo>
                    <a:pt x="1263" y="1"/>
                  </a:moveTo>
                  <a:cubicBezTo>
                    <a:pt x="1186" y="1"/>
                    <a:pt x="1123" y="64"/>
                    <a:pt x="1123" y="140"/>
                  </a:cubicBezTo>
                  <a:lnTo>
                    <a:pt x="1123" y="152"/>
                  </a:lnTo>
                  <a:lnTo>
                    <a:pt x="139" y="152"/>
                  </a:lnTo>
                  <a:cubicBezTo>
                    <a:pt x="62" y="152"/>
                    <a:pt x="1" y="215"/>
                    <a:pt x="1" y="291"/>
                  </a:cubicBezTo>
                  <a:cubicBezTo>
                    <a:pt x="1" y="366"/>
                    <a:pt x="64" y="429"/>
                    <a:pt x="139" y="429"/>
                  </a:cubicBezTo>
                  <a:lnTo>
                    <a:pt x="1123" y="429"/>
                  </a:lnTo>
                  <a:lnTo>
                    <a:pt x="1123" y="441"/>
                  </a:lnTo>
                  <a:cubicBezTo>
                    <a:pt x="1123" y="519"/>
                    <a:pt x="1186" y="580"/>
                    <a:pt x="1263" y="580"/>
                  </a:cubicBezTo>
                  <a:cubicBezTo>
                    <a:pt x="1337" y="580"/>
                    <a:pt x="1401" y="517"/>
                    <a:pt x="1401" y="441"/>
                  </a:cubicBezTo>
                  <a:lnTo>
                    <a:pt x="1401" y="429"/>
                  </a:lnTo>
                  <a:lnTo>
                    <a:pt x="6230" y="429"/>
                  </a:lnTo>
                  <a:cubicBezTo>
                    <a:pt x="6308" y="429"/>
                    <a:pt x="6368" y="366"/>
                    <a:pt x="6368" y="291"/>
                  </a:cubicBezTo>
                  <a:cubicBezTo>
                    <a:pt x="6368" y="215"/>
                    <a:pt x="6308" y="152"/>
                    <a:pt x="6230" y="152"/>
                  </a:cubicBezTo>
                  <a:lnTo>
                    <a:pt x="1401" y="152"/>
                  </a:lnTo>
                  <a:lnTo>
                    <a:pt x="1401" y="140"/>
                  </a:lnTo>
                  <a:cubicBezTo>
                    <a:pt x="1401" y="62"/>
                    <a:pt x="1337" y="1"/>
                    <a:pt x="126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28"/>
            <p:cNvSpPr/>
            <p:nvPr/>
          </p:nvSpPr>
          <p:spPr>
            <a:xfrm>
              <a:off x="5442071" y="1712752"/>
              <a:ext cx="99052" cy="49529"/>
            </a:xfrm>
            <a:custGeom>
              <a:rect b="b" l="l" r="r" t="t"/>
              <a:pathLst>
                <a:path extrusionOk="0" h="1395" w="2790">
                  <a:moveTo>
                    <a:pt x="1395" y="1"/>
                  </a:moveTo>
                  <a:cubicBezTo>
                    <a:pt x="625" y="1"/>
                    <a:pt x="0" y="625"/>
                    <a:pt x="0" y="1395"/>
                  </a:cubicBezTo>
                  <a:lnTo>
                    <a:pt x="2789" y="1395"/>
                  </a:lnTo>
                  <a:cubicBezTo>
                    <a:pt x="2789" y="625"/>
                    <a:pt x="2165" y="1"/>
                    <a:pt x="139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28"/>
            <p:cNvSpPr/>
            <p:nvPr/>
          </p:nvSpPr>
          <p:spPr>
            <a:xfrm>
              <a:off x="5470119" y="1712752"/>
              <a:ext cx="70934" cy="49529"/>
            </a:xfrm>
            <a:custGeom>
              <a:rect b="b" l="l" r="r" t="t"/>
              <a:pathLst>
                <a:path extrusionOk="0" h="1395" w="1998">
                  <a:moveTo>
                    <a:pt x="602" y="1"/>
                  </a:moveTo>
                  <a:cubicBezTo>
                    <a:pt x="386" y="1"/>
                    <a:pt x="183" y="49"/>
                    <a:pt x="0" y="137"/>
                  </a:cubicBezTo>
                  <a:cubicBezTo>
                    <a:pt x="68" y="129"/>
                    <a:pt x="134" y="123"/>
                    <a:pt x="202" y="123"/>
                  </a:cubicBezTo>
                  <a:cubicBezTo>
                    <a:pt x="587" y="123"/>
                    <a:pt x="936" y="280"/>
                    <a:pt x="1187" y="532"/>
                  </a:cubicBezTo>
                  <a:cubicBezTo>
                    <a:pt x="1413" y="756"/>
                    <a:pt x="1562" y="1058"/>
                    <a:pt x="1590" y="1395"/>
                  </a:cubicBezTo>
                  <a:lnTo>
                    <a:pt x="1998" y="1395"/>
                  </a:lnTo>
                  <a:cubicBezTo>
                    <a:pt x="1998" y="1009"/>
                    <a:pt x="1841" y="663"/>
                    <a:pt x="1588" y="409"/>
                  </a:cubicBezTo>
                  <a:cubicBezTo>
                    <a:pt x="1336" y="157"/>
                    <a:pt x="986" y="1"/>
                    <a:pt x="60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p28"/>
            <p:cNvSpPr/>
            <p:nvPr/>
          </p:nvSpPr>
          <p:spPr>
            <a:xfrm>
              <a:off x="5480593" y="1688396"/>
              <a:ext cx="21905" cy="39872"/>
            </a:xfrm>
            <a:custGeom>
              <a:rect b="b" l="l" r="r" t="t"/>
              <a:pathLst>
                <a:path extrusionOk="0" h="1123" w="617">
                  <a:moveTo>
                    <a:pt x="0" y="0"/>
                  </a:moveTo>
                  <a:lnTo>
                    <a:pt x="0" y="815"/>
                  </a:lnTo>
                  <a:cubicBezTo>
                    <a:pt x="0" y="983"/>
                    <a:pt x="140" y="1123"/>
                    <a:pt x="308" y="1123"/>
                  </a:cubicBezTo>
                  <a:cubicBezTo>
                    <a:pt x="479" y="1123"/>
                    <a:pt x="616" y="983"/>
                    <a:pt x="616" y="813"/>
                  </a:cubicBezTo>
                  <a:lnTo>
                    <a:pt x="6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p28"/>
            <p:cNvSpPr/>
            <p:nvPr/>
          </p:nvSpPr>
          <p:spPr>
            <a:xfrm>
              <a:off x="5486096" y="1688396"/>
              <a:ext cx="16402" cy="39766"/>
            </a:xfrm>
            <a:custGeom>
              <a:rect b="b" l="l" r="r" t="t"/>
              <a:pathLst>
                <a:path extrusionOk="0" h="1120" w="462">
                  <a:moveTo>
                    <a:pt x="153" y="0"/>
                  </a:moveTo>
                  <a:lnTo>
                    <a:pt x="153" y="812"/>
                  </a:lnTo>
                  <a:cubicBezTo>
                    <a:pt x="153" y="925"/>
                    <a:pt x="91" y="1025"/>
                    <a:pt x="1" y="1078"/>
                  </a:cubicBezTo>
                  <a:cubicBezTo>
                    <a:pt x="45" y="1105"/>
                    <a:pt x="97" y="1120"/>
                    <a:pt x="153" y="1120"/>
                  </a:cubicBezTo>
                  <a:cubicBezTo>
                    <a:pt x="322" y="1120"/>
                    <a:pt x="461" y="982"/>
                    <a:pt x="461" y="813"/>
                  </a:cubicBezTo>
                  <a:lnTo>
                    <a:pt x="461"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28"/>
            <p:cNvSpPr/>
            <p:nvPr/>
          </p:nvSpPr>
          <p:spPr>
            <a:xfrm>
              <a:off x="5388887" y="1514321"/>
              <a:ext cx="308304" cy="42784"/>
            </a:xfrm>
            <a:custGeom>
              <a:rect b="b" l="l" r="r" t="t"/>
              <a:pathLst>
                <a:path extrusionOk="0" h="1205" w="8684">
                  <a:moveTo>
                    <a:pt x="99" y="0"/>
                  </a:moveTo>
                  <a:cubicBezTo>
                    <a:pt x="46" y="0"/>
                    <a:pt x="0" y="46"/>
                    <a:pt x="0" y="100"/>
                  </a:cubicBezTo>
                  <a:lnTo>
                    <a:pt x="0" y="1205"/>
                  </a:lnTo>
                  <a:lnTo>
                    <a:pt x="8683" y="1205"/>
                  </a:lnTo>
                  <a:lnTo>
                    <a:pt x="8683" y="100"/>
                  </a:lnTo>
                  <a:cubicBezTo>
                    <a:pt x="8683" y="46"/>
                    <a:pt x="8640" y="0"/>
                    <a:pt x="858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28"/>
            <p:cNvSpPr/>
            <p:nvPr/>
          </p:nvSpPr>
          <p:spPr>
            <a:xfrm>
              <a:off x="5679413" y="1514321"/>
              <a:ext cx="17787" cy="42784"/>
            </a:xfrm>
            <a:custGeom>
              <a:rect b="b" l="l" r="r" t="t"/>
              <a:pathLst>
                <a:path extrusionOk="0" h="1205" w="501">
                  <a:moveTo>
                    <a:pt x="1" y="0"/>
                  </a:moveTo>
                  <a:cubicBezTo>
                    <a:pt x="27" y="0"/>
                    <a:pt x="53" y="12"/>
                    <a:pt x="70" y="29"/>
                  </a:cubicBezTo>
                  <a:cubicBezTo>
                    <a:pt x="76" y="33"/>
                    <a:pt x="80" y="39"/>
                    <a:pt x="83" y="44"/>
                  </a:cubicBezTo>
                  <a:cubicBezTo>
                    <a:pt x="95" y="61"/>
                    <a:pt x="99" y="80"/>
                    <a:pt x="99" y="100"/>
                  </a:cubicBezTo>
                  <a:lnTo>
                    <a:pt x="99" y="1205"/>
                  </a:lnTo>
                  <a:lnTo>
                    <a:pt x="500" y="1205"/>
                  </a:lnTo>
                  <a:lnTo>
                    <a:pt x="500" y="100"/>
                  </a:lnTo>
                  <a:cubicBezTo>
                    <a:pt x="500" y="77"/>
                    <a:pt x="492" y="55"/>
                    <a:pt x="479" y="36"/>
                  </a:cubicBezTo>
                  <a:cubicBezTo>
                    <a:pt x="476" y="35"/>
                    <a:pt x="473" y="32"/>
                    <a:pt x="472" y="29"/>
                  </a:cubicBezTo>
                  <a:cubicBezTo>
                    <a:pt x="454" y="12"/>
                    <a:pt x="428" y="0"/>
                    <a:pt x="40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28"/>
            <p:cNvSpPr/>
            <p:nvPr/>
          </p:nvSpPr>
          <p:spPr>
            <a:xfrm>
              <a:off x="5447361" y="1605246"/>
              <a:ext cx="88330" cy="94585"/>
            </a:xfrm>
            <a:custGeom>
              <a:rect b="b" l="l" r="r" t="t"/>
              <a:pathLst>
                <a:path extrusionOk="0" h="2664" w="2488">
                  <a:moveTo>
                    <a:pt x="1244" y="1"/>
                  </a:moveTo>
                  <a:lnTo>
                    <a:pt x="1" y="660"/>
                  </a:lnTo>
                  <a:lnTo>
                    <a:pt x="1" y="1421"/>
                  </a:lnTo>
                  <a:cubicBezTo>
                    <a:pt x="1" y="2108"/>
                    <a:pt x="558" y="2663"/>
                    <a:pt x="1244" y="2663"/>
                  </a:cubicBezTo>
                  <a:cubicBezTo>
                    <a:pt x="1932" y="2663"/>
                    <a:pt x="2488" y="2106"/>
                    <a:pt x="2488" y="1421"/>
                  </a:cubicBezTo>
                  <a:lnTo>
                    <a:pt x="2488" y="660"/>
                  </a:lnTo>
                  <a:lnTo>
                    <a:pt x="1244"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28"/>
            <p:cNvSpPr/>
            <p:nvPr/>
          </p:nvSpPr>
          <p:spPr>
            <a:xfrm>
              <a:off x="5447361" y="1582382"/>
              <a:ext cx="88330" cy="51766"/>
            </a:xfrm>
            <a:custGeom>
              <a:rect b="b" l="l" r="r" t="t"/>
              <a:pathLst>
                <a:path extrusionOk="0" h="1458" w="2488">
                  <a:moveTo>
                    <a:pt x="1244" y="0"/>
                  </a:moveTo>
                  <a:cubicBezTo>
                    <a:pt x="558" y="0"/>
                    <a:pt x="1" y="556"/>
                    <a:pt x="1" y="1242"/>
                  </a:cubicBezTo>
                  <a:lnTo>
                    <a:pt x="1" y="1458"/>
                  </a:lnTo>
                  <a:cubicBezTo>
                    <a:pt x="1" y="1458"/>
                    <a:pt x="1" y="1458"/>
                    <a:pt x="2" y="1458"/>
                  </a:cubicBezTo>
                  <a:cubicBezTo>
                    <a:pt x="38" y="1458"/>
                    <a:pt x="817" y="1451"/>
                    <a:pt x="1244" y="859"/>
                  </a:cubicBezTo>
                  <a:cubicBezTo>
                    <a:pt x="1668" y="1448"/>
                    <a:pt x="2436" y="1458"/>
                    <a:pt x="2485" y="1458"/>
                  </a:cubicBezTo>
                  <a:cubicBezTo>
                    <a:pt x="2487" y="1458"/>
                    <a:pt x="2488" y="1458"/>
                    <a:pt x="2488" y="1458"/>
                  </a:cubicBezTo>
                  <a:lnTo>
                    <a:pt x="2488" y="1242"/>
                  </a:lnTo>
                  <a:cubicBezTo>
                    <a:pt x="2488" y="557"/>
                    <a:pt x="1932" y="0"/>
                    <a:pt x="124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28"/>
            <p:cNvSpPr/>
            <p:nvPr/>
          </p:nvSpPr>
          <p:spPr>
            <a:xfrm>
              <a:off x="5466746" y="1641176"/>
              <a:ext cx="9941" cy="15374"/>
            </a:xfrm>
            <a:custGeom>
              <a:rect b="b" l="l" r="r" t="t"/>
              <a:pathLst>
                <a:path extrusionOk="0" h="433" w="280">
                  <a:moveTo>
                    <a:pt x="138" y="0"/>
                  </a:moveTo>
                  <a:cubicBezTo>
                    <a:pt x="64" y="0"/>
                    <a:pt x="0" y="61"/>
                    <a:pt x="0" y="139"/>
                  </a:cubicBezTo>
                  <a:lnTo>
                    <a:pt x="0" y="294"/>
                  </a:lnTo>
                  <a:cubicBezTo>
                    <a:pt x="0" y="369"/>
                    <a:pt x="62" y="432"/>
                    <a:pt x="138" y="432"/>
                  </a:cubicBezTo>
                  <a:cubicBezTo>
                    <a:pt x="216" y="432"/>
                    <a:pt x="279" y="369"/>
                    <a:pt x="278" y="294"/>
                  </a:cubicBezTo>
                  <a:lnTo>
                    <a:pt x="278" y="139"/>
                  </a:lnTo>
                  <a:cubicBezTo>
                    <a:pt x="278" y="64"/>
                    <a:pt x="215"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28"/>
            <p:cNvSpPr/>
            <p:nvPr/>
          </p:nvSpPr>
          <p:spPr>
            <a:xfrm>
              <a:off x="5506439" y="1641176"/>
              <a:ext cx="9905" cy="15374"/>
            </a:xfrm>
            <a:custGeom>
              <a:rect b="b" l="l" r="r" t="t"/>
              <a:pathLst>
                <a:path extrusionOk="0" h="433" w="279">
                  <a:moveTo>
                    <a:pt x="140" y="0"/>
                  </a:moveTo>
                  <a:cubicBezTo>
                    <a:pt x="64" y="0"/>
                    <a:pt x="0" y="61"/>
                    <a:pt x="0" y="139"/>
                  </a:cubicBezTo>
                  <a:lnTo>
                    <a:pt x="0" y="294"/>
                  </a:lnTo>
                  <a:cubicBezTo>
                    <a:pt x="0" y="369"/>
                    <a:pt x="62" y="432"/>
                    <a:pt x="140" y="432"/>
                  </a:cubicBezTo>
                  <a:cubicBezTo>
                    <a:pt x="218" y="432"/>
                    <a:pt x="278" y="369"/>
                    <a:pt x="278" y="294"/>
                  </a:cubicBezTo>
                  <a:lnTo>
                    <a:pt x="278" y="139"/>
                  </a:lnTo>
                  <a:cubicBezTo>
                    <a:pt x="278" y="64"/>
                    <a:pt x="215" y="0"/>
                    <a:pt x="14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28"/>
            <p:cNvSpPr/>
            <p:nvPr/>
          </p:nvSpPr>
          <p:spPr>
            <a:xfrm>
              <a:off x="5570133" y="1600418"/>
              <a:ext cx="85810" cy="72572"/>
            </a:xfrm>
            <a:custGeom>
              <a:rect b="b" l="l" r="r" t="t"/>
              <a:pathLst>
                <a:path extrusionOk="0" h="2044" w="2417">
                  <a:moveTo>
                    <a:pt x="175" y="0"/>
                  </a:moveTo>
                  <a:cubicBezTo>
                    <a:pt x="79" y="0"/>
                    <a:pt x="1" y="79"/>
                    <a:pt x="1" y="176"/>
                  </a:cubicBezTo>
                  <a:lnTo>
                    <a:pt x="1" y="1173"/>
                  </a:lnTo>
                  <a:cubicBezTo>
                    <a:pt x="1" y="1271"/>
                    <a:pt x="80" y="1349"/>
                    <a:pt x="175" y="1349"/>
                  </a:cubicBezTo>
                  <a:lnTo>
                    <a:pt x="342" y="1349"/>
                  </a:lnTo>
                  <a:cubicBezTo>
                    <a:pt x="399" y="1349"/>
                    <a:pt x="447" y="1393"/>
                    <a:pt x="448" y="1451"/>
                  </a:cubicBezTo>
                  <a:cubicBezTo>
                    <a:pt x="454" y="1585"/>
                    <a:pt x="444" y="1822"/>
                    <a:pt x="333" y="1986"/>
                  </a:cubicBezTo>
                  <a:cubicBezTo>
                    <a:pt x="315" y="2012"/>
                    <a:pt x="335" y="2043"/>
                    <a:pt x="364" y="2043"/>
                  </a:cubicBezTo>
                  <a:cubicBezTo>
                    <a:pt x="367" y="2043"/>
                    <a:pt x="370" y="2043"/>
                    <a:pt x="374" y="2042"/>
                  </a:cubicBezTo>
                  <a:cubicBezTo>
                    <a:pt x="576" y="1980"/>
                    <a:pt x="988" y="1810"/>
                    <a:pt x="1178" y="1410"/>
                  </a:cubicBezTo>
                  <a:cubicBezTo>
                    <a:pt x="1197" y="1373"/>
                    <a:pt x="1234" y="1350"/>
                    <a:pt x="1276" y="1350"/>
                  </a:cubicBezTo>
                  <a:lnTo>
                    <a:pt x="2240" y="1350"/>
                  </a:lnTo>
                  <a:cubicBezTo>
                    <a:pt x="2336" y="1350"/>
                    <a:pt x="2414" y="1271"/>
                    <a:pt x="2414" y="1176"/>
                  </a:cubicBezTo>
                  <a:lnTo>
                    <a:pt x="2414" y="176"/>
                  </a:lnTo>
                  <a:cubicBezTo>
                    <a:pt x="2417" y="79"/>
                    <a:pt x="2339" y="0"/>
                    <a:pt x="22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28"/>
            <p:cNvSpPr/>
            <p:nvPr/>
          </p:nvSpPr>
          <p:spPr>
            <a:xfrm>
              <a:off x="5581316" y="1648312"/>
              <a:ext cx="34189" cy="24711"/>
            </a:xfrm>
            <a:custGeom>
              <a:rect b="b" l="l" r="r" t="t"/>
              <a:pathLst>
                <a:path extrusionOk="0" h="696" w="963">
                  <a:moveTo>
                    <a:pt x="592" y="1"/>
                  </a:moveTo>
                  <a:cubicBezTo>
                    <a:pt x="551" y="1"/>
                    <a:pt x="515" y="24"/>
                    <a:pt x="495" y="61"/>
                  </a:cubicBezTo>
                  <a:cubicBezTo>
                    <a:pt x="397" y="267"/>
                    <a:pt x="238" y="413"/>
                    <a:pt x="82" y="513"/>
                  </a:cubicBezTo>
                  <a:cubicBezTo>
                    <a:pt x="66" y="556"/>
                    <a:pt x="46" y="600"/>
                    <a:pt x="18" y="637"/>
                  </a:cubicBezTo>
                  <a:cubicBezTo>
                    <a:pt x="1" y="662"/>
                    <a:pt x="19" y="695"/>
                    <a:pt x="47" y="695"/>
                  </a:cubicBezTo>
                  <a:cubicBezTo>
                    <a:pt x="51" y="695"/>
                    <a:pt x="54" y="695"/>
                    <a:pt x="59" y="693"/>
                  </a:cubicBezTo>
                  <a:cubicBezTo>
                    <a:pt x="261" y="633"/>
                    <a:pt x="673" y="461"/>
                    <a:pt x="866" y="61"/>
                  </a:cubicBezTo>
                  <a:cubicBezTo>
                    <a:pt x="883" y="25"/>
                    <a:pt x="922" y="1"/>
                    <a:pt x="96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28"/>
            <p:cNvSpPr/>
            <p:nvPr/>
          </p:nvSpPr>
          <p:spPr>
            <a:xfrm>
              <a:off x="5636560" y="1600418"/>
              <a:ext cx="19384" cy="47896"/>
            </a:xfrm>
            <a:custGeom>
              <a:rect b="b" l="l" r="r" t="t"/>
              <a:pathLst>
                <a:path extrusionOk="0" h="1349" w="546">
                  <a:moveTo>
                    <a:pt x="1" y="0"/>
                  </a:moveTo>
                  <a:cubicBezTo>
                    <a:pt x="96" y="0"/>
                    <a:pt x="175" y="78"/>
                    <a:pt x="175" y="176"/>
                  </a:cubicBezTo>
                  <a:lnTo>
                    <a:pt x="175" y="1173"/>
                  </a:lnTo>
                  <a:cubicBezTo>
                    <a:pt x="175" y="1271"/>
                    <a:pt x="97" y="1349"/>
                    <a:pt x="1" y="1349"/>
                  </a:cubicBezTo>
                  <a:lnTo>
                    <a:pt x="370" y="1349"/>
                  </a:lnTo>
                  <a:cubicBezTo>
                    <a:pt x="467" y="1349"/>
                    <a:pt x="546" y="1271"/>
                    <a:pt x="546" y="1173"/>
                  </a:cubicBezTo>
                  <a:lnTo>
                    <a:pt x="546" y="176"/>
                  </a:lnTo>
                  <a:cubicBezTo>
                    <a:pt x="546" y="79"/>
                    <a:pt x="468" y="0"/>
                    <a:pt x="37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28"/>
            <p:cNvSpPr/>
            <p:nvPr/>
          </p:nvSpPr>
          <p:spPr>
            <a:xfrm>
              <a:off x="5431775" y="1634217"/>
              <a:ext cx="17006" cy="23788"/>
            </a:xfrm>
            <a:custGeom>
              <a:rect b="b" l="l" r="r" t="t"/>
              <a:pathLst>
                <a:path extrusionOk="0" h="670" w="479">
                  <a:moveTo>
                    <a:pt x="336" y="1"/>
                  </a:moveTo>
                  <a:cubicBezTo>
                    <a:pt x="151" y="1"/>
                    <a:pt x="1" y="149"/>
                    <a:pt x="1" y="335"/>
                  </a:cubicBezTo>
                  <a:cubicBezTo>
                    <a:pt x="1" y="520"/>
                    <a:pt x="151" y="670"/>
                    <a:pt x="336" y="670"/>
                  </a:cubicBezTo>
                  <a:lnTo>
                    <a:pt x="479" y="670"/>
                  </a:lnTo>
                  <a:lnTo>
                    <a:pt x="479"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28"/>
            <p:cNvSpPr/>
            <p:nvPr/>
          </p:nvSpPr>
          <p:spPr>
            <a:xfrm>
              <a:off x="5534984" y="1634217"/>
              <a:ext cx="16970" cy="23788"/>
            </a:xfrm>
            <a:custGeom>
              <a:rect b="b" l="l" r="r" t="t"/>
              <a:pathLst>
                <a:path extrusionOk="0" h="670" w="478">
                  <a:moveTo>
                    <a:pt x="1" y="1"/>
                  </a:moveTo>
                  <a:lnTo>
                    <a:pt x="1" y="670"/>
                  </a:lnTo>
                  <a:lnTo>
                    <a:pt x="143" y="670"/>
                  </a:lnTo>
                  <a:cubicBezTo>
                    <a:pt x="329" y="670"/>
                    <a:pt x="477" y="520"/>
                    <a:pt x="477" y="335"/>
                  </a:cubicBezTo>
                  <a:cubicBezTo>
                    <a:pt x="477" y="149"/>
                    <a:pt x="329" y="1"/>
                    <a:pt x="14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28"/>
            <p:cNvSpPr/>
            <p:nvPr/>
          </p:nvSpPr>
          <p:spPr>
            <a:xfrm>
              <a:off x="5534984" y="1634785"/>
              <a:ext cx="16970" cy="23220"/>
            </a:xfrm>
            <a:custGeom>
              <a:rect b="b" l="l" r="r" t="t"/>
              <a:pathLst>
                <a:path extrusionOk="0" h="654" w="478">
                  <a:moveTo>
                    <a:pt x="250" y="1"/>
                  </a:moveTo>
                  <a:lnTo>
                    <a:pt x="250" y="1"/>
                  </a:lnTo>
                  <a:cubicBezTo>
                    <a:pt x="277" y="50"/>
                    <a:pt x="293" y="104"/>
                    <a:pt x="293" y="165"/>
                  </a:cubicBezTo>
                  <a:cubicBezTo>
                    <a:pt x="293" y="334"/>
                    <a:pt x="166" y="475"/>
                    <a:pt x="1" y="497"/>
                  </a:cubicBezTo>
                  <a:lnTo>
                    <a:pt x="1" y="654"/>
                  </a:lnTo>
                  <a:lnTo>
                    <a:pt x="143" y="654"/>
                  </a:lnTo>
                  <a:cubicBezTo>
                    <a:pt x="329" y="654"/>
                    <a:pt x="477" y="504"/>
                    <a:pt x="477" y="319"/>
                  </a:cubicBezTo>
                  <a:cubicBezTo>
                    <a:pt x="477" y="225"/>
                    <a:pt x="440" y="143"/>
                    <a:pt x="381" y="81"/>
                  </a:cubicBezTo>
                  <a:cubicBezTo>
                    <a:pt x="343" y="45"/>
                    <a:pt x="300" y="16"/>
                    <a:pt x="25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28"/>
            <p:cNvSpPr/>
            <p:nvPr/>
          </p:nvSpPr>
          <p:spPr>
            <a:xfrm>
              <a:off x="5479421" y="1663402"/>
              <a:ext cx="24355" cy="13101"/>
            </a:xfrm>
            <a:custGeom>
              <a:rect b="b" l="l" r="r" t="t"/>
              <a:pathLst>
                <a:path extrusionOk="0" h="369" w="686">
                  <a:moveTo>
                    <a:pt x="529" y="0"/>
                  </a:moveTo>
                  <a:cubicBezTo>
                    <a:pt x="488" y="0"/>
                    <a:pt x="447" y="18"/>
                    <a:pt x="419" y="52"/>
                  </a:cubicBezTo>
                  <a:cubicBezTo>
                    <a:pt x="399" y="75"/>
                    <a:pt x="371" y="90"/>
                    <a:pt x="341" y="90"/>
                  </a:cubicBezTo>
                  <a:cubicBezTo>
                    <a:pt x="311" y="90"/>
                    <a:pt x="284" y="78"/>
                    <a:pt x="263" y="54"/>
                  </a:cubicBezTo>
                  <a:cubicBezTo>
                    <a:pt x="237" y="20"/>
                    <a:pt x="197" y="3"/>
                    <a:pt x="156" y="3"/>
                  </a:cubicBezTo>
                  <a:cubicBezTo>
                    <a:pt x="125" y="3"/>
                    <a:pt x="94" y="14"/>
                    <a:pt x="68" y="35"/>
                  </a:cubicBezTo>
                  <a:cubicBezTo>
                    <a:pt x="9" y="82"/>
                    <a:pt x="0" y="172"/>
                    <a:pt x="48" y="231"/>
                  </a:cubicBezTo>
                  <a:cubicBezTo>
                    <a:pt x="120" y="318"/>
                    <a:pt x="228" y="369"/>
                    <a:pt x="341" y="369"/>
                  </a:cubicBezTo>
                  <a:cubicBezTo>
                    <a:pt x="456" y="369"/>
                    <a:pt x="564" y="317"/>
                    <a:pt x="636" y="226"/>
                  </a:cubicBezTo>
                  <a:cubicBezTo>
                    <a:pt x="685" y="166"/>
                    <a:pt x="674" y="80"/>
                    <a:pt x="615" y="31"/>
                  </a:cubicBezTo>
                  <a:cubicBezTo>
                    <a:pt x="589" y="10"/>
                    <a:pt x="559" y="0"/>
                    <a:pt x="52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28"/>
            <p:cNvSpPr/>
            <p:nvPr/>
          </p:nvSpPr>
          <p:spPr>
            <a:xfrm>
              <a:off x="5484924" y="1621614"/>
              <a:ext cx="50769" cy="78147"/>
            </a:xfrm>
            <a:custGeom>
              <a:rect b="b" l="l" r="r" t="t"/>
              <a:pathLst>
                <a:path extrusionOk="0" h="2201" w="1430">
                  <a:moveTo>
                    <a:pt x="1058" y="0"/>
                  </a:moveTo>
                  <a:lnTo>
                    <a:pt x="1058" y="957"/>
                  </a:lnTo>
                  <a:cubicBezTo>
                    <a:pt x="1058" y="1580"/>
                    <a:pt x="599" y="2097"/>
                    <a:pt x="1" y="2186"/>
                  </a:cubicBezTo>
                  <a:cubicBezTo>
                    <a:pt x="62" y="2195"/>
                    <a:pt x="123" y="2201"/>
                    <a:pt x="186" y="2201"/>
                  </a:cubicBezTo>
                  <a:cubicBezTo>
                    <a:pt x="874" y="2201"/>
                    <a:pt x="1430" y="1645"/>
                    <a:pt x="1430" y="957"/>
                  </a:cubicBezTo>
                  <a:lnTo>
                    <a:pt x="1430" y="197"/>
                  </a:lnTo>
                  <a:lnTo>
                    <a:pt x="105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28"/>
            <p:cNvSpPr/>
            <p:nvPr/>
          </p:nvSpPr>
          <p:spPr>
            <a:xfrm>
              <a:off x="5484924" y="1582311"/>
              <a:ext cx="50769" cy="51837"/>
            </a:xfrm>
            <a:custGeom>
              <a:rect b="b" l="l" r="r" t="t"/>
              <a:pathLst>
                <a:path extrusionOk="0" h="1460" w="1430">
                  <a:moveTo>
                    <a:pt x="186" y="1"/>
                  </a:moveTo>
                  <a:cubicBezTo>
                    <a:pt x="123" y="1"/>
                    <a:pt x="62" y="6"/>
                    <a:pt x="1" y="17"/>
                  </a:cubicBezTo>
                  <a:cubicBezTo>
                    <a:pt x="599" y="104"/>
                    <a:pt x="1058" y="621"/>
                    <a:pt x="1058" y="1244"/>
                  </a:cubicBezTo>
                  <a:lnTo>
                    <a:pt x="1058" y="1412"/>
                  </a:lnTo>
                  <a:cubicBezTo>
                    <a:pt x="1251" y="1458"/>
                    <a:pt x="1397" y="1460"/>
                    <a:pt x="1425" y="1460"/>
                  </a:cubicBezTo>
                  <a:cubicBezTo>
                    <a:pt x="1428" y="1460"/>
                    <a:pt x="1430" y="1460"/>
                    <a:pt x="1430" y="1460"/>
                  </a:cubicBezTo>
                  <a:lnTo>
                    <a:pt x="1430" y="1244"/>
                  </a:lnTo>
                  <a:cubicBezTo>
                    <a:pt x="1430" y="559"/>
                    <a:pt x="874" y="2"/>
                    <a:pt x="18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71" name="Google Shape;5171;p28"/>
          <p:cNvGrpSpPr/>
          <p:nvPr/>
        </p:nvGrpSpPr>
        <p:grpSpPr>
          <a:xfrm>
            <a:off x="4771903" y="1514250"/>
            <a:ext cx="247602" cy="327108"/>
            <a:chOff x="4771903" y="1514250"/>
            <a:chExt cx="247602" cy="327108"/>
          </a:xfrm>
        </p:grpSpPr>
        <p:sp>
          <p:nvSpPr>
            <p:cNvPr id="5172" name="Google Shape;5172;p28"/>
            <p:cNvSpPr/>
            <p:nvPr/>
          </p:nvSpPr>
          <p:spPr>
            <a:xfrm>
              <a:off x="4771903" y="1514321"/>
              <a:ext cx="247594" cy="327037"/>
            </a:xfrm>
            <a:custGeom>
              <a:rect b="b" l="l" r="r" t="t"/>
              <a:pathLst>
                <a:path extrusionOk="0" h="9211" w="6974">
                  <a:moveTo>
                    <a:pt x="360" y="0"/>
                  </a:moveTo>
                  <a:cubicBezTo>
                    <a:pt x="163" y="0"/>
                    <a:pt x="0" y="162"/>
                    <a:pt x="0" y="360"/>
                  </a:cubicBezTo>
                  <a:lnTo>
                    <a:pt x="0" y="8850"/>
                  </a:lnTo>
                  <a:cubicBezTo>
                    <a:pt x="0" y="9049"/>
                    <a:pt x="160" y="9210"/>
                    <a:pt x="360" y="9210"/>
                  </a:cubicBezTo>
                  <a:lnTo>
                    <a:pt x="6614" y="9210"/>
                  </a:lnTo>
                  <a:cubicBezTo>
                    <a:pt x="6813" y="9210"/>
                    <a:pt x="6974" y="9050"/>
                    <a:pt x="6974" y="8850"/>
                  </a:cubicBezTo>
                  <a:lnTo>
                    <a:pt x="6974" y="1422"/>
                  </a:lnTo>
                  <a:lnTo>
                    <a:pt x="5539"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28"/>
            <p:cNvSpPr/>
            <p:nvPr/>
          </p:nvSpPr>
          <p:spPr>
            <a:xfrm>
              <a:off x="4993588" y="1551778"/>
              <a:ext cx="25917" cy="289579"/>
            </a:xfrm>
            <a:custGeom>
              <a:rect b="b" l="l" r="r" t="t"/>
              <a:pathLst>
                <a:path extrusionOk="0" h="8156" w="730">
                  <a:moveTo>
                    <a:pt x="360" y="0"/>
                  </a:moveTo>
                  <a:lnTo>
                    <a:pt x="360" y="7795"/>
                  </a:lnTo>
                  <a:cubicBezTo>
                    <a:pt x="360" y="7994"/>
                    <a:pt x="200" y="8155"/>
                    <a:pt x="0" y="8155"/>
                  </a:cubicBezTo>
                  <a:lnTo>
                    <a:pt x="370" y="8155"/>
                  </a:lnTo>
                  <a:cubicBezTo>
                    <a:pt x="569" y="8155"/>
                    <a:pt x="730" y="7995"/>
                    <a:pt x="730" y="7795"/>
                  </a:cubicBezTo>
                  <a:lnTo>
                    <a:pt x="730" y="367"/>
                  </a:lnTo>
                  <a:lnTo>
                    <a:pt x="36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28"/>
            <p:cNvSpPr/>
            <p:nvPr/>
          </p:nvSpPr>
          <p:spPr>
            <a:xfrm>
              <a:off x="4968558" y="1514321"/>
              <a:ext cx="50911" cy="50453"/>
            </a:xfrm>
            <a:custGeom>
              <a:rect b="b" l="l" r="r" t="t"/>
              <a:pathLst>
                <a:path extrusionOk="0" h="1421" w="1434">
                  <a:moveTo>
                    <a:pt x="0" y="0"/>
                  </a:moveTo>
                  <a:lnTo>
                    <a:pt x="0" y="1241"/>
                  </a:lnTo>
                  <a:cubicBezTo>
                    <a:pt x="0" y="1339"/>
                    <a:pt x="81" y="1421"/>
                    <a:pt x="180" y="1421"/>
                  </a:cubicBezTo>
                  <a:lnTo>
                    <a:pt x="1434" y="1421"/>
                  </a:lnTo>
                  <a:lnTo>
                    <a:pt x="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28"/>
            <p:cNvSpPr/>
            <p:nvPr/>
          </p:nvSpPr>
          <p:spPr>
            <a:xfrm>
              <a:off x="4968594" y="1545955"/>
              <a:ext cx="50911" cy="18889"/>
            </a:xfrm>
            <a:custGeom>
              <a:rect b="b" l="l" r="r" t="t"/>
              <a:pathLst>
                <a:path extrusionOk="0" h="532" w="1434">
                  <a:moveTo>
                    <a:pt x="1" y="0"/>
                  </a:moveTo>
                  <a:lnTo>
                    <a:pt x="1" y="350"/>
                  </a:lnTo>
                  <a:cubicBezTo>
                    <a:pt x="1" y="451"/>
                    <a:pt x="81" y="531"/>
                    <a:pt x="181" y="531"/>
                  </a:cubicBezTo>
                  <a:lnTo>
                    <a:pt x="1434" y="531"/>
                  </a:lnTo>
                  <a:lnTo>
                    <a:pt x="1015" y="114"/>
                  </a:lnTo>
                  <a:lnTo>
                    <a:pt x="168" y="114"/>
                  </a:lnTo>
                  <a:cubicBezTo>
                    <a:pt x="93" y="114"/>
                    <a:pt x="28" y="66"/>
                    <a:pt x="1"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28"/>
            <p:cNvSpPr/>
            <p:nvPr/>
          </p:nvSpPr>
          <p:spPr>
            <a:xfrm>
              <a:off x="4801691" y="1514321"/>
              <a:ext cx="45408" cy="62063"/>
            </a:xfrm>
            <a:custGeom>
              <a:rect b="b" l="l" r="r" t="t"/>
              <a:pathLst>
                <a:path extrusionOk="0" h="1748" w="1279">
                  <a:moveTo>
                    <a:pt x="0" y="0"/>
                  </a:moveTo>
                  <a:lnTo>
                    <a:pt x="0" y="1654"/>
                  </a:lnTo>
                  <a:cubicBezTo>
                    <a:pt x="0" y="1708"/>
                    <a:pt x="45" y="1748"/>
                    <a:pt x="93" y="1748"/>
                  </a:cubicBezTo>
                  <a:cubicBezTo>
                    <a:pt x="109" y="1748"/>
                    <a:pt x="126" y="1743"/>
                    <a:pt x="141" y="1733"/>
                  </a:cubicBezTo>
                  <a:lnTo>
                    <a:pt x="589" y="1454"/>
                  </a:lnTo>
                  <a:cubicBezTo>
                    <a:pt x="605" y="1445"/>
                    <a:pt x="622" y="1441"/>
                    <a:pt x="639" y="1441"/>
                  </a:cubicBezTo>
                  <a:cubicBezTo>
                    <a:pt x="656" y="1441"/>
                    <a:pt x="673" y="1445"/>
                    <a:pt x="688" y="1454"/>
                  </a:cubicBezTo>
                  <a:lnTo>
                    <a:pt x="1136" y="1733"/>
                  </a:lnTo>
                  <a:cubicBezTo>
                    <a:pt x="1152" y="1743"/>
                    <a:pt x="1169" y="1748"/>
                    <a:pt x="1186" y="1748"/>
                  </a:cubicBezTo>
                  <a:cubicBezTo>
                    <a:pt x="1234" y="1748"/>
                    <a:pt x="1278" y="1708"/>
                    <a:pt x="1278" y="1654"/>
                  </a:cubicBezTo>
                  <a:lnTo>
                    <a:pt x="127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28"/>
            <p:cNvSpPr/>
            <p:nvPr/>
          </p:nvSpPr>
          <p:spPr>
            <a:xfrm>
              <a:off x="4833112" y="1514250"/>
              <a:ext cx="13917" cy="62098"/>
            </a:xfrm>
            <a:custGeom>
              <a:rect b="b" l="l" r="r" t="t"/>
              <a:pathLst>
                <a:path extrusionOk="0" h="1749" w="392">
                  <a:moveTo>
                    <a:pt x="22" y="1"/>
                  </a:moveTo>
                  <a:lnTo>
                    <a:pt x="22" y="1518"/>
                  </a:lnTo>
                  <a:cubicBezTo>
                    <a:pt x="22" y="1542"/>
                    <a:pt x="15" y="1562"/>
                    <a:pt x="0" y="1578"/>
                  </a:cubicBezTo>
                  <a:lnTo>
                    <a:pt x="249" y="1735"/>
                  </a:lnTo>
                  <a:cubicBezTo>
                    <a:pt x="265" y="1744"/>
                    <a:pt x="282" y="1749"/>
                    <a:pt x="298" y="1749"/>
                  </a:cubicBezTo>
                  <a:cubicBezTo>
                    <a:pt x="347" y="1749"/>
                    <a:pt x="392" y="1711"/>
                    <a:pt x="392" y="1656"/>
                  </a:cubicBezTo>
                  <a:lnTo>
                    <a:pt x="392" y="2"/>
                  </a:lnTo>
                  <a:lnTo>
                    <a:pt x="39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28"/>
            <p:cNvSpPr/>
            <p:nvPr/>
          </p:nvSpPr>
          <p:spPr>
            <a:xfrm>
              <a:off x="4918321" y="1623140"/>
              <a:ext cx="30177" cy="39375"/>
            </a:xfrm>
            <a:custGeom>
              <a:rect b="b" l="l" r="r" t="t"/>
              <a:pathLst>
                <a:path extrusionOk="0" h="1109" w="850">
                  <a:moveTo>
                    <a:pt x="373" y="280"/>
                  </a:moveTo>
                  <a:cubicBezTo>
                    <a:pt x="555" y="280"/>
                    <a:pt x="569" y="490"/>
                    <a:pt x="569" y="555"/>
                  </a:cubicBezTo>
                  <a:cubicBezTo>
                    <a:pt x="569" y="690"/>
                    <a:pt x="510" y="827"/>
                    <a:pt x="378" y="828"/>
                  </a:cubicBezTo>
                  <a:cubicBezTo>
                    <a:pt x="353" y="831"/>
                    <a:pt x="316" y="831"/>
                    <a:pt x="278" y="831"/>
                  </a:cubicBezTo>
                  <a:lnTo>
                    <a:pt x="278" y="555"/>
                  </a:lnTo>
                  <a:lnTo>
                    <a:pt x="278" y="280"/>
                  </a:lnTo>
                  <a:close/>
                  <a:moveTo>
                    <a:pt x="142" y="1"/>
                  </a:moveTo>
                  <a:cubicBezTo>
                    <a:pt x="104" y="1"/>
                    <a:pt x="68" y="15"/>
                    <a:pt x="42" y="42"/>
                  </a:cubicBezTo>
                  <a:cubicBezTo>
                    <a:pt x="15" y="70"/>
                    <a:pt x="1" y="104"/>
                    <a:pt x="1" y="142"/>
                  </a:cubicBezTo>
                  <a:lnTo>
                    <a:pt x="1" y="555"/>
                  </a:lnTo>
                  <a:cubicBezTo>
                    <a:pt x="1" y="670"/>
                    <a:pt x="4" y="970"/>
                    <a:pt x="4" y="970"/>
                  </a:cubicBezTo>
                  <a:cubicBezTo>
                    <a:pt x="4" y="1008"/>
                    <a:pt x="18" y="1044"/>
                    <a:pt x="44" y="1070"/>
                  </a:cubicBezTo>
                  <a:cubicBezTo>
                    <a:pt x="70" y="1094"/>
                    <a:pt x="106" y="1109"/>
                    <a:pt x="142" y="1109"/>
                  </a:cubicBezTo>
                  <a:cubicBezTo>
                    <a:pt x="149" y="1109"/>
                    <a:pt x="316" y="1107"/>
                    <a:pt x="386" y="1107"/>
                  </a:cubicBezTo>
                  <a:cubicBezTo>
                    <a:pt x="654" y="1101"/>
                    <a:pt x="850" y="870"/>
                    <a:pt x="850" y="555"/>
                  </a:cubicBezTo>
                  <a:cubicBezTo>
                    <a:pt x="850" y="224"/>
                    <a:pt x="661" y="1"/>
                    <a:pt x="37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28"/>
            <p:cNvSpPr/>
            <p:nvPr/>
          </p:nvSpPr>
          <p:spPr>
            <a:xfrm>
              <a:off x="4796721" y="1622714"/>
              <a:ext cx="26627" cy="40227"/>
            </a:xfrm>
            <a:custGeom>
              <a:rect b="b" l="l" r="r" t="t"/>
              <a:pathLst>
                <a:path extrusionOk="0" h="1133" w="750">
                  <a:moveTo>
                    <a:pt x="140" y="1"/>
                  </a:moveTo>
                  <a:cubicBezTo>
                    <a:pt x="63" y="1"/>
                    <a:pt x="1" y="63"/>
                    <a:pt x="1" y="139"/>
                  </a:cubicBezTo>
                  <a:cubicBezTo>
                    <a:pt x="1" y="217"/>
                    <a:pt x="64" y="277"/>
                    <a:pt x="140" y="277"/>
                  </a:cubicBezTo>
                  <a:lnTo>
                    <a:pt x="235" y="277"/>
                  </a:lnTo>
                  <a:lnTo>
                    <a:pt x="235" y="992"/>
                  </a:lnTo>
                  <a:cubicBezTo>
                    <a:pt x="235" y="1070"/>
                    <a:pt x="299" y="1132"/>
                    <a:pt x="374" y="1132"/>
                  </a:cubicBezTo>
                  <a:cubicBezTo>
                    <a:pt x="450" y="1132"/>
                    <a:pt x="512" y="1069"/>
                    <a:pt x="512" y="992"/>
                  </a:cubicBezTo>
                  <a:lnTo>
                    <a:pt x="512" y="277"/>
                  </a:lnTo>
                  <a:lnTo>
                    <a:pt x="611" y="277"/>
                  </a:lnTo>
                  <a:cubicBezTo>
                    <a:pt x="689" y="277"/>
                    <a:pt x="749" y="214"/>
                    <a:pt x="749" y="139"/>
                  </a:cubicBezTo>
                  <a:cubicBezTo>
                    <a:pt x="749" y="63"/>
                    <a:pt x="687" y="1"/>
                    <a:pt x="61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28"/>
            <p:cNvSpPr/>
            <p:nvPr/>
          </p:nvSpPr>
          <p:spPr>
            <a:xfrm>
              <a:off x="4878734" y="1637910"/>
              <a:ext cx="28295" cy="9835"/>
            </a:xfrm>
            <a:custGeom>
              <a:rect b="b" l="l" r="r" t="t"/>
              <a:pathLst>
                <a:path extrusionOk="0" h="277" w="797">
                  <a:moveTo>
                    <a:pt x="140" y="0"/>
                  </a:moveTo>
                  <a:cubicBezTo>
                    <a:pt x="62" y="0"/>
                    <a:pt x="0" y="64"/>
                    <a:pt x="0" y="139"/>
                  </a:cubicBezTo>
                  <a:cubicBezTo>
                    <a:pt x="0" y="215"/>
                    <a:pt x="64" y="277"/>
                    <a:pt x="140" y="277"/>
                  </a:cubicBezTo>
                  <a:lnTo>
                    <a:pt x="658" y="277"/>
                  </a:lnTo>
                  <a:cubicBezTo>
                    <a:pt x="734" y="277"/>
                    <a:pt x="796" y="215"/>
                    <a:pt x="796" y="139"/>
                  </a:cubicBezTo>
                  <a:cubicBezTo>
                    <a:pt x="796" y="64"/>
                    <a:pt x="734" y="0"/>
                    <a:pt x="65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28"/>
            <p:cNvSpPr/>
            <p:nvPr/>
          </p:nvSpPr>
          <p:spPr>
            <a:xfrm>
              <a:off x="4954499" y="1622572"/>
              <a:ext cx="40260" cy="40298"/>
            </a:xfrm>
            <a:custGeom>
              <a:rect b="b" l="l" r="r" t="t"/>
              <a:pathLst>
                <a:path extrusionOk="0" h="1135" w="1134">
                  <a:moveTo>
                    <a:pt x="566" y="281"/>
                  </a:moveTo>
                  <a:cubicBezTo>
                    <a:pt x="724" y="281"/>
                    <a:pt x="854" y="411"/>
                    <a:pt x="854" y="569"/>
                  </a:cubicBezTo>
                  <a:cubicBezTo>
                    <a:pt x="854" y="727"/>
                    <a:pt x="726" y="857"/>
                    <a:pt x="566" y="857"/>
                  </a:cubicBezTo>
                  <a:cubicBezTo>
                    <a:pt x="409" y="857"/>
                    <a:pt x="278" y="727"/>
                    <a:pt x="278" y="569"/>
                  </a:cubicBezTo>
                  <a:cubicBezTo>
                    <a:pt x="278" y="411"/>
                    <a:pt x="409" y="281"/>
                    <a:pt x="566" y="281"/>
                  </a:cubicBezTo>
                  <a:close/>
                  <a:moveTo>
                    <a:pt x="566" y="1"/>
                  </a:moveTo>
                  <a:cubicBezTo>
                    <a:pt x="254" y="1"/>
                    <a:pt x="1" y="254"/>
                    <a:pt x="1" y="568"/>
                  </a:cubicBezTo>
                  <a:cubicBezTo>
                    <a:pt x="1" y="880"/>
                    <a:pt x="254" y="1135"/>
                    <a:pt x="566" y="1135"/>
                  </a:cubicBezTo>
                  <a:cubicBezTo>
                    <a:pt x="880" y="1135"/>
                    <a:pt x="1133" y="880"/>
                    <a:pt x="1133" y="568"/>
                  </a:cubicBezTo>
                  <a:cubicBezTo>
                    <a:pt x="1133" y="254"/>
                    <a:pt x="878" y="1"/>
                    <a:pt x="56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28"/>
            <p:cNvSpPr/>
            <p:nvPr/>
          </p:nvSpPr>
          <p:spPr>
            <a:xfrm>
              <a:off x="4826863" y="1622714"/>
              <a:ext cx="40295" cy="40263"/>
            </a:xfrm>
            <a:custGeom>
              <a:rect b="b" l="l" r="r" t="t"/>
              <a:pathLst>
                <a:path extrusionOk="0" h="1134" w="1135">
                  <a:moveTo>
                    <a:pt x="568" y="279"/>
                  </a:moveTo>
                  <a:cubicBezTo>
                    <a:pt x="726" y="279"/>
                    <a:pt x="856" y="408"/>
                    <a:pt x="856" y="567"/>
                  </a:cubicBezTo>
                  <a:cubicBezTo>
                    <a:pt x="856" y="725"/>
                    <a:pt x="726" y="854"/>
                    <a:pt x="568" y="854"/>
                  </a:cubicBezTo>
                  <a:cubicBezTo>
                    <a:pt x="410" y="854"/>
                    <a:pt x="280" y="725"/>
                    <a:pt x="280" y="567"/>
                  </a:cubicBezTo>
                  <a:cubicBezTo>
                    <a:pt x="280" y="408"/>
                    <a:pt x="410" y="279"/>
                    <a:pt x="568" y="279"/>
                  </a:cubicBezTo>
                  <a:close/>
                  <a:moveTo>
                    <a:pt x="568" y="1"/>
                  </a:moveTo>
                  <a:cubicBezTo>
                    <a:pt x="256" y="1"/>
                    <a:pt x="1" y="254"/>
                    <a:pt x="1" y="567"/>
                  </a:cubicBezTo>
                  <a:cubicBezTo>
                    <a:pt x="1" y="880"/>
                    <a:pt x="256" y="1134"/>
                    <a:pt x="568" y="1134"/>
                  </a:cubicBezTo>
                  <a:cubicBezTo>
                    <a:pt x="882" y="1134"/>
                    <a:pt x="1135" y="880"/>
                    <a:pt x="1135" y="567"/>
                  </a:cubicBezTo>
                  <a:cubicBezTo>
                    <a:pt x="1135" y="254"/>
                    <a:pt x="882" y="1"/>
                    <a:pt x="56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28"/>
            <p:cNvSpPr/>
            <p:nvPr/>
          </p:nvSpPr>
          <p:spPr>
            <a:xfrm>
              <a:off x="4801727" y="1689497"/>
              <a:ext cx="34082" cy="34085"/>
            </a:xfrm>
            <a:custGeom>
              <a:rect b="b" l="l" r="r" t="t"/>
              <a:pathLst>
                <a:path extrusionOk="0" h="960" w="960">
                  <a:moveTo>
                    <a:pt x="90" y="1"/>
                  </a:moveTo>
                  <a:cubicBezTo>
                    <a:pt x="40" y="1"/>
                    <a:pt x="1" y="43"/>
                    <a:pt x="1" y="91"/>
                  </a:cubicBezTo>
                  <a:lnTo>
                    <a:pt x="1" y="870"/>
                  </a:lnTo>
                  <a:cubicBezTo>
                    <a:pt x="1" y="920"/>
                    <a:pt x="43" y="959"/>
                    <a:pt x="90" y="959"/>
                  </a:cubicBezTo>
                  <a:lnTo>
                    <a:pt x="870" y="959"/>
                  </a:lnTo>
                  <a:cubicBezTo>
                    <a:pt x="917" y="959"/>
                    <a:pt x="959" y="919"/>
                    <a:pt x="959" y="870"/>
                  </a:cubicBezTo>
                  <a:lnTo>
                    <a:pt x="959" y="91"/>
                  </a:lnTo>
                  <a:cubicBezTo>
                    <a:pt x="959" y="40"/>
                    <a:pt x="917" y="1"/>
                    <a:pt x="87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28"/>
            <p:cNvSpPr/>
            <p:nvPr/>
          </p:nvSpPr>
          <p:spPr>
            <a:xfrm>
              <a:off x="4801727" y="1758836"/>
              <a:ext cx="34082" cy="34120"/>
            </a:xfrm>
            <a:custGeom>
              <a:rect b="b" l="l" r="r" t="t"/>
              <a:pathLst>
                <a:path extrusionOk="0" h="961" w="960">
                  <a:moveTo>
                    <a:pt x="90" y="1"/>
                  </a:moveTo>
                  <a:cubicBezTo>
                    <a:pt x="40" y="1"/>
                    <a:pt x="1" y="42"/>
                    <a:pt x="1" y="91"/>
                  </a:cubicBezTo>
                  <a:lnTo>
                    <a:pt x="1" y="870"/>
                  </a:lnTo>
                  <a:cubicBezTo>
                    <a:pt x="1" y="920"/>
                    <a:pt x="43" y="960"/>
                    <a:pt x="90" y="960"/>
                  </a:cubicBezTo>
                  <a:lnTo>
                    <a:pt x="870" y="960"/>
                  </a:lnTo>
                  <a:cubicBezTo>
                    <a:pt x="917" y="960"/>
                    <a:pt x="959" y="920"/>
                    <a:pt x="959" y="870"/>
                  </a:cubicBezTo>
                  <a:lnTo>
                    <a:pt x="959" y="91"/>
                  </a:lnTo>
                  <a:cubicBezTo>
                    <a:pt x="959" y="41"/>
                    <a:pt x="917" y="1"/>
                    <a:pt x="87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28"/>
            <p:cNvSpPr/>
            <p:nvPr/>
          </p:nvSpPr>
          <p:spPr>
            <a:xfrm>
              <a:off x="4819407" y="1689568"/>
              <a:ext cx="16402" cy="34120"/>
            </a:xfrm>
            <a:custGeom>
              <a:rect b="b" l="l" r="r" t="t"/>
              <a:pathLst>
                <a:path extrusionOk="0" h="961" w="462">
                  <a:moveTo>
                    <a:pt x="1" y="0"/>
                  </a:moveTo>
                  <a:cubicBezTo>
                    <a:pt x="51" y="0"/>
                    <a:pt x="90" y="42"/>
                    <a:pt x="90" y="91"/>
                  </a:cubicBezTo>
                  <a:lnTo>
                    <a:pt x="90" y="869"/>
                  </a:lnTo>
                  <a:cubicBezTo>
                    <a:pt x="90" y="920"/>
                    <a:pt x="50" y="960"/>
                    <a:pt x="1" y="960"/>
                  </a:cubicBezTo>
                  <a:lnTo>
                    <a:pt x="372" y="960"/>
                  </a:lnTo>
                  <a:cubicBezTo>
                    <a:pt x="422" y="960"/>
                    <a:pt x="461" y="918"/>
                    <a:pt x="461" y="869"/>
                  </a:cubicBezTo>
                  <a:lnTo>
                    <a:pt x="461" y="91"/>
                  </a:lnTo>
                  <a:cubicBezTo>
                    <a:pt x="461" y="41"/>
                    <a:pt x="419"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28"/>
            <p:cNvSpPr/>
            <p:nvPr/>
          </p:nvSpPr>
          <p:spPr>
            <a:xfrm>
              <a:off x="4819407" y="1758942"/>
              <a:ext cx="16402" cy="34014"/>
            </a:xfrm>
            <a:custGeom>
              <a:rect b="b" l="l" r="r" t="t"/>
              <a:pathLst>
                <a:path extrusionOk="0" h="958" w="462">
                  <a:moveTo>
                    <a:pt x="1" y="0"/>
                  </a:moveTo>
                  <a:cubicBezTo>
                    <a:pt x="51" y="0"/>
                    <a:pt x="90" y="39"/>
                    <a:pt x="90" y="90"/>
                  </a:cubicBezTo>
                  <a:lnTo>
                    <a:pt x="90" y="867"/>
                  </a:lnTo>
                  <a:cubicBezTo>
                    <a:pt x="90" y="917"/>
                    <a:pt x="50" y="957"/>
                    <a:pt x="1" y="957"/>
                  </a:cubicBezTo>
                  <a:lnTo>
                    <a:pt x="372" y="957"/>
                  </a:lnTo>
                  <a:cubicBezTo>
                    <a:pt x="422" y="957"/>
                    <a:pt x="461" y="917"/>
                    <a:pt x="461" y="867"/>
                  </a:cubicBezTo>
                  <a:lnTo>
                    <a:pt x="461" y="90"/>
                  </a:lnTo>
                  <a:cubicBezTo>
                    <a:pt x="461" y="42"/>
                    <a:pt x="419" y="2"/>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28"/>
            <p:cNvSpPr/>
            <p:nvPr/>
          </p:nvSpPr>
          <p:spPr>
            <a:xfrm>
              <a:off x="4864888" y="1689958"/>
              <a:ext cx="129584" cy="9870"/>
            </a:xfrm>
            <a:custGeom>
              <a:rect b="b" l="l" r="r" t="t"/>
              <a:pathLst>
                <a:path extrusionOk="0" h="278" w="3650">
                  <a:moveTo>
                    <a:pt x="139" y="1"/>
                  </a:moveTo>
                  <a:cubicBezTo>
                    <a:pt x="62" y="1"/>
                    <a:pt x="0" y="64"/>
                    <a:pt x="0" y="139"/>
                  </a:cubicBezTo>
                  <a:cubicBezTo>
                    <a:pt x="0" y="215"/>
                    <a:pt x="62" y="277"/>
                    <a:pt x="139" y="277"/>
                  </a:cubicBezTo>
                  <a:lnTo>
                    <a:pt x="3512" y="277"/>
                  </a:lnTo>
                  <a:cubicBezTo>
                    <a:pt x="3589" y="277"/>
                    <a:pt x="3650" y="215"/>
                    <a:pt x="3650" y="139"/>
                  </a:cubicBezTo>
                  <a:cubicBezTo>
                    <a:pt x="3650" y="61"/>
                    <a:pt x="3588" y="1"/>
                    <a:pt x="351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28"/>
            <p:cNvSpPr/>
            <p:nvPr/>
          </p:nvSpPr>
          <p:spPr>
            <a:xfrm>
              <a:off x="4864888" y="1713320"/>
              <a:ext cx="92449" cy="9906"/>
            </a:xfrm>
            <a:custGeom>
              <a:rect b="b" l="l" r="r" t="t"/>
              <a:pathLst>
                <a:path extrusionOk="0" h="279" w="2604">
                  <a:moveTo>
                    <a:pt x="139" y="0"/>
                  </a:moveTo>
                  <a:cubicBezTo>
                    <a:pt x="62" y="0"/>
                    <a:pt x="0" y="64"/>
                    <a:pt x="0" y="140"/>
                  </a:cubicBezTo>
                  <a:cubicBezTo>
                    <a:pt x="0" y="216"/>
                    <a:pt x="62" y="278"/>
                    <a:pt x="139" y="278"/>
                  </a:cubicBezTo>
                  <a:lnTo>
                    <a:pt x="2466" y="278"/>
                  </a:lnTo>
                  <a:cubicBezTo>
                    <a:pt x="2542" y="278"/>
                    <a:pt x="2604" y="215"/>
                    <a:pt x="2604" y="140"/>
                  </a:cubicBezTo>
                  <a:cubicBezTo>
                    <a:pt x="2604" y="62"/>
                    <a:pt x="2540" y="0"/>
                    <a:pt x="246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28"/>
            <p:cNvSpPr/>
            <p:nvPr/>
          </p:nvSpPr>
          <p:spPr>
            <a:xfrm>
              <a:off x="4864888" y="1759297"/>
              <a:ext cx="129691" cy="9906"/>
            </a:xfrm>
            <a:custGeom>
              <a:rect b="b" l="l" r="r" t="t"/>
              <a:pathLst>
                <a:path extrusionOk="0" h="279" w="3653">
                  <a:moveTo>
                    <a:pt x="139" y="1"/>
                  </a:moveTo>
                  <a:cubicBezTo>
                    <a:pt x="62" y="1"/>
                    <a:pt x="0" y="64"/>
                    <a:pt x="0" y="140"/>
                  </a:cubicBezTo>
                  <a:cubicBezTo>
                    <a:pt x="0" y="216"/>
                    <a:pt x="64" y="278"/>
                    <a:pt x="139" y="278"/>
                  </a:cubicBezTo>
                  <a:lnTo>
                    <a:pt x="3512" y="278"/>
                  </a:lnTo>
                  <a:cubicBezTo>
                    <a:pt x="3589" y="278"/>
                    <a:pt x="3650" y="215"/>
                    <a:pt x="3650" y="140"/>
                  </a:cubicBezTo>
                  <a:cubicBezTo>
                    <a:pt x="3653" y="64"/>
                    <a:pt x="3589" y="1"/>
                    <a:pt x="351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28"/>
            <p:cNvSpPr/>
            <p:nvPr/>
          </p:nvSpPr>
          <p:spPr>
            <a:xfrm>
              <a:off x="4864888" y="1782694"/>
              <a:ext cx="92449" cy="9835"/>
            </a:xfrm>
            <a:custGeom>
              <a:rect b="b" l="l" r="r" t="t"/>
              <a:pathLst>
                <a:path extrusionOk="0" h="277" w="2604">
                  <a:moveTo>
                    <a:pt x="139" y="1"/>
                  </a:moveTo>
                  <a:cubicBezTo>
                    <a:pt x="62" y="1"/>
                    <a:pt x="0" y="64"/>
                    <a:pt x="0" y="139"/>
                  </a:cubicBezTo>
                  <a:cubicBezTo>
                    <a:pt x="0" y="216"/>
                    <a:pt x="64" y="277"/>
                    <a:pt x="139" y="277"/>
                  </a:cubicBezTo>
                  <a:lnTo>
                    <a:pt x="2466" y="277"/>
                  </a:lnTo>
                  <a:cubicBezTo>
                    <a:pt x="2542" y="277"/>
                    <a:pt x="2604" y="214"/>
                    <a:pt x="2604" y="139"/>
                  </a:cubicBezTo>
                  <a:cubicBezTo>
                    <a:pt x="2604" y="64"/>
                    <a:pt x="2540" y="1"/>
                    <a:pt x="2466"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91" name="Google Shape;5191;p28"/>
          <p:cNvGrpSpPr/>
          <p:nvPr/>
        </p:nvGrpSpPr>
        <p:grpSpPr>
          <a:xfrm>
            <a:off x="4085049" y="1514392"/>
            <a:ext cx="331176" cy="327064"/>
            <a:chOff x="4085049" y="1514392"/>
            <a:chExt cx="331176" cy="327064"/>
          </a:xfrm>
        </p:grpSpPr>
        <p:sp>
          <p:nvSpPr>
            <p:cNvPr id="5192" name="Google Shape;5192;p28"/>
            <p:cNvSpPr/>
            <p:nvPr/>
          </p:nvSpPr>
          <p:spPr>
            <a:xfrm>
              <a:off x="4291397" y="1514392"/>
              <a:ext cx="124827" cy="97745"/>
            </a:xfrm>
            <a:custGeom>
              <a:rect b="b" l="l" r="r" t="t"/>
              <a:pathLst>
                <a:path extrusionOk="0" h="2753" w="3516">
                  <a:moveTo>
                    <a:pt x="972" y="1"/>
                  </a:moveTo>
                  <a:cubicBezTo>
                    <a:pt x="955" y="1"/>
                    <a:pt x="937" y="2"/>
                    <a:pt x="918" y="3"/>
                  </a:cubicBezTo>
                  <a:cubicBezTo>
                    <a:pt x="632" y="20"/>
                    <a:pt x="372" y="194"/>
                    <a:pt x="242" y="450"/>
                  </a:cubicBezTo>
                  <a:cubicBezTo>
                    <a:pt x="0" y="924"/>
                    <a:pt x="167" y="1442"/>
                    <a:pt x="559" y="1771"/>
                  </a:cubicBezTo>
                  <a:cubicBezTo>
                    <a:pt x="559" y="1771"/>
                    <a:pt x="1452" y="2522"/>
                    <a:pt x="1697" y="2730"/>
                  </a:cubicBezTo>
                  <a:cubicBezTo>
                    <a:pt x="1715" y="2745"/>
                    <a:pt x="1737" y="2752"/>
                    <a:pt x="1759" y="2752"/>
                  </a:cubicBezTo>
                  <a:cubicBezTo>
                    <a:pt x="1781" y="2752"/>
                    <a:pt x="1803" y="2745"/>
                    <a:pt x="1821" y="2730"/>
                  </a:cubicBezTo>
                  <a:cubicBezTo>
                    <a:pt x="2065" y="2522"/>
                    <a:pt x="2959" y="1771"/>
                    <a:pt x="2959" y="1771"/>
                  </a:cubicBezTo>
                  <a:cubicBezTo>
                    <a:pt x="3348" y="1442"/>
                    <a:pt x="3516" y="924"/>
                    <a:pt x="3274" y="450"/>
                  </a:cubicBezTo>
                  <a:cubicBezTo>
                    <a:pt x="3145" y="196"/>
                    <a:pt x="2884" y="20"/>
                    <a:pt x="2598" y="3"/>
                  </a:cubicBezTo>
                  <a:cubicBezTo>
                    <a:pt x="2580" y="2"/>
                    <a:pt x="2562" y="1"/>
                    <a:pt x="2544" y="1"/>
                  </a:cubicBezTo>
                  <a:cubicBezTo>
                    <a:pt x="2169" y="1"/>
                    <a:pt x="1852" y="257"/>
                    <a:pt x="1757" y="601"/>
                  </a:cubicBezTo>
                  <a:cubicBezTo>
                    <a:pt x="1664" y="257"/>
                    <a:pt x="1348" y="1"/>
                    <a:pt x="97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28"/>
            <p:cNvSpPr/>
            <p:nvPr/>
          </p:nvSpPr>
          <p:spPr>
            <a:xfrm>
              <a:off x="4342167" y="1516309"/>
              <a:ext cx="74058" cy="95757"/>
            </a:xfrm>
            <a:custGeom>
              <a:rect b="b" l="l" r="r" t="t"/>
              <a:pathLst>
                <a:path extrusionOk="0" h="2697" w="2086">
                  <a:moveTo>
                    <a:pt x="1411" y="1"/>
                  </a:moveTo>
                  <a:cubicBezTo>
                    <a:pt x="1448" y="45"/>
                    <a:pt x="1482" y="95"/>
                    <a:pt x="1507" y="150"/>
                  </a:cubicBezTo>
                  <a:cubicBezTo>
                    <a:pt x="1749" y="624"/>
                    <a:pt x="1582" y="1143"/>
                    <a:pt x="1191" y="1470"/>
                  </a:cubicBezTo>
                  <a:cubicBezTo>
                    <a:pt x="1191" y="1470"/>
                    <a:pt x="297" y="2222"/>
                    <a:pt x="53" y="2430"/>
                  </a:cubicBezTo>
                  <a:cubicBezTo>
                    <a:pt x="37" y="2441"/>
                    <a:pt x="18" y="2448"/>
                    <a:pt x="1" y="2451"/>
                  </a:cubicBezTo>
                  <a:cubicBezTo>
                    <a:pt x="112" y="2545"/>
                    <a:pt x="205" y="2625"/>
                    <a:pt x="266" y="2674"/>
                  </a:cubicBezTo>
                  <a:cubicBezTo>
                    <a:pt x="284" y="2689"/>
                    <a:pt x="305" y="2697"/>
                    <a:pt x="327" y="2697"/>
                  </a:cubicBezTo>
                  <a:cubicBezTo>
                    <a:pt x="349" y="2697"/>
                    <a:pt x="371" y="2689"/>
                    <a:pt x="389" y="2674"/>
                  </a:cubicBezTo>
                  <a:cubicBezTo>
                    <a:pt x="634" y="2467"/>
                    <a:pt x="1528" y="1714"/>
                    <a:pt x="1528" y="1714"/>
                  </a:cubicBezTo>
                  <a:cubicBezTo>
                    <a:pt x="1918" y="1388"/>
                    <a:pt x="2086" y="870"/>
                    <a:pt x="1844" y="395"/>
                  </a:cubicBezTo>
                  <a:cubicBezTo>
                    <a:pt x="1752" y="215"/>
                    <a:pt x="1597" y="74"/>
                    <a:pt x="141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28"/>
            <p:cNvSpPr/>
            <p:nvPr/>
          </p:nvSpPr>
          <p:spPr>
            <a:xfrm>
              <a:off x="4152684" y="1573790"/>
              <a:ext cx="129939" cy="76868"/>
            </a:xfrm>
            <a:custGeom>
              <a:rect b="b" l="l" r="r" t="t"/>
              <a:pathLst>
                <a:path extrusionOk="0" h="2165" w="3660">
                  <a:moveTo>
                    <a:pt x="1829" y="0"/>
                  </a:moveTo>
                  <a:cubicBezTo>
                    <a:pt x="821" y="0"/>
                    <a:pt x="0" y="821"/>
                    <a:pt x="0" y="1829"/>
                  </a:cubicBezTo>
                  <a:lnTo>
                    <a:pt x="0" y="1841"/>
                  </a:lnTo>
                  <a:cubicBezTo>
                    <a:pt x="0" y="2021"/>
                    <a:pt x="146" y="2165"/>
                    <a:pt x="324" y="2165"/>
                  </a:cubicBezTo>
                  <a:cubicBezTo>
                    <a:pt x="504" y="2165"/>
                    <a:pt x="648" y="2019"/>
                    <a:pt x="648" y="1841"/>
                  </a:cubicBezTo>
                  <a:lnTo>
                    <a:pt x="648" y="1829"/>
                  </a:lnTo>
                  <a:cubicBezTo>
                    <a:pt x="648" y="1179"/>
                    <a:pt x="1179" y="648"/>
                    <a:pt x="1829" y="648"/>
                  </a:cubicBezTo>
                  <a:cubicBezTo>
                    <a:pt x="2481" y="648"/>
                    <a:pt x="3012" y="1179"/>
                    <a:pt x="3012" y="1829"/>
                  </a:cubicBezTo>
                  <a:lnTo>
                    <a:pt x="3012" y="1841"/>
                  </a:lnTo>
                  <a:cubicBezTo>
                    <a:pt x="3012" y="2021"/>
                    <a:pt x="3158" y="2165"/>
                    <a:pt x="3336" y="2165"/>
                  </a:cubicBezTo>
                  <a:cubicBezTo>
                    <a:pt x="3513" y="2165"/>
                    <a:pt x="3657" y="2021"/>
                    <a:pt x="3660" y="1841"/>
                  </a:cubicBezTo>
                  <a:lnTo>
                    <a:pt x="3660" y="1829"/>
                  </a:lnTo>
                  <a:cubicBezTo>
                    <a:pt x="3660" y="821"/>
                    <a:pt x="2840" y="0"/>
                    <a:pt x="182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28"/>
            <p:cNvSpPr/>
            <p:nvPr/>
          </p:nvSpPr>
          <p:spPr>
            <a:xfrm>
              <a:off x="4157228" y="1596761"/>
              <a:ext cx="53467" cy="53897"/>
            </a:xfrm>
            <a:custGeom>
              <a:rect b="b" l="l" r="r" t="t"/>
              <a:pathLst>
                <a:path extrusionOk="0" h="1518" w="1506">
                  <a:moveTo>
                    <a:pt x="1311" y="1"/>
                  </a:moveTo>
                  <a:cubicBezTo>
                    <a:pt x="661" y="1"/>
                    <a:pt x="130" y="532"/>
                    <a:pt x="129" y="1185"/>
                  </a:cubicBezTo>
                  <a:lnTo>
                    <a:pt x="129" y="1195"/>
                  </a:lnTo>
                  <a:cubicBezTo>
                    <a:pt x="129" y="1300"/>
                    <a:pt x="78" y="1394"/>
                    <a:pt x="0" y="1453"/>
                  </a:cubicBezTo>
                  <a:cubicBezTo>
                    <a:pt x="54" y="1492"/>
                    <a:pt x="121" y="1518"/>
                    <a:pt x="195" y="1518"/>
                  </a:cubicBezTo>
                  <a:cubicBezTo>
                    <a:pt x="375" y="1518"/>
                    <a:pt x="518" y="1372"/>
                    <a:pt x="518" y="1194"/>
                  </a:cubicBezTo>
                  <a:lnTo>
                    <a:pt x="518" y="1182"/>
                  </a:lnTo>
                  <a:cubicBezTo>
                    <a:pt x="518" y="598"/>
                    <a:pt x="946" y="110"/>
                    <a:pt x="1506" y="17"/>
                  </a:cubicBezTo>
                  <a:cubicBezTo>
                    <a:pt x="1442" y="7"/>
                    <a:pt x="1378" y="1"/>
                    <a:pt x="1311"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28"/>
            <p:cNvSpPr/>
            <p:nvPr/>
          </p:nvSpPr>
          <p:spPr>
            <a:xfrm>
              <a:off x="4210661" y="1573825"/>
              <a:ext cx="71857" cy="76833"/>
            </a:xfrm>
            <a:custGeom>
              <a:rect b="b" l="l" r="r" t="t"/>
              <a:pathLst>
                <a:path extrusionOk="0" h="2164" w="2024">
                  <a:moveTo>
                    <a:pt x="195" y="1"/>
                  </a:moveTo>
                  <a:cubicBezTo>
                    <a:pt x="130" y="1"/>
                    <a:pt x="65" y="5"/>
                    <a:pt x="1" y="12"/>
                  </a:cubicBezTo>
                  <a:cubicBezTo>
                    <a:pt x="919" y="109"/>
                    <a:pt x="1634" y="889"/>
                    <a:pt x="1634" y="1831"/>
                  </a:cubicBezTo>
                  <a:lnTo>
                    <a:pt x="1634" y="1841"/>
                  </a:lnTo>
                  <a:cubicBezTo>
                    <a:pt x="1634" y="1946"/>
                    <a:pt x="1584" y="2040"/>
                    <a:pt x="1506" y="2099"/>
                  </a:cubicBezTo>
                  <a:cubicBezTo>
                    <a:pt x="1561" y="2138"/>
                    <a:pt x="1627" y="2164"/>
                    <a:pt x="1700" y="2164"/>
                  </a:cubicBezTo>
                  <a:cubicBezTo>
                    <a:pt x="1880" y="2164"/>
                    <a:pt x="2024" y="2018"/>
                    <a:pt x="2024" y="1840"/>
                  </a:cubicBezTo>
                  <a:lnTo>
                    <a:pt x="2024" y="1828"/>
                  </a:lnTo>
                  <a:cubicBezTo>
                    <a:pt x="2024" y="821"/>
                    <a:pt x="1204" y="1"/>
                    <a:pt x="19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28"/>
            <p:cNvSpPr/>
            <p:nvPr/>
          </p:nvSpPr>
          <p:spPr>
            <a:xfrm>
              <a:off x="4085049" y="1634075"/>
              <a:ext cx="265133" cy="207278"/>
            </a:xfrm>
            <a:custGeom>
              <a:rect b="b" l="l" r="r" t="t"/>
              <a:pathLst>
                <a:path extrusionOk="0" h="5838" w="7468">
                  <a:moveTo>
                    <a:pt x="350" y="0"/>
                  </a:moveTo>
                  <a:cubicBezTo>
                    <a:pt x="157" y="0"/>
                    <a:pt x="0" y="157"/>
                    <a:pt x="0" y="350"/>
                  </a:cubicBezTo>
                  <a:lnTo>
                    <a:pt x="0" y="5489"/>
                  </a:lnTo>
                  <a:cubicBezTo>
                    <a:pt x="0" y="5682"/>
                    <a:pt x="157" y="5837"/>
                    <a:pt x="350" y="5837"/>
                  </a:cubicBezTo>
                  <a:lnTo>
                    <a:pt x="7119" y="5837"/>
                  </a:lnTo>
                  <a:cubicBezTo>
                    <a:pt x="7310" y="5837"/>
                    <a:pt x="7467" y="5682"/>
                    <a:pt x="7467" y="5489"/>
                  </a:cubicBezTo>
                  <a:lnTo>
                    <a:pt x="7467" y="350"/>
                  </a:lnTo>
                  <a:cubicBezTo>
                    <a:pt x="7467" y="157"/>
                    <a:pt x="7310" y="0"/>
                    <a:pt x="711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28"/>
            <p:cNvSpPr/>
            <p:nvPr/>
          </p:nvSpPr>
          <p:spPr>
            <a:xfrm>
              <a:off x="4324593" y="1634075"/>
              <a:ext cx="25597" cy="207278"/>
            </a:xfrm>
            <a:custGeom>
              <a:rect b="b" l="l" r="r" t="t"/>
              <a:pathLst>
                <a:path extrusionOk="0" h="5838" w="721">
                  <a:moveTo>
                    <a:pt x="1" y="0"/>
                  </a:moveTo>
                  <a:cubicBezTo>
                    <a:pt x="194" y="0"/>
                    <a:pt x="350" y="157"/>
                    <a:pt x="350" y="350"/>
                  </a:cubicBezTo>
                  <a:lnTo>
                    <a:pt x="350" y="5489"/>
                  </a:lnTo>
                  <a:cubicBezTo>
                    <a:pt x="350" y="5682"/>
                    <a:pt x="194" y="5837"/>
                    <a:pt x="1" y="5837"/>
                  </a:cubicBezTo>
                  <a:lnTo>
                    <a:pt x="372" y="5837"/>
                  </a:lnTo>
                  <a:cubicBezTo>
                    <a:pt x="563" y="5837"/>
                    <a:pt x="720" y="5682"/>
                    <a:pt x="720" y="5489"/>
                  </a:cubicBezTo>
                  <a:lnTo>
                    <a:pt x="720" y="350"/>
                  </a:lnTo>
                  <a:cubicBezTo>
                    <a:pt x="720" y="157"/>
                    <a:pt x="563" y="0"/>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28"/>
            <p:cNvSpPr/>
            <p:nvPr/>
          </p:nvSpPr>
          <p:spPr>
            <a:xfrm>
              <a:off x="4085120" y="1634075"/>
              <a:ext cx="265204" cy="100657"/>
            </a:xfrm>
            <a:custGeom>
              <a:rect b="b" l="l" r="r" t="t"/>
              <a:pathLst>
                <a:path extrusionOk="0" h="2835" w="7470">
                  <a:moveTo>
                    <a:pt x="349" y="0"/>
                  </a:moveTo>
                  <a:cubicBezTo>
                    <a:pt x="156" y="0"/>
                    <a:pt x="1" y="157"/>
                    <a:pt x="1" y="350"/>
                  </a:cubicBezTo>
                  <a:lnTo>
                    <a:pt x="1" y="2307"/>
                  </a:lnTo>
                  <a:cubicBezTo>
                    <a:pt x="1" y="2307"/>
                    <a:pt x="981" y="2525"/>
                    <a:pt x="2298" y="2726"/>
                  </a:cubicBezTo>
                  <a:cubicBezTo>
                    <a:pt x="2773" y="2799"/>
                    <a:pt x="3254" y="2835"/>
                    <a:pt x="3734" y="2835"/>
                  </a:cubicBezTo>
                  <a:cubicBezTo>
                    <a:pt x="4214" y="2835"/>
                    <a:pt x="4695" y="2799"/>
                    <a:pt x="5171" y="2726"/>
                  </a:cubicBezTo>
                  <a:cubicBezTo>
                    <a:pt x="6488" y="2525"/>
                    <a:pt x="7470" y="2307"/>
                    <a:pt x="7470" y="2307"/>
                  </a:cubicBezTo>
                  <a:lnTo>
                    <a:pt x="7470" y="350"/>
                  </a:lnTo>
                  <a:cubicBezTo>
                    <a:pt x="7470" y="157"/>
                    <a:pt x="7313" y="0"/>
                    <a:pt x="712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28"/>
            <p:cNvSpPr/>
            <p:nvPr/>
          </p:nvSpPr>
          <p:spPr>
            <a:xfrm>
              <a:off x="4324593" y="1634040"/>
              <a:ext cx="25597" cy="84679"/>
            </a:xfrm>
            <a:custGeom>
              <a:rect b="b" l="l" r="r" t="t"/>
              <a:pathLst>
                <a:path extrusionOk="0" h="2385" w="721">
                  <a:moveTo>
                    <a:pt x="1" y="0"/>
                  </a:moveTo>
                  <a:cubicBezTo>
                    <a:pt x="194" y="0"/>
                    <a:pt x="350" y="157"/>
                    <a:pt x="350" y="348"/>
                  </a:cubicBezTo>
                  <a:lnTo>
                    <a:pt x="350" y="2384"/>
                  </a:lnTo>
                  <a:cubicBezTo>
                    <a:pt x="585" y="2338"/>
                    <a:pt x="720" y="2308"/>
                    <a:pt x="720" y="2308"/>
                  </a:cubicBezTo>
                  <a:lnTo>
                    <a:pt x="720" y="351"/>
                  </a:lnTo>
                  <a:cubicBezTo>
                    <a:pt x="720" y="158"/>
                    <a:pt x="563" y="1"/>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28"/>
            <p:cNvSpPr/>
            <p:nvPr/>
          </p:nvSpPr>
          <p:spPr>
            <a:xfrm>
              <a:off x="4131630" y="1705651"/>
              <a:ext cx="30284" cy="43210"/>
            </a:xfrm>
            <a:custGeom>
              <a:rect b="b" l="l" r="r" t="t"/>
              <a:pathLst>
                <a:path extrusionOk="0" h="1217" w="853">
                  <a:moveTo>
                    <a:pt x="307" y="1"/>
                  </a:moveTo>
                  <a:cubicBezTo>
                    <a:pt x="137" y="1"/>
                    <a:pt x="0" y="140"/>
                    <a:pt x="0" y="308"/>
                  </a:cubicBezTo>
                  <a:lnTo>
                    <a:pt x="0" y="910"/>
                  </a:lnTo>
                  <a:cubicBezTo>
                    <a:pt x="0" y="1080"/>
                    <a:pt x="139" y="1217"/>
                    <a:pt x="307" y="1217"/>
                  </a:cubicBezTo>
                  <a:lnTo>
                    <a:pt x="544" y="1217"/>
                  </a:lnTo>
                  <a:cubicBezTo>
                    <a:pt x="716" y="1217"/>
                    <a:pt x="852" y="1078"/>
                    <a:pt x="852" y="910"/>
                  </a:cubicBezTo>
                  <a:lnTo>
                    <a:pt x="852" y="308"/>
                  </a:lnTo>
                  <a:cubicBezTo>
                    <a:pt x="852" y="137"/>
                    <a:pt x="714"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28"/>
            <p:cNvSpPr/>
            <p:nvPr/>
          </p:nvSpPr>
          <p:spPr>
            <a:xfrm>
              <a:off x="4273290" y="1705651"/>
              <a:ext cx="30355" cy="43210"/>
            </a:xfrm>
            <a:custGeom>
              <a:rect b="b" l="l" r="r" t="t"/>
              <a:pathLst>
                <a:path extrusionOk="0" h="1217" w="855">
                  <a:moveTo>
                    <a:pt x="309" y="1"/>
                  </a:moveTo>
                  <a:cubicBezTo>
                    <a:pt x="138" y="1"/>
                    <a:pt x="1" y="140"/>
                    <a:pt x="1" y="308"/>
                  </a:cubicBezTo>
                  <a:lnTo>
                    <a:pt x="1" y="910"/>
                  </a:lnTo>
                  <a:cubicBezTo>
                    <a:pt x="1" y="1080"/>
                    <a:pt x="141" y="1217"/>
                    <a:pt x="309" y="1217"/>
                  </a:cubicBezTo>
                  <a:lnTo>
                    <a:pt x="546" y="1217"/>
                  </a:lnTo>
                  <a:cubicBezTo>
                    <a:pt x="718" y="1217"/>
                    <a:pt x="854" y="1078"/>
                    <a:pt x="854" y="910"/>
                  </a:cubicBezTo>
                  <a:lnTo>
                    <a:pt x="854" y="308"/>
                  </a:lnTo>
                  <a:cubicBezTo>
                    <a:pt x="854" y="137"/>
                    <a:pt x="716" y="1"/>
                    <a:pt x="5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28"/>
            <p:cNvSpPr/>
            <p:nvPr/>
          </p:nvSpPr>
          <p:spPr>
            <a:xfrm>
              <a:off x="4140151" y="1705651"/>
              <a:ext cx="21763" cy="43210"/>
            </a:xfrm>
            <a:custGeom>
              <a:rect b="b" l="l" r="r" t="t"/>
              <a:pathLst>
                <a:path extrusionOk="0" h="1217" w="613">
                  <a:moveTo>
                    <a:pt x="67" y="1"/>
                  </a:moveTo>
                  <a:cubicBezTo>
                    <a:pt x="44" y="1"/>
                    <a:pt x="22" y="3"/>
                    <a:pt x="1" y="8"/>
                  </a:cubicBezTo>
                  <a:cubicBezTo>
                    <a:pt x="139" y="39"/>
                    <a:pt x="243" y="162"/>
                    <a:pt x="243" y="308"/>
                  </a:cubicBezTo>
                  <a:lnTo>
                    <a:pt x="243" y="910"/>
                  </a:lnTo>
                  <a:cubicBezTo>
                    <a:pt x="243" y="1057"/>
                    <a:pt x="139" y="1179"/>
                    <a:pt x="1" y="1209"/>
                  </a:cubicBezTo>
                  <a:cubicBezTo>
                    <a:pt x="22" y="1215"/>
                    <a:pt x="44" y="1217"/>
                    <a:pt x="67" y="1217"/>
                  </a:cubicBezTo>
                  <a:lnTo>
                    <a:pt x="304" y="1217"/>
                  </a:lnTo>
                  <a:cubicBezTo>
                    <a:pt x="476" y="1217"/>
                    <a:pt x="612" y="1078"/>
                    <a:pt x="612" y="910"/>
                  </a:cubicBezTo>
                  <a:lnTo>
                    <a:pt x="612" y="308"/>
                  </a:lnTo>
                  <a:cubicBezTo>
                    <a:pt x="612" y="137"/>
                    <a:pt x="476" y="1"/>
                    <a:pt x="30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28"/>
            <p:cNvSpPr/>
            <p:nvPr/>
          </p:nvSpPr>
          <p:spPr>
            <a:xfrm>
              <a:off x="4281882" y="1705651"/>
              <a:ext cx="21763" cy="43210"/>
            </a:xfrm>
            <a:custGeom>
              <a:rect b="b" l="l" r="r" t="t"/>
              <a:pathLst>
                <a:path extrusionOk="0" h="1217" w="613">
                  <a:moveTo>
                    <a:pt x="67" y="1"/>
                  </a:moveTo>
                  <a:cubicBezTo>
                    <a:pt x="44" y="1"/>
                    <a:pt x="22" y="3"/>
                    <a:pt x="1" y="8"/>
                  </a:cubicBezTo>
                  <a:cubicBezTo>
                    <a:pt x="139" y="39"/>
                    <a:pt x="241" y="162"/>
                    <a:pt x="241" y="308"/>
                  </a:cubicBezTo>
                  <a:lnTo>
                    <a:pt x="241" y="910"/>
                  </a:lnTo>
                  <a:cubicBezTo>
                    <a:pt x="241" y="1057"/>
                    <a:pt x="139" y="1179"/>
                    <a:pt x="1" y="1209"/>
                  </a:cubicBezTo>
                  <a:cubicBezTo>
                    <a:pt x="22" y="1215"/>
                    <a:pt x="44" y="1217"/>
                    <a:pt x="67" y="1217"/>
                  </a:cubicBezTo>
                  <a:lnTo>
                    <a:pt x="304" y="1217"/>
                  </a:lnTo>
                  <a:cubicBezTo>
                    <a:pt x="476" y="1217"/>
                    <a:pt x="612" y="1078"/>
                    <a:pt x="612" y="910"/>
                  </a:cubicBezTo>
                  <a:lnTo>
                    <a:pt x="612" y="308"/>
                  </a:lnTo>
                  <a:cubicBezTo>
                    <a:pt x="612" y="137"/>
                    <a:pt x="476" y="1"/>
                    <a:pt x="30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28"/>
            <p:cNvSpPr/>
            <p:nvPr/>
          </p:nvSpPr>
          <p:spPr>
            <a:xfrm>
              <a:off x="4093357" y="1539067"/>
              <a:ext cx="61597" cy="48216"/>
            </a:xfrm>
            <a:custGeom>
              <a:rect b="b" l="l" r="r" t="t"/>
              <a:pathLst>
                <a:path extrusionOk="0" h="1358" w="1735">
                  <a:moveTo>
                    <a:pt x="478" y="1"/>
                  </a:moveTo>
                  <a:cubicBezTo>
                    <a:pt x="470" y="1"/>
                    <a:pt x="462" y="1"/>
                    <a:pt x="454" y="1"/>
                  </a:cubicBezTo>
                  <a:cubicBezTo>
                    <a:pt x="311" y="11"/>
                    <a:pt x="183" y="98"/>
                    <a:pt x="119" y="223"/>
                  </a:cubicBezTo>
                  <a:cubicBezTo>
                    <a:pt x="1" y="457"/>
                    <a:pt x="83" y="712"/>
                    <a:pt x="276" y="875"/>
                  </a:cubicBezTo>
                  <a:cubicBezTo>
                    <a:pt x="276" y="875"/>
                    <a:pt x="716" y="1245"/>
                    <a:pt x="837" y="1347"/>
                  </a:cubicBezTo>
                  <a:cubicBezTo>
                    <a:pt x="845" y="1354"/>
                    <a:pt x="856" y="1358"/>
                    <a:pt x="867" y="1358"/>
                  </a:cubicBezTo>
                  <a:cubicBezTo>
                    <a:pt x="878" y="1358"/>
                    <a:pt x="889" y="1354"/>
                    <a:pt x="897" y="1347"/>
                  </a:cubicBezTo>
                  <a:cubicBezTo>
                    <a:pt x="1018" y="1245"/>
                    <a:pt x="1458" y="875"/>
                    <a:pt x="1458" y="875"/>
                  </a:cubicBezTo>
                  <a:cubicBezTo>
                    <a:pt x="1651" y="712"/>
                    <a:pt x="1735" y="457"/>
                    <a:pt x="1615" y="223"/>
                  </a:cubicBezTo>
                  <a:cubicBezTo>
                    <a:pt x="1550" y="98"/>
                    <a:pt x="1424" y="11"/>
                    <a:pt x="1281" y="1"/>
                  </a:cubicBezTo>
                  <a:cubicBezTo>
                    <a:pt x="1273" y="1"/>
                    <a:pt x="1265" y="1"/>
                    <a:pt x="1257" y="1"/>
                  </a:cubicBezTo>
                  <a:cubicBezTo>
                    <a:pt x="1072" y="1"/>
                    <a:pt x="914" y="127"/>
                    <a:pt x="867" y="296"/>
                  </a:cubicBezTo>
                  <a:cubicBezTo>
                    <a:pt x="821" y="127"/>
                    <a:pt x="664" y="1"/>
                    <a:pt x="47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28"/>
            <p:cNvSpPr/>
            <p:nvPr/>
          </p:nvSpPr>
          <p:spPr>
            <a:xfrm>
              <a:off x="4115192" y="1539103"/>
              <a:ext cx="39763" cy="48180"/>
            </a:xfrm>
            <a:custGeom>
              <a:rect b="b" l="l" r="r" t="t"/>
              <a:pathLst>
                <a:path extrusionOk="0" h="1357" w="1120">
                  <a:moveTo>
                    <a:pt x="675" y="0"/>
                  </a:moveTo>
                  <a:lnTo>
                    <a:pt x="675" y="0"/>
                  </a:lnTo>
                  <a:cubicBezTo>
                    <a:pt x="687" y="15"/>
                    <a:pt x="695" y="32"/>
                    <a:pt x="704" y="48"/>
                  </a:cubicBezTo>
                  <a:cubicBezTo>
                    <a:pt x="823" y="281"/>
                    <a:pt x="740" y="537"/>
                    <a:pt x="547" y="698"/>
                  </a:cubicBezTo>
                  <a:cubicBezTo>
                    <a:pt x="547" y="698"/>
                    <a:pt x="140" y="1042"/>
                    <a:pt x="0" y="1159"/>
                  </a:cubicBezTo>
                  <a:cubicBezTo>
                    <a:pt x="92" y="1236"/>
                    <a:pt x="179" y="1308"/>
                    <a:pt x="222" y="1346"/>
                  </a:cubicBezTo>
                  <a:cubicBezTo>
                    <a:pt x="231" y="1353"/>
                    <a:pt x="242" y="1357"/>
                    <a:pt x="253" y="1357"/>
                  </a:cubicBezTo>
                  <a:cubicBezTo>
                    <a:pt x="263" y="1357"/>
                    <a:pt x="274" y="1353"/>
                    <a:pt x="284" y="1346"/>
                  </a:cubicBezTo>
                  <a:cubicBezTo>
                    <a:pt x="403" y="1244"/>
                    <a:pt x="845" y="874"/>
                    <a:pt x="845" y="874"/>
                  </a:cubicBezTo>
                  <a:cubicBezTo>
                    <a:pt x="1036" y="711"/>
                    <a:pt x="1120" y="456"/>
                    <a:pt x="1002" y="222"/>
                  </a:cubicBezTo>
                  <a:cubicBezTo>
                    <a:pt x="940" y="98"/>
                    <a:pt x="813" y="12"/>
                    <a:pt x="67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28"/>
            <p:cNvSpPr/>
            <p:nvPr/>
          </p:nvSpPr>
          <p:spPr>
            <a:xfrm>
              <a:off x="4311066" y="1652892"/>
              <a:ext cx="55100" cy="43139"/>
            </a:xfrm>
            <a:custGeom>
              <a:rect b="b" l="l" r="r" t="t"/>
              <a:pathLst>
                <a:path extrusionOk="0" h="1215" w="1552">
                  <a:moveTo>
                    <a:pt x="429" y="1"/>
                  </a:moveTo>
                  <a:cubicBezTo>
                    <a:pt x="421" y="1"/>
                    <a:pt x="413" y="1"/>
                    <a:pt x="405" y="1"/>
                  </a:cubicBezTo>
                  <a:cubicBezTo>
                    <a:pt x="280" y="9"/>
                    <a:pt x="164" y="86"/>
                    <a:pt x="107" y="199"/>
                  </a:cubicBezTo>
                  <a:cubicBezTo>
                    <a:pt x="0" y="407"/>
                    <a:pt x="74" y="636"/>
                    <a:pt x="246" y="781"/>
                  </a:cubicBezTo>
                  <a:cubicBezTo>
                    <a:pt x="246" y="781"/>
                    <a:pt x="641" y="1115"/>
                    <a:pt x="749" y="1204"/>
                  </a:cubicBezTo>
                  <a:cubicBezTo>
                    <a:pt x="757" y="1211"/>
                    <a:pt x="766" y="1214"/>
                    <a:pt x="776" y="1214"/>
                  </a:cubicBezTo>
                  <a:cubicBezTo>
                    <a:pt x="785" y="1214"/>
                    <a:pt x="795" y="1211"/>
                    <a:pt x="802" y="1204"/>
                  </a:cubicBezTo>
                  <a:cubicBezTo>
                    <a:pt x="910" y="1112"/>
                    <a:pt x="1304" y="781"/>
                    <a:pt x="1304" y="781"/>
                  </a:cubicBezTo>
                  <a:cubicBezTo>
                    <a:pt x="1477" y="638"/>
                    <a:pt x="1552" y="410"/>
                    <a:pt x="1445" y="199"/>
                  </a:cubicBezTo>
                  <a:cubicBezTo>
                    <a:pt x="1388" y="86"/>
                    <a:pt x="1272" y="9"/>
                    <a:pt x="1146" y="1"/>
                  </a:cubicBezTo>
                  <a:cubicBezTo>
                    <a:pt x="1138" y="1"/>
                    <a:pt x="1130" y="1"/>
                    <a:pt x="1122" y="1"/>
                  </a:cubicBezTo>
                  <a:cubicBezTo>
                    <a:pt x="957" y="1"/>
                    <a:pt x="817" y="113"/>
                    <a:pt x="776" y="266"/>
                  </a:cubicBezTo>
                  <a:cubicBezTo>
                    <a:pt x="735" y="113"/>
                    <a:pt x="595" y="1"/>
                    <a:pt x="42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28"/>
            <p:cNvSpPr/>
            <p:nvPr/>
          </p:nvSpPr>
          <p:spPr>
            <a:xfrm>
              <a:off x="4328676" y="1652928"/>
              <a:ext cx="37491" cy="43103"/>
            </a:xfrm>
            <a:custGeom>
              <a:rect b="b" l="l" r="r" t="t"/>
              <a:pathLst>
                <a:path extrusionOk="0" h="1214" w="1056">
                  <a:moveTo>
                    <a:pt x="628" y="1"/>
                  </a:moveTo>
                  <a:cubicBezTo>
                    <a:pt x="620" y="1"/>
                    <a:pt x="612" y="1"/>
                    <a:pt x="605" y="2"/>
                  </a:cubicBezTo>
                  <a:cubicBezTo>
                    <a:pt x="607" y="6"/>
                    <a:pt x="611" y="11"/>
                    <a:pt x="612" y="15"/>
                  </a:cubicBezTo>
                  <a:cubicBezTo>
                    <a:pt x="719" y="224"/>
                    <a:pt x="646" y="454"/>
                    <a:pt x="473" y="598"/>
                  </a:cubicBezTo>
                  <a:cubicBezTo>
                    <a:pt x="473" y="598"/>
                    <a:pt x="139" y="878"/>
                    <a:pt x="1" y="993"/>
                  </a:cubicBezTo>
                  <a:cubicBezTo>
                    <a:pt x="102" y="1078"/>
                    <a:pt x="204" y="1165"/>
                    <a:pt x="253" y="1203"/>
                  </a:cubicBezTo>
                  <a:cubicBezTo>
                    <a:pt x="260" y="1210"/>
                    <a:pt x="269" y="1213"/>
                    <a:pt x="279" y="1213"/>
                  </a:cubicBezTo>
                  <a:cubicBezTo>
                    <a:pt x="289" y="1213"/>
                    <a:pt x="299" y="1210"/>
                    <a:pt x="307" y="1203"/>
                  </a:cubicBezTo>
                  <a:cubicBezTo>
                    <a:pt x="415" y="1114"/>
                    <a:pt x="808" y="780"/>
                    <a:pt x="808" y="780"/>
                  </a:cubicBezTo>
                  <a:cubicBezTo>
                    <a:pt x="981" y="637"/>
                    <a:pt x="1056" y="409"/>
                    <a:pt x="949" y="200"/>
                  </a:cubicBezTo>
                  <a:cubicBezTo>
                    <a:pt x="892" y="87"/>
                    <a:pt x="776" y="9"/>
                    <a:pt x="650" y="2"/>
                  </a:cubicBezTo>
                  <a:cubicBezTo>
                    <a:pt x="643" y="1"/>
                    <a:pt x="635" y="1"/>
                    <a:pt x="62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28"/>
            <p:cNvSpPr/>
            <p:nvPr/>
          </p:nvSpPr>
          <p:spPr>
            <a:xfrm>
              <a:off x="4309433" y="1739202"/>
              <a:ext cx="102212" cy="102254"/>
            </a:xfrm>
            <a:custGeom>
              <a:rect b="b" l="l" r="r" t="t"/>
              <a:pathLst>
                <a:path extrusionOk="0" h="2880" w="2879">
                  <a:moveTo>
                    <a:pt x="1439" y="1"/>
                  </a:moveTo>
                  <a:cubicBezTo>
                    <a:pt x="644" y="1"/>
                    <a:pt x="0" y="644"/>
                    <a:pt x="0" y="1440"/>
                  </a:cubicBezTo>
                  <a:cubicBezTo>
                    <a:pt x="0" y="2234"/>
                    <a:pt x="644" y="2879"/>
                    <a:pt x="1439" y="2879"/>
                  </a:cubicBezTo>
                  <a:cubicBezTo>
                    <a:pt x="2234" y="2879"/>
                    <a:pt x="2878" y="2234"/>
                    <a:pt x="2878" y="1440"/>
                  </a:cubicBezTo>
                  <a:cubicBezTo>
                    <a:pt x="2878" y="644"/>
                    <a:pt x="2234" y="1"/>
                    <a:pt x="143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28"/>
            <p:cNvSpPr/>
            <p:nvPr/>
          </p:nvSpPr>
          <p:spPr>
            <a:xfrm>
              <a:off x="4331125" y="1741687"/>
              <a:ext cx="80520" cy="99769"/>
            </a:xfrm>
            <a:custGeom>
              <a:rect b="b" l="l" r="r" t="t"/>
              <a:pathLst>
                <a:path extrusionOk="0" h="2810" w="2268">
                  <a:moveTo>
                    <a:pt x="1272" y="0"/>
                  </a:moveTo>
                  <a:lnTo>
                    <a:pt x="1272" y="0"/>
                  </a:lnTo>
                  <a:cubicBezTo>
                    <a:pt x="1641" y="262"/>
                    <a:pt x="1883" y="691"/>
                    <a:pt x="1883" y="1179"/>
                  </a:cubicBezTo>
                  <a:cubicBezTo>
                    <a:pt x="1883" y="1974"/>
                    <a:pt x="1240" y="2618"/>
                    <a:pt x="444" y="2618"/>
                  </a:cubicBezTo>
                  <a:cubicBezTo>
                    <a:pt x="290" y="2618"/>
                    <a:pt x="140" y="2593"/>
                    <a:pt x="1" y="2547"/>
                  </a:cubicBezTo>
                  <a:lnTo>
                    <a:pt x="1" y="2547"/>
                  </a:lnTo>
                  <a:cubicBezTo>
                    <a:pt x="234" y="2711"/>
                    <a:pt x="520" y="2809"/>
                    <a:pt x="828" y="2809"/>
                  </a:cubicBezTo>
                  <a:cubicBezTo>
                    <a:pt x="1623" y="2809"/>
                    <a:pt x="2267" y="2164"/>
                    <a:pt x="2267" y="1370"/>
                  </a:cubicBezTo>
                  <a:cubicBezTo>
                    <a:pt x="2267" y="730"/>
                    <a:pt x="1850" y="187"/>
                    <a:pt x="12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28"/>
            <p:cNvSpPr/>
            <p:nvPr/>
          </p:nvSpPr>
          <p:spPr>
            <a:xfrm>
              <a:off x="4374830" y="1617424"/>
              <a:ext cx="9834" cy="20664"/>
            </a:xfrm>
            <a:custGeom>
              <a:rect b="b" l="l" r="r" t="t"/>
              <a:pathLst>
                <a:path extrusionOk="0" h="582" w="277">
                  <a:moveTo>
                    <a:pt x="138" y="0"/>
                  </a:moveTo>
                  <a:cubicBezTo>
                    <a:pt x="62" y="0"/>
                    <a:pt x="0" y="61"/>
                    <a:pt x="0" y="138"/>
                  </a:cubicBezTo>
                  <a:lnTo>
                    <a:pt x="0" y="442"/>
                  </a:lnTo>
                  <a:cubicBezTo>
                    <a:pt x="0" y="518"/>
                    <a:pt x="61" y="582"/>
                    <a:pt x="138" y="582"/>
                  </a:cubicBezTo>
                  <a:cubicBezTo>
                    <a:pt x="216" y="582"/>
                    <a:pt x="277" y="518"/>
                    <a:pt x="277" y="442"/>
                  </a:cubicBezTo>
                  <a:lnTo>
                    <a:pt x="277" y="138"/>
                  </a:lnTo>
                  <a:cubicBezTo>
                    <a:pt x="277" y="64"/>
                    <a:pt x="216" y="0"/>
                    <a:pt x="13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28"/>
            <p:cNvSpPr/>
            <p:nvPr/>
          </p:nvSpPr>
          <p:spPr>
            <a:xfrm>
              <a:off x="4289089" y="1582382"/>
              <a:ext cx="9905" cy="29185"/>
            </a:xfrm>
            <a:custGeom>
              <a:rect b="b" l="l" r="r" t="t"/>
              <a:pathLst>
                <a:path extrusionOk="0" h="822" w="279">
                  <a:moveTo>
                    <a:pt x="139" y="0"/>
                  </a:moveTo>
                  <a:cubicBezTo>
                    <a:pt x="64" y="0"/>
                    <a:pt x="1" y="61"/>
                    <a:pt x="1" y="138"/>
                  </a:cubicBezTo>
                  <a:lnTo>
                    <a:pt x="1" y="684"/>
                  </a:lnTo>
                  <a:cubicBezTo>
                    <a:pt x="1" y="759"/>
                    <a:pt x="62" y="822"/>
                    <a:pt x="139" y="822"/>
                  </a:cubicBezTo>
                  <a:cubicBezTo>
                    <a:pt x="216" y="822"/>
                    <a:pt x="278" y="760"/>
                    <a:pt x="278" y="684"/>
                  </a:cubicBezTo>
                  <a:lnTo>
                    <a:pt x="278" y="138"/>
                  </a:lnTo>
                  <a:cubicBezTo>
                    <a:pt x="278" y="62"/>
                    <a:pt x="216" y="0"/>
                    <a:pt x="13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28"/>
            <p:cNvSpPr/>
            <p:nvPr/>
          </p:nvSpPr>
          <p:spPr>
            <a:xfrm>
              <a:off x="4393257" y="1600524"/>
              <a:ext cx="9870" cy="47648"/>
            </a:xfrm>
            <a:custGeom>
              <a:rect b="b" l="l" r="r" t="t"/>
              <a:pathLst>
                <a:path extrusionOk="0" h="1342" w="278">
                  <a:moveTo>
                    <a:pt x="139" y="0"/>
                  </a:moveTo>
                  <a:cubicBezTo>
                    <a:pt x="64" y="0"/>
                    <a:pt x="1" y="60"/>
                    <a:pt x="1" y="138"/>
                  </a:cubicBezTo>
                  <a:lnTo>
                    <a:pt x="1" y="1203"/>
                  </a:lnTo>
                  <a:cubicBezTo>
                    <a:pt x="1" y="1278"/>
                    <a:pt x="61" y="1341"/>
                    <a:pt x="139" y="1341"/>
                  </a:cubicBezTo>
                  <a:cubicBezTo>
                    <a:pt x="217" y="1341"/>
                    <a:pt x="277" y="1278"/>
                    <a:pt x="277" y="1203"/>
                  </a:cubicBezTo>
                  <a:lnTo>
                    <a:pt x="277" y="138"/>
                  </a:lnTo>
                  <a:cubicBezTo>
                    <a:pt x="277" y="62"/>
                    <a:pt x="217" y="0"/>
                    <a:pt x="13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28"/>
            <p:cNvSpPr/>
            <p:nvPr/>
          </p:nvSpPr>
          <p:spPr>
            <a:xfrm>
              <a:off x="4329776" y="1766185"/>
              <a:ext cx="61597" cy="48216"/>
            </a:xfrm>
            <a:custGeom>
              <a:rect b="b" l="l" r="r" t="t"/>
              <a:pathLst>
                <a:path extrusionOk="0" h="1358" w="1735">
                  <a:moveTo>
                    <a:pt x="478" y="0"/>
                  </a:moveTo>
                  <a:cubicBezTo>
                    <a:pt x="470" y="0"/>
                    <a:pt x="462" y="0"/>
                    <a:pt x="453" y="1"/>
                  </a:cubicBezTo>
                  <a:cubicBezTo>
                    <a:pt x="312" y="9"/>
                    <a:pt x="184" y="97"/>
                    <a:pt x="119" y="222"/>
                  </a:cubicBezTo>
                  <a:cubicBezTo>
                    <a:pt x="0" y="457"/>
                    <a:pt x="84" y="712"/>
                    <a:pt x="275" y="873"/>
                  </a:cubicBezTo>
                  <a:cubicBezTo>
                    <a:pt x="275" y="873"/>
                    <a:pt x="717" y="1244"/>
                    <a:pt x="836" y="1346"/>
                  </a:cubicBezTo>
                  <a:cubicBezTo>
                    <a:pt x="845" y="1353"/>
                    <a:pt x="856" y="1357"/>
                    <a:pt x="867" y="1357"/>
                  </a:cubicBezTo>
                  <a:cubicBezTo>
                    <a:pt x="878" y="1357"/>
                    <a:pt x="889" y="1353"/>
                    <a:pt x="898" y="1346"/>
                  </a:cubicBezTo>
                  <a:cubicBezTo>
                    <a:pt x="1019" y="1244"/>
                    <a:pt x="1459" y="873"/>
                    <a:pt x="1459" y="873"/>
                  </a:cubicBezTo>
                  <a:cubicBezTo>
                    <a:pt x="1652" y="712"/>
                    <a:pt x="1734" y="457"/>
                    <a:pt x="1616" y="222"/>
                  </a:cubicBezTo>
                  <a:cubicBezTo>
                    <a:pt x="1551" y="97"/>
                    <a:pt x="1423" y="9"/>
                    <a:pt x="1281" y="1"/>
                  </a:cubicBezTo>
                  <a:cubicBezTo>
                    <a:pt x="1273" y="0"/>
                    <a:pt x="1264" y="0"/>
                    <a:pt x="1256" y="0"/>
                  </a:cubicBezTo>
                  <a:cubicBezTo>
                    <a:pt x="1071" y="0"/>
                    <a:pt x="913" y="125"/>
                    <a:pt x="868" y="296"/>
                  </a:cubicBezTo>
                  <a:cubicBezTo>
                    <a:pt x="821" y="125"/>
                    <a:pt x="66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28"/>
            <p:cNvSpPr/>
            <p:nvPr/>
          </p:nvSpPr>
          <p:spPr>
            <a:xfrm>
              <a:off x="4349942" y="1766185"/>
              <a:ext cx="41431" cy="48216"/>
            </a:xfrm>
            <a:custGeom>
              <a:rect b="b" l="l" r="r" t="t"/>
              <a:pathLst>
                <a:path extrusionOk="0" h="1358" w="1167">
                  <a:moveTo>
                    <a:pt x="691" y="1"/>
                  </a:moveTo>
                  <a:cubicBezTo>
                    <a:pt x="696" y="5"/>
                    <a:pt x="697" y="11"/>
                    <a:pt x="698" y="14"/>
                  </a:cubicBezTo>
                  <a:cubicBezTo>
                    <a:pt x="818" y="248"/>
                    <a:pt x="734" y="503"/>
                    <a:pt x="543" y="666"/>
                  </a:cubicBezTo>
                  <a:cubicBezTo>
                    <a:pt x="543" y="666"/>
                    <a:pt x="143" y="1001"/>
                    <a:pt x="0" y="1122"/>
                  </a:cubicBezTo>
                  <a:cubicBezTo>
                    <a:pt x="108" y="1212"/>
                    <a:pt x="216" y="1303"/>
                    <a:pt x="270" y="1346"/>
                  </a:cubicBezTo>
                  <a:cubicBezTo>
                    <a:pt x="278" y="1353"/>
                    <a:pt x="289" y="1357"/>
                    <a:pt x="300" y="1357"/>
                  </a:cubicBezTo>
                  <a:cubicBezTo>
                    <a:pt x="311" y="1357"/>
                    <a:pt x="321" y="1353"/>
                    <a:pt x="330" y="1346"/>
                  </a:cubicBezTo>
                  <a:cubicBezTo>
                    <a:pt x="451" y="1244"/>
                    <a:pt x="891" y="874"/>
                    <a:pt x="891" y="874"/>
                  </a:cubicBezTo>
                  <a:cubicBezTo>
                    <a:pt x="1084" y="712"/>
                    <a:pt x="1166" y="457"/>
                    <a:pt x="1048" y="222"/>
                  </a:cubicBezTo>
                  <a:cubicBezTo>
                    <a:pt x="983" y="97"/>
                    <a:pt x="855" y="11"/>
                    <a:pt x="71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16" name="Google Shape;5216;p28"/>
          <p:cNvGrpSpPr/>
          <p:nvPr/>
        </p:nvGrpSpPr>
        <p:grpSpPr>
          <a:xfrm>
            <a:off x="3435580" y="1514712"/>
            <a:ext cx="331461" cy="326319"/>
            <a:chOff x="3435580" y="1514712"/>
            <a:chExt cx="331461" cy="326319"/>
          </a:xfrm>
        </p:grpSpPr>
        <p:sp>
          <p:nvSpPr>
            <p:cNvPr id="5217" name="Google Shape;5217;p28"/>
            <p:cNvSpPr/>
            <p:nvPr/>
          </p:nvSpPr>
          <p:spPr>
            <a:xfrm>
              <a:off x="3435580" y="1594986"/>
              <a:ext cx="180566" cy="241470"/>
            </a:xfrm>
            <a:custGeom>
              <a:rect b="b" l="l" r="r" t="t"/>
              <a:pathLst>
                <a:path extrusionOk="0" h="6801" w="5086">
                  <a:moveTo>
                    <a:pt x="2944" y="0"/>
                  </a:moveTo>
                  <a:cubicBezTo>
                    <a:pt x="2920" y="0"/>
                    <a:pt x="2895" y="9"/>
                    <a:pt x="2874" y="29"/>
                  </a:cubicBezTo>
                  <a:cubicBezTo>
                    <a:pt x="2418" y="464"/>
                    <a:pt x="2051" y="998"/>
                    <a:pt x="1806" y="1578"/>
                  </a:cubicBezTo>
                  <a:cubicBezTo>
                    <a:pt x="1768" y="1670"/>
                    <a:pt x="1681" y="1719"/>
                    <a:pt x="1593" y="1719"/>
                  </a:cubicBezTo>
                  <a:cubicBezTo>
                    <a:pt x="1532" y="1719"/>
                    <a:pt x="1470" y="1696"/>
                    <a:pt x="1423" y="1647"/>
                  </a:cubicBezTo>
                  <a:cubicBezTo>
                    <a:pt x="1373" y="1594"/>
                    <a:pt x="1323" y="1540"/>
                    <a:pt x="1272" y="1489"/>
                  </a:cubicBezTo>
                  <a:cubicBezTo>
                    <a:pt x="1251" y="1466"/>
                    <a:pt x="1224" y="1456"/>
                    <a:pt x="1198" y="1456"/>
                  </a:cubicBezTo>
                  <a:cubicBezTo>
                    <a:pt x="1144" y="1456"/>
                    <a:pt x="1093" y="1498"/>
                    <a:pt x="1094" y="1562"/>
                  </a:cubicBezTo>
                  <a:cubicBezTo>
                    <a:pt x="1100" y="1886"/>
                    <a:pt x="1085" y="2208"/>
                    <a:pt x="1003" y="2520"/>
                  </a:cubicBezTo>
                  <a:cubicBezTo>
                    <a:pt x="812" y="3261"/>
                    <a:pt x="130" y="3815"/>
                    <a:pt x="59" y="4597"/>
                  </a:cubicBezTo>
                  <a:cubicBezTo>
                    <a:pt x="0" y="5262"/>
                    <a:pt x="310" y="5879"/>
                    <a:pt x="838" y="6276"/>
                  </a:cubicBezTo>
                  <a:cubicBezTo>
                    <a:pt x="1335" y="6649"/>
                    <a:pt x="1995" y="6801"/>
                    <a:pt x="2611" y="6801"/>
                  </a:cubicBezTo>
                  <a:cubicBezTo>
                    <a:pt x="2653" y="6801"/>
                    <a:pt x="2694" y="6800"/>
                    <a:pt x="2736" y="6799"/>
                  </a:cubicBezTo>
                  <a:cubicBezTo>
                    <a:pt x="3074" y="6787"/>
                    <a:pt x="3414" y="6729"/>
                    <a:pt x="3729" y="6606"/>
                  </a:cubicBezTo>
                  <a:cubicBezTo>
                    <a:pt x="3877" y="6548"/>
                    <a:pt x="4021" y="6475"/>
                    <a:pt x="4152" y="6383"/>
                  </a:cubicBezTo>
                  <a:cubicBezTo>
                    <a:pt x="4798" y="5934"/>
                    <a:pt x="5086" y="5057"/>
                    <a:pt x="4959" y="4296"/>
                  </a:cubicBezTo>
                  <a:cubicBezTo>
                    <a:pt x="4901" y="3952"/>
                    <a:pt x="4752" y="3614"/>
                    <a:pt x="4594" y="3290"/>
                  </a:cubicBezTo>
                  <a:cubicBezTo>
                    <a:pt x="4395" y="2883"/>
                    <a:pt x="4101" y="2526"/>
                    <a:pt x="3829" y="2166"/>
                  </a:cubicBezTo>
                  <a:cubicBezTo>
                    <a:pt x="3557" y="1808"/>
                    <a:pt x="3277" y="1440"/>
                    <a:pt x="3114" y="1018"/>
                  </a:cubicBezTo>
                  <a:cubicBezTo>
                    <a:pt x="3032" y="812"/>
                    <a:pt x="2995" y="458"/>
                    <a:pt x="3047" y="121"/>
                  </a:cubicBezTo>
                  <a:cubicBezTo>
                    <a:pt x="3059" y="52"/>
                    <a:pt x="3003" y="0"/>
                    <a:pt x="294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28"/>
            <p:cNvSpPr/>
            <p:nvPr/>
          </p:nvSpPr>
          <p:spPr>
            <a:xfrm>
              <a:off x="3530198" y="1595057"/>
              <a:ext cx="85952" cy="235753"/>
            </a:xfrm>
            <a:custGeom>
              <a:rect b="b" l="l" r="r" t="t"/>
              <a:pathLst>
                <a:path extrusionOk="0" h="6640" w="2421">
                  <a:moveTo>
                    <a:pt x="279" y="0"/>
                  </a:moveTo>
                  <a:cubicBezTo>
                    <a:pt x="255" y="0"/>
                    <a:pt x="230" y="9"/>
                    <a:pt x="209" y="29"/>
                  </a:cubicBezTo>
                  <a:cubicBezTo>
                    <a:pt x="151" y="84"/>
                    <a:pt x="97" y="140"/>
                    <a:pt x="42" y="197"/>
                  </a:cubicBezTo>
                  <a:cubicBezTo>
                    <a:pt x="53" y="214"/>
                    <a:pt x="56" y="236"/>
                    <a:pt x="53" y="261"/>
                  </a:cubicBezTo>
                  <a:cubicBezTo>
                    <a:pt x="0" y="597"/>
                    <a:pt x="39" y="953"/>
                    <a:pt x="120" y="1158"/>
                  </a:cubicBezTo>
                  <a:cubicBezTo>
                    <a:pt x="284" y="1580"/>
                    <a:pt x="564" y="1948"/>
                    <a:pt x="835" y="2307"/>
                  </a:cubicBezTo>
                  <a:cubicBezTo>
                    <a:pt x="1107" y="2667"/>
                    <a:pt x="1400" y="3022"/>
                    <a:pt x="1600" y="3431"/>
                  </a:cubicBezTo>
                  <a:cubicBezTo>
                    <a:pt x="1756" y="3754"/>
                    <a:pt x="1905" y="4093"/>
                    <a:pt x="1963" y="4437"/>
                  </a:cubicBezTo>
                  <a:cubicBezTo>
                    <a:pt x="2091" y="5198"/>
                    <a:pt x="1802" y="6073"/>
                    <a:pt x="1157" y="6522"/>
                  </a:cubicBezTo>
                  <a:cubicBezTo>
                    <a:pt x="1094" y="6565"/>
                    <a:pt x="1028" y="6604"/>
                    <a:pt x="960" y="6640"/>
                  </a:cubicBezTo>
                  <a:cubicBezTo>
                    <a:pt x="996" y="6630"/>
                    <a:pt x="1029" y="6617"/>
                    <a:pt x="1064" y="6602"/>
                  </a:cubicBezTo>
                  <a:cubicBezTo>
                    <a:pt x="1213" y="6543"/>
                    <a:pt x="1356" y="6468"/>
                    <a:pt x="1487" y="6379"/>
                  </a:cubicBezTo>
                  <a:cubicBezTo>
                    <a:pt x="2133" y="5932"/>
                    <a:pt x="2421" y="5055"/>
                    <a:pt x="2294" y="4296"/>
                  </a:cubicBezTo>
                  <a:cubicBezTo>
                    <a:pt x="2236" y="3953"/>
                    <a:pt x="2087" y="3615"/>
                    <a:pt x="1929" y="3291"/>
                  </a:cubicBezTo>
                  <a:cubicBezTo>
                    <a:pt x="1731" y="2882"/>
                    <a:pt x="1438" y="2526"/>
                    <a:pt x="1164" y="2166"/>
                  </a:cubicBezTo>
                  <a:cubicBezTo>
                    <a:pt x="895" y="1807"/>
                    <a:pt x="612" y="1439"/>
                    <a:pt x="449" y="1019"/>
                  </a:cubicBezTo>
                  <a:cubicBezTo>
                    <a:pt x="367" y="812"/>
                    <a:pt x="328" y="455"/>
                    <a:pt x="382" y="121"/>
                  </a:cubicBezTo>
                  <a:cubicBezTo>
                    <a:pt x="394" y="52"/>
                    <a:pt x="338" y="0"/>
                    <a:pt x="279"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28"/>
            <p:cNvSpPr/>
            <p:nvPr/>
          </p:nvSpPr>
          <p:spPr>
            <a:xfrm>
              <a:off x="3456208" y="1707533"/>
              <a:ext cx="138779" cy="128777"/>
            </a:xfrm>
            <a:custGeom>
              <a:rect b="b" l="l" r="r" t="t"/>
              <a:pathLst>
                <a:path extrusionOk="0" h="3627" w="3909">
                  <a:moveTo>
                    <a:pt x="2222" y="1"/>
                  </a:moveTo>
                  <a:cubicBezTo>
                    <a:pt x="2208" y="1"/>
                    <a:pt x="2193" y="8"/>
                    <a:pt x="2185" y="22"/>
                  </a:cubicBezTo>
                  <a:cubicBezTo>
                    <a:pt x="1981" y="382"/>
                    <a:pt x="1775" y="743"/>
                    <a:pt x="1570" y="1103"/>
                  </a:cubicBezTo>
                  <a:cubicBezTo>
                    <a:pt x="1514" y="1202"/>
                    <a:pt x="1457" y="1310"/>
                    <a:pt x="1435" y="1420"/>
                  </a:cubicBezTo>
                  <a:cubicBezTo>
                    <a:pt x="1428" y="1462"/>
                    <a:pt x="1392" y="1485"/>
                    <a:pt x="1356" y="1485"/>
                  </a:cubicBezTo>
                  <a:cubicBezTo>
                    <a:pt x="1330" y="1485"/>
                    <a:pt x="1305" y="1474"/>
                    <a:pt x="1288" y="1450"/>
                  </a:cubicBezTo>
                  <a:cubicBezTo>
                    <a:pt x="1212" y="1343"/>
                    <a:pt x="1149" y="1214"/>
                    <a:pt x="1096" y="1090"/>
                  </a:cubicBezTo>
                  <a:cubicBezTo>
                    <a:pt x="1089" y="1074"/>
                    <a:pt x="1073" y="1065"/>
                    <a:pt x="1058" y="1065"/>
                  </a:cubicBezTo>
                  <a:cubicBezTo>
                    <a:pt x="1043" y="1065"/>
                    <a:pt x="1028" y="1072"/>
                    <a:pt x="1019" y="1087"/>
                  </a:cubicBezTo>
                  <a:cubicBezTo>
                    <a:pt x="962" y="1191"/>
                    <a:pt x="831" y="1404"/>
                    <a:pt x="566" y="1746"/>
                  </a:cubicBezTo>
                  <a:cubicBezTo>
                    <a:pt x="405" y="1958"/>
                    <a:pt x="232" y="2119"/>
                    <a:pt x="124" y="2365"/>
                  </a:cubicBezTo>
                  <a:cubicBezTo>
                    <a:pt x="52" y="2525"/>
                    <a:pt x="12" y="2699"/>
                    <a:pt x="0" y="2873"/>
                  </a:cubicBezTo>
                  <a:cubicBezTo>
                    <a:pt x="80" y="2955"/>
                    <a:pt x="166" y="3033"/>
                    <a:pt x="260" y="3103"/>
                  </a:cubicBezTo>
                  <a:cubicBezTo>
                    <a:pt x="708" y="3440"/>
                    <a:pt x="1382" y="3627"/>
                    <a:pt x="2048" y="3627"/>
                  </a:cubicBezTo>
                  <a:cubicBezTo>
                    <a:pt x="2738" y="3627"/>
                    <a:pt x="3421" y="3426"/>
                    <a:pt x="3838" y="2982"/>
                  </a:cubicBezTo>
                  <a:cubicBezTo>
                    <a:pt x="3861" y="2958"/>
                    <a:pt x="3886" y="2931"/>
                    <a:pt x="3909" y="2903"/>
                  </a:cubicBezTo>
                  <a:cubicBezTo>
                    <a:pt x="3873" y="2449"/>
                    <a:pt x="3666" y="1994"/>
                    <a:pt x="3371" y="1673"/>
                  </a:cubicBezTo>
                  <a:cubicBezTo>
                    <a:pt x="3224" y="1515"/>
                    <a:pt x="3070" y="1372"/>
                    <a:pt x="2939" y="1202"/>
                  </a:cubicBezTo>
                  <a:cubicBezTo>
                    <a:pt x="2663" y="844"/>
                    <a:pt x="2392" y="463"/>
                    <a:pt x="2263" y="31"/>
                  </a:cubicBezTo>
                  <a:cubicBezTo>
                    <a:pt x="2257" y="11"/>
                    <a:pt x="2240" y="1"/>
                    <a:pt x="22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28"/>
            <p:cNvSpPr/>
            <p:nvPr/>
          </p:nvSpPr>
          <p:spPr>
            <a:xfrm>
              <a:off x="3527393" y="1707568"/>
              <a:ext cx="67561" cy="112160"/>
            </a:xfrm>
            <a:custGeom>
              <a:rect b="b" l="l" r="r" t="t"/>
              <a:pathLst>
                <a:path extrusionOk="0" h="3159" w="1903">
                  <a:moveTo>
                    <a:pt x="217" y="1"/>
                  </a:moveTo>
                  <a:cubicBezTo>
                    <a:pt x="203" y="1"/>
                    <a:pt x="188" y="8"/>
                    <a:pt x="180" y="23"/>
                  </a:cubicBezTo>
                  <a:cubicBezTo>
                    <a:pt x="119" y="126"/>
                    <a:pt x="60" y="233"/>
                    <a:pt x="0" y="338"/>
                  </a:cubicBezTo>
                  <a:cubicBezTo>
                    <a:pt x="132" y="760"/>
                    <a:pt x="396" y="1134"/>
                    <a:pt x="669" y="1486"/>
                  </a:cubicBezTo>
                  <a:cubicBezTo>
                    <a:pt x="803" y="1658"/>
                    <a:pt x="956" y="1800"/>
                    <a:pt x="1101" y="1958"/>
                  </a:cubicBezTo>
                  <a:cubicBezTo>
                    <a:pt x="1389" y="2269"/>
                    <a:pt x="1595" y="2712"/>
                    <a:pt x="1636" y="3158"/>
                  </a:cubicBezTo>
                  <a:cubicBezTo>
                    <a:pt x="1705" y="3104"/>
                    <a:pt x="1773" y="3046"/>
                    <a:pt x="1832" y="2981"/>
                  </a:cubicBezTo>
                  <a:cubicBezTo>
                    <a:pt x="1855" y="2957"/>
                    <a:pt x="1878" y="2930"/>
                    <a:pt x="1902" y="2902"/>
                  </a:cubicBezTo>
                  <a:cubicBezTo>
                    <a:pt x="1868" y="2448"/>
                    <a:pt x="1661" y="1993"/>
                    <a:pt x="1366" y="1673"/>
                  </a:cubicBezTo>
                  <a:cubicBezTo>
                    <a:pt x="1219" y="1515"/>
                    <a:pt x="1065" y="1374"/>
                    <a:pt x="934" y="1203"/>
                  </a:cubicBezTo>
                  <a:cubicBezTo>
                    <a:pt x="658" y="844"/>
                    <a:pt x="387" y="463"/>
                    <a:pt x="258" y="31"/>
                  </a:cubicBezTo>
                  <a:cubicBezTo>
                    <a:pt x="252" y="12"/>
                    <a:pt x="235" y="1"/>
                    <a:pt x="217"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28"/>
            <p:cNvSpPr/>
            <p:nvPr/>
          </p:nvSpPr>
          <p:spPr>
            <a:xfrm>
              <a:off x="3565346" y="1597897"/>
              <a:ext cx="24852" cy="34937"/>
            </a:xfrm>
            <a:custGeom>
              <a:rect b="b" l="l" r="r" t="t"/>
              <a:pathLst>
                <a:path extrusionOk="0" h="984" w="700">
                  <a:moveTo>
                    <a:pt x="491" y="1"/>
                  </a:moveTo>
                  <a:cubicBezTo>
                    <a:pt x="219" y="1"/>
                    <a:pt x="0" y="221"/>
                    <a:pt x="0" y="493"/>
                  </a:cubicBezTo>
                  <a:cubicBezTo>
                    <a:pt x="0" y="765"/>
                    <a:pt x="219" y="983"/>
                    <a:pt x="491" y="983"/>
                  </a:cubicBezTo>
                  <a:lnTo>
                    <a:pt x="700" y="983"/>
                  </a:lnTo>
                  <a:lnTo>
                    <a:pt x="700"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28"/>
            <p:cNvSpPr/>
            <p:nvPr/>
          </p:nvSpPr>
          <p:spPr>
            <a:xfrm>
              <a:off x="3580506" y="1720669"/>
              <a:ext cx="156104" cy="120362"/>
            </a:xfrm>
            <a:custGeom>
              <a:rect b="b" l="l" r="r" t="t"/>
              <a:pathLst>
                <a:path extrusionOk="0" h="3390" w="4397">
                  <a:moveTo>
                    <a:pt x="2199" y="1"/>
                  </a:moveTo>
                  <a:cubicBezTo>
                    <a:pt x="985" y="1"/>
                    <a:pt x="1" y="985"/>
                    <a:pt x="1" y="2199"/>
                  </a:cubicBezTo>
                  <a:lnTo>
                    <a:pt x="1" y="3390"/>
                  </a:lnTo>
                  <a:lnTo>
                    <a:pt x="4395" y="3390"/>
                  </a:lnTo>
                  <a:lnTo>
                    <a:pt x="4397" y="2199"/>
                  </a:lnTo>
                  <a:cubicBezTo>
                    <a:pt x="4397" y="985"/>
                    <a:pt x="3414" y="1"/>
                    <a:pt x="219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28"/>
            <p:cNvSpPr/>
            <p:nvPr/>
          </p:nvSpPr>
          <p:spPr>
            <a:xfrm>
              <a:off x="3651017" y="1720634"/>
              <a:ext cx="85561" cy="120362"/>
            </a:xfrm>
            <a:custGeom>
              <a:rect b="b" l="l" r="r" t="t"/>
              <a:pathLst>
                <a:path extrusionOk="0" h="3390" w="2410">
                  <a:moveTo>
                    <a:pt x="212" y="0"/>
                  </a:moveTo>
                  <a:cubicBezTo>
                    <a:pt x="140" y="0"/>
                    <a:pt x="70" y="3"/>
                    <a:pt x="1" y="10"/>
                  </a:cubicBezTo>
                  <a:cubicBezTo>
                    <a:pt x="524" y="61"/>
                    <a:pt x="993" y="295"/>
                    <a:pt x="1345" y="646"/>
                  </a:cubicBezTo>
                  <a:cubicBezTo>
                    <a:pt x="1742" y="1043"/>
                    <a:pt x="1989" y="1593"/>
                    <a:pt x="1989" y="2202"/>
                  </a:cubicBezTo>
                  <a:lnTo>
                    <a:pt x="1989" y="3389"/>
                  </a:lnTo>
                  <a:lnTo>
                    <a:pt x="2409" y="3389"/>
                  </a:lnTo>
                  <a:lnTo>
                    <a:pt x="2409" y="2202"/>
                  </a:lnTo>
                  <a:cubicBezTo>
                    <a:pt x="2409" y="1596"/>
                    <a:pt x="2163" y="1045"/>
                    <a:pt x="1766" y="643"/>
                  </a:cubicBezTo>
                  <a:cubicBezTo>
                    <a:pt x="1368" y="246"/>
                    <a:pt x="818" y="0"/>
                    <a:pt x="21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28"/>
            <p:cNvSpPr/>
            <p:nvPr/>
          </p:nvSpPr>
          <p:spPr>
            <a:xfrm>
              <a:off x="3641253" y="1682112"/>
              <a:ext cx="34508" cy="62915"/>
            </a:xfrm>
            <a:custGeom>
              <a:rect b="b" l="l" r="r" t="t"/>
              <a:pathLst>
                <a:path extrusionOk="0" h="1772" w="972">
                  <a:moveTo>
                    <a:pt x="1" y="0"/>
                  </a:moveTo>
                  <a:lnTo>
                    <a:pt x="1" y="1287"/>
                  </a:lnTo>
                  <a:cubicBezTo>
                    <a:pt x="1" y="1554"/>
                    <a:pt x="218" y="1772"/>
                    <a:pt x="487" y="1772"/>
                  </a:cubicBezTo>
                  <a:cubicBezTo>
                    <a:pt x="755" y="1772"/>
                    <a:pt x="972" y="1554"/>
                    <a:pt x="971" y="1287"/>
                  </a:cubicBezTo>
                  <a:lnTo>
                    <a:pt x="971"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28"/>
            <p:cNvSpPr/>
            <p:nvPr/>
          </p:nvSpPr>
          <p:spPr>
            <a:xfrm>
              <a:off x="3651478" y="1682148"/>
              <a:ext cx="24284" cy="62879"/>
            </a:xfrm>
            <a:custGeom>
              <a:rect b="b" l="l" r="r" t="t"/>
              <a:pathLst>
                <a:path extrusionOk="0" h="1771" w="684">
                  <a:moveTo>
                    <a:pt x="287" y="1"/>
                  </a:moveTo>
                  <a:lnTo>
                    <a:pt x="287" y="1286"/>
                  </a:lnTo>
                  <a:cubicBezTo>
                    <a:pt x="287" y="1481"/>
                    <a:pt x="170" y="1653"/>
                    <a:pt x="0" y="1727"/>
                  </a:cubicBezTo>
                  <a:cubicBezTo>
                    <a:pt x="59" y="1756"/>
                    <a:pt x="129" y="1771"/>
                    <a:pt x="199" y="1771"/>
                  </a:cubicBezTo>
                  <a:cubicBezTo>
                    <a:pt x="467" y="1771"/>
                    <a:pt x="684" y="1553"/>
                    <a:pt x="684" y="1286"/>
                  </a:cubicBezTo>
                  <a:lnTo>
                    <a:pt x="684"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28"/>
            <p:cNvSpPr/>
            <p:nvPr/>
          </p:nvSpPr>
          <p:spPr>
            <a:xfrm>
              <a:off x="3588885" y="1550854"/>
              <a:ext cx="139276" cy="149334"/>
            </a:xfrm>
            <a:custGeom>
              <a:rect b="b" l="l" r="r" t="t"/>
              <a:pathLst>
                <a:path extrusionOk="0" h="4206" w="3923">
                  <a:moveTo>
                    <a:pt x="1962" y="0"/>
                  </a:moveTo>
                  <a:lnTo>
                    <a:pt x="1" y="1041"/>
                  </a:lnTo>
                  <a:lnTo>
                    <a:pt x="1" y="2242"/>
                  </a:lnTo>
                  <a:cubicBezTo>
                    <a:pt x="1" y="3324"/>
                    <a:pt x="878" y="4205"/>
                    <a:pt x="1962" y="4205"/>
                  </a:cubicBezTo>
                  <a:cubicBezTo>
                    <a:pt x="3044" y="4205"/>
                    <a:pt x="3922" y="3327"/>
                    <a:pt x="3922" y="2242"/>
                  </a:cubicBezTo>
                  <a:lnTo>
                    <a:pt x="3922" y="1041"/>
                  </a:lnTo>
                  <a:lnTo>
                    <a:pt x="1962"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28"/>
            <p:cNvSpPr/>
            <p:nvPr/>
          </p:nvSpPr>
          <p:spPr>
            <a:xfrm>
              <a:off x="3588885" y="1514712"/>
              <a:ext cx="139276" cy="81839"/>
            </a:xfrm>
            <a:custGeom>
              <a:rect b="b" l="l" r="r" t="t"/>
              <a:pathLst>
                <a:path extrusionOk="0" h="2305" w="3923">
                  <a:moveTo>
                    <a:pt x="1962" y="1"/>
                  </a:moveTo>
                  <a:cubicBezTo>
                    <a:pt x="878" y="1"/>
                    <a:pt x="1" y="880"/>
                    <a:pt x="1" y="1964"/>
                  </a:cubicBezTo>
                  <a:lnTo>
                    <a:pt x="1" y="2305"/>
                  </a:lnTo>
                  <a:cubicBezTo>
                    <a:pt x="1" y="2305"/>
                    <a:pt x="2" y="2305"/>
                    <a:pt x="3" y="2305"/>
                  </a:cubicBezTo>
                  <a:cubicBezTo>
                    <a:pt x="67" y="2305"/>
                    <a:pt x="1291" y="2293"/>
                    <a:pt x="1962" y="1359"/>
                  </a:cubicBezTo>
                  <a:cubicBezTo>
                    <a:pt x="2632" y="2293"/>
                    <a:pt x="3855" y="2305"/>
                    <a:pt x="3919" y="2305"/>
                  </a:cubicBezTo>
                  <a:cubicBezTo>
                    <a:pt x="3921" y="2305"/>
                    <a:pt x="3922" y="2305"/>
                    <a:pt x="3922" y="2305"/>
                  </a:cubicBezTo>
                  <a:lnTo>
                    <a:pt x="3922" y="1964"/>
                  </a:lnTo>
                  <a:cubicBezTo>
                    <a:pt x="3922" y="880"/>
                    <a:pt x="3044" y="1"/>
                    <a:pt x="196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28"/>
            <p:cNvSpPr/>
            <p:nvPr/>
          </p:nvSpPr>
          <p:spPr>
            <a:xfrm>
              <a:off x="3726782" y="1597897"/>
              <a:ext cx="24852" cy="34937"/>
            </a:xfrm>
            <a:custGeom>
              <a:rect b="b" l="l" r="r" t="t"/>
              <a:pathLst>
                <a:path extrusionOk="0" h="984" w="700">
                  <a:moveTo>
                    <a:pt x="1" y="1"/>
                  </a:moveTo>
                  <a:lnTo>
                    <a:pt x="1" y="983"/>
                  </a:lnTo>
                  <a:lnTo>
                    <a:pt x="209" y="983"/>
                  </a:lnTo>
                  <a:cubicBezTo>
                    <a:pt x="481" y="983"/>
                    <a:pt x="700" y="765"/>
                    <a:pt x="700" y="493"/>
                  </a:cubicBezTo>
                  <a:cubicBezTo>
                    <a:pt x="700" y="221"/>
                    <a:pt x="481" y="1"/>
                    <a:pt x="20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28"/>
            <p:cNvSpPr/>
            <p:nvPr/>
          </p:nvSpPr>
          <p:spPr>
            <a:xfrm>
              <a:off x="3726853" y="1598501"/>
              <a:ext cx="24852" cy="34298"/>
            </a:xfrm>
            <a:custGeom>
              <a:rect b="b" l="l" r="r" t="t"/>
              <a:pathLst>
                <a:path extrusionOk="0" h="966" w="700">
                  <a:moveTo>
                    <a:pt x="345" y="1"/>
                  </a:moveTo>
                  <a:lnTo>
                    <a:pt x="345" y="1"/>
                  </a:lnTo>
                  <a:cubicBezTo>
                    <a:pt x="396" y="79"/>
                    <a:pt x="425" y="169"/>
                    <a:pt x="425" y="269"/>
                  </a:cubicBezTo>
                  <a:cubicBezTo>
                    <a:pt x="425" y="519"/>
                    <a:pt x="240" y="723"/>
                    <a:pt x="0" y="756"/>
                  </a:cubicBezTo>
                  <a:lnTo>
                    <a:pt x="0" y="965"/>
                  </a:lnTo>
                  <a:lnTo>
                    <a:pt x="209" y="965"/>
                  </a:lnTo>
                  <a:cubicBezTo>
                    <a:pt x="481" y="965"/>
                    <a:pt x="699" y="745"/>
                    <a:pt x="699" y="474"/>
                  </a:cubicBezTo>
                  <a:cubicBezTo>
                    <a:pt x="699" y="339"/>
                    <a:pt x="645" y="215"/>
                    <a:pt x="556" y="125"/>
                  </a:cubicBezTo>
                  <a:cubicBezTo>
                    <a:pt x="498" y="67"/>
                    <a:pt x="426" y="24"/>
                    <a:pt x="34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28"/>
            <p:cNvSpPr/>
            <p:nvPr/>
          </p:nvSpPr>
          <p:spPr>
            <a:xfrm>
              <a:off x="3622294" y="1610891"/>
              <a:ext cx="9870" cy="21694"/>
            </a:xfrm>
            <a:custGeom>
              <a:rect b="b" l="l" r="r" t="t"/>
              <a:pathLst>
                <a:path extrusionOk="0" h="611" w="278">
                  <a:moveTo>
                    <a:pt x="139" y="0"/>
                  </a:moveTo>
                  <a:cubicBezTo>
                    <a:pt x="61" y="0"/>
                    <a:pt x="1" y="62"/>
                    <a:pt x="1" y="140"/>
                  </a:cubicBezTo>
                  <a:lnTo>
                    <a:pt x="1" y="472"/>
                  </a:lnTo>
                  <a:cubicBezTo>
                    <a:pt x="1" y="550"/>
                    <a:pt x="61" y="610"/>
                    <a:pt x="139" y="610"/>
                  </a:cubicBezTo>
                  <a:cubicBezTo>
                    <a:pt x="215" y="610"/>
                    <a:pt x="277" y="547"/>
                    <a:pt x="277" y="472"/>
                  </a:cubicBezTo>
                  <a:lnTo>
                    <a:pt x="277" y="140"/>
                  </a:lnTo>
                  <a:cubicBezTo>
                    <a:pt x="277" y="62"/>
                    <a:pt x="217" y="0"/>
                    <a:pt x="13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28"/>
            <p:cNvSpPr/>
            <p:nvPr/>
          </p:nvSpPr>
          <p:spPr>
            <a:xfrm>
              <a:off x="3684887" y="1610891"/>
              <a:ext cx="9941" cy="21694"/>
            </a:xfrm>
            <a:custGeom>
              <a:rect b="b" l="l" r="r" t="t"/>
              <a:pathLst>
                <a:path extrusionOk="0" h="611" w="280">
                  <a:moveTo>
                    <a:pt x="139" y="0"/>
                  </a:moveTo>
                  <a:cubicBezTo>
                    <a:pt x="64" y="0"/>
                    <a:pt x="1" y="62"/>
                    <a:pt x="1" y="140"/>
                  </a:cubicBezTo>
                  <a:lnTo>
                    <a:pt x="1" y="472"/>
                  </a:lnTo>
                  <a:cubicBezTo>
                    <a:pt x="1" y="550"/>
                    <a:pt x="61" y="610"/>
                    <a:pt x="139" y="610"/>
                  </a:cubicBezTo>
                  <a:cubicBezTo>
                    <a:pt x="216" y="610"/>
                    <a:pt x="280" y="547"/>
                    <a:pt x="277" y="472"/>
                  </a:cubicBezTo>
                  <a:lnTo>
                    <a:pt x="277" y="140"/>
                  </a:lnTo>
                  <a:cubicBezTo>
                    <a:pt x="277" y="62"/>
                    <a:pt x="216" y="0"/>
                    <a:pt x="13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28"/>
            <p:cNvSpPr/>
            <p:nvPr/>
          </p:nvSpPr>
          <p:spPr>
            <a:xfrm>
              <a:off x="3643206" y="1647638"/>
              <a:ext cx="30532" cy="14557"/>
            </a:xfrm>
            <a:custGeom>
              <a:rect b="b" l="l" r="r" t="t"/>
              <a:pathLst>
                <a:path extrusionOk="0" h="410" w="860">
                  <a:moveTo>
                    <a:pt x="703" y="0"/>
                  </a:moveTo>
                  <a:cubicBezTo>
                    <a:pt x="662" y="0"/>
                    <a:pt x="622" y="18"/>
                    <a:pt x="595" y="52"/>
                  </a:cubicBezTo>
                  <a:cubicBezTo>
                    <a:pt x="554" y="105"/>
                    <a:pt x="492" y="134"/>
                    <a:pt x="428" y="134"/>
                  </a:cubicBezTo>
                  <a:cubicBezTo>
                    <a:pt x="363" y="134"/>
                    <a:pt x="304" y="105"/>
                    <a:pt x="262" y="54"/>
                  </a:cubicBezTo>
                  <a:cubicBezTo>
                    <a:pt x="236" y="20"/>
                    <a:pt x="196" y="3"/>
                    <a:pt x="156" y="3"/>
                  </a:cubicBezTo>
                  <a:cubicBezTo>
                    <a:pt x="125" y="3"/>
                    <a:pt x="94" y="13"/>
                    <a:pt x="68" y="34"/>
                  </a:cubicBezTo>
                  <a:cubicBezTo>
                    <a:pt x="9" y="80"/>
                    <a:pt x="0" y="170"/>
                    <a:pt x="48" y="229"/>
                  </a:cubicBezTo>
                  <a:cubicBezTo>
                    <a:pt x="141" y="344"/>
                    <a:pt x="282" y="410"/>
                    <a:pt x="429" y="410"/>
                  </a:cubicBezTo>
                  <a:cubicBezTo>
                    <a:pt x="580" y="410"/>
                    <a:pt x="721" y="342"/>
                    <a:pt x="811" y="224"/>
                  </a:cubicBezTo>
                  <a:cubicBezTo>
                    <a:pt x="859" y="165"/>
                    <a:pt x="849" y="79"/>
                    <a:pt x="789" y="30"/>
                  </a:cubicBezTo>
                  <a:cubicBezTo>
                    <a:pt x="764" y="10"/>
                    <a:pt x="733" y="0"/>
                    <a:pt x="70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28"/>
            <p:cNvSpPr/>
            <p:nvPr/>
          </p:nvSpPr>
          <p:spPr>
            <a:xfrm>
              <a:off x="3650981" y="1579826"/>
              <a:ext cx="77182" cy="120362"/>
            </a:xfrm>
            <a:custGeom>
              <a:rect b="b" l="l" r="r" t="t"/>
              <a:pathLst>
                <a:path extrusionOk="0" h="3390" w="2174">
                  <a:moveTo>
                    <a:pt x="1748" y="0"/>
                  </a:moveTo>
                  <a:lnTo>
                    <a:pt x="1748" y="1426"/>
                  </a:lnTo>
                  <a:cubicBezTo>
                    <a:pt x="1748" y="2439"/>
                    <a:pt x="984" y="3271"/>
                    <a:pt x="0" y="3378"/>
                  </a:cubicBezTo>
                  <a:cubicBezTo>
                    <a:pt x="71" y="3385"/>
                    <a:pt x="141" y="3389"/>
                    <a:pt x="213" y="3389"/>
                  </a:cubicBezTo>
                  <a:cubicBezTo>
                    <a:pt x="1295" y="3389"/>
                    <a:pt x="2173" y="2511"/>
                    <a:pt x="2173" y="1426"/>
                  </a:cubicBezTo>
                  <a:lnTo>
                    <a:pt x="2173" y="225"/>
                  </a:lnTo>
                  <a:lnTo>
                    <a:pt x="1748"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28"/>
            <p:cNvSpPr/>
            <p:nvPr/>
          </p:nvSpPr>
          <p:spPr>
            <a:xfrm>
              <a:off x="3650981" y="1514783"/>
              <a:ext cx="77182" cy="81839"/>
            </a:xfrm>
            <a:custGeom>
              <a:rect b="b" l="l" r="r" t="t"/>
              <a:pathLst>
                <a:path extrusionOk="0" h="2305" w="2174">
                  <a:moveTo>
                    <a:pt x="216" y="0"/>
                  </a:moveTo>
                  <a:cubicBezTo>
                    <a:pt x="215" y="0"/>
                    <a:pt x="214" y="0"/>
                    <a:pt x="213" y="0"/>
                  </a:cubicBezTo>
                  <a:cubicBezTo>
                    <a:pt x="141" y="0"/>
                    <a:pt x="71" y="5"/>
                    <a:pt x="0" y="12"/>
                  </a:cubicBezTo>
                  <a:cubicBezTo>
                    <a:pt x="984" y="117"/>
                    <a:pt x="1750" y="950"/>
                    <a:pt x="1750" y="1963"/>
                  </a:cubicBezTo>
                  <a:lnTo>
                    <a:pt x="1750" y="2261"/>
                  </a:lnTo>
                  <a:cubicBezTo>
                    <a:pt x="1974" y="2302"/>
                    <a:pt x="2134" y="2304"/>
                    <a:pt x="2167" y="2304"/>
                  </a:cubicBezTo>
                  <a:cubicBezTo>
                    <a:pt x="2171" y="2304"/>
                    <a:pt x="2173" y="2304"/>
                    <a:pt x="2173" y="2304"/>
                  </a:cubicBezTo>
                  <a:lnTo>
                    <a:pt x="2173" y="1963"/>
                  </a:lnTo>
                  <a:cubicBezTo>
                    <a:pt x="2173" y="879"/>
                    <a:pt x="1297" y="0"/>
                    <a:pt x="21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28"/>
            <p:cNvSpPr/>
            <p:nvPr/>
          </p:nvSpPr>
          <p:spPr>
            <a:xfrm>
              <a:off x="3696426" y="1733983"/>
              <a:ext cx="70614" cy="55246"/>
            </a:xfrm>
            <a:custGeom>
              <a:rect b="b" l="l" r="r" t="t"/>
              <a:pathLst>
                <a:path extrusionOk="0" h="1556" w="1989">
                  <a:moveTo>
                    <a:pt x="551" y="0"/>
                  </a:moveTo>
                  <a:cubicBezTo>
                    <a:pt x="541" y="0"/>
                    <a:pt x="530" y="1"/>
                    <a:pt x="520" y="1"/>
                  </a:cubicBezTo>
                  <a:cubicBezTo>
                    <a:pt x="359" y="13"/>
                    <a:pt x="211" y="112"/>
                    <a:pt x="138" y="256"/>
                  </a:cubicBezTo>
                  <a:cubicBezTo>
                    <a:pt x="1" y="524"/>
                    <a:pt x="96" y="817"/>
                    <a:pt x="316" y="1001"/>
                  </a:cubicBezTo>
                  <a:cubicBezTo>
                    <a:pt x="316" y="1001"/>
                    <a:pt x="821" y="1426"/>
                    <a:pt x="959" y="1544"/>
                  </a:cubicBezTo>
                  <a:cubicBezTo>
                    <a:pt x="969" y="1552"/>
                    <a:pt x="982" y="1556"/>
                    <a:pt x="994" y="1556"/>
                  </a:cubicBezTo>
                  <a:cubicBezTo>
                    <a:pt x="1007" y="1556"/>
                    <a:pt x="1020" y="1552"/>
                    <a:pt x="1030" y="1544"/>
                  </a:cubicBezTo>
                  <a:cubicBezTo>
                    <a:pt x="1168" y="1426"/>
                    <a:pt x="1674" y="1001"/>
                    <a:pt x="1674" y="1001"/>
                  </a:cubicBezTo>
                  <a:cubicBezTo>
                    <a:pt x="1895" y="817"/>
                    <a:pt x="1988" y="524"/>
                    <a:pt x="1854" y="256"/>
                  </a:cubicBezTo>
                  <a:cubicBezTo>
                    <a:pt x="1779" y="112"/>
                    <a:pt x="1633" y="13"/>
                    <a:pt x="1470" y="1"/>
                  </a:cubicBezTo>
                  <a:cubicBezTo>
                    <a:pt x="1460" y="1"/>
                    <a:pt x="1450" y="0"/>
                    <a:pt x="1440" y="0"/>
                  </a:cubicBezTo>
                  <a:cubicBezTo>
                    <a:pt x="1228" y="0"/>
                    <a:pt x="1049" y="144"/>
                    <a:pt x="995" y="339"/>
                  </a:cubicBezTo>
                  <a:cubicBezTo>
                    <a:pt x="943" y="144"/>
                    <a:pt x="763" y="0"/>
                    <a:pt x="55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28"/>
            <p:cNvSpPr/>
            <p:nvPr/>
          </p:nvSpPr>
          <p:spPr>
            <a:xfrm>
              <a:off x="3720923" y="1734196"/>
              <a:ext cx="46118" cy="55033"/>
            </a:xfrm>
            <a:custGeom>
              <a:rect b="b" l="l" r="r" t="t"/>
              <a:pathLst>
                <a:path extrusionOk="0" h="1550" w="1299">
                  <a:moveTo>
                    <a:pt x="829" y="1"/>
                  </a:moveTo>
                  <a:lnTo>
                    <a:pt x="829" y="1"/>
                  </a:lnTo>
                  <a:cubicBezTo>
                    <a:pt x="833" y="5"/>
                    <a:pt x="835" y="10"/>
                    <a:pt x="836" y="14"/>
                  </a:cubicBezTo>
                  <a:cubicBezTo>
                    <a:pt x="971" y="282"/>
                    <a:pt x="876" y="575"/>
                    <a:pt x="656" y="761"/>
                  </a:cubicBezTo>
                  <a:cubicBezTo>
                    <a:pt x="656" y="761"/>
                    <a:pt x="151" y="1185"/>
                    <a:pt x="13" y="1302"/>
                  </a:cubicBezTo>
                  <a:cubicBezTo>
                    <a:pt x="9" y="1305"/>
                    <a:pt x="6" y="1309"/>
                    <a:pt x="0" y="1310"/>
                  </a:cubicBezTo>
                  <a:cubicBezTo>
                    <a:pt x="111" y="1404"/>
                    <a:pt x="217" y="1492"/>
                    <a:pt x="269" y="1538"/>
                  </a:cubicBezTo>
                  <a:cubicBezTo>
                    <a:pt x="279" y="1546"/>
                    <a:pt x="292" y="1550"/>
                    <a:pt x="304" y="1550"/>
                  </a:cubicBezTo>
                  <a:cubicBezTo>
                    <a:pt x="317" y="1550"/>
                    <a:pt x="330" y="1546"/>
                    <a:pt x="340" y="1538"/>
                  </a:cubicBezTo>
                  <a:cubicBezTo>
                    <a:pt x="478" y="1420"/>
                    <a:pt x="984" y="995"/>
                    <a:pt x="984" y="995"/>
                  </a:cubicBezTo>
                  <a:cubicBezTo>
                    <a:pt x="1205" y="811"/>
                    <a:pt x="1298" y="518"/>
                    <a:pt x="1161" y="250"/>
                  </a:cubicBezTo>
                  <a:cubicBezTo>
                    <a:pt x="1097" y="120"/>
                    <a:pt x="971" y="27"/>
                    <a:pt x="82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28"/>
            <p:cNvSpPr/>
            <p:nvPr/>
          </p:nvSpPr>
          <p:spPr>
            <a:xfrm>
              <a:off x="3736332" y="1685059"/>
              <a:ext cx="9657" cy="34440"/>
            </a:xfrm>
            <a:custGeom>
              <a:rect b="b" l="l" r="r" t="t"/>
              <a:pathLst>
                <a:path extrusionOk="0" h="970" w="272">
                  <a:moveTo>
                    <a:pt x="136" y="1"/>
                  </a:moveTo>
                  <a:cubicBezTo>
                    <a:pt x="63" y="1"/>
                    <a:pt x="1" y="61"/>
                    <a:pt x="1" y="134"/>
                  </a:cubicBezTo>
                  <a:lnTo>
                    <a:pt x="1" y="835"/>
                  </a:lnTo>
                  <a:cubicBezTo>
                    <a:pt x="1" y="909"/>
                    <a:pt x="63" y="969"/>
                    <a:pt x="136" y="969"/>
                  </a:cubicBezTo>
                  <a:cubicBezTo>
                    <a:pt x="212" y="969"/>
                    <a:pt x="271" y="910"/>
                    <a:pt x="271" y="835"/>
                  </a:cubicBezTo>
                  <a:lnTo>
                    <a:pt x="271" y="134"/>
                  </a:lnTo>
                  <a:cubicBezTo>
                    <a:pt x="271" y="61"/>
                    <a:pt x="209" y="1"/>
                    <a:pt x="13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28"/>
            <p:cNvSpPr/>
            <p:nvPr/>
          </p:nvSpPr>
          <p:spPr>
            <a:xfrm>
              <a:off x="3754581" y="1679733"/>
              <a:ext cx="9586" cy="20167"/>
            </a:xfrm>
            <a:custGeom>
              <a:rect b="b" l="l" r="r" t="t"/>
              <a:pathLst>
                <a:path extrusionOk="0" h="568" w="270">
                  <a:moveTo>
                    <a:pt x="134" y="1"/>
                  </a:moveTo>
                  <a:cubicBezTo>
                    <a:pt x="61" y="1"/>
                    <a:pt x="0" y="61"/>
                    <a:pt x="0" y="136"/>
                  </a:cubicBezTo>
                  <a:lnTo>
                    <a:pt x="0" y="433"/>
                  </a:lnTo>
                  <a:cubicBezTo>
                    <a:pt x="0" y="506"/>
                    <a:pt x="61" y="568"/>
                    <a:pt x="134" y="568"/>
                  </a:cubicBezTo>
                  <a:cubicBezTo>
                    <a:pt x="209" y="568"/>
                    <a:pt x="270" y="507"/>
                    <a:pt x="270" y="433"/>
                  </a:cubicBezTo>
                  <a:lnTo>
                    <a:pt x="270" y="136"/>
                  </a:lnTo>
                  <a:cubicBezTo>
                    <a:pt x="270" y="61"/>
                    <a:pt x="209" y="1"/>
                    <a:pt x="13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39" name="Google Shape;5239;p28"/>
          <p:cNvGrpSpPr/>
          <p:nvPr/>
        </p:nvGrpSpPr>
        <p:grpSpPr>
          <a:xfrm>
            <a:off x="2790088" y="1516238"/>
            <a:ext cx="327049" cy="323263"/>
            <a:chOff x="2790088" y="1516238"/>
            <a:chExt cx="327049" cy="323263"/>
          </a:xfrm>
        </p:grpSpPr>
        <p:sp>
          <p:nvSpPr>
            <p:cNvPr id="5240" name="Google Shape;5240;p28"/>
            <p:cNvSpPr/>
            <p:nvPr/>
          </p:nvSpPr>
          <p:spPr>
            <a:xfrm>
              <a:off x="3030199" y="1516238"/>
              <a:ext cx="30497" cy="32807"/>
            </a:xfrm>
            <a:custGeom>
              <a:rect b="b" l="l" r="r" t="t"/>
              <a:pathLst>
                <a:path extrusionOk="0" h="924" w="859">
                  <a:moveTo>
                    <a:pt x="707" y="0"/>
                  </a:moveTo>
                  <a:cubicBezTo>
                    <a:pt x="669" y="0"/>
                    <a:pt x="632" y="16"/>
                    <a:pt x="605" y="47"/>
                  </a:cubicBezTo>
                  <a:lnTo>
                    <a:pt x="50" y="700"/>
                  </a:lnTo>
                  <a:cubicBezTo>
                    <a:pt x="1" y="758"/>
                    <a:pt x="7" y="843"/>
                    <a:pt x="64" y="892"/>
                  </a:cubicBezTo>
                  <a:cubicBezTo>
                    <a:pt x="91" y="913"/>
                    <a:pt x="122" y="923"/>
                    <a:pt x="152" y="923"/>
                  </a:cubicBezTo>
                  <a:cubicBezTo>
                    <a:pt x="189" y="923"/>
                    <a:pt x="228" y="908"/>
                    <a:pt x="254" y="877"/>
                  </a:cubicBezTo>
                  <a:lnTo>
                    <a:pt x="811" y="224"/>
                  </a:lnTo>
                  <a:cubicBezTo>
                    <a:pt x="859" y="167"/>
                    <a:pt x="854" y="82"/>
                    <a:pt x="797" y="33"/>
                  </a:cubicBezTo>
                  <a:cubicBezTo>
                    <a:pt x="770" y="11"/>
                    <a:pt x="739" y="0"/>
                    <a:pt x="70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28"/>
            <p:cNvSpPr/>
            <p:nvPr/>
          </p:nvSpPr>
          <p:spPr>
            <a:xfrm>
              <a:off x="2813343" y="1613270"/>
              <a:ext cx="280505" cy="192721"/>
            </a:xfrm>
            <a:custGeom>
              <a:rect b="b" l="l" r="r" t="t"/>
              <a:pathLst>
                <a:path extrusionOk="0" h="5428" w="7901">
                  <a:moveTo>
                    <a:pt x="308" y="1"/>
                  </a:moveTo>
                  <a:cubicBezTo>
                    <a:pt x="137" y="1"/>
                    <a:pt x="0" y="139"/>
                    <a:pt x="0" y="307"/>
                  </a:cubicBezTo>
                  <a:lnTo>
                    <a:pt x="0" y="5119"/>
                  </a:lnTo>
                  <a:cubicBezTo>
                    <a:pt x="0" y="5291"/>
                    <a:pt x="138" y="5427"/>
                    <a:pt x="308" y="5427"/>
                  </a:cubicBezTo>
                  <a:lnTo>
                    <a:pt x="7592" y="5427"/>
                  </a:lnTo>
                  <a:cubicBezTo>
                    <a:pt x="7764" y="5427"/>
                    <a:pt x="7900" y="5289"/>
                    <a:pt x="7900" y="5119"/>
                  </a:cubicBezTo>
                  <a:lnTo>
                    <a:pt x="7900" y="307"/>
                  </a:lnTo>
                  <a:cubicBezTo>
                    <a:pt x="7900" y="137"/>
                    <a:pt x="7762" y="1"/>
                    <a:pt x="75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28"/>
            <p:cNvSpPr/>
            <p:nvPr/>
          </p:nvSpPr>
          <p:spPr>
            <a:xfrm>
              <a:off x="3069750" y="1613270"/>
              <a:ext cx="24106" cy="192721"/>
            </a:xfrm>
            <a:custGeom>
              <a:rect b="b" l="l" r="r" t="t"/>
              <a:pathLst>
                <a:path extrusionOk="0" h="5428" w="679">
                  <a:moveTo>
                    <a:pt x="1" y="1"/>
                  </a:moveTo>
                  <a:cubicBezTo>
                    <a:pt x="172" y="1"/>
                    <a:pt x="309" y="139"/>
                    <a:pt x="309" y="307"/>
                  </a:cubicBezTo>
                  <a:lnTo>
                    <a:pt x="309" y="5119"/>
                  </a:lnTo>
                  <a:cubicBezTo>
                    <a:pt x="309" y="5291"/>
                    <a:pt x="169" y="5427"/>
                    <a:pt x="1" y="5427"/>
                  </a:cubicBezTo>
                  <a:lnTo>
                    <a:pt x="370" y="5427"/>
                  </a:lnTo>
                  <a:cubicBezTo>
                    <a:pt x="542" y="5427"/>
                    <a:pt x="678" y="5289"/>
                    <a:pt x="678" y="5119"/>
                  </a:cubicBezTo>
                  <a:lnTo>
                    <a:pt x="678" y="307"/>
                  </a:lnTo>
                  <a:cubicBezTo>
                    <a:pt x="678" y="139"/>
                    <a:pt x="542" y="2"/>
                    <a:pt x="37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28"/>
            <p:cNvSpPr/>
            <p:nvPr/>
          </p:nvSpPr>
          <p:spPr>
            <a:xfrm>
              <a:off x="2834751" y="1631200"/>
              <a:ext cx="237796" cy="156861"/>
            </a:xfrm>
            <a:custGeom>
              <a:rect b="b" l="l" r="r" t="t"/>
              <a:pathLst>
                <a:path extrusionOk="0" h="4418" w="6698">
                  <a:moveTo>
                    <a:pt x="206" y="1"/>
                  </a:moveTo>
                  <a:cubicBezTo>
                    <a:pt x="92" y="1"/>
                    <a:pt x="0" y="94"/>
                    <a:pt x="0" y="208"/>
                  </a:cubicBezTo>
                  <a:lnTo>
                    <a:pt x="0" y="4210"/>
                  </a:lnTo>
                  <a:cubicBezTo>
                    <a:pt x="0" y="4325"/>
                    <a:pt x="94" y="4417"/>
                    <a:pt x="206" y="4417"/>
                  </a:cubicBezTo>
                  <a:lnTo>
                    <a:pt x="6490" y="4417"/>
                  </a:lnTo>
                  <a:cubicBezTo>
                    <a:pt x="6604" y="4417"/>
                    <a:pt x="6697" y="4325"/>
                    <a:pt x="6697" y="4211"/>
                  </a:cubicBezTo>
                  <a:lnTo>
                    <a:pt x="6697" y="208"/>
                  </a:lnTo>
                  <a:cubicBezTo>
                    <a:pt x="6697" y="93"/>
                    <a:pt x="6604" y="1"/>
                    <a:pt x="649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28"/>
            <p:cNvSpPr/>
            <p:nvPr/>
          </p:nvSpPr>
          <p:spPr>
            <a:xfrm>
              <a:off x="3051821" y="1631164"/>
              <a:ext cx="20733" cy="156897"/>
            </a:xfrm>
            <a:custGeom>
              <a:rect b="b" l="l" r="r" t="t"/>
              <a:pathLst>
                <a:path extrusionOk="0" h="4419" w="584">
                  <a:moveTo>
                    <a:pt x="1" y="0"/>
                  </a:moveTo>
                  <a:cubicBezTo>
                    <a:pt x="116" y="0"/>
                    <a:pt x="206" y="94"/>
                    <a:pt x="206" y="206"/>
                  </a:cubicBezTo>
                  <a:lnTo>
                    <a:pt x="206" y="4211"/>
                  </a:lnTo>
                  <a:cubicBezTo>
                    <a:pt x="206" y="4326"/>
                    <a:pt x="113" y="4418"/>
                    <a:pt x="1" y="4418"/>
                  </a:cubicBezTo>
                  <a:lnTo>
                    <a:pt x="376" y="4418"/>
                  </a:lnTo>
                  <a:cubicBezTo>
                    <a:pt x="491" y="4418"/>
                    <a:pt x="583" y="4325"/>
                    <a:pt x="583" y="4211"/>
                  </a:cubicBezTo>
                  <a:lnTo>
                    <a:pt x="583" y="206"/>
                  </a:lnTo>
                  <a:cubicBezTo>
                    <a:pt x="583" y="94"/>
                    <a:pt x="490" y="2"/>
                    <a:pt x="37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28"/>
            <p:cNvSpPr/>
            <p:nvPr/>
          </p:nvSpPr>
          <p:spPr>
            <a:xfrm>
              <a:off x="2853959" y="1541091"/>
              <a:ext cx="199276" cy="199290"/>
            </a:xfrm>
            <a:custGeom>
              <a:rect b="b" l="l" r="r" t="t"/>
              <a:pathLst>
                <a:path extrusionOk="0" h="5613" w="5613">
                  <a:moveTo>
                    <a:pt x="2806" y="0"/>
                  </a:moveTo>
                  <a:cubicBezTo>
                    <a:pt x="1256" y="0"/>
                    <a:pt x="0" y="1257"/>
                    <a:pt x="0" y="2807"/>
                  </a:cubicBezTo>
                  <a:cubicBezTo>
                    <a:pt x="0" y="4356"/>
                    <a:pt x="1256" y="5613"/>
                    <a:pt x="2806" y="5613"/>
                  </a:cubicBezTo>
                  <a:cubicBezTo>
                    <a:pt x="4356" y="5613"/>
                    <a:pt x="5612" y="4356"/>
                    <a:pt x="5612" y="2807"/>
                  </a:cubicBezTo>
                  <a:cubicBezTo>
                    <a:pt x="5612" y="1257"/>
                    <a:pt x="4356" y="0"/>
                    <a:pt x="28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28"/>
            <p:cNvSpPr/>
            <p:nvPr/>
          </p:nvSpPr>
          <p:spPr>
            <a:xfrm>
              <a:off x="2904055" y="1548050"/>
              <a:ext cx="149217" cy="192331"/>
            </a:xfrm>
            <a:custGeom>
              <a:rect b="b" l="l" r="r" t="t"/>
              <a:pathLst>
                <a:path extrusionOk="0" h="5417" w="4203">
                  <a:moveTo>
                    <a:pt x="2430" y="0"/>
                  </a:moveTo>
                  <a:cubicBezTo>
                    <a:pt x="3273" y="487"/>
                    <a:pt x="3840" y="1395"/>
                    <a:pt x="3840" y="2436"/>
                  </a:cubicBezTo>
                  <a:cubicBezTo>
                    <a:pt x="3840" y="3986"/>
                    <a:pt x="2584" y="5243"/>
                    <a:pt x="1034" y="5243"/>
                  </a:cubicBezTo>
                  <a:cubicBezTo>
                    <a:pt x="669" y="5243"/>
                    <a:pt x="322" y="5172"/>
                    <a:pt x="1" y="5047"/>
                  </a:cubicBezTo>
                  <a:lnTo>
                    <a:pt x="1" y="5047"/>
                  </a:lnTo>
                  <a:cubicBezTo>
                    <a:pt x="411" y="5281"/>
                    <a:pt x="889" y="5417"/>
                    <a:pt x="1397" y="5417"/>
                  </a:cubicBezTo>
                  <a:cubicBezTo>
                    <a:pt x="2947" y="5417"/>
                    <a:pt x="4203" y="4162"/>
                    <a:pt x="4203" y="2611"/>
                  </a:cubicBezTo>
                  <a:cubicBezTo>
                    <a:pt x="4203" y="1425"/>
                    <a:pt x="3467" y="410"/>
                    <a:pt x="24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28"/>
            <p:cNvSpPr/>
            <p:nvPr/>
          </p:nvSpPr>
          <p:spPr>
            <a:xfrm>
              <a:off x="3000234" y="1612241"/>
              <a:ext cx="23822" cy="36748"/>
            </a:xfrm>
            <a:custGeom>
              <a:rect b="b" l="l" r="r" t="t"/>
              <a:pathLst>
                <a:path extrusionOk="0" h="1035" w="671">
                  <a:moveTo>
                    <a:pt x="0" y="1"/>
                  </a:moveTo>
                  <a:lnTo>
                    <a:pt x="0" y="1034"/>
                  </a:lnTo>
                  <a:lnTo>
                    <a:pt x="153" y="1034"/>
                  </a:lnTo>
                  <a:cubicBezTo>
                    <a:pt x="439" y="1034"/>
                    <a:pt x="671" y="803"/>
                    <a:pt x="669" y="516"/>
                  </a:cubicBezTo>
                  <a:cubicBezTo>
                    <a:pt x="669" y="233"/>
                    <a:pt x="439" y="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28"/>
            <p:cNvSpPr/>
            <p:nvPr/>
          </p:nvSpPr>
          <p:spPr>
            <a:xfrm>
              <a:off x="3000234" y="1613377"/>
              <a:ext cx="23787" cy="35541"/>
            </a:xfrm>
            <a:custGeom>
              <a:rect b="b" l="l" r="r" t="t"/>
              <a:pathLst>
                <a:path extrusionOk="0" h="1001" w="670">
                  <a:moveTo>
                    <a:pt x="335" y="1"/>
                  </a:moveTo>
                  <a:lnTo>
                    <a:pt x="335" y="1"/>
                  </a:lnTo>
                  <a:cubicBezTo>
                    <a:pt x="377" y="74"/>
                    <a:pt x="400" y="160"/>
                    <a:pt x="400" y="252"/>
                  </a:cubicBezTo>
                  <a:cubicBezTo>
                    <a:pt x="400" y="395"/>
                    <a:pt x="343" y="524"/>
                    <a:pt x="249" y="618"/>
                  </a:cubicBezTo>
                  <a:cubicBezTo>
                    <a:pt x="183" y="686"/>
                    <a:pt x="97" y="735"/>
                    <a:pt x="0" y="756"/>
                  </a:cubicBezTo>
                  <a:lnTo>
                    <a:pt x="0" y="1001"/>
                  </a:lnTo>
                  <a:lnTo>
                    <a:pt x="153" y="1001"/>
                  </a:lnTo>
                  <a:cubicBezTo>
                    <a:pt x="295" y="1001"/>
                    <a:pt x="425" y="943"/>
                    <a:pt x="518" y="850"/>
                  </a:cubicBezTo>
                  <a:cubicBezTo>
                    <a:pt x="612" y="756"/>
                    <a:pt x="669" y="627"/>
                    <a:pt x="669" y="484"/>
                  </a:cubicBezTo>
                  <a:cubicBezTo>
                    <a:pt x="669" y="265"/>
                    <a:pt x="530" y="77"/>
                    <a:pt x="33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28"/>
            <p:cNvSpPr/>
            <p:nvPr/>
          </p:nvSpPr>
          <p:spPr>
            <a:xfrm>
              <a:off x="2909806" y="1647034"/>
              <a:ext cx="33088" cy="62844"/>
            </a:xfrm>
            <a:custGeom>
              <a:rect b="b" l="l" r="r" t="t"/>
              <a:pathLst>
                <a:path extrusionOk="0" h="1770" w="932">
                  <a:moveTo>
                    <a:pt x="0" y="1"/>
                  </a:moveTo>
                  <a:lnTo>
                    <a:pt x="0" y="1303"/>
                  </a:lnTo>
                  <a:cubicBezTo>
                    <a:pt x="0" y="1561"/>
                    <a:pt x="209" y="1770"/>
                    <a:pt x="465" y="1770"/>
                  </a:cubicBezTo>
                  <a:cubicBezTo>
                    <a:pt x="722" y="1770"/>
                    <a:pt x="931" y="1561"/>
                    <a:pt x="931" y="1303"/>
                  </a:cubicBezTo>
                  <a:lnTo>
                    <a:pt x="931"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28"/>
            <p:cNvSpPr/>
            <p:nvPr/>
          </p:nvSpPr>
          <p:spPr>
            <a:xfrm>
              <a:off x="2919641" y="1647034"/>
              <a:ext cx="23290" cy="62844"/>
            </a:xfrm>
            <a:custGeom>
              <a:rect b="b" l="l" r="r" t="t"/>
              <a:pathLst>
                <a:path extrusionOk="0" h="1770" w="656">
                  <a:moveTo>
                    <a:pt x="280" y="1"/>
                  </a:moveTo>
                  <a:lnTo>
                    <a:pt x="280" y="1303"/>
                  </a:lnTo>
                  <a:cubicBezTo>
                    <a:pt x="280" y="1431"/>
                    <a:pt x="228" y="1548"/>
                    <a:pt x="143" y="1633"/>
                  </a:cubicBezTo>
                  <a:cubicBezTo>
                    <a:pt x="102" y="1673"/>
                    <a:pt x="55" y="1706"/>
                    <a:pt x="1" y="1729"/>
                  </a:cubicBezTo>
                  <a:cubicBezTo>
                    <a:pt x="58" y="1755"/>
                    <a:pt x="123" y="1770"/>
                    <a:pt x="189" y="1770"/>
                  </a:cubicBezTo>
                  <a:cubicBezTo>
                    <a:pt x="317" y="1770"/>
                    <a:pt x="435" y="1716"/>
                    <a:pt x="519" y="1633"/>
                  </a:cubicBezTo>
                  <a:cubicBezTo>
                    <a:pt x="604" y="1548"/>
                    <a:pt x="656" y="1433"/>
                    <a:pt x="656" y="1303"/>
                  </a:cubicBezTo>
                  <a:lnTo>
                    <a:pt x="656"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28"/>
            <p:cNvSpPr/>
            <p:nvPr/>
          </p:nvSpPr>
          <p:spPr>
            <a:xfrm>
              <a:off x="3042626" y="1522203"/>
              <a:ext cx="56626" cy="44097"/>
            </a:xfrm>
            <a:custGeom>
              <a:rect b="b" l="l" r="r" t="t"/>
              <a:pathLst>
                <a:path extrusionOk="0" h="1242" w="1595">
                  <a:moveTo>
                    <a:pt x="1443" y="0"/>
                  </a:moveTo>
                  <a:cubicBezTo>
                    <a:pt x="1414" y="0"/>
                    <a:pt x="1386" y="9"/>
                    <a:pt x="1362" y="27"/>
                  </a:cubicBezTo>
                  <a:lnTo>
                    <a:pt x="72" y="999"/>
                  </a:lnTo>
                  <a:cubicBezTo>
                    <a:pt x="12" y="1043"/>
                    <a:pt x="1" y="1128"/>
                    <a:pt x="45" y="1187"/>
                  </a:cubicBezTo>
                  <a:cubicBezTo>
                    <a:pt x="72" y="1223"/>
                    <a:pt x="111" y="1242"/>
                    <a:pt x="153" y="1242"/>
                  </a:cubicBezTo>
                  <a:cubicBezTo>
                    <a:pt x="182" y="1242"/>
                    <a:pt x="211" y="1232"/>
                    <a:pt x="234" y="1215"/>
                  </a:cubicBezTo>
                  <a:lnTo>
                    <a:pt x="1523" y="243"/>
                  </a:lnTo>
                  <a:cubicBezTo>
                    <a:pt x="1583" y="199"/>
                    <a:pt x="1595" y="114"/>
                    <a:pt x="1550" y="55"/>
                  </a:cubicBezTo>
                  <a:cubicBezTo>
                    <a:pt x="1524" y="19"/>
                    <a:pt x="1483" y="0"/>
                    <a:pt x="14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28"/>
            <p:cNvSpPr/>
            <p:nvPr/>
          </p:nvSpPr>
          <p:spPr>
            <a:xfrm>
              <a:off x="3053135" y="1570950"/>
              <a:ext cx="41396" cy="15693"/>
            </a:xfrm>
            <a:custGeom>
              <a:rect b="b" l="l" r="r" t="t"/>
              <a:pathLst>
                <a:path extrusionOk="0" h="442" w="1166">
                  <a:moveTo>
                    <a:pt x="1018" y="0"/>
                  </a:moveTo>
                  <a:cubicBezTo>
                    <a:pt x="1010" y="0"/>
                    <a:pt x="1001" y="1"/>
                    <a:pt x="992" y="3"/>
                  </a:cubicBezTo>
                  <a:lnTo>
                    <a:pt x="122" y="174"/>
                  </a:lnTo>
                  <a:cubicBezTo>
                    <a:pt x="50" y="188"/>
                    <a:pt x="1" y="259"/>
                    <a:pt x="15" y="332"/>
                  </a:cubicBezTo>
                  <a:cubicBezTo>
                    <a:pt x="28" y="397"/>
                    <a:pt x="86" y="442"/>
                    <a:pt x="148" y="442"/>
                  </a:cubicBezTo>
                  <a:cubicBezTo>
                    <a:pt x="158" y="442"/>
                    <a:pt x="166" y="442"/>
                    <a:pt x="174" y="439"/>
                  </a:cubicBezTo>
                  <a:lnTo>
                    <a:pt x="1044" y="267"/>
                  </a:lnTo>
                  <a:cubicBezTo>
                    <a:pt x="1116" y="253"/>
                    <a:pt x="1165" y="183"/>
                    <a:pt x="1151" y="109"/>
                  </a:cubicBezTo>
                  <a:cubicBezTo>
                    <a:pt x="1138" y="46"/>
                    <a:pt x="1082" y="0"/>
                    <a:pt x="10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28"/>
            <p:cNvSpPr/>
            <p:nvPr/>
          </p:nvSpPr>
          <p:spPr>
            <a:xfrm>
              <a:off x="2883214" y="1608229"/>
              <a:ext cx="39017" cy="44843"/>
            </a:xfrm>
            <a:custGeom>
              <a:rect b="b" l="l" r="r" t="t"/>
              <a:pathLst>
                <a:path extrusionOk="0" h="1263" w="1099">
                  <a:moveTo>
                    <a:pt x="631" y="0"/>
                  </a:moveTo>
                  <a:cubicBezTo>
                    <a:pt x="283" y="0"/>
                    <a:pt x="1" y="282"/>
                    <a:pt x="1" y="632"/>
                  </a:cubicBezTo>
                  <a:cubicBezTo>
                    <a:pt x="1" y="980"/>
                    <a:pt x="283" y="1262"/>
                    <a:pt x="631" y="1262"/>
                  </a:cubicBezTo>
                  <a:lnTo>
                    <a:pt x="1099" y="1262"/>
                  </a:lnTo>
                  <a:lnTo>
                    <a:pt x="109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28"/>
            <p:cNvSpPr/>
            <p:nvPr/>
          </p:nvSpPr>
          <p:spPr>
            <a:xfrm>
              <a:off x="2909061" y="1608158"/>
              <a:ext cx="13171" cy="44843"/>
            </a:xfrm>
            <a:custGeom>
              <a:rect b="b" l="l" r="r" t="t"/>
              <a:pathLst>
                <a:path extrusionOk="0" h="1263" w="371">
                  <a:moveTo>
                    <a:pt x="1" y="1"/>
                  </a:moveTo>
                  <a:lnTo>
                    <a:pt x="1" y="1263"/>
                  </a:lnTo>
                  <a:lnTo>
                    <a:pt x="371" y="1263"/>
                  </a:lnTo>
                  <a:lnTo>
                    <a:pt x="371"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28"/>
            <p:cNvSpPr/>
            <p:nvPr/>
          </p:nvSpPr>
          <p:spPr>
            <a:xfrm>
              <a:off x="2922197" y="1571589"/>
              <a:ext cx="77963" cy="118019"/>
            </a:xfrm>
            <a:custGeom>
              <a:rect b="b" l="l" r="r" t="t"/>
              <a:pathLst>
                <a:path extrusionOk="0" h="3324" w="2196">
                  <a:moveTo>
                    <a:pt x="2091" y="1"/>
                  </a:moveTo>
                  <a:cubicBezTo>
                    <a:pt x="2060" y="1"/>
                    <a:pt x="2028" y="14"/>
                    <a:pt x="2007" y="45"/>
                  </a:cubicBezTo>
                  <a:cubicBezTo>
                    <a:pt x="1322" y="994"/>
                    <a:pt x="193" y="1031"/>
                    <a:pt x="23" y="1031"/>
                  </a:cubicBezTo>
                  <a:cubicBezTo>
                    <a:pt x="8" y="1031"/>
                    <a:pt x="1" y="1031"/>
                    <a:pt x="1" y="1031"/>
                  </a:cubicBezTo>
                  <a:lnTo>
                    <a:pt x="1" y="1661"/>
                  </a:lnTo>
                  <a:lnTo>
                    <a:pt x="1" y="2293"/>
                  </a:lnTo>
                  <a:cubicBezTo>
                    <a:pt x="1" y="2293"/>
                    <a:pt x="8" y="2293"/>
                    <a:pt x="23" y="2293"/>
                  </a:cubicBezTo>
                  <a:cubicBezTo>
                    <a:pt x="193" y="2293"/>
                    <a:pt x="1322" y="2329"/>
                    <a:pt x="2007" y="3279"/>
                  </a:cubicBezTo>
                  <a:cubicBezTo>
                    <a:pt x="2028" y="3309"/>
                    <a:pt x="2060" y="3323"/>
                    <a:pt x="2091" y="3323"/>
                  </a:cubicBezTo>
                  <a:cubicBezTo>
                    <a:pt x="2144" y="3323"/>
                    <a:pt x="2195" y="3283"/>
                    <a:pt x="2195" y="3218"/>
                  </a:cubicBezTo>
                  <a:lnTo>
                    <a:pt x="2195" y="1661"/>
                  </a:lnTo>
                  <a:lnTo>
                    <a:pt x="2195" y="106"/>
                  </a:lnTo>
                  <a:cubicBezTo>
                    <a:pt x="2195" y="41"/>
                    <a:pt x="2144" y="1"/>
                    <a:pt x="209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28"/>
            <p:cNvSpPr/>
            <p:nvPr/>
          </p:nvSpPr>
          <p:spPr>
            <a:xfrm>
              <a:off x="2922304" y="1571624"/>
              <a:ext cx="77963" cy="117983"/>
            </a:xfrm>
            <a:custGeom>
              <a:rect b="b" l="l" r="r" t="t"/>
              <a:pathLst>
                <a:path extrusionOk="0" h="3323" w="2196">
                  <a:moveTo>
                    <a:pt x="2090" y="1"/>
                  </a:moveTo>
                  <a:cubicBezTo>
                    <a:pt x="2059" y="1"/>
                    <a:pt x="2028" y="15"/>
                    <a:pt x="2005" y="46"/>
                  </a:cubicBezTo>
                  <a:cubicBezTo>
                    <a:pt x="1948" y="125"/>
                    <a:pt x="1887" y="198"/>
                    <a:pt x="1824" y="264"/>
                  </a:cubicBezTo>
                  <a:lnTo>
                    <a:pt x="1824" y="2456"/>
                  </a:lnTo>
                  <a:cubicBezTo>
                    <a:pt x="1824" y="2497"/>
                    <a:pt x="1791" y="2527"/>
                    <a:pt x="1754" y="2527"/>
                  </a:cubicBezTo>
                  <a:cubicBezTo>
                    <a:pt x="1744" y="2527"/>
                    <a:pt x="1733" y="2524"/>
                    <a:pt x="1723" y="2519"/>
                  </a:cubicBezTo>
                  <a:lnTo>
                    <a:pt x="1097" y="2180"/>
                  </a:lnTo>
                  <a:cubicBezTo>
                    <a:pt x="766" y="1990"/>
                    <a:pt x="401" y="1943"/>
                    <a:pt x="115" y="1943"/>
                  </a:cubicBezTo>
                  <a:cubicBezTo>
                    <a:pt x="75" y="1943"/>
                    <a:pt x="37" y="1944"/>
                    <a:pt x="1" y="1945"/>
                  </a:cubicBezTo>
                  <a:lnTo>
                    <a:pt x="1" y="2293"/>
                  </a:lnTo>
                  <a:cubicBezTo>
                    <a:pt x="1" y="2293"/>
                    <a:pt x="8" y="2293"/>
                    <a:pt x="22" y="2293"/>
                  </a:cubicBezTo>
                  <a:cubicBezTo>
                    <a:pt x="193" y="2293"/>
                    <a:pt x="1320" y="2330"/>
                    <a:pt x="2005" y="3279"/>
                  </a:cubicBezTo>
                  <a:cubicBezTo>
                    <a:pt x="2027" y="3309"/>
                    <a:pt x="2059" y="3323"/>
                    <a:pt x="2090" y="3323"/>
                  </a:cubicBezTo>
                  <a:cubicBezTo>
                    <a:pt x="2143" y="3323"/>
                    <a:pt x="2195" y="3282"/>
                    <a:pt x="2195" y="3219"/>
                  </a:cubicBezTo>
                  <a:lnTo>
                    <a:pt x="2195" y="105"/>
                  </a:lnTo>
                  <a:cubicBezTo>
                    <a:pt x="2195" y="41"/>
                    <a:pt x="2144" y="1"/>
                    <a:pt x="2090"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28"/>
            <p:cNvSpPr/>
            <p:nvPr/>
          </p:nvSpPr>
          <p:spPr>
            <a:xfrm>
              <a:off x="2790088" y="1804600"/>
              <a:ext cx="327049" cy="34901"/>
            </a:xfrm>
            <a:custGeom>
              <a:rect b="b" l="l" r="r" t="t"/>
              <a:pathLst>
                <a:path extrusionOk="0" h="983" w="9212">
                  <a:moveTo>
                    <a:pt x="251" y="1"/>
                  </a:moveTo>
                  <a:cubicBezTo>
                    <a:pt x="111" y="1"/>
                    <a:pt x="0" y="112"/>
                    <a:pt x="0" y="250"/>
                  </a:cubicBezTo>
                  <a:lnTo>
                    <a:pt x="0" y="585"/>
                  </a:lnTo>
                  <a:cubicBezTo>
                    <a:pt x="0" y="804"/>
                    <a:pt x="179" y="982"/>
                    <a:pt x="398" y="982"/>
                  </a:cubicBezTo>
                  <a:lnTo>
                    <a:pt x="8813" y="982"/>
                  </a:lnTo>
                  <a:cubicBezTo>
                    <a:pt x="9032" y="982"/>
                    <a:pt x="9210" y="804"/>
                    <a:pt x="9212" y="585"/>
                  </a:cubicBezTo>
                  <a:lnTo>
                    <a:pt x="9212" y="250"/>
                  </a:lnTo>
                  <a:cubicBezTo>
                    <a:pt x="9212" y="112"/>
                    <a:pt x="9101" y="1"/>
                    <a:pt x="896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28"/>
            <p:cNvSpPr/>
            <p:nvPr/>
          </p:nvSpPr>
          <p:spPr>
            <a:xfrm>
              <a:off x="3089774" y="1804600"/>
              <a:ext cx="27337" cy="34901"/>
            </a:xfrm>
            <a:custGeom>
              <a:rect b="b" l="l" r="r" t="t"/>
              <a:pathLst>
                <a:path extrusionOk="0" h="983" w="770">
                  <a:moveTo>
                    <a:pt x="150" y="1"/>
                  </a:moveTo>
                  <a:cubicBezTo>
                    <a:pt x="287" y="1"/>
                    <a:pt x="399" y="112"/>
                    <a:pt x="399" y="250"/>
                  </a:cubicBezTo>
                  <a:lnTo>
                    <a:pt x="399" y="585"/>
                  </a:lnTo>
                  <a:cubicBezTo>
                    <a:pt x="399" y="804"/>
                    <a:pt x="221" y="982"/>
                    <a:pt x="1" y="982"/>
                  </a:cubicBezTo>
                  <a:lnTo>
                    <a:pt x="372" y="982"/>
                  </a:lnTo>
                  <a:cubicBezTo>
                    <a:pt x="591" y="982"/>
                    <a:pt x="769" y="804"/>
                    <a:pt x="769" y="585"/>
                  </a:cubicBezTo>
                  <a:lnTo>
                    <a:pt x="769" y="250"/>
                  </a:lnTo>
                  <a:cubicBezTo>
                    <a:pt x="769" y="112"/>
                    <a:pt x="658" y="1"/>
                    <a:pt x="52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28"/>
            <p:cNvSpPr/>
            <p:nvPr/>
          </p:nvSpPr>
          <p:spPr>
            <a:xfrm>
              <a:off x="2920670" y="1804671"/>
              <a:ext cx="65893" cy="16936"/>
            </a:xfrm>
            <a:custGeom>
              <a:rect b="b" l="l" r="r" t="t"/>
              <a:pathLst>
                <a:path extrusionOk="0" h="477" w="1856">
                  <a:moveTo>
                    <a:pt x="1" y="0"/>
                  </a:moveTo>
                  <a:lnTo>
                    <a:pt x="1" y="140"/>
                  </a:lnTo>
                  <a:cubicBezTo>
                    <a:pt x="1" y="326"/>
                    <a:pt x="152" y="477"/>
                    <a:pt x="337" y="477"/>
                  </a:cubicBezTo>
                  <a:lnTo>
                    <a:pt x="1519" y="477"/>
                  </a:lnTo>
                  <a:cubicBezTo>
                    <a:pt x="1704" y="477"/>
                    <a:pt x="1855" y="326"/>
                    <a:pt x="1855" y="140"/>
                  </a:cubicBezTo>
                  <a:lnTo>
                    <a:pt x="1855"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28"/>
            <p:cNvSpPr/>
            <p:nvPr/>
          </p:nvSpPr>
          <p:spPr>
            <a:xfrm>
              <a:off x="2961429" y="1804600"/>
              <a:ext cx="25136" cy="16971"/>
            </a:xfrm>
            <a:custGeom>
              <a:rect b="b" l="l" r="r" t="t"/>
              <a:pathLst>
                <a:path extrusionOk="0" h="478" w="708">
                  <a:moveTo>
                    <a:pt x="338" y="1"/>
                  </a:moveTo>
                  <a:lnTo>
                    <a:pt x="338" y="141"/>
                  </a:lnTo>
                  <a:cubicBezTo>
                    <a:pt x="338" y="326"/>
                    <a:pt x="187" y="477"/>
                    <a:pt x="1" y="477"/>
                  </a:cubicBezTo>
                  <a:lnTo>
                    <a:pt x="371" y="477"/>
                  </a:lnTo>
                  <a:cubicBezTo>
                    <a:pt x="556" y="477"/>
                    <a:pt x="707" y="326"/>
                    <a:pt x="707" y="141"/>
                  </a:cubicBezTo>
                  <a:lnTo>
                    <a:pt x="707"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61" name="Google Shape;5261;p28"/>
          <p:cNvGrpSpPr/>
          <p:nvPr/>
        </p:nvGrpSpPr>
        <p:grpSpPr>
          <a:xfrm>
            <a:off x="2153791" y="1514357"/>
            <a:ext cx="304904" cy="327001"/>
            <a:chOff x="2153791" y="1514357"/>
            <a:chExt cx="304904" cy="327001"/>
          </a:xfrm>
        </p:grpSpPr>
        <p:sp>
          <p:nvSpPr>
            <p:cNvPr id="5262" name="Google Shape;5262;p28"/>
            <p:cNvSpPr/>
            <p:nvPr/>
          </p:nvSpPr>
          <p:spPr>
            <a:xfrm>
              <a:off x="2202573" y="1514357"/>
              <a:ext cx="256115" cy="327001"/>
            </a:xfrm>
            <a:custGeom>
              <a:rect b="b" l="l" r="r" t="t"/>
              <a:pathLst>
                <a:path extrusionOk="0" h="9210" w="7214">
                  <a:moveTo>
                    <a:pt x="438" y="1"/>
                  </a:moveTo>
                  <a:cubicBezTo>
                    <a:pt x="197" y="1"/>
                    <a:pt x="1" y="198"/>
                    <a:pt x="1" y="438"/>
                  </a:cubicBezTo>
                  <a:lnTo>
                    <a:pt x="1" y="8773"/>
                  </a:lnTo>
                  <a:cubicBezTo>
                    <a:pt x="1" y="9013"/>
                    <a:pt x="197" y="9209"/>
                    <a:pt x="438" y="9209"/>
                  </a:cubicBezTo>
                  <a:lnTo>
                    <a:pt x="6776" y="9209"/>
                  </a:lnTo>
                  <a:cubicBezTo>
                    <a:pt x="7016" y="9209"/>
                    <a:pt x="7213" y="9013"/>
                    <a:pt x="7213" y="8773"/>
                  </a:cubicBezTo>
                  <a:lnTo>
                    <a:pt x="7213" y="438"/>
                  </a:lnTo>
                  <a:cubicBezTo>
                    <a:pt x="7213" y="198"/>
                    <a:pt x="7016" y="1"/>
                    <a:pt x="677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28"/>
            <p:cNvSpPr/>
            <p:nvPr/>
          </p:nvSpPr>
          <p:spPr>
            <a:xfrm>
              <a:off x="2429938" y="1514428"/>
              <a:ext cx="28757" cy="326930"/>
            </a:xfrm>
            <a:custGeom>
              <a:rect b="b" l="l" r="r" t="t"/>
              <a:pathLst>
                <a:path extrusionOk="0" h="9208" w="810">
                  <a:moveTo>
                    <a:pt x="377" y="0"/>
                  </a:moveTo>
                  <a:cubicBezTo>
                    <a:pt x="375" y="0"/>
                    <a:pt x="374" y="0"/>
                    <a:pt x="372" y="0"/>
                  </a:cubicBezTo>
                  <a:lnTo>
                    <a:pt x="1" y="0"/>
                  </a:lnTo>
                  <a:cubicBezTo>
                    <a:pt x="242" y="0"/>
                    <a:pt x="438" y="195"/>
                    <a:pt x="438" y="436"/>
                  </a:cubicBezTo>
                  <a:lnTo>
                    <a:pt x="438" y="8771"/>
                  </a:lnTo>
                  <a:cubicBezTo>
                    <a:pt x="438" y="9011"/>
                    <a:pt x="242" y="9207"/>
                    <a:pt x="1" y="9207"/>
                  </a:cubicBezTo>
                  <a:lnTo>
                    <a:pt x="372" y="9207"/>
                  </a:lnTo>
                  <a:cubicBezTo>
                    <a:pt x="612" y="9207"/>
                    <a:pt x="809" y="9013"/>
                    <a:pt x="809" y="8771"/>
                  </a:cubicBezTo>
                  <a:lnTo>
                    <a:pt x="809" y="436"/>
                  </a:lnTo>
                  <a:cubicBezTo>
                    <a:pt x="809" y="196"/>
                    <a:pt x="615" y="0"/>
                    <a:pt x="377"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28"/>
            <p:cNvSpPr/>
            <p:nvPr/>
          </p:nvSpPr>
          <p:spPr>
            <a:xfrm>
              <a:off x="2225224" y="1537043"/>
              <a:ext cx="210814" cy="266181"/>
            </a:xfrm>
            <a:custGeom>
              <a:rect b="b" l="l" r="r" t="t"/>
              <a:pathLst>
                <a:path extrusionOk="0" h="7497" w="5938">
                  <a:moveTo>
                    <a:pt x="222" y="1"/>
                  </a:moveTo>
                  <a:cubicBezTo>
                    <a:pt x="100" y="1"/>
                    <a:pt x="0" y="100"/>
                    <a:pt x="0" y="222"/>
                  </a:cubicBezTo>
                  <a:lnTo>
                    <a:pt x="0" y="7275"/>
                  </a:lnTo>
                  <a:cubicBezTo>
                    <a:pt x="0" y="7397"/>
                    <a:pt x="100" y="7497"/>
                    <a:pt x="222" y="7497"/>
                  </a:cubicBezTo>
                  <a:lnTo>
                    <a:pt x="5716" y="7497"/>
                  </a:lnTo>
                  <a:cubicBezTo>
                    <a:pt x="5839" y="7497"/>
                    <a:pt x="5938" y="7397"/>
                    <a:pt x="5938" y="7275"/>
                  </a:cubicBezTo>
                  <a:lnTo>
                    <a:pt x="5938" y="222"/>
                  </a:lnTo>
                  <a:cubicBezTo>
                    <a:pt x="5938" y="100"/>
                    <a:pt x="5839" y="1"/>
                    <a:pt x="571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28"/>
            <p:cNvSpPr/>
            <p:nvPr/>
          </p:nvSpPr>
          <p:spPr>
            <a:xfrm>
              <a:off x="2415524" y="1537008"/>
              <a:ext cx="20520" cy="266181"/>
            </a:xfrm>
            <a:custGeom>
              <a:rect b="b" l="l" r="r" t="t"/>
              <a:pathLst>
                <a:path extrusionOk="0" h="7497" w="578">
                  <a:moveTo>
                    <a:pt x="1" y="0"/>
                  </a:moveTo>
                  <a:cubicBezTo>
                    <a:pt x="123" y="0"/>
                    <a:pt x="222" y="100"/>
                    <a:pt x="222" y="222"/>
                  </a:cubicBezTo>
                  <a:lnTo>
                    <a:pt x="222" y="7275"/>
                  </a:lnTo>
                  <a:cubicBezTo>
                    <a:pt x="222" y="7397"/>
                    <a:pt x="123" y="7496"/>
                    <a:pt x="1" y="7496"/>
                  </a:cubicBezTo>
                  <a:lnTo>
                    <a:pt x="356" y="7496"/>
                  </a:lnTo>
                  <a:cubicBezTo>
                    <a:pt x="479" y="7496"/>
                    <a:pt x="578" y="7397"/>
                    <a:pt x="578" y="7275"/>
                  </a:cubicBezTo>
                  <a:lnTo>
                    <a:pt x="578" y="222"/>
                  </a:lnTo>
                  <a:cubicBezTo>
                    <a:pt x="578" y="100"/>
                    <a:pt x="479" y="0"/>
                    <a:pt x="356"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28"/>
            <p:cNvSpPr/>
            <p:nvPr/>
          </p:nvSpPr>
          <p:spPr>
            <a:xfrm>
              <a:off x="2316540" y="1817488"/>
              <a:ext cx="28118" cy="9657"/>
            </a:xfrm>
            <a:custGeom>
              <a:rect b="b" l="l" r="r" t="t"/>
              <a:pathLst>
                <a:path extrusionOk="0" h="272" w="792">
                  <a:moveTo>
                    <a:pt x="135" y="1"/>
                  </a:moveTo>
                  <a:cubicBezTo>
                    <a:pt x="62" y="1"/>
                    <a:pt x="0" y="62"/>
                    <a:pt x="0" y="136"/>
                  </a:cubicBezTo>
                  <a:cubicBezTo>
                    <a:pt x="0" y="209"/>
                    <a:pt x="62" y="271"/>
                    <a:pt x="135" y="271"/>
                  </a:cubicBezTo>
                  <a:lnTo>
                    <a:pt x="658" y="271"/>
                  </a:lnTo>
                  <a:cubicBezTo>
                    <a:pt x="731" y="271"/>
                    <a:pt x="791" y="209"/>
                    <a:pt x="791" y="136"/>
                  </a:cubicBezTo>
                  <a:cubicBezTo>
                    <a:pt x="791" y="62"/>
                    <a:pt x="731" y="1"/>
                    <a:pt x="65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28"/>
            <p:cNvSpPr/>
            <p:nvPr/>
          </p:nvSpPr>
          <p:spPr>
            <a:xfrm>
              <a:off x="2153897" y="1575991"/>
              <a:ext cx="181311" cy="132434"/>
            </a:xfrm>
            <a:custGeom>
              <a:rect b="b" l="l" r="r" t="t"/>
              <a:pathLst>
                <a:path extrusionOk="0" h="3730" w="5107">
                  <a:moveTo>
                    <a:pt x="2553" y="0"/>
                  </a:moveTo>
                  <a:cubicBezTo>
                    <a:pt x="2524" y="0"/>
                    <a:pt x="2494" y="10"/>
                    <a:pt x="2470" y="31"/>
                  </a:cubicBezTo>
                  <a:lnTo>
                    <a:pt x="1" y="2067"/>
                  </a:lnTo>
                  <a:lnTo>
                    <a:pt x="2470" y="3700"/>
                  </a:lnTo>
                  <a:cubicBezTo>
                    <a:pt x="2494" y="3719"/>
                    <a:pt x="2524" y="3729"/>
                    <a:pt x="2553" y="3729"/>
                  </a:cubicBezTo>
                  <a:cubicBezTo>
                    <a:pt x="2583" y="3729"/>
                    <a:pt x="2612" y="3719"/>
                    <a:pt x="2637" y="3700"/>
                  </a:cubicBezTo>
                  <a:lnTo>
                    <a:pt x="5106" y="2067"/>
                  </a:lnTo>
                  <a:lnTo>
                    <a:pt x="2637" y="31"/>
                  </a:lnTo>
                  <a:cubicBezTo>
                    <a:pt x="2612" y="10"/>
                    <a:pt x="2583" y="0"/>
                    <a:pt x="255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28"/>
            <p:cNvSpPr/>
            <p:nvPr/>
          </p:nvSpPr>
          <p:spPr>
            <a:xfrm>
              <a:off x="2233497" y="1575920"/>
              <a:ext cx="101644" cy="80880"/>
            </a:xfrm>
            <a:custGeom>
              <a:rect b="b" l="l" r="r" t="t"/>
              <a:pathLst>
                <a:path extrusionOk="0" h="2278" w="2863">
                  <a:moveTo>
                    <a:pt x="309" y="1"/>
                  </a:moveTo>
                  <a:cubicBezTo>
                    <a:pt x="280" y="1"/>
                    <a:pt x="250" y="11"/>
                    <a:pt x="227" y="31"/>
                  </a:cubicBezTo>
                  <a:lnTo>
                    <a:pt x="1" y="218"/>
                  </a:lnTo>
                  <a:cubicBezTo>
                    <a:pt x="32" y="218"/>
                    <a:pt x="64" y="227"/>
                    <a:pt x="90" y="248"/>
                  </a:cubicBezTo>
                  <a:lnTo>
                    <a:pt x="2548" y="2277"/>
                  </a:lnTo>
                  <a:lnTo>
                    <a:pt x="2863" y="2069"/>
                  </a:lnTo>
                  <a:lnTo>
                    <a:pt x="393" y="31"/>
                  </a:lnTo>
                  <a:cubicBezTo>
                    <a:pt x="369" y="11"/>
                    <a:pt x="339" y="1"/>
                    <a:pt x="30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28"/>
            <p:cNvSpPr/>
            <p:nvPr/>
          </p:nvSpPr>
          <p:spPr>
            <a:xfrm>
              <a:off x="2182300" y="1601163"/>
              <a:ext cx="124436" cy="116243"/>
            </a:xfrm>
            <a:custGeom>
              <a:rect b="b" l="l" r="r" t="t"/>
              <a:pathLst>
                <a:path extrusionOk="0" h="3274" w="3505">
                  <a:moveTo>
                    <a:pt x="96" y="1"/>
                  </a:moveTo>
                  <a:cubicBezTo>
                    <a:pt x="44" y="1"/>
                    <a:pt x="1" y="44"/>
                    <a:pt x="1" y="97"/>
                  </a:cubicBezTo>
                  <a:lnTo>
                    <a:pt x="1" y="2141"/>
                  </a:lnTo>
                  <a:lnTo>
                    <a:pt x="1684" y="3253"/>
                  </a:lnTo>
                  <a:cubicBezTo>
                    <a:pt x="1705" y="3267"/>
                    <a:pt x="1729" y="3273"/>
                    <a:pt x="1753" y="3273"/>
                  </a:cubicBezTo>
                  <a:cubicBezTo>
                    <a:pt x="1776" y="3273"/>
                    <a:pt x="1800" y="3267"/>
                    <a:pt x="1821" y="3253"/>
                  </a:cubicBezTo>
                  <a:lnTo>
                    <a:pt x="3505" y="2141"/>
                  </a:lnTo>
                  <a:lnTo>
                    <a:pt x="3505" y="97"/>
                  </a:lnTo>
                  <a:cubicBezTo>
                    <a:pt x="3505" y="44"/>
                    <a:pt x="3462" y="1"/>
                    <a:pt x="341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28"/>
            <p:cNvSpPr/>
            <p:nvPr/>
          </p:nvSpPr>
          <p:spPr>
            <a:xfrm>
              <a:off x="2289699" y="1601163"/>
              <a:ext cx="17041" cy="76016"/>
            </a:xfrm>
            <a:custGeom>
              <a:rect b="b" l="l" r="r" t="t"/>
              <a:pathLst>
                <a:path extrusionOk="0" h="2141" w="480">
                  <a:moveTo>
                    <a:pt x="1" y="1"/>
                  </a:moveTo>
                  <a:cubicBezTo>
                    <a:pt x="54" y="1"/>
                    <a:pt x="97" y="44"/>
                    <a:pt x="97" y="97"/>
                  </a:cubicBezTo>
                  <a:lnTo>
                    <a:pt x="97" y="2141"/>
                  </a:lnTo>
                  <a:lnTo>
                    <a:pt x="480" y="1886"/>
                  </a:lnTo>
                  <a:lnTo>
                    <a:pt x="480" y="97"/>
                  </a:lnTo>
                  <a:cubicBezTo>
                    <a:pt x="480" y="44"/>
                    <a:pt x="437" y="1"/>
                    <a:pt x="385"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28"/>
            <p:cNvSpPr/>
            <p:nvPr/>
          </p:nvSpPr>
          <p:spPr>
            <a:xfrm>
              <a:off x="2205413" y="1624170"/>
              <a:ext cx="78177" cy="9622"/>
            </a:xfrm>
            <a:custGeom>
              <a:rect b="b" l="l" r="r" t="t"/>
              <a:pathLst>
                <a:path extrusionOk="0" h="271" w="2202">
                  <a:moveTo>
                    <a:pt x="135" y="0"/>
                  </a:moveTo>
                  <a:cubicBezTo>
                    <a:pt x="62" y="0"/>
                    <a:pt x="0" y="62"/>
                    <a:pt x="0" y="136"/>
                  </a:cubicBezTo>
                  <a:cubicBezTo>
                    <a:pt x="0" y="209"/>
                    <a:pt x="62" y="271"/>
                    <a:pt x="135" y="271"/>
                  </a:cubicBezTo>
                  <a:lnTo>
                    <a:pt x="2068" y="271"/>
                  </a:lnTo>
                  <a:cubicBezTo>
                    <a:pt x="2141" y="271"/>
                    <a:pt x="2202" y="212"/>
                    <a:pt x="2202" y="136"/>
                  </a:cubicBezTo>
                  <a:cubicBezTo>
                    <a:pt x="2202" y="62"/>
                    <a:pt x="2141" y="0"/>
                    <a:pt x="206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28"/>
            <p:cNvSpPr/>
            <p:nvPr/>
          </p:nvSpPr>
          <p:spPr>
            <a:xfrm>
              <a:off x="2205413" y="1644549"/>
              <a:ext cx="78177" cy="9622"/>
            </a:xfrm>
            <a:custGeom>
              <a:rect b="b" l="l" r="r" t="t"/>
              <a:pathLst>
                <a:path extrusionOk="0" h="271" w="2202">
                  <a:moveTo>
                    <a:pt x="135" y="0"/>
                  </a:moveTo>
                  <a:cubicBezTo>
                    <a:pt x="62" y="0"/>
                    <a:pt x="0" y="62"/>
                    <a:pt x="0" y="136"/>
                  </a:cubicBezTo>
                  <a:cubicBezTo>
                    <a:pt x="0" y="209"/>
                    <a:pt x="62" y="271"/>
                    <a:pt x="135" y="271"/>
                  </a:cubicBezTo>
                  <a:lnTo>
                    <a:pt x="2068" y="271"/>
                  </a:lnTo>
                  <a:cubicBezTo>
                    <a:pt x="2141" y="271"/>
                    <a:pt x="2202" y="211"/>
                    <a:pt x="2202" y="136"/>
                  </a:cubicBezTo>
                  <a:cubicBezTo>
                    <a:pt x="2202" y="62"/>
                    <a:pt x="2141" y="0"/>
                    <a:pt x="206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28"/>
            <p:cNvSpPr/>
            <p:nvPr/>
          </p:nvSpPr>
          <p:spPr>
            <a:xfrm>
              <a:off x="2221070" y="1664928"/>
              <a:ext cx="46863" cy="9586"/>
            </a:xfrm>
            <a:custGeom>
              <a:rect b="b" l="l" r="r" t="t"/>
              <a:pathLst>
                <a:path extrusionOk="0" h="270" w="1320">
                  <a:moveTo>
                    <a:pt x="135" y="1"/>
                  </a:moveTo>
                  <a:cubicBezTo>
                    <a:pt x="61" y="1"/>
                    <a:pt x="1" y="61"/>
                    <a:pt x="1" y="136"/>
                  </a:cubicBezTo>
                  <a:cubicBezTo>
                    <a:pt x="1" y="209"/>
                    <a:pt x="61" y="270"/>
                    <a:pt x="135" y="270"/>
                  </a:cubicBezTo>
                  <a:lnTo>
                    <a:pt x="1184" y="270"/>
                  </a:lnTo>
                  <a:cubicBezTo>
                    <a:pt x="1260" y="270"/>
                    <a:pt x="1319" y="211"/>
                    <a:pt x="1319" y="136"/>
                  </a:cubicBezTo>
                  <a:cubicBezTo>
                    <a:pt x="1319" y="61"/>
                    <a:pt x="1257" y="1"/>
                    <a:pt x="1184"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p28"/>
            <p:cNvSpPr/>
            <p:nvPr/>
          </p:nvSpPr>
          <p:spPr>
            <a:xfrm>
              <a:off x="2330209" y="1610891"/>
              <a:ext cx="9834" cy="9870"/>
            </a:xfrm>
            <a:custGeom>
              <a:rect b="b" l="l" r="r" t="t"/>
              <a:pathLst>
                <a:path extrusionOk="0" h="278" w="277">
                  <a:moveTo>
                    <a:pt x="139" y="0"/>
                  </a:moveTo>
                  <a:cubicBezTo>
                    <a:pt x="63" y="0"/>
                    <a:pt x="1" y="62"/>
                    <a:pt x="1" y="138"/>
                  </a:cubicBezTo>
                  <a:cubicBezTo>
                    <a:pt x="1" y="216"/>
                    <a:pt x="63" y="278"/>
                    <a:pt x="139" y="278"/>
                  </a:cubicBezTo>
                  <a:cubicBezTo>
                    <a:pt x="215" y="278"/>
                    <a:pt x="277" y="216"/>
                    <a:pt x="277" y="138"/>
                  </a:cubicBezTo>
                  <a:cubicBezTo>
                    <a:pt x="277" y="62"/>
                    <a:pt x="215" y="0"/>
                    <a:pt x="13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p28"/>
            <p:cNvSpPr/>
            <p:nvPr/>
          </p:nvSpPr>
          <p:spPr>
            <a:xfrm>
              <a:off x="2327865" y="1570275"/>
              <a:ext cx="56342" cy="53329"/>
            </a:xfrm>
            <a:custGeom>
              <a:rect b="b" l="l" r="r" t="t"/>
              <a:pathLst>
                <a:path extrusionOk="0" h="1502" w="1587">
                  <a:moveTo>
                    <a:pt x="426" y="0"/>
                  </a:moveTo>
                  <a:cubicBezTo>
                    <a:pt x="321" y="0"/>
                    <a:pt x="215" y="16"/>
                    <a:pt x="111" y="48"/>
                  </a:cubicBezTo>
                  <a:cubicBezTo>
                    <a:pt x="39" y="69"/>
                    <a:pt x="0" y="144"/>
                    <a:pt x="22" y="216"/>
                  </a:cubicBezTo>
                  <a:cubicBezTo>
                    <a:pt x="40" y="275"/>
                    <a:pt x="93" y="312"/>
                    <a:pt x="151" y="312"/>
                  </a:cubicBezTo>
                  <a:cubicBezTo>
                    <a:pt x="164" y="312"/>
                    <a:pt x="177" y="311"/>
                    <a:pt x="190" y="307"/>
                  </a:cubicBezTo>
                  <a:cubicBezTo>
                    <a:pt x="269" y="282"/>
                    <a:pt x="349" y="271"/>
                    <a:pt x="428" y="271"/>
                  </a:cubicBezTo>
                  <a:cubicBezTo>
                    <a:pt x="642" y="271"/>
                    <a:pt x="851" y="355"/>
                    <a:pt x="1008" y="512"/>
                  </a:cubicBezTo>
                  <a:cubicBezTo>
                    <a:pt x="1219" y="725"/>
                    <a:pt x="1298" y="1039"/>
                    <a:pt x="1212" y="1328"/>
                  </a:cubicBezTo>
                  <a:cubicBezTo>
                    <a:pt x="1191" y="1399"/>
                    <a:pt x="1231" y="1474"/>
                    <a:pt x="1303" y="1495"/>
                  </a:cubicBezTo>
                  <a:cubicBezTo>
                    <a:pt x="1317" y="1500"/>
                    <a:pt x="1329" y="1501"/>
                    <a:pt x="1342" y="1501"/>
                  </a:cubicBezTo>
                  <a:cubicBezTo>
                    <a:pt x="1401" y="1501"/>
                    <a:pt x="1455" y="1464"/>
                    <a:pt x="1471" y="1407"/>
                  </a:cubicBezTo>
                  <a:cubicBezTo>
                    <a:pt x="1586" y="1022"/>
                    <a:pt x="1483" y="607"/>
                    <a:pt x="1198" y="322"/>
                  </a:cubicBezTo>
                  <a:cubicBezTo>
                    <a:pt x="989" y="113"/>
                    <a:pt x="710" y="0"/>
                    <a:pt x="42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28"/>
            <p:cNvSpPr/>
            <p:nvPr/>
          </p:nvSpPr>
          <p:spPr>
            <a:xfrm>
              <a:off x="2336564" y="1592855"/>
              <a:ext cx="23574" cy="22084"/>
            </a:xfrm>
            <a:custGeom>
              <a:rect b="b" l="l" r="r" t="t"/>
              <a:pathLst>
                <a:path extrusionOk="0" h="622" w="664">
                  <a:moveTo>
                    <a:pt x="228" y="0"/>
                  </a:moveTo>
                  <a:cubicBezTo>
                    <a:pt x="189" y="0"/>
                    <a:pt x="149" y="6"/>
                    <a:pt x="111" y="17"/>
                  </a:cubicBezTo>
                  <a:cubicBezTo>
                    <a:pt x="39" y="39"/>
                    <a:pt x="0" y="115"/>
                    <a:pt x="22" y="187"/>
                  </a:cubicBezTo>
                  <a:cubicBezTo>
                    <a:pt x="39" y="246"/>
                    <a:pt x="92" y="282"/>
                    <a:pt x="150" y="282"/>
                  </a:cubicBezTo>
                  <a:cubicBezTo>
                    <a:pt x="163" y="282"/>
                    <a:pt x="177" y="280"/>
                    <a:pt x="190" y="276"/>
                  </a:cubicBezTo>
                  <a:cubicBezTo>
                    <a:pt x="203" y="273"/>
                    <a:pt x="216" y="271"/>
                    <a:pt x="228" y="271"/>
                  </a:cubicBezTo>
                  <a:cubicBezTo>
                    <a:pt x="265" y="271"/>
                    <a:pt x="300" y="286"/>
                    <a:pt x="327" y="312"/>
                  </a:cubicBezTo>
                  <a:cubicBezTo>
                    <a:pt x="363" y="348"/>
                    <a:pt x="376" y="400"/>
                    <a:pt x="361" y="449"/>
                  </a:cubicBezTo>
                  <a:cubicBezTo>
                    <a:pt x="340" y="520"/>
                    <a:pt x="379" y="594"/>
                    <a:pt x="451" y="616"/>
                  </a:cubicBezTo>
                  <a:cubicBezTo>
                    <a:pt x="465" y="620"/>
                    <a:pt x="478" y="622"/>
                    <a:pt x="491" y="622"/>
                  </a:cubicBezTo>
                  <a:cubicBezTo>
                    <a:pt x="548" y="622"/>
                    <a:pt x="602" y="584"/>
                    <a:pt x="620" y="524"/>
                  </a:cubicBezTo>
                  <a:cubicBezTo>
                    <a:pt x="663" y="380"/>
                    <a:pt x="623" y="226"/>
                    <a:pt x="518" y="120"/>
                  </a:cubicBezTo>
                  <a:cubicBezTo>
                    <a:pt x="440" y="43"/>
                    <a:pt x="335" y="0"/>
                    <a:pt x="228"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p28"/>
            <p:cNvSpPr/>
            <p:nvPr/>
          </p:nvSpPr>
          <p:spPr>
            <a:xfrm>
              <a:off x="2153791" y="1649413"/>
              <a:ext cx="181311" cy="131333"/>
            </a:xfrm>
            <a:custGeom>
              <a:rect b="b" l="l" r="r" t="t"/>
              <a:pathLst>
                <a:path extrusionOk="0" h="3699" w="5107">
                  <a:moveTo>
                    <a:pt x="1" y="0"/>
                  </a:moveTo>
                  <a:lnTo>
                    <a:pt x="1" y="3547"/>
                  </a:lnTo>
                  <a:cubicBezTo>
                    <a:pt x="1" y="3631"/>
                    <a:pt x="70" y="3698"/>
                    <a:pt x="152" y="3698"/>
                  </a:cubicBezTo>
                  <a:lnTo>
                    <a:pt x="4955" y="3698"/>
                  </a:lnTo>
                  <a:cubicBezTo>
                    <a:pt x="5037" y="3698"/>
                    <a:pt x="5106" y="3631"/>
                    <a:pt x="5106" y="3547"/>
                  </a:cubicBezTo>
                  <a:lnTo>
                    <a:pt x="5106" y="0"/>
                  </a:lnTo>
                  <a:lnTo>
                    <a:pt x="2620" y="1642"/>
                  </a:lnTo>
                  <a:cubicBezTo>
                    <a:pt x="2601" y="1656"/>
                    <a:pt x="2578" y="1663"/>
                    <a:pt x="2555" y="1663"/>
                  </a:cubicBezTo>
                  <a:cubicBezTo>
                    <a:pt x="2532" y="1663"/>
                    <a:pt x="2508" y="1656"/>
                    <a:pt x="2487" y="1642"/>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p28"/>
            <p:cNvSpPr/>
            <p:nvPr/>
          </p:nvSpPr>
          <p:spPr>
            <a:xfrm>
              <a:off x="2316611" y="1649342"/>
              <a:ext cx="18532" cy="131369"/>
            </a:xfrm>
            <a:custGeom>
              <a:rect b="b" l="l" r="r" t="t"/>
              <a:pathLst>
                <a:path extrusionOk="0" h="3700" w="522">
                  <a:moveTo>
                    <a:pt x="522" y="1"/>
                  </a:moveTo>
                  <a:lnTo>
                    <a:pt x="152" y="245"/>
                  </a:lnTo>
                  <a:lnTo>
                    <a:pt x="152" y="3548"/>
                  </a:lnTo>
                  <a:cubicBezTo>
                    <a:pt x="152" y="3630"/>
                    <a:pt x="83" y="3699"/>
                    <a:pt x="1" y="3699"/>
                  </a:cubicBezTo>
                  <a:lnTo>
                    <a:pt x="371" y="3699"/>
                  </a:lnTo>
                  <a:cubicBezTo>
                    <a:pt x="454" y="3699"/>
                    <a:pt x="522" y="3630"/>
                    <a:pt x="522" y="3548"/>
                  </a:cubicBezTo>
                  <a:lnTo>
                    <a:pt x="522" y="1"/>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79" name="Google Shape;5279;p28"/>
          <p:cNvGrpSpPr/>
          <p:nvPr/>
        </p:nvGrpSpPr>
        <p:grpSpPr>
          <a:xfrm>
            <a:off x="1495375" y="1515173"/>
            <a:ext cx="327024" cy="325393"/>
            <a:chOff x="1495375" y="1515173"/>
            <a:chExt cx="327024" cy="325393"/>
          </a:xfrm>
        </p:grpSpPr>
        <p:sp>
          <p:nvSpPr>
            <p:cNvPr id="5280" name="Google Shape;5280;p28"/>
            <p:cNvSpPr/>
            <p:nvPr/>
          </p:nvSpPr>
          <p:spPr>
            <a:xfrm>
              <a:off x="1495375" y="1561541"/>
              <a:ext cx="327014" cy="208130"/>
            </a:xfrm>
            <a:custGeom>
              <a:rect b="b" l="l" r="r" t="t"/>
              <a:pathLst>
                <a:path extrusionOk="0" h="5862" w="9211">
                  <a:moveTo>
                    <a:pt x="339" y="0"/>
                  </a:moveTo>
                  <a:cubicBezTo>
                    <a:pt x="152" y="0"/>
                    <a:pt x="1" y="151"/>
                    <a:pt x="1" y="338"/>
                  </a:cubicBezTo>
                  <a:lnTo>
                    <a:pt x="1" y="5522"/>
                  </a:lnTo>
                  <a:cubicBezTo>
                    <a:pt x="1" y="5710"/>
                    <a:pt x="152" y="5861"/>
                    <a:pt x="339" y="5861"/>
                  </a:cubicBezTo>
                  <a:lnTo>
                    <a:pt x="8873" y="5861"/>
                  </a:lnTo>
                  <a:cubicBezTo>
                    <a:pt x="9060" y="5861"/>
                    <a:pt x="9211" y="5710"/>
                    <a:pt x="9211" y="5522"/>
                  </a:cubicBezTo>
                  <a:lnTo>
                    <a:pt x="9211" y="338"/>
                  </a:lnTo>
                  <a:cubicBezTo>
                    <a:pt x="9211" y="151"/>
                    <a:pt x="9060" y="0"/>
                    <a:pt x="887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28"/>
            <p:cNvSpPr/>
            <p:nvPr/>
          </p:nvSpPr>
          <p:spPr>
            <a:xfrm>
              <a:off x="1797192" y="1561541"/>
              <a:ext cx="25207" cy="213598"/>
            </a:xfrm>
            <a:custGeom>
              <a:rect b="b" l="l" r="r" t="t"/>
              <a:pathLst>
                <a:path extrusionOk="0" h="6016" w="710">
                  <a:moveTo>
                    <a:pt x="0" y="0"/>
                  </a:moveTo>
                  <a:cubicBezTo>
                    <a:pt x="187" y="0"/>
                    <a:pt x="338" y="151"/>
                    <a:pt x="338" y="338"/>
                  </a:cubicBezTo>
                  <a:lnTo>
                    <a:pt x="338" y="5677"/>
                  </a:lnTo>
                  <a:cubicBezTo>
                    <a:pt x="338" y="5864"/>
                    <a:pt x="187" y="6015"/>
                    <a:pt x="0" y="6015"/>
                  </a:cubicBezTo>
                  <a:lnTo>
                    <a:pt x="372" y="6015"/>
                  </a:lnTo>
                  <a:cubicBezTo>
                    <a:pt x="559" y="6015"/>
                    <a:pt x="710" y="5864"/>
                    <a:pt x="710" y="5677"/>
                  </a:cubicBezTo>
                  <a:lnTo>
                    <a:pt x="710" y="340"/>
                  </a:lnTo>
                  <a:cubicBezTo>
                    <a:pt x="710" y="153"/>
                    <a:pt x="559" y="1"/>
                    <a:pt x="37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28"/>
            <p:cNvSpPr/>
            <p:nvPr/>
          </p:nvSpPr>
          <p:spPr>
            <a:xfrm>
              <a:off x="1627626" y="1773818"/>
              <a:ext cx="62520" cy="40582"/>
            </a:xfrm>
            <a:custGeom>
              <a:rect b="b" l="l" r="r" t="t"/>
              <a:pathLst>
                <a:path extrusionOk="0" h="1143" w="1761">
                  <a:moveTo>
                    <a:pt x="150" y="0"/>
                  </a:moveTo>
                  <a:cubicBezTo>
                    <a:pt x="150" y="0"/>
                    <a:pt x="99" y="740"/>
                    <a:pt x="0" y="1143"/>
                  </a:cubicBezTo>
                  <a:lnTo>
                    <a:pt x="1760" y="1143"/>
                  </a:lnTo>
                  <a:cubicBezTo>
                    <a:pt x="1661" y="740"/>
                    <a:pt x="1613" y="0"/>
                    <a:pt x="161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28"/>
            <p:cNvSpPr/>
            <p:nvPr/>
          </p:nvSpPr>
          <p:spPr>
            <a:xfrm>
              <a:off x="1670870" y="1773818"/>
              <a:ext cx="19278" cy="40582"/>
            </a:xfrm>
            <a:custGeom>
              <a:rect b="b" l="l" r="r" t="t"/>
              <a:pathLst>
                <a:path extrusionOk="0" h="1143" w="543">
                  <a:moveTo>
                    <a:pt x="1" y="0"/>
                  </a:moveTo>
                  <a:cubicBezTo>
                    <a:pt x="1" y="0"/>
                    <a:pt x="51" y="740"/>
                    <a:pt x="151" y="1143"/>
                  </a:cubicBezTo>
                  <a:lnTo>
                    <a:pt x="542" y="1143"/>
                  </a:lnTo>
                  <a:cubicBezTo>
                    <a:pt x="443" y="740"/>
                    <a:pt x="395" y="0"/>
                    <a:pt x="392"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28"/>
            <p:cNvSpPr/>
            <p:nvPr/>
          </p:nvSpPr>
          <p:spPr>
            <a:xfrm>
              <a:off x="1495375" y="1740090"/>
              <a:ext cx="327014" cy="35079"/>
            </a:xfrm>
            <a:custGeom>
              <a:rect b="b" l="l" r="r" t="t"/>
              <a:pathLst>
                <a:path extrusionOk="0" h="988" w="9211">
                  <a:moveTo>
                    <a:pt x="1" y="0"/>
                  </a:moveTo>
                  <a:lnTo>
                    <a:pt x="1" y="649"/>
                  </a:lnTo>
                  <a:cubicBezTo>
                    <a:pt x="1" y="837"/>
                    <a:pt x="152" y="988"/>
                    <a:pt x="339" y="988"/>
                  </a:cubicBezTo>
                  <a:lnTo>
                    <a:pt x="8873" y="988"/>
                  </a:lnTo>
                  <a:cubicBezTo>
                    <a:pt x="9060" y="988"/>
                    <a:pt x="9211" y="837"/>
                    <a:pt x="9211" y="649"/>
                  </a:cubicBezTo>
                  <a:lnTo>
                    <a:pt x="921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28"/>
            <p:cNvSpPr/>
            <p:nvPr/>
          </p:nvSpPr>
          <p:spPr>
            <a:xfrm>
              <a:off x="1797192" y="1740090"/>
              <a:ext cx="25207" cy="35079"/>
            </a:xfrm>
            <a:custGeom>
              <a:rect b="b" l="l" r="r" t="t"/>
              <a:pathLst>
                <a:path extrusionOk="0" h="988" w="710">
                  <a:moveTo>
                    <a:pt x="338" y="0"/>
                  </a:moveTo>
                  <a:lnTo>
                    <a:pt x="338" y="649"/>
                  </a:lnTo>
                  <a:cubicBezTo>
                    <a:pt x="338" y="837"/>
                    <a:pt x="187" y="988"/>
                    <a:pt x="0" y="988"/>
                  </a:cubicBezTo>
                  <a:lnTo>
                    <a:pt x="372" y="988"/>
                  </a:lnTo>
                  <a:cubicBezTo>
                    <a:pt x="559" y="988"/>
                    <a:pt x="710" y="837"/>
                    <a:pt x="710" y="649"/>
                  </a:cubicBezTo>
                  <a:lnTo>
                    <a:pt x="710"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28"/>
            <p:cNvSpPr/>
            <p:nvPr/>
          </p:nvSpPr>
          <p:spPr>
            <a:xfrm>
              <a:off x="1560844" y="1813050"/>
              <a:ext cx="196222" cy="27516"/>
            </a:xfrm>
            <a:custGeom>
              <a:rect b="b" l="l" r="r" t="t"/>
              <a:pathLst>
                <a:path extrusionOk="0" h="775" w="5527">
                  <a:moveTo>
                    <a:pt x="589" y="0"/>
                  </a:moveTo>
                  <a:cubicBezTo>
                    <a:pt x="264" y="0"/>
                    <a:pt x="0" y="264"/>
                    <a:pt x="0" y="587"/>
                  </a:cubicBezTo>
                  <a:lnTo>
                    <a:pt x="0" y="775"/>
                  </a:lnTo>
                  <a:lnTo>
                    <a:pt x="5526" y="775"/>
                  </a:lnTo>
                  <a:lnTo>
                    <a:pt x="5526" y="587"/>
                  </a:lnTo>
                  <a:cubicBezTo>
                    <a:pt x="5526" y="262"/>
                    <a:pt x="5261" y="0"/>
                    <a:pt x="493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28"/>
            <p:cNvSpPr/>
            <p:nvPr/>
          </p:nvSpPr>
          <p:spPr>
            <a:xfrm>
              <a:off x="1722066" y="1813050"/>
              <a:ext cx="34934" cy="27516"/>
            </a:xfrm>
            <a:custGeom>
              <a:rect b="b" l="l" r="r" t="t"/>
              <a:pathLst>
                <a:path extrusionOk="0" h="775" w="984">
                  <a:moveTo>
                    <a:pt x="1" y="0"/>
                  </a:moveTo>
                  <a:cubicBezTo>
                    <a:pt x="328" y="0"/>
                    <a:pt x="589" y="264"/>
                    <a:pt x="589" y="587"/>
                  </a:cubicBezTo>
                  <a:lnTo>
                    <a:pt x="589" y="775"/>
                  </a:lnTo>
                  <a:lnTo>
                    <a:pt x="984" y="775"/>
                  </a:lnTo>
                  <a:lnTo>
                    <a:pt x="984" y="587"/>
                  </a:lnTo>
                  <a:cubicBezTo>
                    <a:pt x="984" y="264"/>
                    <a:pt x="720" y="0"/>
                    <a:pt x="395"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28"/>
            <p:cNvSpPr/>
            <p:nvPr/>
          </p:nvSpPr>
          <p:spPr>
            <a:xfrm>
              <a:off x="1517423" y="1643732"/>
              <a:ext cx="117726" cy="76407"/>
            </a:xfrm>
            <a:custGeom>
              <a:rect b="b" l="l" r="r" t="t"/>
              <a:pathLst>
                <a:path extrusionOk="0" h="2152" w="3316">
                  <a:moveTo>
                    <a:pt x="415" y="0"/>
                  </a:moveTo>
                  <a:cubicBezTo>
                    <a:pt x="227" y="416"/>
                    <a:pt x="0" y="903"/>
                    <a:pt x="98" y="1370"/>
                  </a:cubicBezTo>
                  <a:cubicBezTo>
                    <a:pt x="203" y="1875"/>
                    <a:pt x="594" y="2116"/>
                    <a:pt x="1076" y="2152"/>
                  </a:cubicBezTo>
                  <a:lnTo>
                    <a:pt x="2238" y="2152"/>
                  </a:lnTo>
                  <a:cubicBezTo>
                    <a:pt x="2720" y="2116"/>
                    <a:pt x="3113" y="1875"/>
                    <a:pt x="3216" y="1370"/>
                  </a:cubicBezTo>
                  <a:cubicBezTo>
                    <a:pt x="3316" y="903"/>
                    <a:pt x="3088" y="416"/>
                    <a:pt x="29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p28"/>
            <p:cNvSpPr/>
            <p:nvPr/>
          </p:nvSpPr>
          <p:spPr>
            <a:xfrm>
              <a:off x="1591022" y="1643768"/>
              <a:ext cx="44130" cy="76371"/>
            </a:xfrm>
            <a:custGeom>
              <a:rect b="b" l="l" r="r" t="t"/>
              <a:pathLst>
                <a:path extrusionOk="0" h="2151" w="1243">
                  <a:moveTo>
                    <a:pt x="445" y="1"/>
                  </a:moveTo>
                  <a:cubicBezTo>
                    <a:pt x="630" y="412"/>
                    <a:pt x="861" y="985"/>
                    <a:pt x="775" y="1401"/>
                  </a:cubicBezTo>
                  <a:cubicBezTo>
                    <a:pt x="684" y="1830"/>
                    <a:pt x="386" y="2067"/>
                    <a:pt x="1" y="2151"/>
                  </a:cubicBezTo>
                  <a:lnTo>
                    <a:pt x="166" y="2151"/>
                  </a:lnTo>
                  <a:cubicBezTo>
                    <a:pt x="648" y="2115"/>
                    <a:pt x="1040" y="1876"/>
                    <a:pt x="1145" y="1369"/>
                  </a:cubicBezTo>
                  <a:cubicBezTo>
                    <a:pt x="1243" y="902"/>
                    <a:pt x="1015" y="415"/>
                    <a:pt x="828"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28"/>
            <p:cNvSpPr/>
            <p:nvPr/>
          </p:nvSpPr>
          <p:spPr>
            <a:xfrm>
              <a:off x="1531624" y="1608229"/>
              <a:ext cx="89289" cy="90928"/>
            </a:xfrm>
            <a:custGeom>
              <a:rect b="b" l="l" r="r" t="t"/>
              <a:pathLst>
                <a:path extrusionOk="0" h="2561" w="2515">
                  <a:moveTo>
                    <a:pt x="1256" y="0"/>
                  </a:moveTo>
                  <a:lnTo>
                    <a:pt x="0" y="828"/>
                  </a:lnTo>
                  <a:lnTo>
                    <a:pt x="0" y="1303"/>
                  </a:lnTo>
                  <a:cubicBezTo>
                    <a:pt x="0" y="1996"/>
                    <a:pt x="563" y="2560"/>
                    <a:pt x="1256" y="2560"/>
                  </a:cubicBezTo>
                  <a:cubicBezTo>
                    <a:pt x="1951" y="2560"/>
                    <a:pt x="2514" y="1996"/>
                    <a:pt x="2514" y="1303"/>
                  </a:cubicBezTo>
                  <a:lnTo>
                    <a:pt x="2514" y="828"/>
                  </a:lnTo>
                  <a:lnTo>
                    <a:pt x="125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28"/>
            <p:cNvSpPr/>
            <p:nvPr/>
          </p:nvSpPr>
          <p:spPr>
            <a:xfrm>
              <a:off x="1514511" y="1632762"/>
              <a:ext cx="20698" cy="24037"/>
            </a:xfrm>
            <a:custGeom>
              <a:rect b="b" l="l" r="r" t="t"/>
              <a:pathLst>
                <a:path extrusionOk="0" h="677" w="583">
                  <a:moveTo>
                    <a:pt x="338" y="0"/>
                  </a:moveTo>
                  <a:cubicBezTo>
                    <a:pt x="151" y="0"/>
                    <a:pt x="0" y="151"/>
                    <a:pt x="0" y="338"/>
                  </a:cubicBezTo>
                  <a:cubicBezTo>
                    <a:pt x="0" y="525"/>
                    <a:pt x="151" y="676"/>
                    <a:pt x="338" y="676"/>
                  </a:cubicBezTo>
                  <a:lnTo>
                    <a:pt x="583" y="676"/>
                  </a:lnTo>
                  <a:lnTo>
                    <a:pt x="583"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28"/>
            <p:cNvSpPr/>
            <p:nvPr/>
          </p:nvSpPr>
          <p:spPr>
            <a:xfrm>
              <a:off x="1617046" y="1632762"/>
              <a:ext cx="20982" cy="24037"/>
            </a:xfrm>
            <a:custGeom>
              <a:rect b="b" l="l" r="r" t="t"/>
              <a:pathLst>
                <a:path extrusionOk="0" h="677" w="591">
                  <a:moveTo>
                    <a:pt x="0" y="0"/>
                  </a:moveTo>
                  <a:lnTo>
                    <a:pt x="0" y="676"/>
                  </a:lnTo>
                  <a:lnTo>
                    <a:pt x="252" y="676"/>
                  </a:lnTo>
                  <a:cubicBezTo>
                    <a:pt x="439" y="676"/>
                    <a:pt x="590" y="525"/>
                    <a:pt x="590" y="338"/>
                  </a:cubicBezTo>
                  <a:cubicBezTo>
                    <a:pt x="590" y="151"/>
                    <a:pt x="439" y="0"/>
                    <a:pt x="25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28"/>
            <p:cNvSpPr/>
            <p:nvPr/>
          </p:nvSpPr>
          <p:spPr>
            <a:xfrm>
              <a:off x="1620881" y="1633117"/>
              <a:ext cx="17148" cy="23682"/>
            </a:xfrm>
            <a:custGeom>
              <a:rect b="b" l="l" r="r" t="t"/>
              <a:pathLst>
                <a:path extrusionOk="0" h="667" w="483">
                  <a:moveTo>
                    <a:pt x="230" y="0"/>
                  </a:moveTo>
                  <a:cubicBezTo>
                    <a:pt x="253" y="46"/>
                    <a:pt x="266" y="98"/>
                    <a:pt x="266" y="154"/>
                  </a:cubicBezTo>
                  <a:cubicBezTo>
                    <a:pt x="266" y="315"/>
                    <a:pt x="153" y="452"/>
                    <a:pt x="0" y="485"/>
                  </a:cubicBezTo>
                  <a:lnTo>
                    <a:pt x="0" y="666"/>
                  </a:lnTo>
                  <a:lnTo>
                    <a:pt x="144" y="666"/>
                  </a:lnTo>
                  <a:cubicBezTo>
                    <a:pt x="331" y="666"/>
                    <a:pt x="482" y="515"/>
                    <a:pt x="482" y="328"/>
                  </a:cubicBezTo>
                  <a:cubicBezTo>
                    <a:pt x="482" y="235"/>
                    <a:pt x="445" y="150"/>
                    <a:pt x="383" y="89"/>
                  </a:cubicBezTo>
                  <a:cubicBezTo>
                    <a:pt x="341" y="48"/>
                    <a:pt x="289" y="17"/>
                    <a:pt x="23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28"/>
            <p:cNvSpPr/>
            <p:nvPr/>
          </p:nvSpPr>
          <p:spPr>
            <a:xfrm>
              <a:off x="1552820" y="1643590"/>
              <a:ext cx="9834" cy="15232"/>
            </a:xfrm>
            <a:custGeom>
              <a:rect b="b" l="l" r="r" t="t"/>
              <a:pathLst>
                <a:path extrusionOk="0" h="429" w="277">
                  <a:moveTo>
                    <a:pt x="138" y="0"/>
                  </a:moveTo>
                  <a:cubicBezTo>
                    <a:pt x="62" y="0"/>
                    <a:pt x="0" y="62"/>
                    <a:pt x="0" y="140"/>
                  </a:cubicBezTo>
                  <a:lnTo>
                    <a:pt x="0" y="291"/>
                  </a:lnTo>
                  <a:cubicBezTo>
                    <a:pt x="0" y="366"/>
                    <a:pt x="61" y="429"/>
                    <a:pt x="138" y="429"/>
                  </a:cubicBezTo>
                  <a:cubicBezTo>
                    <a:pt x="216" y="429"/>
                    <a:pt x="277" y="367"/>
                    <a:pt x="277" y="291"/>
                  </a:cubicBezTo>
                  <a:lnTo>
                    <a:pt x="277" y="140"/>
                  </a:lnTo>
                  <a:cubicBezTo>
                    <a:pt x="277" y="63"/>
                    <a:pt x="216" y="0"/>
                    <a:pt x="138"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28"/>
            <p:cNvSpPr/>
            <p:nvPr/>
          </p:nvSpPr>
          <p:spPr>
            <a:xfrm>
              <a:off x="1591696" y="1643590"/>
              <a:ext cx="9834" cy="15232"/>
            </a:xfrm>
            <a:custGeom>
              <a:rect b="b" l="l" r="r" t="t"/>
              <a:pathLst>
                <a:path extrusionOk="0" h="429" w="277">
                  <a:moveTo>
                    <a:pt x="139" y="0"/>
                  </a:moveTo>
                  <a:cubicBezTo>
                    <a:pt x="64" y="0"/>
                    <a:pt x="0" y="62"/>
                    <a:pt x="0" y="140"/>
                  </a:cubicBezTo>
                  <a:lnTo>
                    <a:pt x="0" y="291"/>
                  </a:lnTo>
                  <a:cubicBezTo>
                    <a:pt x="0" y="366"/>
                    <a:pt x="61" y="429"/>
                    <a:pt x="139" y="429"/>
                  </a:cubicBezTo>
                  <a:cubicBezTo>
                    <a:pt x="216" y="429"/>
                    <a:pt x="277" y="367"/>
                    <a:pt x="277" y="291"/>
                  </a:cubicBezTo>
                  <a:lnTo>
                    <a:pt x="277" y="140"/>
                  </a:lnTo>
                  <a:cubicBezTo>
                    <a:pt x="277" y="63"/>
                    <a:pt x="216" y="0"/>
                    <a:pt x="139"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28"/>
            <p:cNvSpPr/>
            <p:nvPr/>
          </p:nvSpPr>
          <p:spPr>
            <a:xfrm>
              <a:off x="1702681" y="1663437"/>
              <a:ext cx="105513" cy="9906"/>
            </a:xfrm>
            <a:custGeom>
              <a:rect b="b" l="l" r="r" t="t"/>
              <a:pathLst>
                <a:path extrusionOk="0" h="279" w="2972">
                  <a:moveTo>
                    <a:pt x="140" y="1"/>
                  </a:moveTo>
                  <a:cubicBezTo>
                    <a:pt x="63" y="1"/>
                    <a:pt x="0" y="63"/>
                    <a:pt x="0" y="139"/>
                  </a:cubicBezTo>
                  <a:cubicBezTo>
                    <a:pt x="0" y="215"/>
                    <a:pt x="62" y="279"/>
                    <a:pt x="140" y="279"/>
                  </a:cubicBezTo>
                  <a:lnTo>
                    <a:pt x="2833" y="279"/>
                  </a:lnTo>
                  <a:cubicBezTo>
                    <a:pt x="2911" y="279"/>
                    <a:pt x="2972" y="215"/>
                    <a:pt x="2972" y="139"/>
                  </a:cubicBezTo>
                  <a:cubicBezTo>
                    <a:pt x="2972" y="64"/>
                    <a:pt x="2911" y="1"/>
                    <a:pt x="283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28"/>
            <p:cNvSpPr/>
            <p:nvPr/>
          </p:nvSpPr>
          <p:spPr>
            <a:xfrm>
              <a:off x="1646372" y="1663437"/>
              <a:ext cx="43242" cy="9906"/>
            </a:xfrm>
            <a:custGeom>
              <a:rect b="b" l="l" r="r" t="t"/>
              <a:pathLst>
                <a:path extrusionOk="0" h="279" w="1218">
                  <a:moveTo>
                    <a:pt x="138" y="1"/>
                  </a:moveTo>
                  <a:cubicBezTo>
                    <a:pt x="64" y="1"/>
                    <a:pt x="0" y="63"/>
                    <a:pt x="0" y="139"/>
                  </a:cubicBezTo>
                  <a:cubicBezTo>
                    <a:pt x="0" y="215"/>
                    <a:pt x="61" y="279"/>
                    <a:pt x="138" y="279"/>
                  </a:cubicBezTo>
                  <a:lnTo>
                    <a:pt x="1079" y="279"/>
                  </a:lnTo>
                  <a:cubicBezTo>
                    <a:pt x="1157" y="279"/>
                    <a:pt x="1218" y="215"/>
                    <a:pt x="1218" y="139"/>
                  </a:cubicBezTo>
                  <a:cubicBezTo>
                    <a:pt x="1218" y="64"/>
                    <a:pt x="1157" y="1"/>
                    <a:pt x="107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28"/>
            <p:cNvSpPr/>
            <p:nvPr/>
          </p:nvSpPr>
          <p:spPr>
            <a:xfrm>
              <a:off x="1778801" y="1685414"/>
              <a:ext cx="29396" cy="9906"/>
            </a:xfrm>
            <a:custGeom>
              <a:rect b="b" l="l" r="r" t="t"/>
              <a:pathLst>
                <a:path extrusionOk="0" h="279" w="828">
                  <a:moveTo>
                    <a:pt x="140" y="1"/>
                  </a:moveTo>
                  <a:cubicBezTo>
                    <a:pt x="64" y="1"/>
                    <a:pt x="0" y="63"/>
                    <a:pt x="0" y="139"/>
                  </a:cubicBezTo>
                  <a:cubicBezTo>
                    <a:pt x="0" y="215"/>
                    <a:pt x="62" y="278"/>
                    <a:pt x="140" y="278"/>
                  </a:cubicBezTo>
                  <a:lnTo>
                    <a:pt x="689" y="278"/>
                  </a:lnTo>
                  <a:cubicBezTo>
                    <a:pt x="767" y="278"/>
                    <a:pt x="828" y="217"/>
                    <a:pt x="828" y="139"/>
                  </a:cubicBezTo>
                  <a:cubicBezTo>
                    <a:pt x="828" y="64"/>
                    <a:pt x="767" y="1"/>
                    <a:pt x="68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28"/>
            <p:cNvSpPr/>
            <p:nvPr/>
          </p:nvSpPr>
          <p:spPr>
            <a:xfrm>
              <a:off x="1646372" y="1685414"/>
              <a:ext cx="119253" cy="9906"/>
            </a:xfrm>
            <a:custGeom>
              <a:rect b="b" l="l" r="r" t="t"/>
              <a:pathLst>
                <a:path extrusionOk="0" h="279" w="3359">
                  <a:moveTo>
                    <a:pt x="138" y="1"/>
                  </a:moveTo>
                  <a:cubicBezTo>
                    <a:pt x="64" y="1"/>
                    <a:pt x="0" y="63"/>
                    <a:pt x="0" y="139"/>
                  </a:cubicBezTo>
                  <a:cubicBezTo>
                    <a:pt x="0" y="215"/>
                    <a:pt x="61" y="278"/>
                    <a:pt x="138" y="278"/>
                  </a:cubicBezTo>
                  <a:lnTo>
                    <a:pt x="3219" y="278"/>
                  </a:lnTo>
                  <a:cubicBezTo>
                    <a:pt x="3297" y="278"/>
                    <a:pt x="3359" y="217"/>
                    <a:pt x="3359" y="139"/>
                  </a:cubicBezTo>
                  <a:cubicBezTo>
                    <a:pt x="3359" y="64"/>
                    <a:pt x="3297" y="1"/>
                    <a:pt x="321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28"/>
            <p:cNvSpPr/>
            <p:nvPr/>
          </p:nvSpPr>
          <p:spPr>
            <a:xfrm>
              <a:off x="1646372" y="1707426"/>
              <a:ext cx="161820" cy="9906"/>
            </a:xfrm>
            <a:custGeom>
              <a:rect b="b" l="l" r="r" t="t"/>
              <a:pathLst>
                <a:path extrusionOk="0" h="279" w="4558">
                  <a:moveTo>
                    <a:pt x="138" y="1"/>
                  </a:moveTo>
                  <a:cubicBezTo>
                    <a:pt x="64" y="1"/>
                    <a:pt x="0" y="63"/>
                    <a:pt x="0" y="140"/>
                  </a:cubicBezTo>
                  <a:cubicBezTo>
                    <a:pt x="0" y="215"/>
                    <a:pt x="61" y="279"/>
                    <a:pt x="138" y="279"/>
                  </a:cubicBezTo>
                  <a:lnTo>
                    <a:pt x="4419" y="279"/>
                  </a:lnTo>
                  <a:cubicBezTo>
                    <a:pt x="4497" y="279"/>
                    <a:pt x="4558" y="215"/>
                    <a:pt x="4558" y="140"/>
                  </a:cubicBezTo>
                  <a:cubicBezTo>
                    <a:pt x="4558" y="64"/>
                    <a:pt x="4497" y="1"/>
                    <a:pt x="4419"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28"/>
            <p:cNvSpPr/>
            <p:nvPr/>
          </p:nvSpPr>
          <p:spPr>
            <a:xfrm>
              <a:off x="1719119" y="1550783"/>
              <a:ext cx="84176" cy="93485"/>
            </a:xfrm>
            <a:custGeom>
              <a:rect b="b" l="l" r="r" t="t"/>
              <a:pathLst>
                <a:path extrusionOk="0" h="2633" w="2371">
                  <a:moveTo>
                    <a:pt x="124" y="1"/>
                  </a:moveTo>
                  <a:cubicBezTo>
                    <a:pt x="55" y="1"/>
                    <a:pt x="0" y="57"/>
                    <a:pt x="0" y="125"/>
                  </a:cubicBezTo>
                  <a:lnTo>
                    <a:pt x="0" y="2509"/>
                  </a:lnTo>
                  <a:cubicBezTo>
                    <a:pt x="0" y="2577"/>
                    <a:pt x="55" y="2633"/>
                    <a:pt x="124" y="2633"/>
                  </a:cubicBezTo>
                  <a:lnTo>
                    <a:pt x="2247" y="2633"/>
                  </a:lnTo>
                  <a:cubicBezTo>
                    <a:pt x="2314" y="2633"/>
                    <a:pt x="2370" y="2577"/>
                    <a:pt x="2370" y="2509"/>
                  </a:cubicBezTo>
                  <a:lnTo>
                    <a:pt x="2370" y="125"/>
                  </a:lnTo>
                  <a:cubicBezTo>
                    <a:pt x="2370" y="57"/>
                    <a:pt x="2314" y="1"/>
                    <a:pt x="224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28"/>
            <p:cNvSpPr/>
            <p:nvPr/>
          </p:nvSpPr>
          <p:spPr>
            <a:xfrm>
              <a:off x="1785582" y="1550783"/>
              <a:ext cx="17716" cy="93485"/>
            </a:xfrm>
            <a:custGeom>
              <a:rect b="b" l="l" r="r" t="t"/>
              <a:pathLst>
                <a:path extrusionOk="0" h="2633" w="499">
                  <a:moveTo>
                    <a:pt x="1" y="1"/>
                  </a:moveTo>
                  <a:cubicBezTo>
                    <a:pt x="68" y="1"/>
                    <a:pt x="124" y="57"/>
                    <a:pt x="124" y="125"/>
                  </a:cubicBezTo>
                  <a:lnTo>
                    <a:pt x="124" y="2509"/>
                  </a:lnTo>
                  <a:cubicBezTo>
                    <a:pt x="124" y="2577"/>
                    <a:pt x="68" y="2633"/>
                    <a:pt x="1" y="2633"/>
                  </a:cubicBezTo>
                  <a:lnTo>
                    <a:pt x="375" y="2633"/>
                  </a:lnTo>
                  <a:cubicBezTo>
                    <a:pt x="442" y="2633"/>
                    <a:pt x="498" y="2577"/>
                    <a:pt x="498" y="2509"/>
                  </a:cubicBezTo>
                  <a:lnTo>
                    <a:pt x="498" y="125"/>
                  </a:lnTo>
                  <a:cubicBezTo>
                    <a:pt x="498" y="57"/>
                    <a:pt x="442" y="1"/>
                    <a:pt x="375" y="1"/>
                  </a:cubicBezTo>
                  <a:close/>
                </a:path>
              </a:pathLst>
            </a:custGeom>
            <a:solidFill>
              <a:srgbClr val="E8ED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28"/>
            <p:cNvSpPr/>
            <p:nvPr/>
          </p:nvSpPr>
          <p:spPr>
            <a:xfrm>
              <a:off x="1642751" y="1515173"/>
              <a:ext cx="84212" cy="110776"/>
            </a:xfrm>
            <a:custGeom>
              <a:rect b="b" l="l" r="r" t="t"/>
              <a:pathLst>
                <a:path extrusionOk="0" h="3120" w="2372">
                  <a:moveTo>
                    <a:pt x="124" y="1"/>
                  </a:moveTo>
                  <a:cubicBezTo>
                    <a:pt x="55" y="1"/>
                    <a:pt x="0" y="56"/>
                    <a:pt x="0" y="125"/>
                  </a:cubicBezTo>
                  <a:lnTo>
                    <a:pt x="0" y="2299"/>
                  </a:lnTo>
                  <a:cubicBezTo>
                    <a:pt x="0" y="2368"/>
                    <a:pt x="55" y="2423"/>
                    <a:pt x="124" y="2423"/>
                  </a:cubicBezTo>
                  <a:lnTo>
                    <a:pt x="317" y="2423"/>
                  </a:lnTo>
                  <a:cubicBezTo>
                    <a:pt x="376" y="2423"/>
                    <a:pt x="425" y="2470"/>
                    <a:pt x="427" y="2529"/>
                  </a:cubicBezTo>
                  <a:cubicBezTo>
                    <a:pt x="433" y="2664"/>
                    <a:pt x="425" y="2898"/>
                    <a:pt x="312" y="3062"/>
                  </a:cubicBezTo>
                  <a:cubicBezTo>
                    <a:pt x="294" y="3087"/>
                    <a:pt x="314" y="3119"/>
                    <a:pt x="342" y="3119"/>
                  </a:cubicBezTo>
                  <a:cubicBezTo>
                    <a:pt x="345" y="3119"/>
                    <a:pt x="348" y="3119"/>
                    <a:pt x="351" y="3118"/>
                  </a:cubicBezTo>
                  <a:cubicBezTo>
                    <a:pt x="556" y="3056"/>
                    <a:pt x="966" y="2886"/>
                    <a:pt x="1157" y="2487"/>
                  </a:cubicBezTo>
                  <a:cubicBezTo>
                    <a:pt x="1176" y="2449"/>
                    <a:pt x="1215" y="2423"/>
                    <a:pt x="1258" y="2423"/>
                  </a:cubicBezTo>
                  <a:lnTo>
                    <a:pt x="2248" y="2423"/>
                  </a:lnTo>
                  <a:cubicBezTo>
                    <a:pt x="2315" y="2423"/>
                    <a:pt x="2372" y="2368"/>
                    <a:pt x="2372" y="2299"/>
                  </a:cubicBezTo>
                  <a:lnTo>
                    <a:pt x="2372" y="125"/>
                  </a:lnTo>
                  <a:cubicBezTo>
                    <a:pt x="2370" y="56"/>
                    <a:pt x="2314" y="1"/>
                    <a:pt x="224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28"/>
            <p:cNvSpPr/>
            <p:nvPr/>
          </p:nvSpPr>
          <p:spPr>
            <a:xfrm>
              <a:off x="1653153" y="1601163"/>
              <a:ext cx="34224" cy="24782"/>
            </a:xfrm>
            <a:custGeom>
              <a:rect b="b" l="l" r="r" t="t"/>
              <a:pathLst>
                <a:path extrusionOk="0" h="698" w="964">
                  <a:moveTo>
                    <a:pt x="593" y="1"/>
                  </a:moveTo>
                  <a:cubicBezTo>
                    <a:pt x="550" y="1"/>
                    <a:pt x="510" y="27"/>
                    <a:pt x="493" y="65"/>
                  </a:cubicBezTo>
                  <a:cubicBezTo>
                    <a:pt x="393" y="271"/>
                    <a:pt x="237" y="415"/>
                    <a:pt x="81" y="516"/>
                  </a:cubicBezTo>
                  <a:cubicBezTo>
                    <a:pt x="64" y="559"/>
                    <a:pt x="45" y="602"/>
                    <a:pt x="18" y="640"/>
                  </a:cubicBezTo>
                  <a:cubicBezTo>
                    <a:pt x="0" y="665"/>
                    <a:pt x="19" y="697"/>
                    <a:pt x="46" y="697"/>
                  </a:cubicBezTo>
                  <a:cubicBezTo>
                    <a:pt x="50" y="697"/>
                    <a:pt x="53" y="697"/>
                    <a:pt x="57" y="696"/>
                  </a:cubicBezTo>
                  <a:cubicBezTo>
                    <a:pt x="261" y="632"/>
                    <a:pt x="671" y="464"/>
                    <a:pt x="863" y="65"/>
                  </a:cubicBezTo>
                  <a:cubicBezTo>
                    <a:pt x="883" y="27"/>
                    <a:pt x="920" y="1"/>
                    <a:pt x="963"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28"/>
            <p:cNvSpPr/>
            <p:nvPr/>
          </p:nvSpPr>
          <p:spPr>
            <a:xfrm>
              <a:off x="1709249" y="1515173"/>
              <a:ext cx="17609" cy="86029"/>
            </a:xfrm>
            <a:custGeom>
              <a:rect b="b" l="l" r="r" t="t"/>
              <a:pathLst>
                <a:path extrusionOk="0" h="2423" w="496">
                  <a:moveTo>
                    <a:pt x="1" y="1"/>
                  </a:moveTo>
                  <a:cubicBezTo>
                    <a:pt x="70" y="1"/>
                    <a:pt x="124" y="56"/>
                    <a:pt x="124" y="125"/>
                  </a:cubicBezTo>
                  <a:lnTo>
                    <a:pt x="124" y="2299"/>
                  </a:lnTo>
                  <a:cubicBezTo>
                    <a:pt x="124" y="2368"/>
                    <a:pt x="70" y="2423"/>
                    <a:pt x="1" y="2423"/>
                  </a:cubicBezTo>
                  <a:lnTo>
                    <a:pt x="372" y="2423"/>
                  </a:lnTo>
                  <a:cubicBezTo>
                    <a:pt x="440" y="2423"/>
                    <a:pt x="496" y="2368"/>
                    <a:pt x="496" y="2299"/>
                  </a:cubicBezTo>
                  <a:lnTo>
                    <a:pt x="496" y="125"/>
                  </a:lnTo>
                  <a:cubicBezTo>
                    <a:pt x="496" y="56"/>
                    <a:pt x="441" y="1"/>
                    <a:pt x="372" y="1"/>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28"/>
            <p:cNvSpPr/>
            <p:nvPr/>
          </p:nvSpPr>
          <p:spPr>
            <a:xfrm>
              <a:off x="1735096" y="1567364"/>
              <a:ext cx="52295" cy="60323"/>
            </a:xfrm>
            <a:custGeom>
              <a:rect b="b" l="l" r="r" t="t"/>
              <a:pathLst>
                <a:path extrusionOk="0" h="1699" w="1473">
                  <a:moveTo>
                    <a:pt x="735" y="0"/>
                  </a:moveTo>
                  <a:cubicBezTo>
                    <a:pt x="658" y="0"/>
                    <a:pt x="597" y="63"/>
                    <a:pt x="597" y="138"/>
                  </a:cubicBezTo>
                  <a:lnTo>
                    <a:pt x="597" y="380"/>
                  </a:lnTo>
                  <a:lnTo>
                    <a:pt x="140" y="380"/>
                  </a:lnTo>
                  <a:cubicBezTo>
                    <a:pt x="63" y="380"/>
                    <a:pt x="1" y="442"/>
                    <a:pt x="1" y="518"/>
                  </a:cubicBezTo>
                  <a:cubicBezTo>
                    <a:pt x="1" y="596"/>
                    <a:pt x="64" y="656"/>
                    <a:pt x="140" y="656"/>
                  </a:cubicBezTo>
                  <a:lnTo>
                    <a:pt x="946" y="656"/>
                  </a:lnTo>
                  <a:cubicBezTo>
                    <a:pt x="913" y="757"/>
                    <a:pt x="854" y="899"/>
                    <a:pt x="738" y="1051"/>
                  </a:cubicBezTo>
                  <a:cubicBezTo>
                    <a:pt x="670" y="964"/>
                    <a:pt x="622" y="882"/>
                    <a:pt x="589" y="813"/>
                  </a:cubicBezTo>
                  <a:cubicBezTo>
                    <a:pt x="567" y="764"/>
                    <a:pt x="517" y="734"/>
                    <a:pt x="465" y="734"/>
                  </a:cubicBezTo>
                  <a:cubicBezTo>
                    <a:pt x="444" y="734"/>
                    <a:pt x="423" y="739"/>
                    <a:pt x="404" y="748"/>
                  </a:cubicBezTo>
                  <a:cubicBezTo>
                    <a:pt x="336" y="780"/>
                    <a:pt x="306" y="865"/>
                    <a:pt x="339" y="934"/>
                  </a:cubicBezTo>
                  <a:cubicBezTo>
                    <a:pt x="385" y="1028"/>
                    <a:pt x="450" y="1138"/>
                    <a:pt x="545" y="1253"/>
                  </a:cubicBezTo>
                  <a:cubicBezTo>
                    <a:pt x="471" y="1317"/>
                    <a:pt x="386" y="1380"/>
                    <a:pt x="286" y="1439"/>
                  </a:cubicBezTo>
                  <a:cubicBezTo>
                    <a:pt x="220" y="1478"/>
                    <a:pt x="198" y="1563"/>
                    <a:pt x="235" y="1629"/>
                  </a:cubicBezTo>
                  <a:cubicBezTo>
                    <a:pt x="260" y="1675"/>
                    <a:pt x="307" y="1698"/>
                    <a:pt x="356" y="1698"/>
                  </a:cubicBezTo>
                  <a:cubicBezTo>
                    <a:pt x="379" y="1698"/>
                    <a:pt x="404" y="1692"/>
                    <a:pt x="425" y="1678"/>
                  </a:cubicBezTo>
                  <a:cubicBezTo>
                    <a:pt x="546" y="1607"/>
                    <a:pt x="648" y="1533"/>
                    <a:pt x="738" y="1454"/>
                  </a:cubicBezTo>
                  <a:cubicBezTo>
                    <a:pt x="825" y="1531"/>
                    <a:pt x="928" y="1606"/>
                    <a:pt x="1048" y="1678"/>
                  </a:cubicBezTo>
                  <a:cubicBezTo>
                    <a:pt x="1070" y="1691"/>
                    <a:pt x="1094" y="1698"/>
                    <a:pt x="1119" y="1698"/>
                  </a:cubicBezTo>
                  <a:cubicBezTo>
                    <a:pt x="1166" y="1698"/>
                    <a:pt x="1212" y="1672"/>
                    <a:pt x="1238" y="1629"/>
                  </a:cubicBezTo>
                  <a:cubicBezTo>
                    <a:pt x="1279" y="1563"/>
                    <a:pt x="1256" y="1478"/>
                    <a:pt x="1188" y="1439"/>
                  </a:cubicBezTo>
                  <a:cubicBezTo>
                    <a:pt x="1087" y="1382"/>
                    <a:pt x="1004" y="1318"/>
                    <a:pt x="932" y="1253"/>
                  </a:cubicBezTo>
                  <a:cubicBezTo>
                    <a:pt x="1122" y="1020"/>
                    <a:pt x="1202" y="793"/>
                    <a:pt x="1236" y="656"/>
                  </a:cubicBezTo>
                  <a:lnTo>
                    <a:pt x="1335" y="656"/>
                  </a:lnTo>
                  <a:cubicBezTo>
                    <a:pt x="1411" y="656"/>
                    <a:pt x="1473" y="593"/>
                    <a:pt x="1473" y="518"/>
                  </a:cubicBezTo>
                  <a:cubicBezTo>
                    <a:pt x="1469" y="442"/>
                    <a:pt x="1408" y="380"/>
                    <a:pt x="1330" y="380"/>
                  </a:cubicBezTo>
                  <a:lnTo>
                    <a:pt x="874" y="380"/>
                  </a:lnTo>
                  <a:lnTo>
                    <a:pt x="874" y="138"/>
                  </a:lnTo>
                  <a:cubicBezTo>
                    <a:pt x="874" y="61"/>
                    <a:pt x="811" y="0"/>
                    <a:pt x="735"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28"/>
            <p:cNvSpPr/>
            <p:nvPr/>
          </p:nvSpPr>
          <p:spPr>
            <a:xfrm>
              <a:off x="1659225" y="1528061"/>
              <a:ext cx="51053" cy="60358"/>
            </a:xfrm>
            <a:custGeom>
              <a:rect b="b" l="l" r="r" t="t"/>
              <a:pathLst>
                <a:path extrusionOk="0" h="1700" w="1438">
                  <a:moveTo>
                    <a:pt x="723" y="472"/>
                  </a:moveTo>
                  <a:lnTo>
                    <a:pt x="949" y="1071"/>
                  </a:lnTo>
                  <a:lnTo>
                    <a:pt x="494" y="1071"/>
                  </a:lnTo>
                  <a:lnTo>
                    <a:pt x="723" y="472"/>
                  </a:lnTo>
                  <a:close/>
                  <a:moveTo>
                    <a:pt x="720" y="0"/>
                  </a:moveTo>
                  <a:cubicBezTo>
                    <a:pt x="651" y="0"/>
                    <a:pt x="589" y="42"/>
                    <a:pt x="562" y="107"/>
                  </a:cubicBezTo>
                  <a:cubicBezTo>
                    <a:pt x="562" y="108"/>
                    <a:pt x="562" y="108"/>
                    <a:pt x="561" y="110"/>
                  </a:cubicBezTo>
                  <a:lnTo>
                    <a:pt x="28" y="1510"/>
                  </a:lnTo>
                  <a:cubicBezTo>
                    <a:pt x="1" y="1582"/>
                    <a:pt x="37" y="1661"/>
                    <a:pt x="109" y="1690"/>
                  </a:cubicBezTo>
                  <a:cubicBezTo>
                    <a:pt x="125" y="1696"/>
                    <a:pt x="142" y="1699"/>
                    <a:pt x="158" y="1699"/>
                  </a:cubicBezTo>
                  <a:cubicBezTo>
                    <a:pt x="214" y="1699"/>
                    <a:pt x="266" y="1665"/>
                    <a:pt x="289" y="1609"/>
                  </a:cubicBezTo>
                  <a:lnTo>
                    <a:pt x="388" y="1350"/>
                  </a:lnTo>
                  <a:lnTo>
                    <a:pt x="1054" y="1350"/>
                  </a:lnTo>
                  <a:lnTo>
                    <a:pt x="1151" y="1609"/>
                  </a:lnTo>
                  <a:cubicBezTo>
                    <a:pt x="1172" y="1664"/>
                    <a:pt x="1224" y="1699"/>
                    <a:pt x="1280" y="1699"/>
                  </a:cubicBezTo>
                  <a:cubicBezTo>
                    <a:pt x="1296" y="1699"/>
                    <a:pt x="1313" y="1696"/>
                    <a:pt x="1329" y="1690"/>
                  </a:cubicBezTo>
                  <a:cubicBezTo>
                    <a:pt x="1401" y="1663"/>
                    <a:pt x="1437" y="1582"/>
                    <a:pt x="1410" y="1510"/>
                  </a:cubicBezTo>
                  <a:lnTo>
                    <a:pt x="882" y="110"/>
                  </a:lnTo>
                  <a:cubicBezTo>
                    <a:pt x="882" y="108"/>
                    <a:pt x="879" y="108"/>
                    <a:pt x="879" y="107"/>
                  </a:cubicBezTo>
                  <a:cubicBezTo>
                    <a:pt x="853" y="42"/>
                    <a:pt x="791" y="0"/>
                    <a:pt x="720"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28"/>
            <p:cNvSpPr/>
            <p:nvPr/>
          </p:nvSpPr>
          <p:spPr>
            <a:xfrm>
              <a:off x="1564110" y="1663402"/>
              <a:ext cx="24355" cy="13101"/>
            </a:xfrm>
            <a:custGeom>
              <a:rect b="b" l="l" r="r" t="t"/>
              <a:pathLst>
                <a:path extrusionOk="0" h="369" w="686">
                  <a:moveTo>
                    <a:pt x="529" y="0"/>
                  </a:moveTo>
                  <a:cubicBezTo>
                    <a:pt x="488" y="0"/>
                    <a:pt x="447" y="18"/>
                    <a:pt x="419" y="52"/>
                  </a:cubicBezTo>
                  <a:cubicBezTo>
                    <a:pt x="399" y="75"/>
                    <a:pt x="373" y="90"/>
                    <a:pt x="341" y="90"/>
                  </a:cubicBezTo>
                  <a:cubicBezTo>
                    <a:pt x="311" y="90"/>
                    <a:pt x="282" y="78"/>
                    <a:pt x="265" y="54"/>
                  </a:cubicBezTo>
                  <a:cubicBezTo>
                    <a:pt x="238" y="20"/>
                    <a:pt x="198" y="3"/>
                    <a:pt x="157" y="3"/>
                  </a:cubicBezTo>
                  <a:cubicBezTo>
                    <a:pt x="126" y="3"/>
                    <a:pt x="94" y="14"/>
                    <a:pt x="68" y="35"/>
                  </a:cubicBezTo>
                  <a:cubicBezTo>
                    <a:pt x="9" y="82"/>
                    <a:pt x="0" y="172"/>
                    <a:pt x="49" y="231"/>
                  </a:cubicBezTo>
                  <a:cubicBezTo>
                    <a:pt x="121" y="318"/>
                    <a:pt x="229" y="369"/>
                    <a:pt x="341" y="369"/>
                  </a:cubicBezTo>
                  <a:cubicBezTo>
                    <a:pt x="457" y="369"/>
                    <a:pt x="564" y="317"/>
                    <a:pt x="636" y="226"/>
                  </a:cubicBezTo>
                  <a:cubicBezTo>
                    <a:pt x="685" y="166"/>
                    <a:pt x="675" y="80"/>
                    <a:pt x="615" y="31"/>
                  </a:cubicBezTo>
                  <a:cubicBezTo>
                    <a:pt x="589" y="10"/>
                    <a:pt x="559" y="0"/>
                    <a:pt x="529"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28"/>
            <p:cNvSpPr/>
            <p:nvPr/>
          </p:nvSpPr>
          <p:spPr>
            <a:xfrm>
              <a:off x="1569684" y="1631484"/>
              <a:ext cx="51230" cy="67673"/>
            </a:xfrm>
            <a:custGeom>
              <a:rect b="b" l="l" r="r" t="t"/>
              <a:pathLst>
                <a:path extrusionOk="0" h="1906" w="1443">
                  <a:moveTo>
                    <a:pt x="1072" y="0"/>
                  </a:moveTo>
                  <a:lnTo>
                    <a:pt x="1072" y="648"/>
                  </a:lnTo>
                  <a:cubicBezTo>
                    <a:pt x="1072" y="1279"/>
                    <a:pt x="606" y="1800"/>
                    <a:pt x="0" y="1891"/>
                  </a:cubicBezTo>
                  <a:cubicBezTo>
                    <a:pt x="61" y="1900"/>
                    <a:pt x="123" y="1905"/>
                    <a:pt x="184" y="1905"/>
                  </a:cubicBezTo>
                  <a:cubicBezTo>
                    <a:pt x="879" y="1905"/>
                    <a:pt x="1442" y="1341"/>
                    <a:pt x="1442" y="648"/>
                  </a:cubicBezTo>
                  <a:lnTo>
                    <a:pt x="1442" y="173"/>
                  </a:lnTo>
                  <a:lnTo>
                    <a:pt x="1072" y="0"/>
                  </a:ln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28"/>
            <p:cNvSpPr/>
            <p:nvPr/>
          </p:nvSpPr>
          <p:spPr>
            <a:xfrm>
              <a:off x="1531624" y="1580394"/>
              <a:ext cx="89289" cy="58264"/>
            </a:xfrm>
            <a:custGeom>
              <a:rect b="b" l="l" r="r" t="t"/>
              <a:pathLst>
                <a:path extrusionOk="0" h="1641" w="2515">
                  <a:moveTo>
                    <a:pt x="1256" y="0"/>
                  </a:moveTo>
                  <a:cubicBezTo>
                    <a:pt x="563" y="0"/>
                    <a:pt x="0" y="563"/>
                    <a:pt x="0" y="1258"/>
                  </a:cubicBezTo>
                  <a:lnTo>
                    <a:pt x="0" y="1641"/>
                  </a:lnTo>
                  <a:cubicBezTo>
                    <a:pt x="0" y="1641"/>
                    <a:pt x="1" y="1641"/>
                    <a:pt x="1" y="1641"/>
                  </a:cubicBezTo>
                  <a:cubicBezTo>
                    <a:pt x="37" y="1641"/>
                    <a:pt x="825" y="1634"/>
                    <a:pt x="1256" y="1035"/>
                  </a:cubicBezTo>
                  <a:cubicBezTo>
                    <a:pt x="1689" y="1634"/>
                    <a:pt x="2477" y="1641"/>
                    <a:pt x="2513" y="1641"/>
                  </a:cubicBezTo>
                  <a:cubicBezTo>
                    <a:pt x="2514" y="1641"/>
                    <a:pt x="2514" y="1641"/>
                    <a:pt x="2514" y="1641"/>
                  </a:cubicBezTo>
                  <a:lnTo>
                    <a:pt x="2514" y="1258"/>
                  </a:lnTo>
                  <a:cubicBezTo>
                    <a:pt x="2514" y="563"/>
                    <a:pt x="1951" y="0"/>
                    <a:pt x="12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28"/>
            <p:cNvSpPr/>
            <p:nvPr/>
          </p:nvSpPr>
          <p:spPr>
            <a:xfrm>
              <a:off x="1573909" y="1580429"/>
              <a:ext cx="47005" cy="58228"/>
            </a:xfrm>
            <a:custGeom>
              <a:rect b="b" l="l" r="r" t="t"/>
              <a:pathLst>
                <a:path extrusionOk="0" h="1640" w="1324">
                  <a:moveTo>
                    <a:pt x="68" y="0"/>
                  </a:moveTo>
                  <a:cubicBezTo>
                    <a:pt x="67" y="0"/>
                    <a:pt x="66" y="0"/>
                    <a:pt x="65" y="0"/>
                  </a:cubicBezTo>
                  <a:cubicBezTo>
                    <a:pt x="44" y="0"/>
                    <a:pt x="22" y="0"/>
                    <a:pt x="1" y="2"/>
                  </a:cubicBezTo>
                  <a:cubicBezTo>
                    <a:pt x="548" y="139"/>
                    <a:pt x="953" y="634"/>
                    <a:pt x="953" y="1222"/>
                  </a:cubicBezTo>
                  <a:lnTo>
                    <a:pt x="953" y="1591"/>
                  </a:lnTo>
                  <a:cubicBezTo>
                    <a:pt x="1155" y="1638"/>
                    <a:pt x="1306" y="1640"/>
                    <a:pt x="1322" y="1640"/>
                  </a:cubicBezTo>
                  <a:cubicBezTo>
                    <a:pt x="1323" y="1640"/>
                    <a:pt x="1323" y="1640"/>
                    <a:pt x="1323" y="1640"/>
                  </a:cubicBezTo>
                  <a:lnTo>
                    <a:pt x="1323" y="1257"/>
                  </a:lnTo>
                  <a:cubicBezTo>
                    <a:pt x="1323" y="563"/>
                    <a:pt x="762" y="0"/>
                    <a:pt x="68" y="0"/>
                  </a:cubicBezTo>
                  <a:close/>
                </a:path>
              </a:pathLst>
            </a:custGeom>
            <a:solidFill>
              <a:srgbClr val="000000">
                <a:alpha val="1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15" name="Shape 5315"/>
        <p:cNvGrpSpPr/>
        <p:nvPr/>
      </p:nvGrpSpPr>
      <p:grpSpPr>
        <a:xfrm>
          <a:off x="0" y="0"/>
          <a:ext cx="0" cy="0"/>
          <a:chOff x="0" y="0"/>
          <a:chExt cx="0" cy="0"/>
        </a:xfrm>
      </p:grpSpPr>
      <p:sp>
        <p:nvSpPr>
          <p:cNvPr id="5316" name="Google Shape;5316;p29"/>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solidFill>
                  <a:schemeClr val="lt2"/>
                </a:solidFill>
              </a:rPr>
              <a:t>Alternative</a:t>
            </a:r>
            <a:r>
              <a:rPr lang="en"/>
              <a:t> resources</a:t>
            </a:r>
            <a:endParaRPr/>
          </a:p>
        </p:txBody>
      </p:sp>
      <p:sp>
        <p:nvSpPr>
          <p:cNvPr id="5317" name="Google Shape;5317;p29"/>
          <p:cNvSpPr txBox="1"/>
          <p:nvPr>
            <p:ph idx="1" type="body"/>
          </p:nvPr>
        </p:nvSpPr>
        <p:spPr>
          <a:xfrm>
            <a:off x="720000" y="1237083"/>
            <a:ext cx="7704000" cy="3366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rPr lang="en" sz="1200"/>
              <a:t>Here’s an assortment of alternative resources whose style fits that of this template</a:t>
            </a:r>
            <a:endParaRPr sz="1200"/>
          </a:p>
          <a:p>
            <a:pPr indent="0" lvl="0" marL="0" rtl="0" algn="l">
              <a:lnSpc>
                <a:spcPct val="115000"/>
              </a:lnSpc>
              <a:spcBef>
                <a:spcPts val="0"/>
              </a:spcBef>
              <a:spcAft>
                <a:spcPts val="0"/>
              </a:spcAft>
              <a:buSzPts val="1400"/>
              <a:buNone/>
            </a:pPr>
            <a:r>
              <a:t/>
            </a:r>
            <a:endParaRPr sz="1200"/>
          </a:p>
          <a:p>
            <a:pPr indent="0" lvl="0" marL="0" rtl="0" algn="l">
              <a:lnSpc>
                <a:spcPct val="115000"/>
              </a:lnSpc>
              <a:spcBef>
                <a:spcPts val="0"/>
              </a:spcBef>
              <a:spcAft>
                <a:spcPts val="0"/>
              </a:spcAft>
              <a:buSzPts val="1400"/>
              <a:buNone/>
            </a:pPr>
            <a:r>
              <a:rPr b="1" lang="en" sz="1200">
                <a:solidFill>
                  <a:schemeClr val="accent6"/>
                </a:solidFill>
                <a:highlight>
                  <a:schemeClr val="accent3"/>
                </a:highlight>
              </a:rPr>
              <a:t>Photos:</a:t>
            </a:r>
            <a:endParaRPr b="1" sz="1200">
              <a:solidFill>
                <a:schemeClr val="accent6"/>
              </a:solidFill>
              <a:highlight>
                <a:schemeClr val="accent3"/>
              </a:highlight>
            </a:endParaRPr>
          </a:p>
          <a:p>
            <a:pPr indent="-304800" lvl="0" marL="457200" rtl="0" algn="l">
              <a:lnSpc>
                <a:spcPct val="115000"/>
              </a:lnSpc>
              <a:spcBef>
                <a:spcPts val="0"/>
              </a:spcBef>
              <a:spcAft>
                <a:spcPts val="0"/>
              </a:spcAft>
              <a:buClr>
                <a:schemeClr val="accent2"/>
              </a:buClr>
              <a:buSzPts val="1200"/>
              <a:buChar char="●"/>
            </a:pPr>
            <a:r>
              <a:rPr lang="en" sz="1200">
                <a:solidFill>
                  <a:schemeClr val="hlink"/>
                </a:solidFill>
                <a:uFill>
                  <a:noFill/>
                </a:uFill>
                <a:hlinkClick r:id="rId3"/>
              </a:rPr>
              <a:t>Metallic texture background with noise in violet shades</a:t>
            </a:r>
            <a:endParaRPr sz="1200"/>
          </a:p>
          <a:p>
            <a:pPr indent="-304800" lvl="0" marL="457200" rtl="0" algn="l">
              <a:lnSpc>
                <a:spcPct val="115000"/>
              </a:lnSpc>
              <a:spcBef>
                <a:spcPts val="0"/>
              </a:spcBef>
              <a:spcAft>
                <a:spcPts val="0"/>
              </a:spcAft>
              <a:buClr>
                <a:schemeClr val="accent2"/>
              </a:buClr>
              <a:buSzPts val="1200"/>
              <a:buChar char="●"/>
            </a:pPr>
            <a:r>
              <a:rPr lang="en" sz="1200">
                <a:solidFill>
                  <a:schemeClr val="hlink"/>
                </a:solidFill>
                <a:uFill>
                  <a:noFill/>
                </a:uFill>
                <a:hlinkClick r:id="rId4"/>
              </a:rPr>
              <a:t>Aesthetic retro vaporwave landscape</a:t>
            </a:r>
            <a:endParaRPr sz="1200"/>
          </a:p>
          <a:p>
            <a:pPr indent="-304800" lvl="0" marL="457200" rtl="0" algn="l">
              <a:lnSpc>
                <a:spcPct val="115000"/>
              </a:lnSpc>
              <a:spcBef>
                <a:spcPts val="0"/>
              </a:spcBef>
              <a:spcAft>
                <a:spcPts val="0"/>
              </a:spcAft>
              <a:buClr>
                <a:schemeClr val="accent2"/>
              </a:buClr>
              <a:buSzPts val="1200"/>
              <a:buChar char="●"/>
            </a:pPr>
            <a:r>
              <a:rPr lang="en" sz="1200">
                <a:solidFill>
                  <a:schemeClr val="hlink"/>
                </a:solidFill>
                <a:uFill>
                  <a:noFill/>
                </a:uFill>
                <a:hlinkClick r:id="rId5"/>
              </a:rPr>
              <a:t>3d aesthetics with shapes in vaporwave style</a:t>
            </a:r>
            <a:endParaRPr sz="1200"/>
          </a:p>
          <a:p>
            <a:pPr indent="-304800" lvl="0" marL="457200" rtl="0" algn="l">
              <a:lnSpc>
                <a:spcPct val="115000"/>
              </a:lnSpc>
              <a:spcBef>
                <a:spcPts val="0"/>
              </a:spcBef>
              <a:spcAft>
                <a:spcPts val="0"/>
              </a:spcAft>
              <a:buClr>
                <a:schemeClr val="accent2"/>
              </a:buClr>
              <a:buSzPts val="1200"/>
              <a:buChar char="●"/>
            </a:pPr>
            <a:r>
              <a:rPr lang="en" sz="1200">
                <a:solidFill>
                  <a:schemeClr val="hlink"/>
                </a:solidFill>
                <a:uFill>
                  <a:noFill/>
                </a:uFill>
                <a:hlinkClick r:id="rId6"/>
              </a:rPr>
              <a:t>3d aesthetics with shapes in vaporwave style</a:t>
            </a:r>
            <a:endParaRPr sz="1200"/>
          </a:p>
          <a:p>
            <a:pPr indent="-304800" lvl="0" marL="457200" rtl="0" algn="l">
              <a:lnSpc>
                <a:spcPct val="115000"/>
              </a:lnSpc>
              <a:spcBef>
                <a:spcPts val="0"/>
              </a:spcBef>
              <a:spcAft>
                <a:spcPts val="0"/>
              </a:spcAft>
              <a:buClr>
                <a:schemeClr val="accent2"/>
              </a:buClr>
              <a:buSzPts val="1200"/>
              <a:buChar char="●"/>
            </a:pPr>
            <a:r>
              <a:rPr lang="en" sz="1200">
                <a:solidFill>
                  <a:schemeClr val="hlink"/>
                </a:solidFill>
                <a:uFill>
                  <a:noFill/>
                </a:uFill>
                <a:hlinkClick r:id="rId7"/>
              </a:rPr>
              <a:t>Retro 3d shapes in vaporwave style</a:t>
            </a:r>
            <a:endParaRPr sz="1200"/>
          </a:p>
          <a:p>
            <a:pPr indent="0" lvl="0" marL="0" rtl="0" algn="l">
              <a:lnSpc>
                <a:spcPct val="115000"/>
              </a:lnSpc>
              <a:spcBef>
                <a:spcPts val="0"/>
              </a:spcBef>
              <a:spcAft>
                <a:spcPts val="0"/>
              </a:spcAft>
              <a:buSzPts val="1400"/>
              <a:buNone/>
            </a:pPr>
            <a:r>
              <a:t/>
            </a:r>
            <a:endParaRPr sz="1200"/>
          </a:p>
          <a:p>
            <a:pPr indent="0" lvl="0" marL="0" rtl="0" algn="l">
              <a:lnSpc>
                <a:spcPct val="115000"/>
              </a:lnSpc>
              <a:spcBef>
                <a:spcPts val="0"/>
              </a:spcBef>
              <a:spcAft>
                <a:spcPts val="0"/>
              </a:spcAft>
              <a:buSzPts val="1400"/>
              <a:buNone/>
            </a:pPr>
            <a:r>
              <a:rPr b="1" lang="en" sz="1200">
                <a:solidFill>
                  <a:schemeClr val="accent6"/>
                </a:solidFill>
                <a:highlight>
                  <a:schemeClr val="accent3"/>
                </a:highlight>
              </a:rPr>
              <a:t>Vectors:</a:t>
            </a:r>
            <a:endParaRPr b="1" sz="1200">
              <a:solidFill>
                <a:schemeClr val="accent6"/>
              </a:solidFill>
              <a:highlight>
                <a:schemeClr val="accent3"/>
              </a:highlight>
            </a:endParaRPr>
          </a:p>
          <a:p>
            <a:pPr indent="-304800" lvl="0" marL="457200" rtl="0" algn="l">
              <a:lnSpc>
                <a:spcPct val="115000"/>
              </a:lnSpc>
              <a:spcBef>
                <a:spcPts val="0"/>
              </a:spcBef>
              <a:spcAft>
                <a:spcPts val="0"/>
              </a:spcAft>
              <a:buClr>
                <a:schemeClr val="accent2"/>
              </a:buClr>
              <a:buSzPts val="1200"/>
              <a:buChar char="●"/>
            </a:pPr>
            <a:r>
              <a:rPr lang="en" sz="1200">
                <a:solidFill>
                  <a:schemeClr val="hlink"/>
                </a:solidFill>
                <a:uFill>
                  <a:noFill/>
                </a:uFill>
                <a:hlinkClick r:id="rId8"/>
              </a:rPr>
              <a:t>Retro futuristic music poster template</a:t>
            </a:r>
            <a:endParaRPr sz="1200"/>
          </a:p>
          <a:p>
            <a:pPr indent="-304800" lvl="0" marL="457200" rtl="0" algn="l">
              <a:lnSpc>
                <a:spcPct val="115000"/>
              </a:lnSpc>
              <a:spcBef>
                <a:spcPts val="0"/>
              </a:spcBef>
              <a:spcAft>
                <a:spcPts val="0"/>
              </a:spcAft>
              <a:buClr>
                <a:schemeClr val="accent2"/>
              </a:buClr>
              <a:buSzPts val="1200"/>
              <a:buChar char="●"/>
            </a:pPr>
            <a:r>
              <a:rPr lang="en" sz="1200">
                <a:solidFill>
                  <a:schemeClr val="hlink"/>
                </a:solidFill>
                <a:uFill>
                  <a:noFill/>
                </a:uFill>
                <a:hlinkClick r:id="rId9"/>
              </a:rPr>
              <a:t>Realistic vintage vaporwave background</a:t>
            </a:r>
            <a:endParaRPr sz="1200"/>
          </a:p>
          <a:p>
            <a:pPr indent="0" lvl="0" marL="0" rtl="0" algn="l">
              <a:lnSpc>
                <a:spcPct val="115000"/>
              </a:lnSpc>
              <a:spcBef>
                <a:spcPts val="0"/>
              </a:spcBef>
              <a:spcAft>
                <a:spcPts val="0"/>
              </a:spcAft>
              <a:buSzPts val="1400"/>
              <a:buNone/>
            </a:pPr>
            <a:r>
              <a:t/>
            </a:r>
            <a:endParaRPr sz="1200"/>
          </a:p>
          <a:p>
            <a:pPr indent="0" lvl="0" marL="0" rtl="0" algn="l">
              <a:lnSpc>
                <a:spcPct val="115000"/>
              </a:lnSpc>
              <a:spcBef>
                <a:spcPts val="0"/>
              </a:spcBef>
              <a:spcAft>
                <a:spcPts val="0"/>
              </a:spcAft>
              <a:buSzPts val="1400"/>
              <a:buNone/>
            </a:pPr>
            <a:r>
              <a:rPr b="1" lang="en" sz="1200">
                <a:solidFill>
                  <a:schemeClr val="accent6"/>
                </a:solidFill>
                <a:highlight>
                  <a:schemeClr val="accent3"/>
                </a:highlight>
              </a:rPr>
              <a:t>Icons:</a:t>
            </a:r>
            <a:endParaRPr b="1" sz="1200">
              <a:solidFill>
                <a:schemeClr val="accent6"/>
              </a:solidFill>
              <a:highlight>
                <a:schemeClr val="accent3"/>
              </a:highlight>
            </a:endParaRPr>
          </a:p>
          <a:p>
            <a:pPr indent="-304800" lvl="0" marL="457200" rtl="0" algn="l">
              <a:lnSpc>
                <a:spcPct val="115000"/>
              </a:lnSpc>
              <a:spcBef>
                <a:spcPts val="0"/>
              </a:spcBef>
              <a:spcAft>
                <a:spcPts val="0"/>
              </a:spcAft>
              <a:buClr>
                <a:schemeClr val="accent2"/>
              </a:buClr>
              <a:buSzPts val="1200"/>
              <a:buChar char="●"/>
            </a:pPr>
            <a:r>
              <a:rPr lang="en" sz="1200">
                <a:solidFill>
                  <a:schemeClr val="hlink"/>
                </a:solidFill>
                <a:uFill>
                  <a:noFill/>
                </a:uFill>
                <a:hlinkClick r:id="rId10"/>
              </a:rPr>
              <a:t>Retro Wave</a:t>
            </a:r>
            <a:endParaRPr b="1" sz="1200"/>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1" name="Shape 5321"/>
        <p:cNvGrpSpPr/>
        <p:nvPr/>
      </p:nvGrpSpPr>
      <p:grpSpPr>
        <a:xfrm>
          <a:off x="0" y="0"/>
          <a:ext cx="0" cy="0"/>
          <a:chOff x="0" y="0"/>
          <a:chExt cx="0" cy="0"/>
        </a:xfrm>
      </p:grpSpPr>
      <p:sp>
        <p:nvSpPr>
          <p:cNvPr id="5322" name="Google Shape;5322;p30"/>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a:t>Resources</a:t>
            </a:r>
            <a:endParaRPr/>
          </a:p>
        </p:txBody>
      </p:sp>
      <p:sp>
        <p:nvSpPr>
          <p:cNvPr id="5323" name="Google Shape;5323;p30"/>
          <p:cNvSpPr txBox="1"/>
          <p:nvPr>
            <p:ph idx="1" type="body"/>
          </p:nvPr>
        </p:nvSpPr>
        <p:spPr>
          <a:xfrm>
            <a:off x="720000" y="1237083"/>
            <a:ext cx="7704000" cy="3366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rPr lang="en" sz="1200"/>
              <a:t>Did you like the resources of this template? Get them for free at our other websites!</a:t>
            </a:r>
            <a:br>
              <a:rPr lang="en" sz="1200"/>
            </a:br>
            <a:br>
              <a:rPr lang="en" sz="1200"/>
            </a:br>
            <a:r>
              <a:rPr b="1" lang="en" sz="1200">
                <a:solidFill>
                  <a:schemeClr val="accent6"/>
                </a:solidFill>
                <a:highlight>
                  <a:schemeClr val="lt2"/>
                </a:highlight>
              </a:rPr>
              <a:t>Photos:</a:t>
            </a:r>
            <a:endParaRPr b="1" sz="1200">
              <a:solidFill>
                <a:schemeClr val="accent6"/>
              </a:solidFill>
              <a:highlight>
                <a:schemeClr val="lt2"/>
              </a:highlight>
            </a:endParaRPr>
          </a:p>
          <a:p>
            <a:pPr indent="-304800" lvl="0" marL="457200" rtl="0" algn="l">
              <a:lnSpc>
                <a:spcPct val="115000"/>
              </a:lnSpc>
              <a:spcBef>
                <a:spcPts val="0"/>
              </a:spcBef>
              <a:spcAft>
                <a:spcPts val="0"/>
              </a:spcAft>
              <a:buClr>
                <a:schemeClr val="accent3"/>
              </a:buClr>
              <a:buSzPts val="1200"/>
              <a:buChar char="●"/>
            </a:pPr>
            <a:r>
              <a:rPr lang="en" sz="1200">
                <a:solidFill>
                  <a:schemeClr val="hlink"/>
                </a:solidFill>
                <a:uFill>
                  <a:noFill/>
                </a:uFill>
                <a:hlinkClick r:id="rId3"/>
              </a:rPr>
              <a:t>Colorful retro vaporwave landscape</a:t>
            </a:r>
            <a:endParaRPr sz="1200"/>
          </a:p>
          <a:p>
            <a:pPr indent="-304800" lvl="0" marL="457200" rtl="0" algn="l">
              <a:lnSpc>
                <a:spcPct val="115000"/>
              </a:lnSpc>
              <a:spcBef>
                <a:spcPts val="0"/>
              </a:spcBef>
              <a:spcAft>
                <a:spcPts val="0"/>
              </a:spcAft>
              <a:buClr>
                <a:schemeClr val="accent3"/>
              </a:buClr>
              <a:buSzPts val="1200"/>
              <a:buChar char="●"/>
            </a:pPr>
            <a:r>
              <a:rPr lang="en" sz="1200">
                <a:solidFill>
                  <a:schemeClr val="hlink"/>
                </a:solidFill>
                <a:uFill>
                  <a:noFill/>
                </a:uFill>
                <a:hlinkClick r:id="rId4"/>
              </a:rPr>
              <a:t>3d aesthetics with shapes in vaporwave style</a:t>
            </a:r>
            <a:endParaRPr sz="1200"/>
          </a:p>
          <a:p>
            <a:pPr indent="-304800" lvl="0" marL="457200" rtl="0" algn="l">
              <a:lnSpc>
                <a:spcPct val="115000"/>
              </a:lnSpc>
              <a:spcBef>
                <a:spcPts val="0"/>
              </a:spcBef>
              <a:spcAft>
                <a:spcPts val="0"/>
              </a:spcAft>
              <a:buClr>
                <a:schemeClr val="accent3"/>
              </a:buClr>
              <a:buSzPts val="1200"/>
              <a:buChar char="●"/>
            </a:pPr>
            <a:r>
              <a:rPr lang="en" sz="1200">
                <a:solidFill>
                  <a:schemeClr val="hlink"/>
                </a:solidFill>
                <a:uFill>
                  <a:noFill/>
                </a:uFill>
                <a:hlinkClick r:id="rId5"/>
              </a:rPr>
              <a:t>Colorful 3d shapes in vaporwave style</a:t>
            </a:r>
            <a:endParaRPr sz="1200"/>
          </a:p>
          <a:p>
            <a:pPr indent="-304800" lvl="0" marL="457200" rtl="0" algn="l">
              <a:lnSpc>
                <a:spcPct val="115000"/>
              </a:lnSpc>
              <a:spcBef>
                <a:spcPts val="0"/>
              </a:spcBef>
              <a:spcAft>
                <a:spcPts val="0"/>
              </a:spcAft>
              <a:buClr>
                <a:schemeClr val="accent3"/>
              </a:buClr>
              <a:buSzPts val="1200"/>
              <a:buChar char="●"/>
            </a:pPr>
            <a:r>
              <a:rPr lang="en" sz="1200">
                <a:solidFill>
                  <a:schemeClr val="hlink"/>
                </a:solidFill>
                <a:uFill>
                  <a:noFill/>
                </a:uFill>
                <a:hlinkClick r:id="rId6"/>
              </a:rPr>
              <a:t>Retro 3d shapes in vaporwave style</a:t>
            </a:r>
            <a:endParaRPr sz="1200"/>
          </a:p>
          <a:p>
            <a:pPr indent="-304800" lvl="0" marL="457200" rtl="0" algn="l">
              <a:lnSpc>
                <a:spcPct val="115000"/>
              </a:lnSpc>
              <a:spcBef>
                <a:spcPts val="0"/>
              </a:spcBef>
              <a:spcAft>
                <a:spcPts val="0"/>
              </a:spcAft>
              <a:buClr>
                <a:schemeClr val="accent3"/>
              </a:buClr>
              <a:buSzPts val="1200"/>
              <a:buChar char="●"/>
            </a:pPr>
            <a:r>
              <a:rPr lang="en" sz="1200">
                <a:solidFill>
                  <a:schemeClr val="hlink"/>
                </a:solidFill>
                <a:uFill>
                  <a:noFill/>
                </a:uFill>
                <a:hlinkClick r:id="rId7"/>
              </a:rPr>
              <a:t>Colorful 3d shapes in vaporwave style 1</a:t>
            </a:r>
            <a:endParaRPr sz="1200"/>
          </a:p>
          <a:p>
            <a:pPr indent="0" lvl="0" marL="0" rtl="0" algn="l">
              <a:lnSpc>
                <a:spcPct val="115000"/>
              </a:lnSpc>
              <a:spcBef>
                <a:spcPts val="0"/>
              </a:spcBef>
              <a:spcAft>
                <a:spcPts val="0"/>
              </a:spcAft>
              <a:buSzPts val="1400"/>
              <a:buNone/>
            </a:pPr>
            <a:r>
              <a:t/>
            </a:r>
            <a:endParaRPr sz="1200"/>
          </a:p>
          <a:p>
            <a:pPr indent="0" lvl="0" marL="0" rtl="0" algn="l">
              <a:lnSpc>
                <a:spcPct val="115000"/>
              </a:lnSpc>
              <a:spcBef>
                <a:spcPts val="0"/>
              </a:spcBef>
              <a:spcAft>
                <a:spcPts val="0"/>
              </a:spcAft>
              <a:buSzPts val="1400"/>
              <a:buNone/>
            </a:pPr>
            <a:r>
              <a:rPr b="1" lang="en" sz="1200">
                <a:solidFill>
                  <a:schemeClr val="accent6"/>
                </a:solidFill>
                <a:highlight>
                  <a:schemeClr val="lt2"/>
                </a:highlight>
              </a:rPr>
              <a:t>Vectors:</a:t>
            </a:r>
            <a:endParaRPr b="1" sz="1200">
              <a:solidFill>
                <a:schemeClr val="accent6"/>
              </a:solidFill>
              <a:highlight>
                <a:schemeClr val="lt2"/>
              </a:highlight>
            </a:endParaRPr>
          </a:p>
          <a:p>
            <a:pPr indent="-304800" lvl="0" marL="457200" rtl="0" algn="l">
              <a:lnSpc>
                <a:spcPct val="115000"/>
              </a:lnSpc>
              <a:spcBef>
                <a:spcPts val="0"/>
              </a:spcBef>
              <a:spcAft>
                <a:spcPts val="0"/>
              </a:spcAft>
              <a:buClr>
                <a:schemeClr val="accent3"/>
              </a:buClr>
              <a:buSzPts val="1200"/>
              <a:buChar char="●"/>
            </a:pPr>
            <a:r>
              <a:rPr lang="en" sz="1200">
                <a:solidFill>
                  <a:schemeClr val="hlink"/>
                </a:solidFill>
                <a:uFill>
                  <a:noFill/>
                </a:uFill>
                <a:hlinkClick r:id="rId8"/>
              </a:rPr>
              <a:t>Flat artificial intelligence background</a:t>
            </a:r>
            <a:endParaRPr sz="1200"/>
          </a:p>
          <a:p>
            <a:pPr indent="-304800" lvl="0" marL="457200" rtl="0" algn="l">
              <a:lnSpc>
                <a:spcPct val="115000"/>
              </a:lnSpc>
              <a:spcBef>
                <a:spcPts val="0"/>
              </a:spcBef>
              <a:spcAft>
                <a:spcPts val="0"/>
              </a:spcAft>
              <a:buClr>
                <a:schemeClr val="accent3"/>
              </a:buClr>
              <a:buSzPts val="1200"/>
              <a:buChar char="●"/>
            </a:pPr>
            <a:r>
              <a:rPr lang="en" sz="1200">
                <a:solidFill>
                  <a:schemeClr val="hlink"/>
                </a:solidFill>
                <a:uFill>
                  <a:noFill/>
                </a:uFill>
                <a:hlinkClick r:id="rId9"/>
              </a:rPr>
              <a:t>Artificial intelligence elements collection</a:t>
            </a:r>
            <a:endParaRPr sz="1200"/>
          </a:p>
          <a:p>
            <a:pPr indent="0" lvl="0" marL="0" rtl="0" algn="l">
              <a:lnSpc>
                <a:spcPct val="115000"/>
              </a:lnSpc>
              <a:spcBef>
                <a:spcPts val="0"/>
              </a:spcBef>
              <a:spcAft>
                <a:spcPts val="0"/>
              </a:spcAft>
              <a:buSzPts val="1400"/>
              <a:buNone/>
            </a:pPr>
            <a:r>
              <a:t/>
            </a:r>
            <a:endParaRPr sz="1200"/>
          </a:p>
          <a:p>
            <a:pPr indent="0" lvl="0" marL="0" rtl="0" algn="l">
              <a:lnSpc>
                <a:spcPct val="115000"/>
              </a:lnSpc>
              <a:spcBef>
                <a:spcPts val="0"/>
              </a:spcBef>
              <a:spcAft>
                <a:spcPts val="0"/>
              </a:spcAft>
              <a:buSzPts val="1400"/>
              <a:buNone/>
            </a:pPr>
            <a:r>
              <a:rPr b="1" lang="en" sz="1200">
                <a:solidFill>
                  <a:schemeClr val="accent6"/>
                </a:solidFill>
                <a:highlight>
                  <a:schemeClr val="lt2"/>
                </a:highlight>
              </a:rPr>
              <a:t>Icons:</a:t>
            </a:r>
            <a:endParaRPr b="1" sz="1200">
              <a:solidFill>
                <a:schemeClr val="accent6"/>
              </a:solidFill>
              <a:highlight>
                <a:schemeClr val="lt2"/>
              </a:highlight>
            </a:endParaRPr>
          </a:p>
          <a:p>
            <a:pPr indent="-304800" lvl="0" marL="457200" rtl="0" algn="l">
              <a:lnSpc>
                <a:spcPct val="115000"/>
              </a:lnSpc>
              <a:spcBef>
                <a:spcPts val="0"/>
              </a:spcBef>
              <a:spcAft>
                <a:spcPts val="0"/>
              </a:spcAft>
              <a:buClr>
                <a:schemeClr val="accent3"/>
              </a:buClr>
              <a:buSzPts val="1200"/>
              <a:buChar char="●"/>
            </a:pPr>
            <a:r>
              <a:rPr lang="en" sz="1200">
                <a:solidFill>
                  <a:schemeClr val="hlink"/>
                </a:solidFill>
                <a:uFill>
                  <a:noFill/>
                </a:uFill>
                <a:hlinkClick r:id="rId10"/>
              </a:rPr>
              <a:t>Digital Nomad</a:t>
            </a:r>
            <a:endParaRPr sz="1200"/>
          </a:p>
          <a:p>
            <a:pPr indent="0" lvl="0" marL="0" rtl="0" algn="l">
              <a:lnSpc>
                <a:spcPct val="115000"/>
              </a:lnSpc>
              <a:spcBef>
                <a:spcPts val="0"/>
              </a:spcBef>
              <a:spcAft>
                <a:spcPts val="0"/>
              </a:spcAft>
              <a:buSzPts val="1400"/>
              <a:buNone/>
            </a:pPr>
            <a:r>
              <a:t/>
            </a:r>
            <a:endParaRPr sz="1200"/>
          </a:p>
          <a:p>
            <a:pPr indent="0" lvl="0" marL="0" rtl="0" algn="l">
              <a:lnSpc>
                <a:spcPct val="115000"/>
              </a:lnSpc>
              <a:spcBef>
                <a:spcPts val="0"/>
              </a:spcBef>
              <a:spcAft>
                <a:spcPts val="0"/>
              </a:spcAft>
              <a:buSzPts val="1400"/>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27" name="Shape 5327"/>
        <p:cNvGrpSpPr/>
        <p:nvPr/>
      </p:nvGrpSpPr>
      <p:grpSpPr>
        <a:xfrm>
          <a:off x="0" y="0"/>
          <a:ext cx="0" cy="0"/>
          <a:chOff x="0" y="0"/>
          <a:chExt cx="0" cy="0"/>
        </a:xfrm>
      </p:grpSpPr>
      <p:sp>
        <p:nvSpPr>
          <p:cNvPr id="5328" name="Google Shape;5328;p31"/>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In order to use this template, you must credit </a:t>
            </a:r>
            <a:r>
              <a:rPr b="1" i="0" lang="en" sz="1100" u="sng" cap="none" strike="noStrike">
                <a:solidFill>
                  <a:srgbClr val="869FB2"/>
                </a:solidFill>
                <a:latin typeface="Arial"/>
                <a:ea typeface="Arial"/>
                <a:cs typeface="Arial"/>
                <a:sym typeface="Arial"/>
                <a:hlinkClick r:id="rId3">
                  <a:extLst>
                    <a:ext uri="{A12FA001-AC4F-418D-AE19-62706E023703}">
                      <ahyp:hlinkClr val="tx"/>
                    </a:ext>
                  </a:extLst>
                </a:hlinkClick>
              </a:rPr>
              <a:t>Slidesgo</a:t>
            </a:r>
            <a:r>
              <a:rPr b="0" i="0" lang="en" sz="1100" u="none" cap="none" strike="noStrike">
                <a:solidFill>
                  <a:srgbClr val="435D74"/>
                </a:solidFill>
                <a:latin typeface="Arial"/>
                <a:ea typeface="Arial"/>
                <a:cs typeface="Arial"/>
                <a:sym typeface="Arial"/>
              </a:rPr>
              <a:t> </a:t>
            </a:r>
            <a:r>
              <a:rPr b="0" i="0" lang="en" sz="1100" u="none" cap="none" strike="noStrike">
                <a:solidFill>
                  <a:srgbClr val="FFFFFF"/>
                </a:solidFill>
                <a:latin typeface="Arial"/>
                <a:ea typeface="Arial"/>
                <a:cs typeface="Arial"/>
                <a:sym typeface="Arial"/>
              </a:rPr>
              <a:t>by keeping the </a:t>
            </a:r>
            <a:r>
              <a:rPr b="1" i="0" lang="en" sz="1100" u="sng" cap="none" strike="noStrike">
                <a:solidFill>
                  <a:srgbClr val="869FB2"/>
                </a:solidFill>
                <a:latin typeface="Arial"/>
                <a:ea typeface="Arial"/>
                <a:cs typeface="Arial"/>
                <a:sym typeface="Arial"/>
                <a:hlinkClick action="ppaction://hlinksldjump" r:id="rId4">
                  <a:extLst>
                    <a:ext uri="{A12FA001-AC4F-418D-AE19-62706E023703}">
                      <ahyp:hlinkClr val="tx"/>
                    </a:ext>
                  </a:extLst>
                </a:hlinkClick>
              </a:rPr>
              <a:t>Thanks</a:t>
            </a:r>
            <a:r>
              <a:rPr b="0" i="0" lang="en" sz="1100" u="sng" cap="none" strike="noStrike">
                <a:solidFill>
                  <a:srgbClr val="869FB2"/>
                </a:solidFill>
                <a:latin typeface="Arial"/>
                <a:ea typeface="Arial"/>
                <a:cs typeface="Arial"/>
                <a:sym typeface="Arial"/>
                <a:hlinkClick action="ppaction://hlinksldjump" r:id="rId5">
                  <a:extLst>
                    <a:ext uri="{A12FA001-AC4F-418D-AE19-62706E023703}">
                      <ahyp:hlinkClr val="tx"/>
                    </a:ext>
                  </a:extLst>
                </a:hlinkClick>
              </a:rPr>
              <a:t> </a:t>
            </a:r>
            <a:r>
              <a:rPr b="0" i="0" lang="en" sz="1100" u="none" cap="none" strike="noStrike">
                <a:solidFill>
                  <a:srgbClr val="FFFFFF"/>
                </a:solidFill>
                <a:latin typeface="Arial"/>
                <a:ea typeface="Arial"/>
                <a:cs typeface="Arial"/>
                <a:sym typeface="Arial"/>
              </a:rPr>
              <a:t>slide.</a:t>
            </a:r>
            <a:endParaRPr b="0" i="0" sz="1100" u="none" cap="none" strike="noStrike">
              <a:solidFill>
                <a:srgbClr val="FFFFFF"/>
              </a:solidFill>
              <a:latin typeface="Arial"/>
              <a:ea typeface="Arial"/>
              <a:cs typeface="Arial"/>
              <a:sym typeface="Arial"/>
            </a:endParaRPr>
          </a:p>
          <a:p>
            <a:pPr indent="0" lvl="0" marL="0" marR="0" rtl="0" algn="l">
              <a:lnSpc>
                <a:spcPct val="115000"/>
              </a:lnSpc>
              <a:spcBef>
                <a:spcPts val="1400"/>
              </a:spcBef>
              <a:spcAft>
                <a:spcPts val="0"/>
              </a:spcAft>
              <a:buClr>
                <a:srgbClr val="000000"/>
              </a:buClr>
              <a:buSzPts val="1000"/>
              <a:buFont typeface="Arial"/>
              <a:buNone/>
            </a:pPr>
            <a:r>
              <a:rPr b="1" i="0" lang="en" sz="1000" u="none" cap="none" strike="noStrike">
                <a:solidFill>
                  <a:srgbClr val="869FB2"/>
                </a:solidFill>
                <a:latin typeface="Arial"/>
                <a:ea typeface="Arial"/>
                <a:cs typeface="Arial"/>
                <a:sym typeface="Arial"/>
              </a:rPr>
              <a:t>You are allowed to:</a:t>
            </a:r>
            <a:endParaRPr b="1" i="0" sz="1000" u="none" cap="none" strike="noStrike">
              <a:solidFill>
                <a:srgbClr val="869FB2"/>
              </a:solidFill>
              <a:latin typeface="Arial"/>
              <a:ea typeface="Arial"/>
              <a:cs typeface="Arial"/>
              <a:sym typeface="Arial"/>
            </a:endParaRPr>
          </a:p>
          <a:p>
            <a:pPr indent="0" lvl="0" marL="0" marR="0" rtl="0" algn="l">
              <a:lnSpc>
                <a:spcPct val="115000"/>
              </a:lnSpc>
              <a:spcBef>
                <a:spcPts val="40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 Modify this template.</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 Use it for both personal and commercial projects.</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1400"/>
              </a:spcBef>
              <a:spcAft>
                <a:spcPts val="0"/>
              </a:spcAft>
              <a:buClr>
                <a:srgbClr val="000000"/>
              </a:buClr>
              <a:buSzPts val="1000"/>
              <a:buFont typeface="Arial"/>
              <a:buNone/>
            </a:pPr>
            <a:r>
              <a:rPr b="1" i="0" lang="en" sz="1000" u="none" cap="none" strike="noStrike">
                <a:solidFill>
                  <a:srgbClr val="869FB2"/>
                </a:solidFill>
                <a:latin typeface="Arial"/>
                <a:ea typeface="Arial"/>
                <a:cs typeface="Arial"/>
                <a:sym typeface="Arial"/>
              </a:rPr>
              <a:t>You are not allowed to:</a:t>
            </a:r>
            <a:endParaRPr b="1" i="0" sz="1000" u="none" cap="none" strike="noStrike">
              <a:solidFill>
                <a:srgbClr val="869FB2"/>
              </a:solidFill>
              <a:latin typeface="Arial"/>
              <a:ea typeface="Arial"/>
              <a:cs typeface="Arial"/>
              <a:sym typeface="Arial"/>
            </a:endParaRPr>
          </a:p>
          <a:p>
            <a:pPr indent="0" lvl="0" marL="0" marR="0" rtl="0" algn="l">
              <a:lnSpc>
                <a:spcPct val="115000"/>
              </a:lnSpc>
              <a:spcBef>
                <a:spcPts val="40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 Sublicense, sell or rent any of Slidesgo Content (or a modified version of Slidesgo Content).</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 Distribute Slidesgo Content unless it has been expressly authorized by Slidesgo.</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 Include Slidesgo Content in an online or offline database or file.</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 Offer Slidesgo templates (or modified versions of Slidesgo templates) for download.</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 Acquire the copyright of Slidesgo Content.</a:t>
            </a:r>
            <a:endParaRPr b="0" i="0" sz="1000" u="none" cap="none" strike="noStrike">
              <a:solidFill>
                <a:srgbClr val="FFFFFF"/>
              </a:solidFill>
              <a:latin typeface="Arial"/>
              <a:ea typeface="Arial"/>
              <a:cs typeface="Arial"/>
              <a:sym typeface="Arial"/>
            </a:endParaRPr>
          </a:p>
        </p:txBody>
      </p:sp>
      <p:sp>
        <p:nvSpPr>
          <p:cNvPr id="5329" name="Google Shape;5329;p31"/>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Instructions for use</a:t>
            </a:r>
            <a:endParaRPr b="0" i="0" sz="2400" u="none" cap="none" strike="noStrike">
              <a:solidFill>
                <a:srgbClr val="FFFFFF"/>
              </a:solidFill>
              <a:latin typeface="Arial"/>
              <a:ea typeface="Arial"/>
              <a:cs typeface="Arial"/>
              <a:sym typeface="Arial"/>
            </a:endParaRPr>
          </a:p>
        </p:txBody>
      </p:sp>
      <p:sp>
        <p:nvSpPr>
          <p:cNvPr id="5330" name="Google Shape;5330;p3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For more information about editing slides, please </a:t>
            </a:r>
            <a:r>
              <a:rPr b="0" i="0" lang="en" sz="900" u="none" cap="none" strike="noStrike">
                <a:solidFill>
                  <a:srgbClr val="FFFFFF"/>
                </a:solidFill>
                <a:latin typeface="Arial"/>
                <a:ea typeface="Arial"/>
                <a:cs typeface="Arial"/>
                <a:sym typeface="Arial"/>
              </a:rPr>
              <a:t>read </a:t>
            </a:r>
            <a:r>
              <a:rPr b="0" i="0" lang="en" sz="1000" u="none" cap="none" strike="noStrike">
                <a:solidFill>
                  <a:srgbClr val="FFFFFF"/>
                </a:solidFill>
                <a:latin typeface="Arial"/>
                <a:ea typeface="Arial"/>
                <a:cs typeface="Arial"/>
                <a:sym typeface="Arial"/>
              </a:rPr>
              <a:t>our FAQs or visit Slidesgo School:</a:t>
            </a:r>
            <a:endParaRPr b="0" i="0" sz="1000" u="none" cap="none" strike="noStrike">
              <a:solidFill>
                <a:srgbClr val="FFFFFF"/>
              </a:solidFill>
              <a:latin typeface="Arial"/>
              <a:ea typeface="Arial"/>
              <a:cs typeface="Arial"/>
              <a:sym typeface="Arial"/>
            </a:endParaRPr>
          </a:p>
          <a:p>
            <a:pPr indent="0" lvl="0" marL="0" marR="0" rtl="0" algn="ctr">
              <a:lnSpc>
                <a:spcPct val="115000"/>
              </a:lnSpc>
              <a:spcBef>
                <a:spcPts val="0"/>
              </a:spcBef>
              <a:spcAft>
                <a:spcPts val="0"/>
              </a:spcAft>
              <a:buClr>
                <a:srgbClr val="000000"/>
              </a:buClr>
              <a:buSzPts val="1000"/>
              <a:buFont typeface="Arial"/>
              <a:buNone/>
            </a:pPr>
            <a:r>
              <a:rPr b="0" i="0" lang="en" sz="1000" u="sng" cap="none" strike="noStrike">
                <a:solidFill>
                  <a:srgbClr val="869FB2"/>
                </a:solidFill>
                <a:latin typeface="Arial"/>
                <a:ea typeface="Arial"/>
                <a:cs typeface="Arial"/>
                <a:sym typeface="Arial"/>
                <a:hlinkClick r:id="rId6">
                  <a:extLst>
                    <a:ext uri="{A12FA001-AC4F-418D-AE19-62706E023703}">
                      <ahyp:hlinkClr val="tx"/>
                    </a:ext>
                  </a:extLst>
                </a:hlinkClick>
              </a:rPr>
              <a:t>https://slidesgo.com/faqs</a:t>
            </a:r>
            <a:r>
              <a:rPr b="0" i="0" lang="en" sz="1200" u="none" cap="none" strike="noStrike">
                <a:solidFill>
                  <a:srgbClr val="FFFFFF"/>
                </a:solidFill>
                <a:latin typeface="Arial"/>
                <a:ea typeface="Arial"/>
                <a:cs typeface="Arial"/>
                <a:sym typeface="Arial"/>
              </a:rPr>
              <a:t> </a:t>
            </a:r>
            <a:r>
              <a:rPr b="0" i="0" lang="en" sz="1000" u="none" cap="none" strike="noStrike">
                <a:solidFill>
                  <a:srgbClr val="FFFFFF"/>
                </a:solidFill>
                <a:latin typeface="Arial"/>
                <a:ea typeface="Arial"/>
                <a:cs typeface="Arial"/>
                <a:sym typeface="Arial"/>
              </a:rPr>
              <a:t>and</a:t>
            </a:r>
            <a:r>
              <a:rPr b="0" i="0" lang="en" sz="1200" u="none" cap="none" strike="noStrike">
                <a:solidFill>
                  <a:srgbClr val="FFFFFF"/>
                </a:solidFill>
                <a:latin typeface="Arial"/>
                <a:ea typeface="Arial"/>
                <a:cs typeface="Arial"/>
                <a:sym typeface="Arial"/>
              </a:rPr>
              <a:t> </a:t>
            </a:r>
            <a:r>
              <a:rPr b="0" i="0" lang="en" sz="1000" u="sng" cap="none" strike="noStrike">
                <a:solidFill>
                  <a:srgbClr val="869FB2"/>
                </a:solidFill>
                <a:latin typeface="Arial"/>
                <a:ea typeface="Arial"/>
                <a:cs typeface="Arial"/>
                <a:sym typeface="Arial"/>
                <a:hlinkClick r:id="rId7">
                  <a:extLst>
                    <a:ext uri="{A12FA001-AC4F-418D-AE19-62706E023703}">
                      <ahyp:hlinkClr val="tx"/>
                    </a:ext>
                  </a:extLst>
                </a:hlinkClick>
              </a:rPr>
              <a:t>https://slidesgo.com/slidesgo-school</a:t>
            </a:r>
            <a:endParaRPr b="0" i="0" sz="1000" u="sng" cap="none" strike="noStrike">
              <a:solidFill>
                <a:srgbClr val="869FB2"/>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34" name="Shape 5334"/>
        <p:cNvGrpSpPr/>
        <p:nvPr/>
      </p:nvGrpSpPr>
      <p:grpSpPr>
        <a:xfrm>
          <a:off x="0" y="0"/>
          <a:ext cx="0" cy="0"/>
          <a:chOff x="0" y="0"/>
          <a:chExt cx="0" cy="0"/>
        </a:xfrm>
      </p:grpSpPr>
      <p:sp>
        <p:nvSpPr>
          <p:cNvPr id="5335" name="Google Shape;5335;p32"/>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Instructions for use (premium users)</a:t>
            </a:r>
            <a:endParaRPr b="0" i="0" sz="2400" u="none" cap="none" strike="noStrike">
              <a:solidFill>
                <a:srgbClr val="FFFFFF"/>
              </a:solidFill>
              <a:latin typeface="Arial"/>
              <a:ea typeface="Arial"/>
              <a:cs typeface="Arial"/>
              <a:sym typeface="Arial"/>
            </a:endParaRPr>
          </a:p>
        </p:txBody>
      </p:sp>
      <p:sp>
        <p:nvSpPr>
          <p:cNvPr id="5336" name="Google Shape;5336;p32"/>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In order to use this template, you must be a Premium user on </a:t>
            </a:r>
            <a:r>
              <a:rPr b="1" i="0" lang="en" sz="1000" u="sng" cap="none" strike="noStrike">
                <a:solidFill>
                  <a:srgbClr val="869FB2"/>
                </a:solidFill>
                <a:latin typeface="Arial"/>
                <a:ea typeface="Arial"/>
                <a:cs typeface="Arial"/>
                <a:sym typeface="Arial"/>
              </a:rPr>
              <a:t>S</a:t>
            </a:r>
            <a:r>
              <a:rPr b="1" i="0" lang="en" sz="1100" u="sng" cap="none" strike="noStrike">
                <a:solidFill>
                  <a:srgbClr val="869FB2"/>
                </a:solidFill>
                <a:latin typeface="Arial"/>
                <a:ea typeface="Arial"/>
                <a:cs typeface="Arial"/>
                <a:sym typeface="Arial"/>
                <a:hlinkClick r:id="rId3">
                  <a:extLst>
                    <a:ext uri="{A12FA001-AC4F-418D-AE19-62706E023703}">
                      <ahyp:hlinkClr val="tx"/>
                    </a:ext>
                  </a:extLst>
                </a:hlinkClick>
              </a:rPr>
              <a:t>lidesgo</a:t>
            </a:r>
            <a:r>
              <a:rPr b="0" i="0" lang="en" sz="1100" u="none" cap="none" strike="noStrike">
                <a:solidFill>
                  <a:srgbClr val="FFFFFF"/>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a:p>
            <a:pPr indent="0" lvl="0" marL="0" marR="0" rtl="0" algn="l">
              <a:lnSpc>
                <a:spcPct val="115000"/>
              </a:lnSpc>
              <a:spcBef>
                <a:spcPts val="1400"/>
              </a:spcBef>
              <a:spcAft>
                <a:spcPts val="0"/>
              </a:spcAft>
              <a:buClr>
                <a:srgbClr val="000000"/>
              </a:buClr>
              <a:buSzPts val="1000"/>
              <a:buFont typeface="Arial"/>
              <a:buNone/>
            </a:pPr>
            <a:r>
              <a:rPr b="1" i="0" lang="en" sz="1000" u="none" cap="none" strike="noStrike">
                <a:solidFill>
                  <a:srgbClr val="869FB2"/>
                </a:solidFill>
                <a:latin typeface="Arial"/>
                <a:ea typeface="Arial"/>
                <a:cs typeface="Arial"/>
                <a:sym typeface="Arial"/>
              </a:rPr>
              <a:t>You are allowed to:</a:t>
            </a:r>
            <a:endParaRPr b="1" i="0" sz="1000" u="none" cap="none" strike="noStrike">
              <a:solidFill>
                <a:srgbClr val="869FB2"/>
              </a:solidFill>
              <a:latin typeface="Arial"/>
              <a:ea typeface="Arial"/>
              <a:cs typeface="Arial"/>
              <a:sym typeface="Arial"/>
            </a:endParaRPr>
          </a:p>
          <a:p>
            <a:pPr indent="-292100" lvl="0" marL="457200" marR="0" rtl="0" algn="l">
              <a:lnSpc>
                <a:spcPct val="115000"/>
              </a:lnSpc>
              <a:spcBef>
                <a:spcPts val="400"/>
              </a:spcBef>
              <a:spcAft>
                <a:spcPts val="0"/>
              </a:spcAft>
              <a:buClr>
                <a:srgbClr val="FFFFFF"/>
              </a:buClr>
              <a:buSzPts val="1000"/>
              <a:buFont typeface="Arial"/>
              <a:buChar char="●"/>
            </a:pPr>
            <a:r>
              <a:rPr b="0" i="0" lang="en" sz="1000" u="none" cap="none" strike="noStrike">
                <a:solidFill>
                  <a:srgbClr val="FFFFFF"/>
                </a:solidFill>
                <a:latin typeface="Arial"/>
                <a:ea typeface="Arial"/>
                <a:cs typeface="Arial"/>
                <a:sym typeface="Arial"/>
              </a:rPr>
              <a:t>Modify this template.</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en" sz="1000" u="none" cap="none" strike="noStrike">
                <a:solidFill>
                  <a:srgbClr val="FFFFFF"/>
                </a:solidFill>
                <a:latin typeface="Arial"/>
                <a:ea typeface="Arial"/>
                <a:cs typeface="Arial"/>
                <a:sym typeface="Arial"/>
              </a:rPr>
              <a:t>Use it for both personal and commercial purposes.</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en" sz="1000" u="none" cap="none" strike="noStrike">
                <a:solidFill>
                  <a:srgbClr val="FFFFFF"/>
                </a:solidFill>
                <a:latin typeface="Arial"/>
                <a:ea typeface="Arial"/>
                <a:cs typeface="Arial"/>
                <a:sym typeface="Arial"/>
              </a:rPr>
              <a:t>Hide or delete the “Thanks” slide and the mention to Slidesgo in the credits.</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en" sz="1000" u="none" cap="none" strike="noStrike">
                <a:solidFill>
                  <a:srgbClr val="FFFFFF"/>
                </a:solidFill>
                <a:latin typeface="Arial"/>
                <a:ea typeface="Arial"/>
                <a:cs typeface="Arial"/>
                <a:sym typeface="Arial"/>
              </a:rPr>
              <a:t>Share this template in an editable format with people who are not part of your team.</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1400"/>
              </a:spcBef>
              <a:spcAft>
                <a:spcPts val="0"/>
              </a:spcAft>
              <a:buClr>
                <a:srgbClr val="000000"/>
              </a:buClr>
              <a:buSzPts val="1000"/>
              <a:buFont typeface="Arial"/>
              <a:buNone/>
            </a:pPr>
            <a:r>
              <a:rPr b="1" i="0" lang="en" sz="1000" u="none" cap="none" strike="noStrike">
                <a:solidFill>
                  <a:srgbClr val="869FB2"/>
                </a:solidFill>
                <a:latin typeface="Arial"/>
                <a:ea typeface="Arial"/>
                <a:cs typeface="Arial"/>
                <a:sym typeface="Arial"/>
              </a:rPr>
              <a:t>You are not allowed to:</a:t>
            </a:r>
            <a:endParaRPr b="1" i="0" sz="1000" u="none" cap="none" strike="noStrike">
              <a:solidFill>
                <a:srgbClr val="869FB2"/>
              </a:solidFill>
              <a:latin typeface="Arial"/>
              <a:ea typeface="Arial"/>
              <a:cs typeface="Arial"/>
              <a:sym typeface="Arial"/>
            </a:endParaRPr>
          </a:p>
          <a:p>
            <a:pPr indent="-292100" lvl="0" marL="457200" marR="0" rtl="0" algn="l">
              <a:lnSpc>
                <a:spcPct val="115000"/>
              </a:lnSpc>
              <a:spcBef>
                <a:spcPts val="400"/>
              </a:spcBef>
              <a:spcAft>
                <a:spcPts val="0"/>
              </a:spcAft>
              <a:buClr>
                <a:srgbClr val="FFFFFF"/>
              </a:buClr>
              <a:buSzPts val="1000"/>
              <a:buFont typeface="Arial"/>
              <a:buChar char="●"/>
            </a:pPr>
            <a:r>
              <a:rPr b="0" i="0" lang="en" sz="1000" u="none" cap="none" strike="noStrike">
                <a:solidFill>
                  <a:srgbClr val="FFFFFF"/>
                </a:solidFill>
                <a:latin typeface="Arial"/>
                <a:ea typeface="Arial"/>
                <a:cs typeface="Arial"/>
                <a:sym typeface="Arial"/>
              </a:rPr>
              <a:t>Sublicense, sell or rent this Slidesgo Template (or a modified version of this Slidesgo Template).</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en" sz="1000" u="none" cap="none" strike="noStrike">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en" sz="1000" u="none" cap="none" strike="noStrike">
                <a:solidFill>
                  <a:srgbClr val="FFFFFF"/>
                </a:solidFill>
                <a:latin typeface="Arial"/>
                <a:ea typeface="Arial"/>
                <a:cs typeface="Arial"/>
                <a:sym typeface="Arial"/>
              </a:rPr>
              <a:t>Use any of the elements that are part of this Slidesgo Template in an isolated and separated way from this Template.</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en" sz="1000" u="none" cap="none" strike="noStrike">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000"/>
              <a:buFont typeface="Arial"/>
              <a:buNone/>
            </a:pPr>
            <a:r>
              <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000"/>
              <a:buFont typeface="Arial"/>
              <a:buNone/>
            </a:pPr>
            <a:r>
              <a:t/>
            </a:r>
            <a:endParaRPr b="0" i="0" sz="1000" u="none" cap="none" strike="noStrike">
              <a:solidFill>
                <a:srgbClr val="FFFFFF"/>
              </a:solidFill>
              <a:latin typeface="Arial"/>
              <a:ea typeface="Arial"/>
              <a:cs typeface="Arial"/>
              <a:sym typeface="Arial"/>
            </a:endParaRPr>
          </a:p>
        </p:txBody>
      </p:sp>
      <p:sp>
        <p:nvSpPr>
          <p:cNvPr id="5337" name="Google Shape;5337;p3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For more information about editing slides, please </a:t>
            </a:r>
            <a:r>
              <a:rPr b="0" i="0" lang="en" sz="900" u="none" cap="none" strike="noStrike">
                <a:solidFill>
                  <a:srgbClr val="FFFFFF"/>
                </a:solidFill>
                <a:latin typeface="Arial"/>
                <a:ea typeface="Arial"/>
                <a:cs typeface="Arial"/>
                <a:sym typeface="Arial"/>
              </a:rPr>
              <a:t>read </a:t>
            </a:r>
            <a:r>
              <a:rPr b="0" i="0" lang="en" sz="1000" u="none" cap="none" strike="noStrike">
                <a:solidFill>
                  <a:srgbClr val="FFFFFF"/>
                </a:solidFill>
                <a:latin typeface="Arial"/>
                <a:ea typeface="Arial"/>
                <a:cs typeface="Arial"/>
                <a:sym typeface="Arial"/>
              </a:rPr>
              <a:t>our FAQs or visit Slidesgo School:</a:t>
            </a:r>
            <a:endParaRPr b="0" i="0" sz="1000" u="none" cap="none" strike="noStrike">
              <a:solidFill>
                <a:srgbClr val="FFFFFF"/>
              </a:solidFill>
              <a:latin typeface="Arial"/>
              <a:ea typeface="Arial"/>
              <a:cs typeface="Arial"/>
              <a:sym typeface="Arial"/>
            </a:endParaRPr>
          </a:p>
          <a:p>
            <a:pPr indent="0" lvl="0" marL="0" marR="0" rtl="0" algn="ctr">
              <a:lnSpc>
                <a:spcPct val="115000"/>
              </a:lnSpc>
              <a:spcBef>
                <a:spcPts val="0"/>
              </a:spcBef>
              <a:spcAft>
                <a:spcPts val="0"/>
              </a:spcAft>
              <a:buClr>
                <a:srgbClr val="000000"/>
              </a:buClr>
              <a:buSzPts val="1000"/>
              <a:buFont typeface="Arial"/>
              <a:buNone/>
            </a:pPr>
            <a:r>
              <a:rPr b="0" i="0" lang="en" sz="1000" u="sng" cap="none" strike="noStrike">
                <a:solidFill>
                  <a:srgbClr val="869FB2"/>
                </a:solidFill>
                <a:latin typeface="Arial"/>
                <a:ea typeface="Arial"/>
                <a:cs typeface="Arial"/>
                <a:sym typeface="Arial"/>
                <a:hlinkClick r:id="rId4">
                  <a:extLst>
                    <a:ext uri="{A12FA001-AC4F-418D-AE19-62706E023703}">
                      <ahyp:hlinkClr val="tx"/>
                    </a:ext>
                  </a:extLst>
                </a:hlinkClick>
              </a:rPr>
              <a:t>https://slidesgo.com/faqs</a:t>
            </a:r>
            <a:r>
              <a:rPr b="0" i="0" lang="en" sz="1200" u="none" cap="none" strike="noStrike">
                <a:solidFill>
                  <a:srgbClr val="FFFFFF"/>
                </a:solidFill>
                <a:latin typeface="Arial"/>
                <a:ea typeface="Arial"/>
                <a:cs typeface="Arial"/>
                <a:sym typeface="Arial"/>
              </a:rPr>
              <a:t> </a:t>
            </a:r>
            <a:r>
              <a:rPr b="0" i="0" lang="en" sz="1000" u="none" cap="none" strike="noStrike">
                <a:solidFill>
                  <a:srgbClr val="FFFFFF"/>
                </a:solidFill>
                <a:latin typeface="Arial"/>
                <a:ea typeface="Arial"/>
                <a:cs typeface="Arial"/>
                <a:sym typeface="Arial"/>
              </a:rPr>
              <a:t>and</a:t>
            </a:r>
            <a:r>
              <a:rPr b="0" i="0" lang="en" sz="1200" u="none" cap="none" strike="noStrike">
                <a:solidFill>
                  <a:srgbClr val="FFFFFF"/>
                </a:solidFill>
                <a:latin typeface="Arial"/>
                <a:ea typeface="Arial"/>
                <a:cs typeface="Arial"/>
                <a:sym typeface="Arial"/>
              </a:rPr>
              <a:t> </a:t>
            </a:r>
            <a:r>
              <a:rPr b="0" i="0" lang="en" sz="1000" u="sng" cap="none" strike="noStrike">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b="0" i="0" sz="1000" u="sng" cap="none" strike="noStrike">
              <a:solidFill>
                <a:srgbClr val="869FB2"/>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41" name="Shape 5341"/>
        <p:cNvGrpSpPr/>
        <p:nvPr/>
      </p:nvGrpSpPr>
      <p:grpSpPr>
        <a:xfrm>
          <a:off x="0" y="0"/>
          <a:ext cx="0" cy="0"/>
          <a:chOff x="0" y="0"/>
          <a:chExt cx="0" cy="0"/>
        </a:xfrm>
      </p:grpSpPr>
      <p:sp>
        <p:nvSpPr>
          <p:cNvPr id="5342" name="Google Shape;5342;p33"/>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This presentation has been made using the following fonts:</a:t>
            </a:r>
            <a:endParaRPr b="0" i="0" sz="11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300"/>
              <a:buFont typeface="Arial"/>
              <a:buNone/>
            </a:pPr>
            <a:r>
              <a:t/>
            </a:r>
            <a:endParaRPr b="0" i="0" sz="1300" u="none" cap="none" strike="noStrike">
              <a:solidFill>
                <a:srgbClr val="435D74"/>
              </a:solidFill>
              <a:latin typeface="Arial"/>
              <a:ea typeface="Arial"/>
              <a:cs typeface="Arial"/>
              <a:sym typeface="Arial"/>
            </a:endParaRPr>
          </a:p>
        </p:txBody>
      </p:sp>
      <p:sp>
        <p:nvSpPr>
          <p:cNvPr id="5343" name="Google Shape;5343;p33"/>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chemeClr val="dk1"/>
              </a:buClr>
              <a:buSzPts val="1100"/>
              <a:buFont typeface="Arial"/>
              <a:buNone/>
            </a:pPr>
            <a:r>
              <a:rPr b="1" i="0" lang="en" sz="1100" u="none" cap="none" strike="noStrike">
                <a:solidFill>
                  <a:schemeClr val="lt2"/>
                </a:solidFill>
                <a:latin typeface="Arial"/>
                <a:ea typeface="Arial"/>
                <a:cs typeface="Arial"/>
                <a:sym typeface="Arial"/>
              </a:rPr>
              <a:t>Zen Dots</a:t>
            </a:r>
            <a:endParaRPr b="1" i="0" sz="1100" u="none" cap="none" strike="noStrike">
              <a:solidFill>
                <a:schemeClr val="lt2"/>
              </a:solidFill>
              <a:latin typeface="Arial"/>
              <a:ea typeface="Arial"/>
              <a:cs typeface="Arial"/>
              <a:sym typeface="Arial"/>
            </a:endParaRPr>
          </a:p>
          <a:p>
            <a:pPr indent="0" lvl="0" marL="0" marR="0" rtl="0" algn="ctr">
              <a:lnSpc>
                <a:spcPct val="115000"/>
              </a:lnSpc>
              <a:spcBef>
                <a:spcPts val="0"/>
              </a:spcBef>
              <a:spcAft>
                <a:spcPts val="0"/>
              </a:spcAft>
              <a:buClr>
                <a:schemeClr val="dk1"/>
              </a:buClr>
              <a:buSzPts val="1100"/>
              <a:buFont typeface="Arial"/>
              <a:buNone/>
            </a:pPr>
            <a:r>
              <a:rPr b="0" i="0" lang="en" sz="1100" u="none" cap="none" strike="noStrike">
                <a:solidFill>
                  <a:schemeClr val="lt2"/>
                </a:solidFill>
                <a:latin typeface="Arial"/>
                <a:ea typeface="Arial"/>
                <a:cs typeface="Arial"/>
                <a:sym typeface="Arial"/>
              </a:rPr>
              <a:t>(</a:t>
            </a:r>
            <a:r>
              <a:rPr b="0" i="0" lang="en" sz="1100" u="none" cap="none" strike="noStrike">
                <a:solidFill>
                  <a:schemeClr val="lt2"/>
                </a:solidFill>
                <a:uFill>
                  <a:noFill/>
                </a:uFill>
                <a:latin typeface="Arial"/>
                <a:ea typeface="Arial"/>
                <a:cs typeface="Arial"/>
                <a:sym typeface="Arial"/>
                <a:hlinkClick r:id="rId3">
                  <a:extLst>
                    <a:ext uri="{A12FA001-AC4F-418D-AE19-62706E023703}">
                      <ahyp:hlinkClr val="tx"/>
                    </a:ext>
                  </a:extLst>
                </a:hlinkClick>
              </a:rPr>
              <a:t>https://fonts.google.com/specimen/Zen+Dots</a:t>
            </a:r>
            <a:r>
              <a:rPr b="0" i="0" lang="en" sz="1100" u="none" cap="none" strike="noStrike">
                <a:solidFill>
                  <a:schemeClr val="lt2"/>
                </a:solidFill>
                <a:latin typeface="Arial"/>
                <a:ea typeface="Arial"/>
                <a:cs typeface="Arial"/>
                <a:sym typeface="Arial"/>
              </a:rPr>
              <a:t>)</a:t>
            </a:r>
            <a:endParaRPr b="0" i="0" sz="1100" u="none" cap="none" strike="noStrike">
              <a:solidFill>
                <a:schemeClr val="lt2"/>
              </a:solidFill>
              <a:latin typeface="Arial"/>
              <a:ea typeface="Arial"/>
              <a:cs typeface="Arial"/>
              <a:sym typeface="Arial"/>
            </a:endParaRPr>
          </a:p>
          <a:p>
            <a:pPr indent="0" lvl="0" marL="0" marR="0" rtl="0" algn="ctr">
              <a:lnSpc>
                <a:spcPct val="115000"/>
              </a:lnSpc>
              <a:spcBef>
                <a:spcPts val="0"/>
              </a:spcBef>
              <a:spcAft>
                <a:spcPts val="0"/>
              </a:spcAft>
              <a:buClr>
                <a:schemeClr val="dk1"/>
              </a:buClr>
              <a:buSzPts val="1100"/>
              <a:buFont typeface="Arial"/>
              <a:buNone/>
            </a:pPr>
            <a:r>
              <a:t/>
            </a:r>
            <a:endParaRPr b="0" i="0" sz="800" u="none" cap="none" strike="noStrike">
              <a:solidFill>
                <a:schemeClr val="lt2"/>
              </a:solidFill>
              <a:latin typeface="Arial"/>
              <a:ea typeface="Arial"/>
              <a:cs typeface="Arial"/>
              <a:sym typeface="Arial"/>
            </a:endParaRPr>
          </a:p>
          <a:p>
            <a:pPr indent="0" lvl="0" marL="0" marR="0" rtl="0" algn="ctr">
              <a:lnSpc>
                <a:spcPct val="115000"/>
              </a:lnSpc>
              <a:spcBef>
                <a:spcPts val="0"/>
              </a:spcBef>
              <a:spcAft>
                <a:spcPts val="0"/>
              </a:spcAft>
              <a:buClr>
                <a:schemeClr val="dk1"/>
              </a:buClr>
              <a:buSzPts val="1100"/>
              <a:buFont typeface="Arial"/>
              <a:buNone/>
            </a:pPr>
            <a:r>
              <a:rPr b="1" i="0" lang="en" sz="1100" u="none" cap="none" strike="noStrike">
                <a:solidFill>
                  <a:schemeClr val="lt2"/>
                </a:solidFill>
                <a:latin typeface="Arial"/>
                <a:ea typeface="Arial"/>
                <a:cs typeface="Arial"/>
                <a:sym typeface="Arial"/>
              </a:rPr>
              <a:t>Anaheim</a:t>
            </a:r>
            <a:endParaRPr b="1" i="0" sz="1100" u="none" cap="none" strike="noStrike">
              <a:solidFill>
                <a:schemeClr val="lt2"/>
              </a:solidFill>
              <a:latin typeface="Arial"/>
              <a:ea typeface="Arial"/>
              <a:cs typeface="Arial"/>
              <a:sym typeface="Arial"/>
            </a:endParaRPr>
          </a:p>
          <a:p>
            <a:pPr indent="0" lvl="0" marL="0" marR="0" rtl="0" algn="ctr">
              <a:lnSpc>
                <a:spcPct val="115000"/>
              </a:lnSpc>
              <a:spcBef>
                <a:spcPts val="0"/>
              </a:spcBef>
              <a:spcAft>
                <a:spcPts val="0"/>
              </a:spcAft>
              <a:buClr>
                <a:schemeClr val="dk1"/>
              </a:buClr>
              <a:buSzPts val="1100"/>
              <a:buFont typeface="Arial"/>
              <a:buNone/>
            </a:pPr>
            <a:r>
              <a:rPr b="0" i="0" lang="en" sz="1100" u="none" cap="none" strike="noStrike">
                <a:solidFill>
                  <a:schemeClr val="lt2"/>
                </a:solidFill>
                <a:latin typeface="Arial"/>
                <a:ea typeface="Arial"/>
                <a:cs typeface="Arial"/>
                <a:sym typeface="Arial"/>
              </a:rPr>
              <a:t>(</a:t>
            </a:r>
            <a:r>
              <a:rPr b="0" i="0" lang="en" sz="1100" u="none" cap="none" strike="noStrike">
                <a:solidFill>
                  <a:schemeClr val="lt2"/>
                </a:solidFill>
                <a:uFill>
                  <a:noFill/>
                </a:uFill>
                <a:latin typeface="Arial"/>
                <a:ea typeface="Arial"/>
                <a:cs typeface="Arial"/>
                <a:sym typeface="Arial"/>
                <a:hlinkClick r:id="rId4">
                  <a:extLst>
                    <a:ext uri="{A12FA001-AC4F-418D-AE19-62706E023703}">
                      <ahyp:hlinkClr val="tx"/>
                    </a:ext>
                  </a:extLst>
                </a:hlinkClick>
              </a:rPr>
              <a:t>https://fonts.google.com/specimen/Anaheim</a:t>
            </a:r>
            <a:r>
              <a:rPr b="0" i="0" lang="en" sz="1100" u="none" cap="none" strike="noStrike">
                <a:solidFill>
                  <a:schemeClr val="lt2"/>
                </a:solidFill>
                <a:latin typeface="Arial"/>
                <a:ea typeface="Arial"/>
                <a:cs typeface="Arial"/>
                <a:sym typeface="Arial"/>
              </a:rPr>
              <a:t>)</a:t>
            </a:r>
            <a:endParaRPr b="1" i="0" sz="1100" u="none" cap="none" strike="noStrike">
              <a:solidFill>
                <a:srgbClr val="EFEFEF"/>
              </a:solidFill>
              <a:latin typeface="Arial"/>
              <a:ea typeface="Arial"/>
              <a:cs typeface="Arial"/>
              <a:sym typeface="Arial"/>
            </a:endParaRPr>
          </a:p>
        </p:txBody>
      </p:sp>
      <p:sp>
        <p:nvSpPr>
          <p:cNvPr id="5344" name="Google Shape;5344;p33"/>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Fonts &amp; colors used</a:t>
            </a:r>
            <a:endParaRPr b="0" i="0" sz="2400" u="none" cap="none" strike="noStrike">
              <a:solidFill>
                <a:srgbClr val="FFFFFF"/>
              </a:solidFill>
              <a:latin typeface="Arial"/>
              <a:ea typeface="Arial"/>
              <a:cs typeface="Arial"/>
              <a:sym typeface="Arial"/>
            </a:endParaRPr>
          </a:p>
        </p:txBody>
      </p:sp>
      <p:sp>
        <p:nvSpPr>
          <p:cNvPr id="5345" name="Google Shape;5345;p33"/>
          <p:cNvSpPr/>
          <p:nvPr/>
        </p:nvSpPr>
        <p:spPr>
          <a:xfrm>
            <a:off x="3645388" y="2972300"/>
            <a:ext cx="791400" cy="754200"/>
          </a:xfrm>
          <a:prstGeom prst="roundRect">
            <a:avLst>
              <a:gd fmla="val 16667" name="adj"/>
            </a:avLst>
          </a:prstGeom>
          <a:solidFill>
            <a:srgbClr val="F673A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33"/>
          <p:cNvSpPr/>
          <p:nvPr/>
        </p:nvSpPr>
        <p:spPr>
          <a:xfrm>
            <a:off x="4707207" y="2972300"/>
            <a:ext cx="791400" cy="754200"/>
          </a:xfrm>
          <a:prstGeom prst="roundRect">
            <a:avLst>
              <a:gd fmla="val 16667" name="adj"/>
            </a:avLst>
          </a:prstGeom>
          <a:solidFill>
            <a:srgbClr val="D899B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33"/>
          <p:cNvSpPr/>
          <p:nvPr/>
        </p:nvSpPr>
        <p:spPr>
          <a:xfrm>
            <a:off x="5769027" y="2972300"/>
            <a:ext cx="791400" cy="754200"/>
          </a:xfrm>
          <a:prstGeom prst="roundRect">
            <a:avLst>
              <a:gd fmla="val 16667" name="adj"/>
            </a:avLst>
          </a:prstGeom>
          <a:solidFill>
            <a:srgbClr val="9A449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33"/>
          <p:cNvSpPr/>
          <p:nvPr/>
        </p:nvSpPr>
        <p:spPr>
          <a:xfrm>
            <a:off x="2583563" y="2972300"/>
            <a:ext cx="791400" cy="754200"/>
          </a:xfrm>
          <a:prstGeom prst="roundRect">
            <a:avLst>
              <a:gd fmla="val 16667" name="adj"/>
            </a:avLst>
          </a:prstGeom>
          <a:solidFill>
            <a:srgbClr val="ECE5B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33"/>
          <p:cNvSpPr txBox="1"/>
          <p:nvPr/>
        </p:nvSpPr>
        <p:spPr>
          <a:xfrm>
            <a:off x="3645388" y="31293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#f673a9</a:t>
            </a:r>
            <a:endParaRPr b="0" i="0" sz="1000" u="none" cap="none" strike="noStrike">
              <a:solidFill>
                <a:srgbClr val="FFFFFF"/>
              </a:solidFill>
              <a:latin typeface="Arial"/>
              <a:ea typeface="Arial"/>
              <a:cs typeface="Arial"/>
              <a:sym typeface="Arial"/>
            </a:endParaRPr>
          </a:p>
        </p:txBody>
      </p:sp>
      <p:sp>
        <p:nvSpPr>
          <p:cNvPr id="5350" name="Google Shape;5350;p33"/>
          <p:cNvSpPr txBox="1"/>
          <p:nvPr/>
        </p:nvSpPr>
        <p:spPr>
          <a:xfrm>
            <a:off x="4707213" y="31293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#d899b3</a:t>
            </a:r>
            <a:endParaRPr b="0" i="0" sz="1000" u="none" cap="none" strike="noStrike">
              <a:solidFill>
                <a:srgbClr val="FFFFFF"/>
              </a:solidFill>
              <a:latin typeface="Arial"/>
              <a:ea typeface="Arial"/>
              <a:cs typeface="Arial"/>
              <a:sym typeface="Arial"/>
            </a:endParaRPr>
          </a:p>
        </p:txBody>
      </p:sp>
      <p:sp>
        <p:nvSpPr>
          <p:cNvPr id="5351" name="Google Shape;5351;p33"/>
          <p:cNvSpPr txBox="1"/>
          <p:nvPr/>
        </p:nvSpPr>
        <p:spPr>
          <a:xfrm>
            <a:off x="5769038" y="31293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#9a4496</a:t>
            </a:r>
            <a:endParaRPr b="0" i="0" sz="1000" u="none" cap="none" strike="noStrike">
              <a:solidFill>
                <a:srgbClr val="FFFFFF"/>
              </a:solidFill>
              <a:latin typeface="Arial"/>
              <a:ea typeface="Arial"/>
              <a:cs typeface="Arial"/>
              <a:sym typeface="Arial"/>
            </a:endParaRPr>
          </a:p>
        </p:txBody>
      </p:sp>
      <p:sp>
        <p:nvSpPr>
          <p:cNvPr id="5352" name="Google Shape;5352;p33"/>
          <p:cNvSpPr txBox="1"/>
          <p:nvPr/>
        </p:nvSpPr>
        <p:spPr>
          <a:xfrm>
            <a:off x="2583563" y="31293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1"/>
                </a:solidFill>
                <a:latin typeface="Arial"/>
                <a:ea typeface="Arial"/>
                <a:cs typeface="Arial"/>
                <a:sym typeface="Arial"/>
              </a:rPr>
              <a:t>#ece5b4</a:t>
            </a:r>
            <a:endParaRPr b="0" i="0" sz="1000" u="none" cap="none" strike="noStrike">
              <a:solidFill>
                <a:schemeClr val="dk1"/>
              </a:solidFill>
              <a:latin typeface="Arial"/>
              <a:ea typeface="Arial"/>
              <a:cs typeface="Arial"/>
              <a:sym typeface="Arial"/>
            </a:endParaRPr>
          </a:p>
        </p:txBody>
      </p:sp>
      <p:sp>
        <p:nvSpPr>
          <p:cNvPr id="5353" name="Google Shape;5353;p33"/>
          <p:cNvSpPr/>
          <p:nvPr/>
        </p:nvSpPr>
        <p:spPr>
          <a:xfrm>
            <a:off x="3645388" y="3919325"/>
            <a:ext cx="791400" cy="754200"/>
          </a:xfrm>
          <a:prstGeom prst="roundRect">
            <a:avLst>
              <a:gd fmla="val 16667" name="adj"/>
            </a:avLst>
          </a:prstGeom>
          <a:solidFill>
            <a:srgbClr val="6AA4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33"/>
          <p:cNvSpPr/>
          <p:nvPr/>
        </p:nvSpPr>
        <p:spPr>
          <a:xfrm>
            <a:off x="4707207" y="3919325"/>
            <a:ext cx="791400" cy="754200"/>
          </a:xfrm>
          <a:prstGeom prst="roundRect">
            <a:avLst>
              <a:gd fmla="val 16667" name="adj"/>
            </a:avLst>
          </a:prstGeom>
          <a:solidFill>
            <a:srgbClr val="06467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33"/>
          <p:cNvSpPr/>
          <p:nvPr/>
        </p:nvSpPr>
        <p:spPr>
          <a:xfrm>
            <a:off x="5769027" y="3919325"/>
            <a:ext cx="791400" cy="754200"/>
          </a:xfrm>
          <a:prstGeom prst="roundRect">
            <a:avLst>
              <a:gd fmla="val 16667" name="adj"/>
            </a:avLst>
          </a:prstGeom>
          <a:solidFill>
            <a:srgbClr val="2F2B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33"/>
          <p:cNvSpPr/>
          <p:nvPr/>
        </p:nvSpPr>
        <p:spPr>
          <a:xfrm>
            <a:off x="2583563" y="3919325"/>
            <a:ext cx="791400" cy="754200"/>
          </a:xfrm>
          <a:prstGeom prst="roundRect">
            <a:avLst>
              <a:gd fmla="val 16667" name="adj"/>
            </a:avLst>
          </a:prstGeom>
          <a:solidFill>
            <a:srgbClr val="7EC8D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33"/>
          <p:cNvSpPr txBox="1"/>
          <p:nvPr/>
        </p:nvSpPr>
        <p:spPr>
          <a:xfrm>
            <a:off x="3645388" y="40763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#6aa4d6</a:t>
            </a:r>
            <a:endParaRPr b="0" i="0" sz="1000" u="none" cap="none" strike="noStrike">
              <a:solidFill>
                <a:srgbClr val="FFFFFF"/>
              </a:solidFill>
              <a:latin typeface="Arial"/>
              <a:ea typeface="Arial"/>
              <a:cs typeface="Arial"/>
              <a:sym typeface="Arial"/>
            </a:endParaRPr>
          </a:p>
        </p:txBody>
      </p:sp>
      <p:sp>
        <p:nvSpPr>
          <p:cNvPr id="5358" name="Google Shape;5358;p33"/>
          <p:cNvSpPr txBox="1"/>
          <p:nvPr/>
        </p:nvSpPr>
        <p:spPr>
          <a:xfrm>
            <a:off x="4707213" y="40763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#06467e</a:t>
            </a:r>
            <a:endParaRPr b="0" i="0" sz="1000" u="none" cap="none" strike="noStrike">
              <a:solidFill>
                <a:srgbClr val="FFFFFF"/>
              </a:solidFill>
              <a:latin typeface="Arial"/>
              <a:ea typeface="Arial"/>
              <a:cs typeface="Arial"/>
              <a:sym typeface="Arial"/>
            </a:endParaRPr>
          </a:p>
        </p:txBody>
      </p:sp>
      <p:sp>
        <p:nvSpPr>
          <p:cNvPr id="5359" name="Google Shape;5359;p33"/>
          <p:cNvSpPr txBox="1"/>
          <p:nvPr/>
        </p:nvSpPr>
        <p:spPr>
          <a:xfrm>
            <a:off x="5769038" y="40763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#2f2b19</a:t>
            </a:r>
            <a:endParaRPr b="0" i="0" sz="1000" u="none" cap="none" strike="noStrike">
              <a:solidFill>
                <a:srgbClr val="FFFFFF"/>
              </a:solidFill>
              <a:latin typeface="Arial"/>
              <a:ea typeface="Arial"/>
              <a:cs typeface="Arial"/>
              <a:sym typeface="Arial"/>
            </a:endParaRPr>
          </a:p>
        </p:txBody>
      </p:sp>
      <p:sp>
        <p:nvSpPr>
          <p:cNvPr id="5360" name="Google Shape;5360;p33"/>
          <p:cNvSpPr txBox="1"/>
          <p:nvPr/>
        </p:nvSpPr>
        <p:spPr>
          <a:xfrm>
            <a:off x="2583563" y="40763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#7ec8d4</a:t>
            </a:r>
            <a:endParaRPr b="0" i="0" sz="1000" u="none" cap="none" strike="noStrike">
              <a:solidFill>
                <a:srgbClr val="FFFFFF"/>
              </a:solidFill>
              <a:latin typeface="Arial"/>
              <a:ea typeface="Arial"/>
              <a:cs typeface="Arial"/>
              <a:sym typeface="Aria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64" name="Shape 5364"/>
        <p:cNvGrpSpPr/>
        <p:nvPr/>
      </p:nvGrpSpPr>
      <p:grpSpPr>
        <a:xfrm>
          <a:off x="0" y="0"/>
          <a:ext cx="0" cy="0"/>
          <a:chOff x="0" y="0"/>
          <a:chExt cx="0" cy="0"/>
        </a:xfrm>
      </p:grpSpPr>
      <p:sp>
        <p:nvSpPr>
          <p:cNvPr id="5365" name="Google Shape;5365;p34"/>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b="0" i="0" lang="en" sz="1100" u="none" cap="none" strike="noStrike">
                <a:solidFill>
                  <a:srgbClr val="869FB2"/>
                </a:solidFill>
                <a:latin typeface="Arial"/>
                <a:ea typeface="Arial"/>
                <a:cs typeface="Arial"/>
                <a:sym typeface="Arial"/>
              </a:rPr>
              <a:t> </a:t>
            </a:r>
            <a:r>
              <a:rPr b="0" i="0" lang="en" sz="1100" u="none" cap="none" strike="noStrike">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b="0" i="0" sz="1100" u="none" cap="none" strike="noStrike">
              <a:solidFill>
                <a:srgbClr val="869FB2"/>
              </a:solidFill>
              <a:latin typeface="Arial"/>
              <a:ea typeface="Arial"/>
              <a:cs typeface="Arial"/>
              <a:sym typeface="Arial"/>
            </a:endParaRPr>
          </a:p>
        </p:txBody>
      </p:sp>
      <p:pic>
        <p:nvPicPr>
          <p:cNvPr id="5366" name="Google Shape;5366;p34"/>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5367" name="Google Shape;5367;p34">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869FB2"/>
                </a:solidFill>
                <a:uFill>
                  <a:noFill/>
                </a:uFill>
                <a:latin typeface="Arial"/>
                <a:ea typeface="Arial"/>
                <a:cs typeface="Arial"/>
                <a:sym typeface="Arial"/>
                <a:hlinkClick r:id="rId6">
                  <a:extLst>
                    <a:ext uri="{A12FA001-AC4F-418D-AE19-62706E023703}">
                      <ahyp:hlinkClr val="tx"/>
                    </a:ext>
                  </a:extLst>
                </a:hlinkClick>
              </a:rPr>
              <a:t>Pana</a:t>
            </a:r>
            <a:endParaRPr b="0" i="0" sz="1400" u="none" cap="none" strike="noStrike">
              <a:solidFill>
                <a:srgbClr val="869FB2"/>
              </a:solidFill>
              <a:latin typeface="Arial"/>
              <a:ea typeface="Arial"/>
              <a:cs typeface="Arial"/>
              <a:sym typeface="Arial"/>
            </a:endParaRPr>
          </a:p>
        </p:txBody>
      </p:sp>
      <p:sp>
        <p:nvSpPr>
          <p:cNvPr id="5368" name="Google Shape;5368;p34">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869FB2"/>
                </a:solidFill>
                <a:uFill>
                  <a:noFill/>
                </a:uFill>
                <a:latin typeface="Arial"/>
                <a:ea typeface="Arial"/>
                <a:cs typeface="Arial"/>
                <a:sym typeface="Arial"/>
                <a:hlinkClick r:id="rId8">
                  <a:extLst>
                    <a:ext uri="{A12FA001-AC4F-418D-AE19-62706E023703}">
                      <ahyp:hlinkClr val="tx"/>
                    </a:ext>
                  </a:extLst>
                </a:hlinkClick>
              </a:rPr>
              <a:t>Amico</a:t>
            </a:r>
            <a:endParaRPr b="0" i="0" sz="1400" u="none" cap="none" strike="noStrike">
              <a:solidFill>
                <a:srgbClr val="869FB2"/>
              </a:solidFill>
              <a:latin typeface="Arial"/>
              <a:ea typeface="Arial"/>
              <a:cs typeface="Arial"/>
              <a:sym typeface="Arial"/>
            </a:endParaRPr>
          </a:p>
        </p:txBody>
      </p:sp>
      <p:sp>
        <p:nvSpPr>
          <p:cNvPr id="5369" name="Google Shape;5369;p34">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869FB2"/>
                </a:solidFill>
                <a:uFill>
                  <a:noFill/>
                </a:uFill>
                <a:latin typeface="Arial"/>
                <a:ea typeface="Arial"/>
                <a:cs typeface="Arial"/>
                <a:sym typeface="Arial"/>
                <a:hlinkClick r:id="rId10">
                  <a:extLst>
                    <a:ext uri="{A12FA001-AC4F-418D-AE19-62706E023703}">
                      <ahyp:hlinkClr val="tx"/>
                    </a:ext>
                  </a:extLst>
                </a:hlinkClick>
              </a:rPr>
              <a:t>Bro</a:t>
            </a:r>
            <a:endParaRPr b="0" i="0" sz="1400" u="none" cap="none" strike="noStrike">
              <a:solidFill>
                <a:srgbClr val="869FB2"/>
              </a:solidFill>
              <a:latin typeface="Arial"/>
              <a:ea typeface="Arial"/>
              <a:cs typeface="Arial"/>
              <a:sym typeface="Arial"/>
            </a:endParaRPr>
          </a:p>
        </p:txBody>
      </p:sp>
      <p:sp>
        <p:nvSpPr>
          <p:cNvPr id="5370" name="Google Shape;5370;p34">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869FB2"/>
                </a:solidFill>
                <a:uFill>
                  <a:noFill/>
                </a:uFill>
                <a:latin typeface="Arial"/>
                <a:ea typeface="Arial"/>
                <a:cs typeface="Arial"/>
                <a:sym typeface="Arial"/>
                <a:hlinkClick r:id="rId12">
                  <a:extLst>
                    <a:ext uri="{A12FA001-AC4F-418D-AE19-62706E023703}">
                      <ahyp:hlinkClr val="tx"/>
                    </a:ext>
                  </a:extLst>
                </a:hlinkClick>
              </a:rPr>
              <a:t>Rafiki</a:t>
            </a:r>
            <a:endParaRPr b="0" i="0" sz="1400" u="none" cap="none" strike="noStrike">
              <a:solidFill>
                <a:srgbClr val="869FB2"/>
              </a:solidFill>
              <a:latin typeface="Arial"/>
              <a:ea typeface="Arial"/>
              <a:cs typeface="Arial"/>
              <a:sym typeface="Arial"/>
            </a:endParaRPr>
          </a:p>
        </p:txBody>
      </p:sp>
      <p:pic>
        <p:nvPicPr>
          <p:cNvPr id="5371" name="Google Shape;5371;p34"/>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5372" name="Google Shape;5372;p34"/>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5373" name="Google Shape;5373;p34"/>
          <p:cNvPicPr preferRelativeResize="0"/>
          <p:nvPr/>
        </p:nvPicPr>
        <p:blipFill rotWithShape="1">
          <a:blip r:embed="rId15">
            <a:alphaModFix/>
          </a:blip>
          <a:srcRect b="11944" l="0" r="0" t="6567"/>
          <a:stretch/>
        </p:blipFill>
        <p:spPr>
          <a:xfrm>
            <a:off x="5347337" y="2581527"/>
            <a:ext cx="1448284" cy="1180164"/>
          </a:xfrm>
          <a:prstGeom prst="rect">
            <a:avLst/>
          </a:prstGeom>
          <a:noFill/>
          <a:ln>
            <a:noFill/>
          </a:ln>
        </p:spPr>
      </p:pic>
      <p:pic>
        <p:nvPicPr>
          <p:cNvPr id="5374" name="Google Shape;5374;p34"/>
          <p:cNvPicPr preferRelativeResize="0"/>
          <p:nvPr/>
        </p:nvPicPr>
        <p:blipFill rotWithShape="1">
          <a:blip r:embed="rId16">
            <a:alphaModFix/>
          </a:blip>
          <a:srcRect b="17966" l="0" r="0" t="11708"/>
          <a:stretch/>
        </p:blipFill>
        <p:spPr>
          <a:xfrm>
            <a:off x="6836257" y="2523903"/>
            <a:ext cx="1796923" cy="1263600"/>
          </a:xfrm>
          <a:prstGeom prst="rect">
            <a:avLst/>
          </a:prstGeom>
          <a:noFill/>
          <a:ln>
            <a:noFill/>
          </a:ln>
        </p:spPr>
      </p:pic>
      <p:sp>
        <p:nvSpPr>
          <p:cNvPr id="5375" name="Google Shape;5375;p34">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869FB2"/>
                </a:solidFill>
                <a:uFill>
                  <a:noFill/>
                </a:uFill>
                <a:latin typeface="Arial"/>
                <a:ea typeface="Arial"/>
                <a:cs typeface="Arial"/>
                <a:sym typeface="Arial"/>
                <a:hlinkClick r:id="rId18">
                  <a:extLst>
                    <a:ext uri="{A12FA001-AC4F-418D-AE19-62706E023703}">
                      <ahyp:hlinkClr val="tx"/>
                    </a:ext>
                  </a:extLst>
                </a:hlinkClick>
              </a:rPr>
              <a:t>Cuate</a:t>
            </a:r>
            <a:endParaRPr b="0" i="0" sz="1400" u="none" cap="none" strike="noStrike">
              <a:solidFill>
                <a:srgbClr val="869FB2"/>
              </a:solidFill>
              <a:latin typeface="Arial"/>
              <a:ea typeface="Arial"/>
              <a:cs typeface="Arial"/>
              <a:sym typeface="Arial"/>
            </a:endParaRPr>
          </a:p>
        </p:txBody>
      </p:sp>
      <p:sp>
        <p:nvSpPr>
          <p:cNvPr id="5376" name="Google Shape;5376;p34"/>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Storyset</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80" name="Shape 5380"/>
        <p:cNvGrpSpPr/>
        <p:nvPr/>
      </p:nvGrpSpPr>
      <p:grpSpPr>
        <a:xfrm>
          <a:off x="0" y="0"/>
          <a:ext cx="0" cy="0"/>
          <a:chOff x="0" y="0"/>
          <a:chExt cx="0" cy="0"/>
        </a:xfrm>
      </p:grpSpPr>
      <p:sp>
        <p:nvSpPr>
          <p:cNvPr id="5381" name="Google Shape;5381;p35"/>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You can easily</a:t>
            </a:r>
            <a:r>
              <a:rPr b="0" i="0" lang="en" sz="1100" u="none" cap="none" strike="noStrike">
                <a:solidFill>
                  <a:srgbClr val="435D74"/>
                </a:solidFill>
                <a:latin typeface="Arial"/>
                <a:ea typeface="Arial"/>
                <a:cs typeface="Arial"/>
                <a:sym typeface="Arial"/>
              </a:rPr>
              <a:t> </a:t>
            </a:r>
            <a:r>
              <a:rPr b="0" i="0" lang="en" sz="1100" u="none" cap="none" strike="noStrike">
                <a:solidFill>
                  <a:srgbClr val="869FB2"/>
                </a:solidFill>
                <a:latin typeface="Arial"/>
                <a:ea typeface="Arial"/>
                <a:cs typeface="Arial"/>
                <a:sym typeface="Arial"/>
              </a:rPr>
              <a:t>resize</a:t>
            </a:r>
            <a:r>
              <a:rPr b="0" i="0" lang="en" sz="1100" u="none" cap="none" strike="noStrike">
                <a:solidFill>
                  <a:srgbClr val="435D74"/>
                </a:solidFill>
                <a:latin typeface="Arial"/>
                <a:ea typeface="Arial"/>
                <a:cs typeface="Arial"/>
                <a:sym typeface="Arial"/>
              </a:rPr>
              <a:t> </a:t>
            </a:r>
            <a:r>
              <a:rPr b="0" i="0" lang="en" sz="1100" u="none" cap="none" strike="noStrike">
                <a:solidFill>
                  <a:srgbClr val="FFFFFF"/>
                </a:solidFill>
                <a:latin typeface="Arial"/>
                <a:ea typeface="Arial"/>
                <a:cs typeface="Arial"/>
                <a:sym typeface="Arial"/>
              </a:rPr>
              <a:t>these resources without losing quality. To</a:t>
            </a:r>
            <a:r>
              <a:rPr b="0" i="0" lang="en" sz="1100" u="none" cap="none" strike="noStrike">
                <a:solidFill>
                  <a:srgbClr val="435D74"/>
                </a:solidFill>
                <a:latin typeface="Arial"/>
                <a:ea typeface="Arial"/>
                <a:cs typeface="Arial"/>
                <a:sym typeface="Arial"/>
              </a:rPr>
              <a:t> </a:t>
            </a:r>
            <a:r>
              <a:rPr b="0" i="0" lang="en" sz="1100" u="none" cap="none" strike="noStrike">
                <a:solidFill>
                  <a:srgbClr val="869FB2"/>
                </a:solidFill>
                <a:latin typeface="Arial"/>
                <a:ea typeface="Arial"/>
                <a:cs typeface="Arial"/>
                <a:sym typeface="Arial"/>
              </a:rPr>
              <a:t>change the color</a:t>
            </a:r>
            <a:r>
              <a:rPr b="0" i="0" lang="en" sz="1100" u="none" cap="none" strike="noStrike">
                <a:solidFill>
                  <a:srgbClr val="FFFFFF"/>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b="0" i="0" lang="en" sz="1100" u="none" cap="none" strike="noStrike">
                <a:solidFill>
                  <a:srgbClr val="869FB2"/>
                </a:solidFill>
                <a:uFill>
                  <a:noFill/>
                </a:uFill>
                <a:latin typeface="Arial"/>
                <a:ea typeface="Arial"/>
                <a:cs typeface="Arial"/>
                <a:sym typeface="Arial"/>
                <a:hlinkClick r:id="rId3">
                  <a:extLst>
                    <a:ext uri="{A12FA001-AC4F-418D-AE19-62706E023703}">
                      <ahyp:hlinkClr val="tx"/>
                    </a:ext>
                  </a:extLst>
                </a:hlinkClick>
              </a:rPr>
              <a:t>infographics</a:t>
            </a:r>
            <a:r>
              <a:rPr b="0" i="0" lang="en" sz="1100" u="none" cap="none" strike="noStrike">
                <a:solidFill>
                  <a:srgbClr val="FFFFFF"/>
                </a:solidFill>
                <a:latin typeface="Arial"/>
                <a:ea typeface="Arial"/>
                <a:cs typeface="Arial"/>
                <a:sym typeface="Arial"/>
              </a:rPr>
              <a:t> on Slidesgo.</a:t>
            </a:r>
            <a:endParaRPr b="0" i="0" sz="1100" u="none" cap="none" strike="noStrike">
              <a:solidFill>
                <a:srgbClr val="FFFFFF"/>
              </a:solidFill>
              <a:latin typeface="Arial"/>
              <a:ea typeface="Arial"/>
              <a:cs typeface="Arial"/>
              <a:sym typeface="Arial"/>
            </a:endParaRPr>
          </a:p>
        </p:txBody>
      </p:sp>
      <p:grpSp>
        <p:nvGrpSpPr>
          <p:cNvPr id="5382" name="Google Shape;5382;p35"/>
          <p:cNvGrpSpPr/>
          <p:nvPr/>
        </p:nvGrpSpPr>
        <p:grpSpPr>
          <a:xfrm>
            <a:off x="5156078" y="3085736"/>
            <a:ext cx="474294" cy="551291"/>
            <a:chOff x="4727025" y="1332775"/>
            <a:chExt cx="59900" cy="69625"/>
          </a:xfrm>
        </p:grpSpPr>
        <p:sp>
          <p:nvSpPr>
            <p:cNvPr id="5383" name="Google Shape;5383;p3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3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85" name="Google Shape;5385;p35"/>
          <p:cNvGrpSpPr/>
          <p:nvPr/>
        </p:nvGrpSpPr>
        <p:grpSpPr>
          <a:xfrm>
            <a:off x="5769734" y="2314340"/>
            <a:ext cx="555653" cy="557031"/>
            <a:chOff x="4820425" y="1329900"/>
            <a:chExt cx="70175" cy="70350"/>
          </a:xfrm>
        </p:grpSpPr>
        <p:sp>
          <p:nvSpPr>
            <p:cNvPr id="5386" name="Google Shape;5386;p3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3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3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3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90" name="Google Shape;5390;p35"/>
          <p:cNvGrpSpPr/>
          <p:nvPr/>
        </p:nvGrpSpPr>
        <p:grpSpPr>
          <a:xfrm>
            <a:off x="6396103" y="2318845"/>
            <a:ext cx="582574" cy="533871"/>
            <a:chOff x="4903200" y="1331525"/>
            <a:chExt cx="73575" cy="67425"/>
          </a:xfrm>
        </p:grpSpPr>
        <p:sp>
          <p:nvSpPr>
            <p:cNvPr id="5391" name="Google Shape;5391;p3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3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93" name="Google Shape;5393;p35"/>
          <p:cNvGrpSpPr/>
          <p:nvPr/>
        </p:nvGrpSpPr>
        <p:grpSpPr>
          <a:xfrm>
            <a:off x="5755581" y="3078709"/>
            <a:ext cx="583960" cy="565345"/>
            <a:chOff x="4815575" y="1416800"/>
            <a:chExt cx="73750" cy="71400"/>
          </a:xfrm>
        </p:grpSpPr>
        <p:sp>
          <p:nvSpPr>
            <p:cNvPr id="5394" name="Google Shape;5394;p3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3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3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97" name="Google Shape;5397;p35"/>
          <p:cNvGrpSpPr/>
          <p:nvPr/>
        </p:nvGrpSpPr>
        <p:grpSpPr>
          <a:xfrm>
            <a:off x="6390362" y="3108896"/>
            <a:ext cx="589898" cy="504970"/>
            <a:chOff x="4902475" y="1418875"/>
            <a:chExt cx="74500" cy="63775"/>
          </a:xfrm>
        </p:grpSpPr>
        <p:sp>
          <p:nvSpPr>
            <p:cNvPr id="5398" name="Google Shape;5398;p3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3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00" name="Google Shape;5400;p35"/>
          <p:cNvGrpSpPr/>
          <p:nvPr/>
        </p:nvGrpSpPr>
        <p:grpSpPr>
          <a:xfrm>
            <a:off x="5765577" y="3826000"/>
            <a:ext cx="563967" cy="567127"/>
            <a:chOff x="4818100" y="1507675"/>
            <a:chExt cx="71225" cy="71625"/>
          </a:xfrm>
        </p:grpSpPr>
        <p:sp>
          <p:nvSpPr>
            <p:cNvPr id="5401" name="Google Shape;5401;p3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3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3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3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05" name="Google Shape;5405;p35"/>
          <p:cNvGrpSpPr/>
          <p:nvPr/>
        </p:nvGrpSpPr>
        <p:grpSpPr>
          <a:xfrm>
            <a:off x="5079075" y="3829461"/>
            <a:ext cx="628301" cy="588505"/>
            <a:chOff x="4721450" y="1509475"/>
            <a:chExt cx="79350" cy="74325"/>
          </a:xfrm>
        </p:grpSpPr>
        <p:sp>
          <p:nvSpPr>
            <p:cNvPr id="5406" name="Google Shape;5406;p3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3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3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3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10" name="Google Shape;5410;p35"/>
          <p:cNvGrpSpPr/>
          <p:nvPr/>
        </p:nvGrpSpPr>
        <p:grpSpPr>
          <a:xfrm>
            <a:off x="6424608" y="3814027"/>
            <a:ext cx="557038" cy="562772"/>
            <a:chOff x="4906800" y="1507500"/>
            <a:chExt cx="70350" cy="71075"/>
          </a:xfrm>
        </p:grpSpPr>
        <p:sp>
          <p:nvSpPr>
            <p:cNvPr id="5411" name="Google Shape;5411;p3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3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3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3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3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16" name="Google Shape;5416;p35"/>
          <p:cNvGrpSpPr/>
          <p:nvPr/>
        </p:nvGrpSpPr>
        <p:grpSpPr>
          <a:xfrm>
            <a:off x="4462216" y="2340963"/>
            <a:ext cx="517934" cy="517934"/>
            <a:chOff x="3736598" y="2170606"/>
            <a:chExt cx="404889" cy="404889"/>
          </a:xfrm>
        </p:grpSpPr>
        <p:sp>
          <p:nvSpPr>
            <p:cNvPr id="5417" name="Google Shape;5417;p3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3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3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3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21" name="Google Shape;5421;p35"/>
          <p:cNvGrpSpPr/>
          <p:nvPr/>
        </p:nvGrpSpPr>
        <p:grpSpPr>
          <a:xfrm>
            <a:off x="3729277" y="2341061"/>
            <a:ext cx="586986" cy="517740"/>
            <a:chOff x="3161917" y="2170682"/>
            <a:chExt cx="458870" cy="404737"/>
          </a:xfrm>
        </p:grpSpPr>
        <p:sp>
          <p:nvSpPr>
            <p:cNvPr id="5422" name="Google Shape;5422;p3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3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3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25" name="Google Shape;5425;p35"/>
          <p:cNvGrpSpPr/>
          <p:nvPr/>
        </p:nvGrpSpPr>
        <p:grpSpPr>
          <a:xfrm>
            <a:off x="3752299" y="3102400"/>
            <a:ext cx="540943" cy="517963"/>
            <a:chOff x="3179914" y="2889488"/>
            <a:chExt cx="422876" cy="404911"/>
          </a:xfrm>
        </p:grpSpPr>
        <p:sp>
          <p:nvSpPr>
            <p:cNvPr id="5426" name="Google Shape;5426;p3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3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3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3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3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3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32" name="Google Shape;5432;p35"/>
          <p:cNvGrpSpPr/>
          <p:nvPr/>
        </p:nvGrpSpPr>
        <p:grpSpPr>
          <a:xfrm>
            <a:off x="4453093" y="3102358"/>
            <a:ext cx="536179" cy="518047"/>
            <a:chOff x="3729467" y="2889422"/>
            <a:chExt cx="419152" cy="404977"/>
          </a:xfrm>
        </p:grpSpPr>
        <p:sp>
          <p:nvSpPr>
            <p:cNvPr id="5433" name="Google Shape;5433;p3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3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3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3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3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3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3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40" name="Google Shape;5440;p35"/>
          <p:cNvGrpSpPr/>
          <p:nvPr/>
        </p:nvGrpSpPr>
        <p:grpSpPr>
          <a:xfrm>
            <a:off x="1990126" y="3445787"/>
            <a:ext cx="965352" cy="134612"/>
            <a:chOff x="4411970" y="2962952"/>
            <a:chExt cx="706545" cy="104213"/>
          </a:xfrm>
        </p:grpSpPr>
        <p:sp>
          <p:nvSpPr>
            <p:cNvPr id="5441" name="Google Shape;5441;p3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3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3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3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45" name="Google Shape;5445;p35"/>
          <p:cNvGrpSpPr/>
          <p:nvPr/>
        </p:nvGrpSpPr>
        <p:grpSpPr>
          <a:xfrm>
            <a:off x="1990126" y="3041077"/>
            <a:ext cx="960158" cy="289172"/>
            <a:chOff x="4411970" y="2726085"/>
            <a:chExt cx="643107" cy="193659"/>
          </a:xfrm>
        </p:grpSpPr>
        <p:sp>
          <p:nvSpPr>
            <p:cNvPr id="5446" name="Google Shape;5446;p3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3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3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49" name="Google Shape;5449;p35"/>
          <p:cNvGrpSpPr/>
          <p:nvPr/>
        </p:nvGrpSpPr>
        <p:grpSpPr>
          <a:xfrm>
            <a:off x="998624" y="3295400"/>
            <a:ext cx="811504" cy="252583"/>
            <a:chOff x="4411970" y="4340222"/>
            <a:chExt cx="779468" cy="242682"/>
          </a:xfrm>
        </p:grpSpPr>
        <p:sp>
          <p:nvSpPr>
            <p:cNvPr id="5450" name="Google Shape;5450;p3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3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3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53" name="Google Shape;5453;p35"/>
          <p:cNvGrpSpPr/>
          <p:nvPr/>
        </p:nvGrpSpPr>
        <p:grpSpPr>
          <a:xfrm>
            <a:off x="1990126" y="2709308"/>
            <a:ext cx="965160" cy="216230"/>
            <a:chOff x="4411970" y="2468674"/>
            <a:chExt cx="747317" cy="167425"/>
          </a:xfrm>
        </p:grpSpPr>
        <p:sp>
          <p:nvSpPr>
            <p:cNvPr id="5454" name="Google Shape;5454;p3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3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456" name="Google Shape;5456;p3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457" name="Google Shape;5457;p35"/>
          <p:cNvGrpSpPr/>
          <p:nvPr/>
        </p:nvGrpSpPr>
        <p:grpSpPr>
          <a:xfrm>
            <a:off x="997692" y="2334687"/>
            <a:ext cx="1959041" cy="208784"/>
            <a:chOff x="6336019" y="3733725"/>
            <a:chExt cx="2566206" cy="351310"/>
          </a:xfrm>
        </p:grpSpPr>
        <p:sp>
          <p:nvSpPr>
            <p:cNvPr id="5458" name="Google Shape;5458;p3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3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3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3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62" name="Google Shape;5462;p35"/>
          <p:cNvGrpSpPr/>
          <p:nvPr/>
        </p:nvGrpSpPr>
        <p:grpSpPr>
          <a:xfrm>
            <a:off x="1990126" y="3950602"/>
            <a:ext cx="946551" cy="153200"/>
            <a:chOff x="4404545" y="3301592"/>
            <a:chExt cx="782403" cy="129272"/>
          </a:xfrm>
        </p:grpSpPr>
        <p:sp>
          <p:nvSpPr>
            <p:cNvPr id="5463" name="Google Shape;5463;p3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3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65" name="Google Shape;5465;p35"/>
          <p:cNvGrpSpPr/>
          <p:nvPr/>
        </p:nvGrpSpPr>
        <p:grpSpPr>
          <a:xfrm>
            <a:off x="1990126" y="3695937"/>
            <a:ext cx="962257" cy="139127"/>
            <a:chOff x="4411970" y="3131459"/>
            <a:chExt cx="710520" cy="117397"/>
          </a:xfrm>
        </p:grpSpPr>
        <p:sp>
          <p:nvSpPr>
            <p:cNvPr id="5466" name="Google Shape;5466;p3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3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5468" name="Google Shape;5468;p3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469" name="Google Shape;5469;p35"/>
          <p:cNvGrpSpPr/>
          <p:nvPr/>
        </p:nvGrpSpPr>
        <p:grpSpPr>
          <a:xfrm>
            <a:off x="990271" y="3621603"/>
            <a:ext cx="823838" cy="458988"/>
            <a:chOff x="4411970" y="1801825"/>
            <a:chExt cx="734586" cy="409262"/>
          </a:xfrm>
        </p:grpSpPr>
        <p:sp>
          <p:nvSpPr>
            <p:cNvPr id="5470" name="Google Shape;5470;p3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3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72" name="Google Shape;5472;p35"/>
          <p:cNvGrpSpPr/>
          <p:nvPr/>
        </p:nvGrpSpPr>
        <p:grpSpPr>
          <a:xfrm>
            <a:off x="3095243" y="2339173"/>
            <a:ext cx="521514" cy="521514"/>
            <a:chOff x="5681300" y="2527788"/>
            <a:chExt cx="805800" cy="805800"/>
          </a:xfrm>
        </p:grpSpPr>
        <p:sp>
          <p:nvSpPr>
            <p:cNvPr id="5473" name="Google Shape;5473;p3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3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75" name="Google Shape;5475;p35"/>
          <p:cNvGrpSpPr/>
          <p:nvPr/>
        </p:nvGrpSpPr>
        <p:grpSpPr>
          <a:xfrm>
            <a:off x="3089483" y="3094865"/>
            <a:ext cx="533033" cy="533033"/>
            <a:chOff x="4049800" y="640400"/>
            <a:chExt cx="858900" cy="858900"/>
          </a:xfrm>
        </p:grpSpPr>
        <p:sp>
          <p:nvSpPr>
            <p:cNvPr id="5476" name="Google Shape;5476;p3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3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78" name="Google Shape;5478;p35"/>
          <p:cNvGrpSpPr/>
          <p:nvPr/>
        </p:nvGrpSpPr>
        <p:grpSpPr>
          <a:xfrm>
            <a:off x="3014966" y="3772543"/>
            <a:ext cx="682068" cy="682068"/>
            <a:chOff x="5080187" y="927900"/>
            <a:chExt cx="961200" cy="961200"/>
          </a:xfrm>
        </p:grpSpPr>
        <p:sp>
          <p:nvSpPr>
            <p:cNvPr id="5479" name="Google Shape;5479;p3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3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3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3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3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3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3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3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87" name="Google Shape;5487;p35"/>
          <p:cNvGrpSpPr/>
          <p:nvPr/>
        </p:nvGrpSpPr>
        <p:grpSpPr>
          <a:xfrm>
            <a:off x="4478465" y="3869234"/>
            <a:ext cx="505651" cy="504006"/>
            <a:chOff x="6039282" y="1042577"/>
            <a:chExt cx="734316" cy="731929"/>
          </a:xfrm>
        </p:grpSpPr>
        <p:sp>
          <p:nvSpPr>
            <p:cNvPr id="5488" name="Google Shape;5488;p3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3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3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3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3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3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3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3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3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3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3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3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3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3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p3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3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3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3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3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3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3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09" name="Google Shape;5509;p35"/>
          <p:cNvGrpSpPr/>
          <p:nvPr/>
        </p:nvGrpSpPr>
        <p:grpSpPr>
          <a:xfrm>
            <a:off x="5091067" y="2298862"/>
            <a:ext cx="567744" cy="602136"/>
            <a:chOff x="1825800" y="1651625"/>
            <a:chExt cx="539989" cy="571775"/>
          </a:xfrm>
        </p:grpSpPr>
        <p:sp>
          <p:nvSpPr>
            <p:cNvPr id="5510" name="Google Shape;5510;p3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3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3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3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14" name="Google Shape;5514;p35"/>
          <p:cNvGrpSpPr/>
          <p:nvPr/>
        </p:nvGrpSpPr>
        <p:grpSpPr>
          <a:xfrm>
            <a:off x="3765995" y="3855579"/>
            <a:ext cx="508123" cy="507955"/>
            <a:chOff x="1897577" y="2802432"/>
            <a:chExt cx="492176" cy="492014"/>
          </a:xfrm>
        </p:grpSpPr>
        <p:sp>
          <p:nvSpPr>
            <p:cNvPr id="5515" name="Google Shape;5515;p3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3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3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3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3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3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3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3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3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3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3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3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27" name="Google Shape;5527;p35"/>
          <p:cNvGrpSpPr/>
          <p:nvPr/>
        </p:nvGrpSpPr>
        <p:grpSpPr>
          <a:xfrm>
            <a:off x="997525" y="4169123"/>
            <a:ext cx="809227" cy="200843"/>
            <a:chOff x="2013045" y="4813233"/>
            <a:chExt cx="921986" cy="228855"/>
          </a:xfrm>
        </p:grpSpPr>
        <p:sp>
          <p:nvSpPr>
            <p:cNvPr id="5528" name="Google Shape;5528;p3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3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30" name="Google Shape;5530;p35"/>
          <p:cNvGrpSpPr/>
          <p:nvPr/>
        </p:nvGrpSpPr>
        <p:grpSpPr>
          <a:xfrm>
            <a:off x="1005985" y="2656004"/>
            <a:ext cx="792421" cy="269941"/>
            <a:chOff x="1046767" y="4756633"/>
            <a:chExt cx="859646" cy="292841"/>
          </a:xfrm>
        </p:grpSpPr>
        <p:sp>
          <p:nvSpPr>
            <p:cNvPr id="5531" name="Google Shape;5531;p3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3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3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34" name="Google Shape;5534;p3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3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3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3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538" name="Google Shape;5538;p35"/>
          <p:cNvGrpSpPr/>
          <p:nvPr/>
        </p:nvGrpSpPr>
        <p:grpSpPr>
          <a:xfrm>
            <a:off x="7141841" y="2550562"/>
            <a:ext cx="166473" cy="141497"/>
            <a:chOff x="4660325" y="1866850"/>
            <a:chExt cx="68350" cy="58100"/>
          </a:xfrm>
        </p:grpSpPr>
        <p:sp>
          <p:nvSpPr>
            <p:cNvPr id="5539" name="Google Shape;5539;p3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3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41" name="Google Shape;5541;p35"/>
          <p:cNvGrpSpPr/>
          <p:nvPr/>
        </p:nvGrpSpPr>
        <p:grpSpPr>
          <a:xfrm>
            <a:off x="7451186" y="2576286"/>
            <a:ext cx="162515" cy="90049"/>
            <a:chOff x="4791775" y="1877500"/>
            <a:chExt cx="66725" cy="36975"/>
          </a:xfrm>
        </p:grpSpPr>
        <p:sp>
          <p:nvSpPr>
            <p:cNvPr id="5542" name="Google Shape;5542;p3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3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44" name="Google Shape;5544;p35"/>
          <p:cNvGrpSpPr/>
          <p:nvPr/>
        </p:nvGrpSpPr>
        <p:grpSpPr>
          <a:xfrm>
            <a:off x="7772899" y="2576286"/>
            <a:ext cx="144979" cy="90049"/>
            <a:chOff x="4923925" y="1877500"/>
            <a:chExt cx="59525" cy="36975"/>
          </a:xfrm>
        </p:grpSpPr>
        <p:sp>
          <p:nvSpPr>
            <p:cNvPr id="5545" name="Google Shape;5545;p3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3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47" name="Google Shape;5547;p35"/>
          <p:cNvGrpSpPr/>
          <p:nvPr/>
        </p:nvGrpSpPr>
        <p:grpSpPr>
          <a:xfrm>
            <a:off x="8067390" y="2558477"/>
            <a:ext cx="141447" cy="125667"/>
            <a:chOff x="5058450" y="1870100"/>
            <a:chExt cx="58075" cy="51600"/>
          </a:xfrm>
        </p:grpSpPr>
        <p:sp>
          <p:nvSpPr>
            <p:cNvPr id="5548" name="Google Shape;5548;p3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3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50" name="Google Shape;5550;p35"/>
          <p:cNvGrpSpPr/>
          <p:nvPr/>
        </p:nvGrpSpPr>
        <p:grpSpPr>
          <a:xfrm>
            <a:off x="7481905" y="2980885"/>
            <a:ext cx="101077" cy="107645"/>
            <a:chOff x="4811425" y="2065025"/>
            <a:chExt cx="41500" cy="44200"/>
          </a:xfrm>
        </p:grpSpPr>
        <p:sp>
          <p:nvSpPr>
            <p:cNvPr id="5551" name="Google Shape;5551;p3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3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53" name="Google Shape;5553;p35"/>
          <p:cNvGrpSpPr/>
          <p:nvPr/>
        </p:nvGrpSpPr>
        <p:grpSpPr>
          <a:xfrm>
            <a:off x="7774342" y="2981098"/>
            <a:ext cx="120867" cy="107218"/>
            <a:chOff x="4929875" y="2065025"/>
            <a:chExt cx="49625" cy="44025"/>
          </a:xfrm>
        </p:grpSpPr>
        <p:sp>
          <p:nvSpPr>
            <p:cNvPr id="5554" name="Google Shape;5554;p3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3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56" name="Google Shape;5556;p35"/>
          <p:cNvGrpSpPr/>
          <p:nvPr/>
        </p:nvGrpSpPr>
        <p:grpSpPr>
          <a:xfrm>
            <a:off x="8103011" y="2984112"/>
            <a:ext cx="70206" cy="101191"/>
            <a:chOff x="5083925" y="2066350"/>
            <a:chExt cx="28825" cy="41550"/>
          </a:xfrm>
        </p:grpSpPr>
        <p:sp>
          <p:nvSpPr>
            <p:cNvPr id="5557" name="Google Shape;5557;p3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3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59" name="Google Shape;5559;p35"/>
          <p:cNvGrpSpPr/>
          <p:nvPr/>
        </p:nvGrpSpPr>
        <p:grpSpPr>
          <a:xfrm>
            <a:off x="7134565" y="2999759"/>
            <a:ext cx="181026" cy="69896"/>
            <a:chOff x="4659775" y="2072775"/>
            <a:chExt cx="74325" cy="28700"/>
          </a:xfrm>
        </p:grpSpPr>
        <p:sp>
          <p:nvSpPr>
            <p:cNvPr id="5560" name="Google Shape;5560;p3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3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3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63" name="Google Shape;5563;p35"/>
          <p:cNvGrpSpPr/>
          <p:nvPr/>
        </p:nvGrpSpPr>
        <p:grpSpPr>
          <a:xfrm>
            <a:off x="8054421" y="2790324"/>
            <a:ext cx="167387" cy="89197"/>
            <a:chOff x="4662475" y="1976500"/>
            <a:chExt cx="68725" cy="36625"/>
          </a:xfrm>
        </p:grpSpPr>
        <p:sp>
          <p:nvSpPr>
            <p:cNvPr id="5564" name="Google Shape;5564;p3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3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3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67" name="Google Shape;5567;p35"/>
          <p:cNvGrpSpPr/>
          <p:nvPr/>
        </p:nvGrpSpPr>
        <p:grpSpPr>
          <a:xfrm>
            <a:off x="7751326" y="2793764"/>
            <a:ext cx="166899" cy="82317"/>
            <a:chOff x="4920150" y="1977875"/>
            <a:chExt cx="68525" cy="33800"/>
          </a:xfrm>
        </p:grpSpPr>
        <p:sp>
          <p:nvSpPr>
            <p:cNvPr id="5568" name="Google Shape;5568;p3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3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3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71" name="Google Shape;5571;p35"/>
          <p:cNvGrpSpPr/>
          <p:nvPr/>
        </p:nvGrpSpPr>
        <p:grpSpPr>
          <a:xfrm>
            <a:off x="7162483" y="3197682"/>
            <a:ext cx="125190" cy="127859"/>
            <a:chOff x="4676550" y="2160575"/>
            <a:chExt cx="51400" cy="52500"/>
          </a:xfrm>
        </p:grpSpPr>
        <p:sp>
          <p:nvSpPr>
            <p:cNvPr id="5572" name="Google Shape;5572;p3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3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3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75" name="Google Shape;5575;p35"/>
          <p:cNvGrpSpPr/>
          <p:nvPr/>
        </p:nvGrpSpPr>
        <p:grpSpPr>
          <a:xfrm>
            <a:off x="7459741" y="3204714"/>
            <a:ext cx="145405" cy="113794"/>
            <a:chOff x="4768325" y="2163475"/>
            <a:chExt cx="59700" cy="46725"/>
          </a:xfrm>
        </p:grpSpPr>
        <p:sp>
          <p:nvSpPr>
            <p:cNvPr id="5576" name="Google Shape;5576;p3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3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78" name="Google Shape;5578;p3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3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3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3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3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3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584" name="Google Shape;5584;p35"/>
          <p:cNvGrpSpPr/>
          <p:nvPr/>
        </p:nvGrpSpPr>
        <p:grpSpPr>
          <a:xfrm>
            <a:off x="7476059" y="3459808"/>
            <a:ext cx="112768" cy="106853"/>
            <a:chOff x="4768575" y="2253950"/>
            <a:chExt cx="46300" cy="43875"/>
          </a:xfrm>
        </p:grpSpPr>
        <p:sp>
          <p:nvSpPr>
            <p:cNvPr id="5585" name="Google Shape;5585;p3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3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87" name="Google Shape;5587;p35"/>
          <p:cNvGrpSpPr/>
          <p:nvPr/>
        </p:nvGrpSpPr>
        <p:grpSpPr>
          <a:xfrm>
            <a:off x="7775682" y="3948834"/>
            <a:ext cx="118187" cy="146246"/>
            <a:chOff x="4960900" y="2433225"/>
            <a:chExt cx="48525" cy="60050"/>
          </a:xfrm>
        </p:grpSpPr>
        <p:sp>
          <p:nvSpPr>
            <p:cNvPr id="5588" name="Google Shape;5588;p3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3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90" name="Google Shape;5590;p35"/>
          <p:cNvGrpSpPr/>
          <p:nvPr/>
        </p:nvGrpSpPr>
        <p:grpSpPr>
          <a:xfrm>
            <a:off x="7464247" y="4212895"/>
            <a:ext cx="136394" cy="143810"/>
            <a:chOff x="4854075" y="2527625"/>
            <a:chExt cx="56000" cy="59050"/>
          </a:xfrm>
        </p:grpSpPr>
        <p:sp>
          <p:nvSpPr>
            <p:cNvPr id="5591" name="Google Shape;5591;p3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3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93" name="Google Shape;5593;p3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3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3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596" name="Google Shape;5596;p35"/>
          <p:cNvGrpSpPr/>
          <p:nvPr/>
        </p:nvGrpSpPr>
        <p:grpSpPr>
          <a:xfrm>
            <a:off x="8088458" y="3676639"/>
            <a:ext cx="99312" cy="160797"/>
            <a:chOff x="5059700" y="2334775"/>
            <a:chExt cx="40775" cy="66025"/>
          </a:xfrm>
        </p:grpSpPr>
        <p:sp>
          <p:nvSpPr>
            <p:cNvPr id="5597" name="Google Shape;5597;p3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3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3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3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3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3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3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3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3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06" name="Google Shape;5606;p35"/>
          <p:cNvGrpSpPr/>
          <p:nvPr/>
        </p:nvGrpSpPr>
        <p:grpSpPr>
          <a:xfrm>
            <a:off x="8045622" y="3941771"/>
            <a:ext cx="184984" cy="160371"/>
            <a:chOff x="5037700" y="2430325"/>
            <a:chExt cx="75950" cy="65850"/>
          </a:xfrm>
        </p:grpSpPr>
        <p:sp>
          <p:nvSpPr>
            <p:cNvPr id="5607" name="Google Shape;5607;p3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3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09" name="Google Shape;5609;p35"/>
          <p:cNvGrpSpPr/>
          <p:nvPr/>
        </p:nvGrpSpPr>
        <p:grpSpPr>
          <a:xfrm>
            <a:off x="7465128" y="3708223"/>
            <a:ext cx="173014" cy="97629"/>
            <a:chOff x="4756975" y="2341800"/>
            <a:chExt cx="91975" cy="51925"/>
          </a:xfrm>
        </p:grpSpPr>
        <p:sp>
          <p:nvSpPr>
            <p:cNvPr id="5610" name="Google Shape;5610;p3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3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3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3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3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3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3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3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3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3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3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3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3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3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3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3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3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3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3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3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30" name="Google Shape;5630;p35"/>
          <p:cNvGrpSpPr/>
          <p:nvPr/>
        </p:nvGrpSpPr>
        <p:grpSpPr>
          <a:xfrm>
            <a:off x="7732065" y="4196920"/>
            <a:ext cx="212497" cy="175761"/>
            <a:chOff x="4943575" y="2516350"/>
            <a:chExt cx="98675" cy="81700"/>
          </a:xfrm>
        </p:grpSpPr>
        <p:sp>
          <p:nvSpPr>
            <p:cNvPr id="5631" name="Google Shape;5631;p3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3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3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3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3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3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3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3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3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3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3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3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3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3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3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3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3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3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3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3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3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3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3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3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3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3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3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3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3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3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3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3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3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3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3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3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3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3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3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3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3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3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3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3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3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3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3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3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3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3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3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3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3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3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3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3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3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3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3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3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3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3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3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3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3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3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3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3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3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3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3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3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3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3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3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3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3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3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709" name="Google Shape;5709;p3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3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3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3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35"/>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Use our editable graphic resources...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7" name="Shape 5717"/>
        <p:cNvGrpSpPr/>
        <p:nvPr/>
      </p:nvGrpSpPr>
      <p:grpSpPr>
        <a:xfrm>
          <a:off x="0" y="0"/>
          <a:ext cx="0" cy="0"/>
          <a:chOff x="0" y="0"/>
          <a:chExt cx="0" cy="0"/>
        </a:xfrm>
      </p:grpSpPr>
      <p:grpSp>
        <p:nvGrpSpPr>
          <p:cNvPr id="5718" name="Google Shape;5718;p36"/>
          <p:cNvGrpSpPr/>
          <p:nvPr/>
        </p:nvGrpSpPr>
        <p:grpSpPr>
          <a:xfrm>
            <a:off x="722058" y="957091"/>
            <a:ext cx="2492867" cy="1379876"/>
            <a:chOff x="2654821" y="2311071"/>
            <a:chExt cx="2279714" cy="1262120"/>
          </a:xfrm>
        </p:grpSpPr>
        <p:grpSp>
          <p:nvGrpSpPr>
            <p:cNvPr id="5719" name="Google Shape;5719;p36"/>
            <p:cNvGrpSpPr/>
            <p:nvPr/>
          </p:nvGrpSpPr>
          <p:grpSpPr>
            <a:xfrm>
              <a:off x="4034269" y="2840745"/>
              <a:ext cx="40212" cy="36437"/>
              <a:chOff x="4293400" y="2574725"/>
              <a:chExt cx="84425" cy="80100"/>
            </a:xfrm>
          </p:grpSpPr>
          <p:sp>
            <p:nvSpPr>
              <p:cNvPr id="5720" name="Google Shape;5720;p3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721" name="Google Shape;5721;p3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22" name="Google Shape;5722;p36"/>
            <p:cNvGrpSpPr/>
            <p:nvPr/>
          </p:nvGrpSpPr>
          <p:grpSpPr>
            <a:xfrm>
              <a:off x="3894606" y="2334874"/>
              <a:ext cx="913198" cy="518984"/>
              <a:chOff x="4000175" y="1462675"/>
              <a:chExt cx="1917275" cy="1140875"/>
            </a:xfrm>
          </p:grpSpPr>
          <p:sp>
            <p:nvSpPr>
              <p:cNvPr id="5723" name="Google Shape;5723;p3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724" name="Google Shape;5724;p36"/>
              <p:cNvGrpSpPr/>
              <p:nvPr/>
            </p:nvGrpSpPr>
            <p:grpSpPr>
              <a:xfrm>
                <a:off x="4000175" y="1462675"/>
                <a:ext cx="1917275" cy="1140875"/>
                <a:chOff x="4000175" y="1462675"/>
                <a:chExt cx="1917275" cy="1140875"/>
              </a:xfrm>
            </p:grpSpPr>
            <p:sp>
              <p:nvSpPr>
                <p:cNvPr id="5725" name="Google Shape;5725;p3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726" name="Google Shape;5726;p3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3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3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3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5730" name="Google Shape;5730;p3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731" name="Google Shape;5731;p36"/>
            <p:cNvGrpSpPr/>
            <p:nvPr/>
          </p:nvGrpSpPr>
          <p:grpSpPr>
            <a:xfrm>
              <a:off x="3875768" y="2846704"/>
              <a:ext cx="44796" cy="47366"/>
              <a:chOff x="3960625" y="2587825"/>
              <a:chExt cx="94050" cy="104125"/>
            </a:xfrm>
          </p:grpSpPr>
          <p:sp>
            <p:nvSpPr>
              <p:cNvPr id="5732" name="Google Shape;5732;p3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733" name="Google Shape;5733;p3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34" name="Google Shape;5734;p36"/>
            <p:cNvGrpSpPr/>
            <p:nvPr/>
          </p:nvGrpSpPr>
          <p:grpSpPr>
            <a:xfrm>
              <a:off x="3782759" y="2807162"/>
              <a:ext cx="82686" cy="85487"/>
              <a:chOff x="3765350" y="2500900"/>
              <a:chExt cx="173600" cy="187925"/>
            </a:xfrm>
          </p:grpSpPr>
          <p:sp>
            <p:nvSpPr>
              <p:cNvPr id="5735" name="Google Shape;5735;p3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736" name="Google Shape;5736;p3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3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3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3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3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41" name="Google Shape;5741;p36"/>
            <p:cNvGrpSpPr/>
            <p:nvPr/>
          </p:nvGrpSpPr>
          <p:grpSpPr>
            <a:xfrm>
              <a:off x="3775674" y="2798496"/>
              <a:ext cx="40545" cy="23564"/>
              <a:chOff x="3750475" y="2481850"/>
              <a:chExt cx="85125" cy="51800"/>
            </a:xfrm>
          </p:grpSpPr>
          <p:sp>
            <p:nvSpPr>
              <p:cNvPr id="5742" name="Google Shape;5742;p3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3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744" name="Google Shape;5744;p36"/>
            <p:cNvGrpSpPr/>
            <p:nvPr/>
          </p:nvGrpSpPr>
          <p:grpSpPr>
            <a:xfrm>
              <a:off x="3716946" y="2776024"/>
              <a:ext cx="81971" cy="76912"/>
              <a:chOff x="3627175" y="2432450"/>
              <a:chExt cx="172100" cy="169075"/>
            </a:xfrm>
          </p:grpSpPr>
          <p:sp>
            <p:nvSpPr>
              <p:cNvPr id="5745" name="Google Shape;5745;p3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3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747" name="Google Shape;5747;p3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748" name="Google Shape;5748;p36"/>
            <p:cNvGrpSpPr/>
            <p:nvPr/>
          </p:nvGrpSpPr>
          <p:grpSpPr>
            <a:xfrm>
              <a:off x="3685682" y="2845624"/>
              <a:ext cx="29311" cy="45055"/>
              <a:chOff x="3561536" y="2585450"/>
              <a:chExt cx="61539" cy="99045"/>
            </a:xfrm>
          </p:grpSpPr>
          <p:sp>
            <p:nvSpPr>
              <p:cNvPr id="5749" name="Google Shape;5749;p3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3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751" name="Google Shape;5751;p36"/>
            <p:cNvGrpSpPr/>
            <p:nvPr/>
          </p:nvGrpSpPr>
          <p:grpSpPr>
            <a:xfrm>
              <a:off x="3849905" y="2572252"/>
              <a:ext cx="74339" cy="119559"/>
              <a:chOff x="3906325" y="1984500"/>
              <a:chExt cx="156075" cy="262825"/>
            </a:xfrm>
          </p:grpSpPr>
          <p:sp>
            <p:nvSpPr>
              <p:cNvPr id="5752" name="Google Shape;5752;p3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753" name="Google Shape;5753;p3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54" name="Google Shape;5754;p36"/>
            <p:cNvGrpSpPr/>
            <p:nvPr/>
          </p:nvGrpSpPr>
          <p:grpSpPr>
            <a:xfrm>
              <a:off x="2654821" y="2414345"/>
              <a:ext cx="667570" cy="558731"/>
              <a:chOff x="1397225" y="1637375"/>
              <a:chExt cx="1401575" cy="1228250"/>
            </a:xfrm>
          </p:grpSpPr>
          <p:sp>
            <p:nvSpPr>
              <p:cNvPr id="5755" name="Google Shape;5755;p3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756" name="Google Shape;5756;p36"/>
              <p:cNvGrpSpPr/>
              <p:nvPr/>
            </p:nvGrpSpPr>
            <p:grpSpPr>
              <a:xfrm>
                <a:off x="1397225" y="1637375"/>
                <a:ext cx="1398775" cy="1228250"/>
                <a:chOff x="1397225" y="1637375"/>
                <a:chExt cx="1398775" cy="1228250"/>
              </a:xfrm>
            </p:grpSpPr>
            <p:sp>
              <p:nvSpPr>
                <p:cNvPr id="5757" name="Google Shape;5757;p3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3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759" name="Google Shape;5759;p36"/>
            <p:cNvGrpSpPr/>
            <p:nvPr/>
          </p:nvGrpSpPr>
          <p:grpSpPr>
            <a:xfrm>
              <a:off x="3230417" y="3103734"/>
              <a:ext cx="282982" cy="280332"/>
              <a:chOff x="2605700" y="3152850"/>
              <a:chExt cx="594125" cy="616250"/>
            </a:xfrm>
          </p:grpSpPr>
          <p:sp>
            <p:nvSpPr>
              <p:cNvPr id="5760" name="Google Shape;5760;p3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761" name="Google Shape;5761;p3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grpSp>
        <p:grpSp>
          <p:nvGrpSpPr>
            <p:cNvPr id="5762" name="Google Shape;5762;p36"/>
            <p:cNvGrpSpPr/>
            <p:nvPr/>
          </p:nvGrpSpPr>
          <p:grpSpPr>
            <a:xfrm>
              <a:off x="3265985" y="3226989"/>
              <a:ext cx="87151" cy="346202"/>
              <a:chOff x="2680375" y="3423800"/>
              <a:chExt cx="182975" cy="761050"/>
            </a:xfrm>
          </p:grpSpPr>
          <p:sp>
            <p:nvSpPr>
              <p:cNvPr id="5763" name="Google Shape;5763;p3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764" name="Google Shape;5764;p3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65" name="Google Shape;5765;p36"/>
            <p:cNvGrpSpPr/>
            <p:nvPr/>
          </p:nvGrpSpPr>
          <p:grpSpPr>
            <a:xfrm>
              <a:off x="3855466" y="3289811"/>
              <a:ext cx="112514" cy="94210"/>
              <a:chOff x="3918000" y="3561900"/>
              <a:chExt cx="236225" cy="207100"/>
            </a:xfrm>
          </p:grpSpPr>
          <p:sp>
            <p:nvSpPr>
              <p:cNvPr id="5766" name="Google Shape;5766;p3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767" name="Google Shape;5767;p3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768" name="Google Shape;5768;p3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3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3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grpSp>
          <p:nvGrpSpPr>
            <p:cNvPr id="5771" name="Google Shape;5771;p36"/>
            <p:cNvGrpSpPr/>
            <p:nvPr/>
          </p:nvGrpSpPr>
          <p:grpSpPr>
            <a:xfrm>
              <a:off x="2905224" y="2311071"/>
              <a:ext cx="596721" cy="528992"/>
              <a:chOff x="1922950" y="1410350"/>
              <a:chExt cx="1252825" cy="1162875"/>
            </a:xfrm>
          </p:grpSpPr>
          <p:sp>
            <p:nvSpPr>
              <p:cNvPr id="5772" name="Google Shape;5772;p3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3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3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3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3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3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3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3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3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3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3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3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3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3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3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3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grpSp>
        <p:sp>
          <p:nvSpPr>
            <p:cNvPr id="5788" name="Google Shape;5788;p3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3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3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3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3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3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3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3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3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3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3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3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3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3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3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3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3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3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3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3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5808" name="Google Shape;5808;p3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5809" name="Google Shape;5809;p3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10" name="Google Shape;5810;p36"/>
            <p:cNvGrpSpPr/>
            <p:nvPr/>
          </p:nvGrpSpPr>
          <p:grpSpPr>
            <a:xfrm>
              <a:off x="3280929" y="3294542"/>
              <a:ext cx="109894" cy="272224"/>
              <a:chOff x="2711750" y="3572300"/>
              <a:chExt cx="230725" cy="598425"/>
            </a:xfrm>
          </p:grpSpPr>
          <p:sp>
            <p:nvSpPr>
              <p:cNvPr id="5811" name="Google Shape;5811;p3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3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813" name="Google Shape;5813;p3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14" name="Google Shape;5814;p36"/>
            <p:cNvGrpSpPr/>
            <p:nvPr/>
          </p:nvGrpSpPr>
          <p:grpSpPr>
            <a:xfrm>
              <a:off x="3790439" y="2408636"/>
              <a:ext cx="73017" cy="75684"/>
              <a:chOff x="3781475" y="1624825"/>
              <a:chExt cx="153300" cy="166375"/>
            </a:xfrm>
          </p:grpSpPr>
          <p:sp>
            <p:nvSpPr>
              <p:cNvPr id="5815" name="Google Shape;5815;p3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3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3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3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819" name="Google Shape;5819;p3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3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3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3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3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3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3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26" name="Google Shape;5826;p36"/>
            <p:cNvGrpSpPr/>
            <p:nvPr/>
          </p:nvGrpSpPr>
          <p:grpSpPr>
            <a:xfrm>
              <a:off x="4403342" y="3107749"/>
              <a:ext cx="316680" cy="101374"/>
              <a:chOff x="5068275" y="3161675"/>
              <a:chExt cx="664875" cy="222850"/>
            </a:xfrm>
          </p:grpSpPr>
          <p:sp>
            <p:nvSpPr>
              <p:cNvPr id="5827" name="Google Shape;5827;p3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3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3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3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831" name="Google Shape;5831;p3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3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3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3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3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3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3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3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3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3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3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3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3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3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3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3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3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3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3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3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3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3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3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3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3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3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3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3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3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60" name="Google Shape;5860;p36"/>
            <p:cNvGrpSpPr/>
            <p:nvPr/>
          </p:nvGrpSpPr>
          <p:grpSpPr>
            <a:xfrm>
              <a:off x="3697513" y="2707266"/>
              <a:ext cx="59549" cy="79733"/>
              <a:chOff x="3586375" y="2281300"/>
              <a:chExt cx="125025" cy="175275"/>
            </a:xfrm>
          </p:grpSpPr>
          <p:sp>
            <p:nvSpPr>
              <p:cNvPr id="5861" name="Google Shape;5861;p3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3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863" name="Google Shape;5863;p3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64" name="Google Shape;5864;p36"/>
            <p:cNvGrpSpPr/>
            <p:nvPr/>
          </p:nvGrpSpPr>
          <p:grpSpPr>
            <a:xfrm>
              <a:off x="4513224" y="3221724"/>
              <a:ext cx="274563" cy="280321"/>
              <a:chOff x="5298975" y="3412225"/>
              <a:chExt cx="576450" cy="616225"/>
            </a:xfrm>
          </p:grpSpPr>
          <p:sp>
            <p:nvSpPr>
              <p:cNvPr id="5865" name="Google Shape;5865;p3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5866" name="Google Shape;5866;p3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67" name="Google Shape;5867;p36"/>
            <p:cNvGrpSpPr/>
            <p:nvPr/>
          </p:nvGrpSpPr>
          <p:grpSpPr>
            <a:xfrm>
              <a:off x="4824403" y="3421846"/>
              <a:ext cx="110132" cy="130647"/>
              <a:chOff x="5952300" y="3852150"/>
              <a:chExt cx="231225" cy="287200"/>
            </a:xfrm>
          </p:grpSpPr>
          <p:sp>
            <p:nvSpPr>
              <p:cNvPr id="5868" name="Google Shape;5868;p3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3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870" name="Google Shape;5870;p3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3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3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3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3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3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3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3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78" name="Google Shape;5878;p36"/>
            <p:cNvGrpSpPr/>
            <p:nvPr/>
          </p:nvGrpSpPr>
          <p:grpSpPr>
            <a:xfrm>
              <a:off x="4295710" y="3079670"/>
              <a:ext cx="14968" cy="27135"/>
              <a:chOff x="4842300" y="3099950"/>
              <a:chExt cx="31425" cy="59650"/>
            </a:xfrm>
          </p:grpSpPr>
          <p:sp>
            <p:nvSpPr>
              <p:cNvPr id="5879" name="Google Shape;5879;p3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3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3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3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883" name="Google Shape;5883;p3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3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3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3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3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3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3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3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91" name="Google Shape;5891;p36"/>
            <p:cNvGrpSpPr/>
            <p:nvPr/>
          </p:nvGrpSpPr>
          <p:grpSpPr>
            <a:xfrm>
              <a:off x="3831056" y="2816010"/>
              <a:ext cx="37378" cy="27612"/>
              <a:chOff x="3866750" y="2520350"/>
              <a:chExt cx="78475" cy="60700"/>
            </a:xfrm>
          </p:grpSpPr>
          <p:sp>
            <p:nvSpPr>
              <p:cNvPr id="5892" name="Google Shape;5892;p3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3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3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3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896" name="Google Shape;5896;p3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3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3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3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3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3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3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3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3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3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3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3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3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3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3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3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3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5913" name="Google Shape;5913;p3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3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3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3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3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3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3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3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3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3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3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3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5925" name="Google Shape;5925;p3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3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3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3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3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3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3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3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3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3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3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3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3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938" name="Google Shape;5938;p36"/>
            <p:cNvGrpSpPr/>
            <p:nvPr/>
          </p:nvGrpSpPr>
          <p:grpSpPr>
            <a:xfrm>
              <a:off x="3632736" y="3051591"/>
              <a:ext cx="63288" cy="45217"/>
              <a:chOff x="3450375" y="3038225"/>
              <a:chExt cx="132875" cy="99400"/>
            </a:xfrm>
          </p:grpSpPr>
          <p:sp>
            <p:nvSpPr>
              <p:cNvPr id="5939" name="Google Shape;5939;p3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3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941" name="Google Shape;5941;p3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3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3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3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3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3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3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3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3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5950" name="Google Shape;5950;p3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3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3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3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3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3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3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3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3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3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5960" name="Google Shape;5960;p3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3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3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3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3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3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5966" name="Google Shape;5966;p3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3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3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3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3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3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3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3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3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3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76" name="Google Shape;5976;p36"/>
          <p:cNvGrpSpPr/>
          <p:nvPr/>
        </p:nvGrpSpPr>
        <p:grpSpPr>
          <a:xfrm>
            <a:off x="3530618" y="1021765"/>
            <a:ext cx="2078182" cy="1366558"/>
            <a:chOff x="235800" y="830650"/>
            <a:chExt cx="6978450" cy="4588844"/>
          </a:xfrm>
        </p:grpSpPr>
        <p:sp>
          <p:nvSpPr>
            <p:cNvPr id="5977" name="Google Shape;5977;p3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3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3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3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3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3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83" name="Google Shape;5983;p36"/>
          <p:cNvGrpSpPr/>
          <p:nvPr/>
        </p:nvGrpSpPr>
        <p:grpSpPr>
          <a:xfrm>
            <a:off x="719115" y="2852867"/>
            <a:ext cx="2622876" cy="1333540"/>
            <a:chOff x="238125" y="1038125"/>
            <a:chExt cx="7146800" cy="3633625"/>
          </a:xfrm>
        </p:grpSpPr>
        <p:sp>
          <p:nvSpPr>
            <p:cNvPr id="5984" name="Google Shape;5984;p3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3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3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3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3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3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3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3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3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3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3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3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3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3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3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3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3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3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3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3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3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3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3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3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3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3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3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3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3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3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3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3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3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3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3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3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3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3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3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3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3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3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3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3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3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3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3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3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3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3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3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3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3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3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3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3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3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3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3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3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3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3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3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3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3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3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3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3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3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3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3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3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3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3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3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3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3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3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3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3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3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3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3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3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3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3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3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3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3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3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3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3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3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3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3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3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3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3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3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3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3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3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3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3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3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3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3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3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3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3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3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3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3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3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3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3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3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3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3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3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3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3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3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3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3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3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3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3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3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3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3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3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3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3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3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3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3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3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3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3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3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3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3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3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3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3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3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3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3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3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3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3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3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3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3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3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3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3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3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3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3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3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3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3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3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3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3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3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3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3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3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3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3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3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3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3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3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3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3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3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3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3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3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3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3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3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3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3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3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3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3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3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3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3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3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3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3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3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3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3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3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3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3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3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3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3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3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3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3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3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3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3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3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3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3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3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3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3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3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3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3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3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3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3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3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3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3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3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3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3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3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3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3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3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3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3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3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3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3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3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3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3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3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3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3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3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3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3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3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3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3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3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3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3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3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3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3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3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3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3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3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3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3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3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3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3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3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3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3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3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3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3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3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3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3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3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3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3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3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3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3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3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3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3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3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3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3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3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3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3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3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3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3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3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3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3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3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3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3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3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3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3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3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3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3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3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3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3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3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3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3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3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3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3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3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3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3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3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3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3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3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3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p3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3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3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3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3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3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3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3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3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3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3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3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3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3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3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3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3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3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3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3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3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3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3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3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3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3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3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3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3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3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3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3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3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3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3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3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3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3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3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3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3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3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3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3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3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3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3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3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3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3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3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3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3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3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3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3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3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3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3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3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3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3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3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3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3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3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3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3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3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3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3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3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3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3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3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3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3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3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3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3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3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3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3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3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3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3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3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3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3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3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3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3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3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3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3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3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3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3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3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3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3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3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3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3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3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3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3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3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3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3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3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3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3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3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3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3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3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3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3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3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3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3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3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3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3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3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3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3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3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3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3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3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3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3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3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3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3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3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3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3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3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3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3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3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3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3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3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3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3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3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3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3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3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3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3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3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3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3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3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3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3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3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3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3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3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3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3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3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3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3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3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3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3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3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3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3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3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3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3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3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3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3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3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3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3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3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3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3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3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3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3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3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3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3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3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3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3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3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3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3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3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3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3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3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3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3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3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3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3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3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3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3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3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3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3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3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3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3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3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3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3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3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3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3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3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3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3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3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3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3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3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3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3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3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3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3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3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3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3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3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3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3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3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3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3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3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3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3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3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3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3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3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3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3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3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3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3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3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3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3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3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3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3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3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3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3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3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3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3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3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3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3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3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3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3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3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3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3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3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3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3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3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3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3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3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3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3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3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3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3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3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3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3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3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3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3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3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3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3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3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3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3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3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3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3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3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3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3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3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3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3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3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3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3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3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3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3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3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3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3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3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3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3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3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3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3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3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3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3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3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3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3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3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3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3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3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3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3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3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3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3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3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3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3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3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3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3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3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3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3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3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3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3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3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3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3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3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3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3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3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3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3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3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3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3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3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3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3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3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3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3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3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3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3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3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3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3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3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3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3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3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3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3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3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3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3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3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3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3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3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3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3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3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3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3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3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3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3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3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3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3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3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3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3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3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3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3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3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3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3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3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3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3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3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3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3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3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3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3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3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3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3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3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3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3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3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3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3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3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3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3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3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3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3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3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3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3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3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3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3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3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3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3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3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3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3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3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3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3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3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3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3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3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3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3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3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3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3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3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3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3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3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3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3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3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3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3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3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3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3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3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3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3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3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3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3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3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3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3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3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3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3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3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3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3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3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3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3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3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3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3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3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3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3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3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3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3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3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3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3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3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3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3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3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3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3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3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3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3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3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3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3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3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3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3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3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3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3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3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3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3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3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3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3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3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3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3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3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3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3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3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3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3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3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3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3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3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3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3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3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3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3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3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3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3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3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3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3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3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3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3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3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3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3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3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3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3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3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3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3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3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3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3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3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3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3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3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3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3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3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3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3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3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3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3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3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3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3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3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3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3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3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3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3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3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3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3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3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3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3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3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3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3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3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3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3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3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3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3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3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3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3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3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3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3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3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3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3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3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3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3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3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3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3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3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3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3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3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3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3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3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3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3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3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3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3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3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3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3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3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3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3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3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3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3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3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3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3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3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3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3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3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3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3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3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3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3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3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3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3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3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3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3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3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3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3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3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3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3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3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3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3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3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3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3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3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3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3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3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3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3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3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3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3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3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3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3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3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3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3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3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3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3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3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3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3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3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3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3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3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3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3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3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3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3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3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3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3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3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3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3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3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3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3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3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3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3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3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3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3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3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3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3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3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3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3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3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3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3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3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3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3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3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3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3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3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3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3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3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3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3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3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3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3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3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3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3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3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3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3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3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3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3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3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3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3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3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3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3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3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3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3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3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3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3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3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3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3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3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3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3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3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3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3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3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3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3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3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3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3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3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3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3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3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3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3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3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3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3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3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3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3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3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3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3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3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3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3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3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3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3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3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3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p3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3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3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3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3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3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3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3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3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3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3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3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3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3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3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3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3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3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3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3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3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3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3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3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3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3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3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3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3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3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3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3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3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3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3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3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3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3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3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3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3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3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3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3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3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3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3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3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3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3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3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3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3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3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3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3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3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3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3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3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3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3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3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3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3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3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3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3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3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3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3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3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3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3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3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3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3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3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3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3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3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3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3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3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3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3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3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3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3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3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3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3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3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3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3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3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3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3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3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3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3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3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3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3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3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3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3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3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3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3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3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3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3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3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3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3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3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3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3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3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3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3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3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3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3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3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3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3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3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3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3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3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3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3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3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3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3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3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3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3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3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3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3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3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3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3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3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3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3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3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3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3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3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3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3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3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3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3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3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3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3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3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3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3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3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3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3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3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3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3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3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3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3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3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3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3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3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3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3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3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3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3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3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3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3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3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3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3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3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3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3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3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3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3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3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3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3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3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3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3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3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3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3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3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3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3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3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3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3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3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3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3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3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3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3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3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3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3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3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3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3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3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3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3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3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3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3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3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3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3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3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3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3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3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3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3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3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3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3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3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3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3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3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3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3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3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3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3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3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3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3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3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3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3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3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3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3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3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3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3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3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3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3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p3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3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3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3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3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3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3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3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3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3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3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3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3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3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3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3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3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3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3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3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3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3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3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3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3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3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3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3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3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3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3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3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3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3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3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3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3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3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3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3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3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3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3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3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3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3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3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3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3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3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3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3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3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3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3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3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3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3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3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3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3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3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3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3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3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3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3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3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3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3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3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3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3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3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3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3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3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3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3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3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3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3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3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3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3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3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3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3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3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3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3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3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p3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3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3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3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3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3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3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3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3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3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3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3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3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3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3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3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3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3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3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3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3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3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3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3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3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3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3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3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3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3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3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3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3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3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3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3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3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3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3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3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3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3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3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3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3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p3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p3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3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3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3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3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3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3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3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3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3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3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3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3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3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3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3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3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3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p3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3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3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3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3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3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3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3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3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3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3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3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3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3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3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3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3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3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3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3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3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3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3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3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p3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p3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3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3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3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3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p3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p3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3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3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3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3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3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3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56" name="Google Shape;7556;p36"/>
          <p:cNvGrpSpPr/>
          <p:nvPr/>
        </p:nvGrpSpPr>
        <p:grpSpPr>
          <a:xfrm>
            <a:off x="5834043" y="994977"/>
            <a:ext cx="2590840" cy="1380235"/>
            <a:chOff x="233350" y="949250"/>
            <a:chExt cx="7137300" cy="3802300"/>
          </a:xfrm>
        </p:grpSpPr>
        <p:sp>
          <p:nvSpPr>
            <p:cNvPr id="7557" name="Google Shape;7557;p3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3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3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3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3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3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3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p3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3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3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3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3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3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3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3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3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3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3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3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3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3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3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3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3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3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3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3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3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3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3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3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3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p3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3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3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3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3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3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p3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6" name="Google Shape;7596;p3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3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3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3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3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3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p3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3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3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3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3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3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08" name="Google Shape;7608;p36"/>
          <p:cNvGrpSpPr/>
          <p:nvPr/>
        </p:nvGrpSpPr>
        <p:grpSpPr>
          <a:xfrm>
            <a:off x="7648472" y="3039750"/>
            <a:ext cx="104231" cy="320340"/>
            <a:chOff x="7564426" y="3224343"/>
            <a:chExt cx="119985" cy="368801"/>
          </a:xfrm>
        </p:grpSpPr>
        <p:sp>
          <p:nvSpPr>
            <p:cNvPr id="7609" name="Google Shape;7609;p3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3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11" name="Google Shape;7611;p36"/>
          <p:cNvGrpSpPr/>
          <p:nvPr/>
        </p:nvGrpSpPr>
        <p:grpSpPr>
          <a:xfrm>
            <a:off x="7347961" y="3033852"/>
            <a:ext cx="189489" cy="332132"/>
            <a:chOff x="8370831" y="3202002"/>
            <a:chExt cx="218129" cy="382376"/>
          </a:xfrm>
        </p:grpSpPr>
        <p:sp>
          <p:nvSpPr>
            <p:cNvPr id="7612" name="Google Shape;7612;p3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3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14" name="Google Shape;7614;p36"/>
          <p:cNvGrpSpPr/>
          <p:nvPr/>
        </p:nvGrpSpPr>
        <p:grpSpPr>
          <a:xfrm>
            <a:off x="8071350" y="3444984"/>
            <a:ext cx="309429" cy="267000"/>
            <a:chOff x="6742064" y="3750480"/>
            <a:chExt cx="399315" cy="344560"/>
          </a:xfrm>
        </p:grpSpPr>
        <p:sp>
          <p:nvSpPr>
            <p:cNvPr id="7615" name="Google Shape;7615;p3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3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17" name="Google Shape;7617;p36"/>
          <p:cNvGrpSpPr/>
          <p:nvPr/>
        </p:nvGrpSpPr>
        <p:grpSpPr>
          <a:xfrm>
            <a:off x="7610369" y="3796031"/>
            <a:ext cx="180437" cy="281608"/>
            <a:chOff x="7248525" y="3739696"/>
            <a:chExt cx="230531" cy="359790"/>
          </a:xfrm>
        </p:grpSpPr>
        <p:sp>
          <p:nvSpPr>
            <p:cNvPr id="7618" name="Google Shape;7618;p3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9" name="Google Shape;7619;p3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20" name="Google Shape;7620;p36"/>
          <p:cNvGrpSpPr/>
          <p:nvPr/>
        </p:nvGrpSpPr>
        <p:grpSpPr>
          <a:xfrm>
            <a:off x="7856288" y="3439255"/>
            <a:ext cx="162896" cy="278710"/>
            <a:chOff x="7601242" y="3729267"/>
            <a:chExt cx="222566" cy="380803"/>
          </a:xfrm>
        </p:grpSpPr>
        <p:sp>
          <p:nvSpPr>
            <p:cNvPr id="7621" name="Google Shape;7621;p3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p3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23" name="Google Shape;7623;p36"/>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15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24" name="Google Shape;7624;p36"/>
          <p:cNvGrpSpPr/>
          <p:nvPr/>
        </p:nvGrpSpPr>
        <p:grpSpPr>
          <a:xfrm>
            <a:off x="7345934" y="3440396"/>
            <a:ext cx="193542" cy="275990"/>
            <a:chOff x="8304647" y="3738687"/>
            <a:chExt cx="225075" cy="320956"/>
          </a:xfrm>
        </p:grpSpPr>
        <p:sp>
          <p:nvSpPr>
            <p:cNvPr id="7625" name="Google Shape;7625;p3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3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3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28" name="Google Shape;7628;p36"/>
          <p:cNvGrpSpPr/>
          <p:nvPr/>
        </p:nvGrpSpPr>
        <p:grpSpPr>
          <a:xfrm>
            <a:off x="7618426" y="3440396"/>
            <a:ext cx="178492" cy="275990"/>
            <a:chOff x="8615101" y="3738687"/>
            <a:chExt cx="207573" cy="320956"/>
          </a:xfrm>
        </p:grpSpPr>
        <p:sp>
          <p:nvSpPr>
            <p:cNvPr id="7629" name="Google Shape;7629;p3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p3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3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32" name="Google Shape;7632;p36"/>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33" name="Google Shape;7633;p36"/>
          <p:cNvGrpSpPr/>
          <p:nvPr/>
        </p:nvGrpSpPr>
        <p:grpSpPr>
          <a:xfrm>
            <a:off x="6013131" y="3561884"/>
            <a:ext cx="557670" cy="511283"/>
            <a:chOff x="6015419" y="3716859"/>
            <a:chExt cx="557671" cy="511283"/>
          </a:xfrm>
        </p:grpSpPr>
        <p:sp>
          <p:nvSpPr>
            <p:cNvPr id="7634" name="Google Shape;7634;p3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35" name="Google Shape;7635;p36"/>
            <p:cNvGrpSpPr/>
            <p:nvPr/>
          </p:nvGrpSpPr>
          <p:grpSpPr>
            <a:xfrm>
              <a:off x="6036094" y="3716980"/>
              <a:ext cx="529860" cy="510469"/>
              <a:chOff x="6036094" y="3716980"/>
              <a:chExt cx="529860" cy="510469"/>
            </a:xfrm>
          </p:grpSpPr>
          <p:sp>
            <p:nvSpPr>
              <p:cNvPr id="7636" name="Google Shape;7636;p3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p3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p3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3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3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3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3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3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3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5" name="Google Shape;7645;p3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46" name="Google Shape;7646;p36"/>
          <p:cNvGrpSpPr/>
          <p:nvPr/>
        </p:nvGrpSpPr>
        <p:grpSpPr>
          <a:xfrm>
            <a:off x="6642016" y="2918653"/>
            <a:ext cx="576302" cy="511871"/>
            <a:chOff x="6644304" y="3073628"/>
            <a:chExt cx="576302" cy="511871"/>
          </a:xfrm>
        </p:grpSpPr>
        <p:sp>
          <p:nvSpPr>
            <p:cNvPr id="7647" name="Google Shape;7647;p3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48" name="Google Shape;7648;p36"/>
            <p:cNvGrpSpPr/>
            <p:nvPr/>
          </p:nvGrpSpPr>
          <p:grpSpPr>
            <a:xfrm>
              <a:off x="6712169" y="3085440"/>
              <a:ext cx="481623" cy="494913"/>
              <a:chOff x="6712169" y="3085440"/>
              <a:chExt cx="481623" cy="494913"/>
            </a:xfrm>
          </p:grpSpPr>
          <p:sp>
            <p:nvSpPr>
              <p:cNvPr id="7649" name="Google Shape;7649;p3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p3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1" name="Google Shape;7651;p3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p3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3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54" name="Google Shape;7654;p3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3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6" name="Google Shape;7656;p3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57" name="Google Shape;7657;p36"/>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58" name="Google Shape;7658;p36"/>
          <p:cNvGrpSpPr/>
          <p:nvPr/>
        </p:nvGrpSpPr>
        <p:grpSpPr>
          <a:xfrm>
            <a:off x="6649867" y="3561648"/>
            <a:ext cx="560631" cy="511352"/>
            <a:chOff x="6652154" y="3716623"/>
            <a:chExt cx="560631" cy="511352"/>
          </a:xfrm>
        </p:grpSpPr>
        <p:sp>
          <p:nvSpPr>
            <p:cNvPr id="7659" name="Google Shape;7659;p3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60" name="Google Shape;7660;p36"/>
            <p:cNvGrpSpPr/>
            <p:nvPr/>
          </p:nvGrpSpPr>
          <p:grpSpPr>
            <a:xfrm>
              <a:off x="6669657" y="3716715"/>
              <a:ext cx="466779" cy="464290"/>
              <a:chOff x="6669657" y="3716715"/>
              <a:chExt cx="466779" cy="464290"/>
            </a:xfrm>
          </p:grpSpPr>
          <p:sp>
            <p:nvSpPr>
              <p:cNvPr id="7661" name="Google Shape;7661;p3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p3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3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3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3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3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7" name="Google Shape;7667;p3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3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3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3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3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3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p3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74" name="Google Shape;7674;p36"/>
          <p:cNvGrpSpPr/>
          <p:nvPr/>
        </p:nvGrpSpPr>
        <p:grpSpPr>
          <a:xfrm>
            <a:off x="7843958" y="3843056"/>
            <a:ext cx="187557" cy="187557"/>
            <a:chOff x="8565775" y="671075"/>
            <a:chExt cx="441000" cy="441000"/>
          </a:xfrm>
        </p:grpSpPr>
        <p:sp>
          <p:nvSpPr>
            <p:cNvPr id="7675" name="Google Shape;7675;p36"/>
            <p:cNvSpPr/>
            <p:nvPr/>
          </p:nvSpPr>
          <p:spPr>
            <a:xfrm>
              <a:off x="8565775" y="671075"/>
              <a:ext cx="441000" cy="441000"/>
            </a:xfrm>
            <a:prstGeom prst="ellipse">
              <a:avLst/>
            </a:prstGeom>
            <a:gradFill>
              <a:gsLst>
                <a:gs pos="0">
                  <a:srgbClr val="869FB1">
                    <a:alpha val="65882"/>
                  </a:srgbClr>
                </a:gs>
                <a:gs pos="100000">
                  <a:srgbClr val="FFFFFF">
                    <a:alpha val="65882"/>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3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77" name="Google Shape;7677;p36"/>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36"/>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79" name="Google Shape;7679;p36"/>
          <p:cNvGrpSpPr/>
          <p:nvPr/>
        </p:nvGrpSpPr>
        <p:grpSpPr>
          <a:xfrm>
            <a:off x="5997813" y="2921275"/>
            <a:ext cx="587871" cy="512373"/>
            <a:chOff x="6000100" y="3076250"/>
            <a:chExt cx="587871" cy="512373"/>
          </a:xfrm>
        </p:grpSpPr>
        <p:sp>
          <p:nvSpPr>
            <p:cNvPr id="7680" name="Google Shape;7680;p3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81" name="Google Shape;7681;p36"/>
            <p:cNvGrpSpPr/>
            <p:nvPr/>
          </p:nvGrpSpPr>
          <p:grpSpPr>
            <a:xfrm>
              <a:off x="6031360" y="3076713"/>
              <a:ext cx="539107" cy="480965"/>
              <a:chOff x="6031360" y="3076713"/>
              <a:chExt cx="539107" cy="480965"/>
            </a:xfrm>
          </p:grpSpPr>
          <p:sp>
            <p:nvSpPr>
              <p:cNvPr id="7682" name="Google Shape;7682;p3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3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3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3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3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3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3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89" name="Google Shape;7689;p36"/>
          <p:cNvGrpSpPr/>
          <p:nvPr/>
        </p:nvGrpSpPr>
        <p:grpSpPr>
          <a:xfrm>
            <a:off x="3574273" y="2854307"/>
            <a:ext cx="2241344" cy="1330655"/>
            <a:chOff x="3597785" y="3065882"/>
            <a:chExt cx="2241344" cy="1330655"/>
          </a:xfrm>
        </p:grpSpPr>
        <p:grpSp>
          <p:nvGrpSpPr>
            <p:cNvPr id="7690" name="Google Shape;7690;p36"/>
            <p:cNvGrpSpPr/>
            <p:nvPr/>
          </p:nvGrpSpPr>
          <p:grpSpPr>
            <a:xfrm>
              <a:off x="5296908" y="3937355"/>
              <a:ext cx="143199" cy="32380"/>
              <a:chOff x="5296908" y="3937355"/>
              <a:chExt cx="143199" cy="32380"/>
            </a:xfrm>
          </p:grpSpPr>
          <p:sp>
            <p:nvSpPr>
              <p:cNvPr id="7691" name="Google Shape;7691;p36"/>
              <p:cNvSpPr/>
              <p:nvPr/>
            </p:nvSpPr>
            <p:spPr>
              <a:xfrm>
                <a:off x="5319457" y="3952794"/>
                <a:ext cx="111895" cy="8"/>
              </a:xfrm>
              <a:custGeom>
                <a:rect b="b" l="l" r="r" t="t"/>
                <a:pathLst>
                  <a:path extrusionOk="0" fill="none" h="1" w="14227">
                    <a:moveTo>
                      <a:pt x="1" y="0"/>
                    </a:moveTo>
                    <a:lnTo>
                      <a:pt x="142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92" name="Google Shape;7692;p36"/>
              <p:cNvGrpSpPr/>
              <p:nvPr/>
            </p:nvGrpSpPr>
            <p:grpSpPr>
              <a:xfrm>
                <a:off x="5402331" y="3937355"/>
                <a:ext cx="37776" cy="32380"/>
                <a:chOff x="5402331" y="3937355"/>
                <a:chExt cx="37776" cy="32380"/>
              </a:xfrm>
            </p:grpSpPr>
            <p:sp>
              <p:nvSpPr>
                <p:cNvPr id="7693" name="Google Shape;7693;p3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p3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95" name="Google Shape;7695;p36"/>
              <p:cNvGrpSpPr/>
              <p:nvPr/>
            </p:nvGrpSpPr>
            <p:grpSpPr>
              <a:xfrm>
                <a:off x="5296908" y="3937355"/>
                <a:ext cx="37783" cy="32380"/>
                <a:chOff x="5296908" y="3937355"/>
                <a:chExt cx="37783" cy="32380"/>
              </a:xfrm>
            </p:grpSpPr>
            <p:sp>
              <p:nvSpPr>
                <p:cNvPr id="7696" name="Google Shape;7696;p3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3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98" name="Google Shape;7698;p36"/>
            <p:cNvGrpSpPr/>
            <p:nvPr/>
          </p:nvGrpSpPr>
          <p:grpSpPr>
            <a:xfrm>
              <a:off x="4724163" y="3119631"/>
              <a:ext cx="120838" cy="84218"/>
              <a:chOff x="4724163" y="3119631"/>
              <a:chExt cx="120838" cy="84218"/>
            </a:xfrm>
          </p:grpSpPr>
          <p:grpSp>
            <p:nvGrpSpPr>
              <p:cNvPr id="7699" name="Google Shape;7699;p36"/>
              <p:cNvGrpSpPr/>
              <p:nvPr/>
            </p:nvGrpSpPr>
            <p:grpSpPr>
              <a:xfrm>
                <a:off x="4746712" y="3132773"/>
                <a:ext cx="86869" cy="56424"/>
                <a:chOff x="4746712" y="3132773"/>
                <a:chExt cx="86869" cy="56424"/>
              </a:xfrm>
            </p:grpSpPr>
            <p:sp>
              <p:nvSpPr>
                <p:cNvPr id="7700" name="Google Shape;7700;p3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36"/>
                <p:cNvSpPr/>
                <p:nvPr/>
              </p:nvSpPr>
              <p:spPr>
                <a:xfrm>
                  <a:off x="4746712" y="3145334"/>
                  <a:ext cx="49479" cy="13520"/>
                </a:xfrm>
                <a:custGeom>
                  <a:rect b="b" l="l" r="r" t="t"/>
                  <a:pathLst>
                    <a:path extrusionOk="0" fill="none" h="1719" w="6291">
                      <a:moveTo>
                        <a:pt x="0" y="0"/>
                      </a:moveTo>
                      <a:lnTo>
                        <a:pt x="6290" y="171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02" name="Google Shape;7702;p36"/>
              <p:cNvGrpSpPr/>
              <p:nvPr/>
            </p:nvGrpSpPr>
            <p:grpSpPr>
              <a:xfrm>
                <a:off x="4773634" y="3143336"/>
                <a:ext cx="37776" cy="32451"/>
                <a:chOff x="4773634" y="3143336"/>
                <a:chExt cx="37776" cy="32451"/>
              </a:xfrm>
            </p:grpSpPr>
            <p:sp>
              <p:nvSpPr>
                <p:cNvPr id="7703" name="Google Shape;7703;p3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3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05" name="Google Shape;7705;p36"/>
              <p:cNvGrpSpPr/>
              <p:nvPr/>
            </p:nvGrpSpPr>
            <p:grpSpPr>
              <a:xfrm>
                <a:off x="4724163" y="3131248"/>
                <a:ext cx="37776" cy="32459"/>
                <a:chOff x="4724163" y="3131248"/>
                <a:chExt cx="37776" cy="32459"/>
              </a:xfrm>
            </p:grpSpPr>
            <p:sp>
              <p:nvSpPr>
                <p:cNvPr id="7706" name="Google Shape;7706;p3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p3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08" name="Google Shape;7708;p36"/>
              <p:cNvGrpSpPr/>
              <p:nvPr/>
            </p:nvGrpSpPr>
            <p:grpSpPr>
              <a:xfrm>
                <a:off x="4755081" y="3176054"/>
                <a:ext cx="32357" cy="27795"/>
                <a:chOff x="4755081" y="3176054"/>
                <a:chExt cx="32357" cy="27795"/>
              </a:xfrm>
            </p:grpSpPr>
            <p:sp>
              <p:nvSpPr>
                <p:cNvPr id="7709" name="Google Shape;7709;p3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3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11" name="Google Shape;7711;p36"/>
              <p:cNvGrpSpPr/>
              <p:nvPr/>
            </p:nvGrpSpPr>
            <p:grpSpPr>
              <a:xfrm>
                <a:off x="4812550" y="3119631"/>
                <a:ext cx="32451" cy="27803"/>
                <a:chOff x="4812550" y="3119631"/>
                <a:chExt cx="32451" cy="27803"/>
              </a:xfrm>
            </p:grpSpPr>
            <p:sp>
              <p:nvSpPr>
                <p:cNvPr id="7712" name="Google Shape;7712;p3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p3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714" name="Google Shape;7714;p36"/>
            <p:cNvGrpSpPr/>
            <p:nvPr/>
          </p:nvGrpSpPr>
          <p:grpSpPr>
            <a:xfrm>
              <a:off x="5382826" y="4027197"/>
              <a:ext cx="268967" cy="250421"/>
              <a:chOff x="5382826" y="4027197"/>
              <a:chExt cx="268967" cy="250421"/>
            </a:xfrm>
          </p:grpSpPr>
          <p:grpSp>
            <p:nvGrpSpPr>
              <p:cNvPr id="7715" name="Google Shape;7715;p36"/>
              <p:cNvGrpSpPr/>
              <p:nvPr/>
            </p:nvGrpSpPr>
            <p:grpSpPr>
              <a:xfrm>
                <a:off x="5405280" y="4042510"/>
                <a:ext cx="237570" cy="218647"/>
                <a:chOff x="5405280" y="4042510"/>
                <a:chExt cx="237570" cy="218647"/>
              </a:xfrm>
            </p:grpSpPr>
            <p:sp>
              <p:nvSpPr>
                <p:cNvPr id="7716" name="Google Shape;7716;p3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p3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8" name="Google Shape;7718;p36"/>
                <p:cNvSpPr/>
                <p:nvPr/>
              </p:nvSpPr>
              <p:spPr>
                <a:xfrm>
                  <a:off x="5543704" y="4042990"/>
                  <a:ext cx="99146" cy="81639"/>
                </a:xfrm>
                <a:custGeom>
                  <a:rect b="b" l="l" r="r" t="t"/>
                  <a:pathLst>
                    <a:path extrusionOk="0" fill="none" h="10380" w="12606">
                      <a:moveTo>
                        <a:pt x="1" y="0"/>
                      </a:moveTo>
                      <a:lnTo>
                        <a:pt x="12606" y="1037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p36"/>
                <p:cNvSpPr/>
                <p:nvPr/>
              </p:nvSpPr>
              <p:spPr>
                <a:xfrm>
                  <a:off x="5501941" y="4140980"/>
                  <a:ext cx="103708" cy="51862"/>
                </a:xfrm>
                <a:custGeom>
                  <a:rect b="b" l="l" r="r" t="t"/>
                  <a:pathLst>
                    <a:path extrusionOk="0" fill="none" h="6594" w="13186">
                      <a:moveTo>
                        <a:pt x="13186" y="6594"/>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p36"/>
                <p:cNvSpPr/>
                <p:nvPr/>
              </p:nvSpPr>
              <p:spPr>
                <a:xfrm>
                  <a:off x="5495854" y="4211010"/>
                  <a:ext cx="105989" cy="50147"/>
                </a:xfrm>
                <a:custGeom>
                  <a:rect b="b" l="l" r="r" t="t"/>
                  <a:pathLst>
                    <a:path extrusionOk="0" fill="none" h="6376" w="13476">
                      <a:moveTo>
                        <a:pt x="0" y="0"/>
                      </a:moveTo>
                      <a:lnTo>
                        <a:pt x="13476" y="637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p36"/>
                <p:cNvSpPr/>
                <p:nvPr/>
              </p:nvSpPr>
              <p:spPr>
                <a:xfrm>
                  <a:off x="5405280" y="4134420"/>
                  <a:ext cx="96669" cy="6567"/>
                </a:xfrm>
                <a:custGeom>
                  <a:rect b="b" l="l" r="r" t="t"/>
                  <a:pathLst>
                    <a:path extrusionOk="0" fill="none" h="835" w="12291">
                      <a:moveTo>
                        <a:pt x="12290" y="835"/>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22" name="Google Shape;7722;p36"/>
              <p:cNvGrpSpPr/>
              <p:nvPr/>
            </p:nvGrpSpPr>
            <p:grpSpPr>
              <a:xfrm>
                <a:off x="5382826" y="4125549"/>
                <a:ext cx="37776" cy="32380"/>
                <a:chOff x="5382826" y="4125549"/>
                <a:chExt cx="37776" cy="32380"/>
              </a:xfrm>
            </p:grpSpPr>
            <p:sp>
              <p:nvSpPr>
                <p:cNvPr id="7723" name="Google Shape;7723;p3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4" name="Google Shape;7724;p3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25" name="Google Shape;7725;p36"/>
              <p:cNvGrpSpPr/>
              <p:nvPr/>
            </p:nvGrpSpPr>
            <p:grpSpPr>
              <a:xfrm>
                <a:off x="5475680" y="4195587"/>
                <a:ext cx="37783" cy="32364"/>
                <a:chOff x="5475680" y="4195587"/>
                <a:chExt cx="37783" cy="32364"/>
              </a:xfrm>
            </p:grpSpPr>
            <p:sp>
              <p:nvSpPr>
                <p:cNvPr id="7726" name="Google Shape;7726;p3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3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28" name="Google Shape;7728;p36"/>
              <p:cNvGrpSpPr/>
              <p:nvPr/>
            </p:nvGrpSpPr>
            <p:grpSpPr>
              <a:xfrm>
                <a:off x="5532575" y="4027197"/>
                <a:ext cx="33308" cy="32262"/>
                <a:chOff x="5532575" y="4027197"/>
                <a:chExt cx="33308" cy="32262"/>
              </a:xfrm>
            </p:grpSpPr>
            <p:sp>
              <p:nvSpPr>
                <p:cNvPr id="7729" name="Google Shape;7729;p3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3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31" name="Google Shape;7731;p36"/>
              <p:cNvGrpSpPr/>
              <p:nvPr/>
            </p:nvGrpSpPr>
            <p:grpSpPr>
              <a:xfrm>
                <a:off x="5590706" y="4245348"/>
                <a:ext cx="33497" cy="32270"/>
                <a:chOff x="5590706" y="4245348"/>
                <a:chExt cx="33497" cy="32270"/>
              </a:xfrm>
            </p:grpSpPr>
            <p:sp>
              <p:nvSpPr>
                <p:cNvPr id="7732" name="Google Shape;7732;p3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3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34" name="Google Shape;7734;p36"/>
              <p:cNvGrpSpPr/>
              <p:nvPr/>
            </p:nvGrpSpPr>
            <p:grpSpPr>
              <a:xfrm>
                <a:off x="5618681" y="4109677"/>
                <a:ext cx="33112" cy="32357"/>
                <a:chOff x="5618681" y="4109677"/>
                <a:chExt cx="33112" cy="32357"/>
              </a:xfrm>
            </p:grpSpPr>
            <p:sp>
              <p:nvSpPr>
                <p:cNvPr id="7735" name="Google Shape;7735;p3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3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37" name="Google Shape;7737;p36"/>
              <p:cNvGrpSpPr/>
              <p:nvPr/>
            </p:nvGrpSpPr>
            <p:grpSpPr>
              <a:xfrm>
                <a:off x="5479298" y="4128262"/>
                <a:ext cx="31405" cy="26906"/>
                <a:chOff x="5479298" y="4128262"/>
                <a:chExt cx="31405" cy="26906"/>
              </a:xfrm>
            </p:grpSpPr>
            <p:sp>
              <p:nvSpPr>
                <p:cNvPr id="7738" name="Google Shape;7738;p3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p3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40" name="Google Shape;7740;p36"/>
              <p:cNvGrpSpPr/>
              <p:nvPr/>
            </p:nvGrpSpPr>
            <p:grpSpPr>
              <a:xfrm>
                <a:off x="5582903" y="4180116"/>
                <a:ext cx="31499" cy="26898"/>
                <a:chOff x="5582903" y="4180116"/>
                <a:chExt cx="31499" cy="26898"/>
              </a:xfrm>
            </p:grpSpPr>
            <p:sp>
              <p:nvSpPr>
                <p:cNvPr id="7741" name="Google Shape;7741;p3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3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743" name="Google Shape;7743;p36"/>
            <p:cNvGrpSpPr/>
            <p:nvPr/>
          </p:nvGrpSpPr>
          <p:grpSpPr>
            <a:xfrm>
              <a:off x="3977681" y="3230323"/>
              <a:ext cx="94584" cy="84084"/>
              <a:chOff x="3977681" y="3230323"/>
              <a:chExt cx="94584" cy="84084"/>
            </a:xfrm>
          </p:grpSpPr>
          <p:grpSp>
            <p:nvGrpSpPr>
              <p:cNvPr id="7744" name="Google Shape;7744;p36"/>
              <p:cNvGrpSpPr/>
              <p:nvPr/>
            </p:nvGrpSpPr>
            <p:grpSpPr>
              <a:xfrm>
                <a:off x="4000135" y="3243041"/>
                <a:ext cx="59570" cy="57186"/>
                <a:chOff x="4000135" y="3243041"/>
                <a:chExt cx="59570" cy="57186"/>
              </a:xfrm>
            </p:grpSpPr>
            <p:sp>
              <p:nvSpPr>
                <p:cNvPr id="7745" name="Google Shape;7745;p3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36"/>
                <p:cNvSpPr/>
                <p:nvPr/>
              </p:nvSpPr>
              <p:spPr>
                <a:xfrm>
                  <a:off x="4024210" y="3246847"/>
                  <a:ext cx="15706" cy="53380"/>
                </a:xfrm>
                <a:custGeom>
                  <a:rect b="b" l="l" r="r" t="t"/>
                  <a:pathLst>
                    <a:path extrusionOk="0" fill="none" h="6787" w="1997">
                      <a:moveTo>
                        <a:pt x="0" y="6787"/>
                      </a:moveTo>
                      <a:lnTo>
                        <a:pt x="199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36"/>
                <p:cNvSpPr/>
                <p:nvPr/>
              </p:nvSpPr>
              <p:spPr>
                <a:xfrm>
                  <a:off x="4002896" y="3261311"/>
                  <a:ext cx="56809" cy="14086"/>
                </a:xfrm>
                <a:custGeom>
                  <a:rect b="b" l="l" r="r" t="t"/>
                  <a:pathLst>
                    <a:path extrusionOk="0" fill="none" h="1791" w="7223">
                      <a:moveTo>
                        <a:pt x="7222" y="1791"/>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48" name="Google Shape;7748;p36"/>
              <p:cNvGrpSpPr/>
              <p:nvPr/>
            </p:nvGrpSpPr>
            <p:grpSpPr>
              <a:xfrm>
                <a:off x="3977681" y="3245872"/>
                <a:ext cx="37783" cy="32380"/>
                <a:chOff x="3977681" y="3245872"/>
                <a:chExt cx="37783" cy="32380"/>
              </a:xfrm>
            </p:grpSpPr>
            <p:sp>
              <p:nvSpPr>
                <p:cNvPr id="7749" name="Google Shape;7749;p3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p3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51" name="Google Shape;7751;p36"/>
              <p:cNvGrpSpPr/>
              <p:nvPr/>
            </p:nvGrpSpPr>
            <p:grpSpPr>
              <a:xfrm>
                <a:off x="4040860" y="3262672"/>
                <a:ext cx="31405" cy="27001"/>
                <a:chOff x="4040860" y="3262672"/>
                <a:chExt cx="31405" cy="27001"/>
              </a:xfrm>
            </p:grpSpPr>
            <p:sp>
              <p:nvSpPr>
                <p:cNvPr id="7752" name="Google Shape;7752;p3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3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54" name="Google Shape;7754;p36"/>
              <p:cNvGrpSpPr/>
              <p:nvPr/>
            </p:nvGrpSpPr>
            <p:grpSpPr>
              <a:xfrm>
                <a:off x="4021072" y="3230323"/>
                <a:ext cx="31397" cy="26906"/>
                <a:chOff x="4021072" y="3230323"/>
                <a:chExt cx="31397" cy="26906"/>
              </a:xfrm>
            </p:grpSpPr>
            <p:sp>
              <p:nvSpPr>
                <p:cNvPr id="7755" name="Google Shape;7755;p3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3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57" name="Google Shape;7757;p36"/>
              <p:cNvGrpSpPr/>
              <p:nvPr/>
            </p:nvGrpSpPr>
            <p:grpSpPr>
              <a:xfrm>
                <a:off x="4001472" y="3287462"/>
                <a:ext cx="31499" cy="26945"/>
                <a:chOff x="4001472" y="3287462"/>
                <a:chExt cx="31499" cy="26945"/>
              </a:xfrm>
            </p:grpSpPr>
            <p:sp>
              <p:nvSpPr>
                <p:cNvPr id="7758" name="Google Shape;7758;p3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p3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760" name="Google Shape;7760;p36"/>
            <p:cNvGrpSpPr/>
            <p:nvPr/>
          </p:nvGrpSpPr>
          <p:grpSpPr>
            <a:xfrm>
              <a:off x="4084715" y="3258865"/>
              <a:ext cx="184962" cy="137268"/>
              <a:chOff x="4084715" y="3258865"/>
              <a:chExt cx="184962" cy="137268"/>
            </a:xfrm>
          </p:grpSpPr>
          <p:grpSp>
            <p:nvGrpSpPr>
              <p:cNvPr id="7761" name="Google Shape;7761;p36"/>
              <p:cNvGrpSpPr/>
              <p:nvPr/>
            </p:nvGrpSpPr>
            <p:grpSpPr>
              <a:xfrm>
                <a:off x="4107453" y="3271583"/>
                <a:ext cx="153470" cy="110275"/>
                <a:chOff x="4107453" y="3271583"/>
                <a:chExt cx="153470" cy="110275"/>
              </a:xfrm>
            </p:grpSpPr>
            <p:sp>
              <p:nvSpPr>
                <p:cNvPr id="7762" name="Google Shape;7762;p3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36"/>
                <p:cNvSpPr/>
                <p:nvPr/>
              </p:nvSpPr>
              <p:spPr>
                <a:xfrm>
                  <a:off x="4155886" y="3271968"/>
                  <a:ext cx="22171" cy="20559"/>
                </a:xfrm>
                <a:custGeom>
                  <a:rect b="b" l="l" r="r" t="t"/>
                  <a:pathLst>
                    <a:path extrusionOk="0" fill="none" h="2614" w="2819">
                      <a:moveTo>
                        <a:pt x="2819" y="2613"/>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36"/>
                <p:cNvSpPr/>
                <p:nvPr/>
              </p:nvSpPr>
              <p:spPr>
                <a:xfrm>
                  <a:off x="4178049" y="3279196"/>
                  <a:ext cx="42345" cy="13331"/>
                </a:xfrm>
                <a:custGeom>
                  <a:rect b="b" l="l" r="r" t="t"/>
                  <a:pathLst>
                    <a:path extrusionOk="0" fill="none" h="1695" w="5384">
                      <a:moveTo>
                        <a:pt x="1" y="1694"/>
                      </a:moveTo>
                      <a:lnTo>
                        <a:pt x="538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p36"/>
                <p:cNvSpPr/>
                <p:nvPr/>
              </p:nvSpPr>
              <p:spPr>
                <a:xfrm>
                  <a:off x="4220387" y="3279196"/>
                  <a:ext cx="8" cy="71745"/>
                </a:xfrm>
                <a:custGeom>
                  <a:rect b="b" l="l" r="r" t="t"/>
                  <a:pathLst>
                    <a:path extrusionOk="0" fill="none" h="9122" w="1">
                      <a:moveTo>
                        <a:pt x="1" y="0"/>
                      </a:moveTo>
                      <a:lnTo>
                        <a:pt x="1" y="91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66" name="Google Shape;7766;p36"/>
              <p:cNvGrpSpPr/>
              <p:nvPr/>
            </p:nvGrpSpPr>
            <p:grpSpPr>
              <a:xfrm>
                <a:off x="4136947" y="3258865"/>
                <a:ext cx="31499" cy="27001"/>
                <a:chOff x="4136947" y="3258865"/>
                <a:chExt cx="31499" cy="27001"/>
              </a:xfrm>
            </p:grpSpPr>
            <p:sp>
              <p:nvSpPr>
                <p:cNvPr id="7767" name="Google Shape;7767;p3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3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69" name="Google Shape;7769;p36"/>
              <p:cNvGrpSpPr/>
              <p:nvPr/>
            </p:nvGrpSpPr>
            <p:grpSpPr>
              <a:xfrm>
                <a:off x="4084715" y="3266478"/>
                <a:ext cx="31468" cy="26898"/>
                <a:chOff x="4084715" y="3266478"/>
                <a:chExt cx="31468" cy="26898"/>
              </a:xfrm>
            </p:grpSpPr>
            <p:sp>
              <p:nvSpPr>
                <p:cNvPr id="7770" name="Google Shape;7770;p3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3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72" name="Google Shape;7772;p36"/>
              <p:cNvGrpSpPr/>
              <p:nvPr/>
            </p:nvGrpSpPr>
            <p:grpSpPr>
              <a:xfrm>
                <a:off x="4159213" y="3279849"/>
                <a:ext cx="31405" cy="26945"/>
                <a:chOff x="4159213" y="3279849"/>
                <a:chExt cx="31405" cy="26945"/>
              </a:xfrm>
            </p:grpSpPr>
            <p:sp>
              <p:nvSpPr>
                <p:cNvPr id="7773" name="Google Shape;7773;p3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3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75" name="Google Shape;7775;p36"/>
              <p:cNvGrpSpPr/>
              <p:nvPr/>
            </p:nvGrpSpPr>
            <p:grpSpPr>
              <a:xfrm>
                <a:off x="4201550" y="3266502"/>
                <a:ext cx="31405" cy="26883"/>
                <a:chOff x="4201550" y="3266502"/>
                <a:chExt cx="31405" cy="26883"/>
              </a:xfrm>
            </p:grpSpPr>
            <p:sp>
              <p:nvSpPr>
                <p:cNvPr id="7776" name="Google Shape;7776;p3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3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78" name="Google Shape;7778;p36"/>
              <p:cNvGrpSpPr/>
              <p:nvPr/>
            </p:nvGrpSpPr>
            <p:grpSpPr>
              <a:xfrm>
                <a:off x="4201550" y="3338278"/>
                <a:ext cx="31405" cy="26930"/>
                <a:chOff x="4201550" y="3338278"/>
                <a:chExt cx="31405" cy="26930"/>
              </a:xfrm>
            </p:grpSpPr>
            <p:sp>
              <p:nvSpPr>
                <p:cNvPr id="7779" name="Google Shape;7779;p3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3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81" name="Google Shape;7781;p36"/>
              <p:cNvGrpSpPr/>
              <p:nvPr/>
            </p:nvGrpSpPr>
            <p:grpSpPr>
              <a:xfrm>
                <a:off x="4238272" y="3369132"/>
                <a:ext cx="31405" cy="27001"/>
                <a:chOff x="4238272" y="3369132"/>
                <a:chExt cx="31405" cy="27001"/>
              </a:xfrm>
            </p:grpSpPr>
            <p:sp>
              <p:nvSpPr>
                <p:cNvPr id="7782" name="Google Shape;7782;p3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3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784" name="Google Shape;7784;p36"/>
            <p:cNvGrpSpPr/>
            <p:nvPr/>
          </p:nvGrpSpPr>
          <p:grpSpPr>
            <a:xfrm>
              <a:off x="4068639" y="3200169"/>
              <a:ext cx="77644" cy="37272"/>
              <a:chOff x="4068639" y="3200169"/>
              <a:chExt cx="77644" cy="37272"/>
            </a:xfrm>
          </p:grpSpPr>
          <p:sp>
            <p:nvSpPr>
              <p:cNvPr id="7785" name="Google Shape;7785;p36"/>
              <p:cNvSpPr/>
              <p:nvPr/>
            </p:nvSpPr>
            <p:spPr>
              <a:xfrm>
                <a:off x="4087570" y="3212886"/>
                <a:ext cx="49958" cy="10374"/>
              </a:xfrm>
              <a:custGeom>
                <a:rect b="b" l="l" r="r" t="t"/>
                <a:pathLst>
                  <a:path extrusionOk="0" fill="none" h="1319" w="6352">
                    <a:moveTo>
                      <a:pt x="1" y="1319"/>
                    </a:moveTo>
                    <a:lnTo>
                      <a:pt x="635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786" name="Google Shape;7786;p36"/>
              <p:cNvGrpSpPr/>
              <p:nvPr/>
            </p:nvGrpSpPr>
            <p:grpSpPr>
              <a:xfrm>
                <a:off x="4114878" y="3200169"/>
                <a:ext cx="31405" cy="26993"/>
                <a:chOff x="4114878" y="3200169"/>
                <a:chExt cx="31405" cy="26993"/>
              </a:xfrm>
            </p:grpSpPr>
            <p:sp>
              <p:nvSpPr>
                <p:cNvPr id="7787" name="Google Shape;7787;p3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3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89" name="Google Shape;7789;p36"/>
              <p:cNvGrpSpPr/>
              <p:nvPr/>
            </p:nvGrpSpPr>
            <p:grpSpPr>
              <a:xfrm>
                <a:off x="4068639" y="3210535"/>
                <a:ext cx="31499" cy="26906"/>
                <a:chOff x="4068639" y="3210535"/>
                <a:chExt cx="31499" cy="26906"/>
              </a:xfrm>
            </p:grpSpPr>
            <p:sp>
              <p:nvSpPr>
                <p:cNvPr id="7790" name="Google Shape;7790;p3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3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792" name="Google Shape;7792;p36"/>
            <p:cNvGrpSpPr/>
            <p:nvPr/>
          </p:nvGrpSpPr>
          <p:grpSpPr>
            <a:xfrm>
              <a:off x="3869702" y="3066935"/>
              <a:ext cx="382663" cy="190294"/>
              <a:chOff x="3869702" y="3066935"/>
              <a:chExt cx="382663" cy="190294"/>
            </a:xfrm>
          </p:grpSpPr>
          <p:grpSp>
            <p:nvGrpSpPr>
              <p:cNvPr id="7793" name="Google Shape;7793;p36"/>
              <p:cNvGrpSpPr/>
              <p:nvPr/>
            </p:nvGrpSpPr>
            <p:grpSpPr>
              <a:xfrm>
                <a:off x="3888633" y="3082351"/>
                <a:ext cx="351173" cy="160698"/>
                <a:chOff x="3888633" y="3082351"/>
                <a:chExt cx="351173" cy="160698"/>
              </a:xfrm>
            </p:grpSpPr>
            <p:sp>
              <p:nvSpPr>
                <p:cNvPr id="7794" name="Google Shape;7794;p3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3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36"/>
                <p:cNvSpPr/>
                <p:nvPr/>
              </p:nvSpPr>
              <p:spPr>
                <a:xfrm>
                  <a:off x="3960370" y="3203653"/>
                  <a:ext cx="79547" cy="19607"/>
                </a:xfrm>
                <a:custGeom>
                  <a:rect b="b" l="l" r="r" t="t"/>
                  <a:pathLst>
                    <a:path extrusionOk="0" fill="none" h="2493" w="10114">
                      <a:moveTo>
                        <a:pt x="0" y="2493"/>
                      </a:moveTo>
                      <a:lnTo>
                        <a:pt x="1011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36"/>
                <p:cNvSpPr/>
                <p:nvPr/>
              </p:nvSpPr>
              <p:spPr>
                <a:xfrm>
                  <a:off x="4043613" y="3161504"/>
                  <a:ext cx="108474" cy="42156"/>
                </a:xfrm>
                <a:custGeom>
                  <a:rect b="b" l="l" r="r" t="t"/>
                  <a:pathLst>
                    <a:path extrusionOk="0" fill="none" h="5360" w="13792">
                      <a:moveTo>
                        <a:pt x="1" y="5360"/>
                      </a:moveTo>
                      <a:lnTo>
                        <a:pt x="1379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p36"/>
                <p:cNvSpPr/>
                <p:nvPr/>
              </p:nvSpPr>
              <p:spPr>
                <a:xfrm>
                  <a:off x="4152079" y="3082351"/>
                  <a:ext cx="17224" cy="82968"/>
                </a:xfrm>
                <a:custGeom>
                  <a:rect b="b" l="l" r="r" t="t"/>
                  <a:pathLst>
                    <a:path extrusionOk="0" fill="none" h="10549" w="2190">
                      <a:moveTo>
                        <a:pt x="0" y="10549"/>
                      </a:moveTo>
                      <a:lnTo>
                        <a:pt x="219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p36"/>
                <p:cNvSpPr/>
                <p:nvPr/>
              </p:nvSpPr>
              <p:spPr>
                <a:xfrm>
                  <a:off x="4169296" y="3082351"/>
                  <a:ext cx="25797" cy="63557"/>
                </a:xfrm>
                <a:custGeom>
                  <a:rect b="b" l="l" r="r" t="t"/>
                  <a:pathLst>
                    <a:path extrusionOk="0" fill="none" h="8081" w="3280">
                      <a:moveTo>
                        <a:pt x="1" y="0"/>
                      </a:moveTo>
                      <a:lnTo>
                        <a:pt x="3279" y="808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00" name="Google Shape;7800;p36"/>
              <p:cNvGrpSpPr/>
              <p:nvPr/>
            </p:nvGrpSpPr>
            <p:grpSpPr>
              <a:xfrm>
                <a:off x="4143703" y="3066935"/>
                <a:ext cx="37783" cy="32357"/>
                <a:chOff x="4143703" y="3066935"/>
                <a:chExt cx="37783" cy="32357"/>
              </a:xfrm>
            </p:grpSpPr>
            <p:sp>
              <p:nvSpPr>
                <p:cNvPr id="7801" name="Google Shape;7801;p3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3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03" name="Google Shape;7803;p36"/>
              <p:cNvGrpSpPr/>
              <p:nvPr/>
            </p:nvGrpSpPr>
            <p:grpSpPr>
              <a:xfrm>
                <a:off x="4044565" y="3103563"/>
                <a:ext cx="37783" cy="32451"/>
                <a:chOff x="4044565" y="3103563"/>
                <a:chExt cx="37783" cy="32451"/>
              </a:xfrm>
            </p:grpSpPr>
            <p:sp>
              <p:nvSpPr>
                <p:cNvPr id="7804" name="Google Shape;7804;p3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p3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06" name="Google Shape;7806;p36"/>
              <p:cNvGrpSpPr/>
              <p:nvPr/>
            </p:nvGrpSpPr>
            <p:grpSpPr>
              <a:xfrm>
                <a:off x="4017454" y="3188237"/>
                <a:ext cx="37776" cy="32357"/>
                <a:chOff x="4017454" y="3188237"/>
                <a:chExt cx="37776" cy="32357"/>
              </a:xfrm>
            </p:grpSpPr>
            <p:sp>
              <p:nvSpPr>
                <p:cNvPr id="7807" name="Google Shape;7807;p3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3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09" name="Google Shape;7809;p36"/>
              <p:cNvGrpSpPr/>
              <p:nvPr/>
            </p:nvGrpSpPr>
            <p:grpSpPr>
              <a:xfrm>
                <a:off x="3921548" y="3157509"/>
                <a:ext cx="37783" cy="32357"/>
                <a:chOff x="3921548" y="3157509"/>
                <a:chExt cx="37783" cy="32357"/>
              </a:xfrm>
            </p:grpSpPr>
            <p:sp>
              <p:nvSpPr>
                <p:cNvPr id="7810" name="Google Shape;7810;p3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3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12" name="Google Shape;7812;p36"/>
              <p:cNvGrpSpPr/>
              <p:nvPr/>
            </p:nvGrpSpPr>
            <p:grpSpPr>
              <a:xfrm>
                <a:off x="3939056" y="3211620"/>
                <a:ext cx="37783" cy="32380"/>
                <a:chOff x="3939056" y="3211620"/>
                <a:chExt cx="37783" cy="32380"/>
              </a:xfrm>
            </p:grpSpPr>
            <p:sp>
              <p:nvSpPr>
                <p:cNvPr id="7813" name="Google Shape;7813;p3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p3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15" name="Google Shape;7815;p36"/>
              <p:cNvGrpSpPr/>
              <p:nvPr/>
            </p:nvGrpSpPr>
            <p:grpSpPr>
              <a:xfrm>
                <a:off x="4176240" y="3136965"/>
                <a:ext cx="31405" cy="26930"/>
                <a:chOff x="4176240" y="3136965"/>
                <a:chExt cx="31405" cy="26930"/>
              </a:xfrm>
            </p:grpSpPr>
            <p:sp>
              <p:nvSpPr>
                <p:cNvPr id="7816" name="Google Shape;7816;p3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3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18" name="Google Shape;7818;p36"/>
              <p:cNvGrpSpPr/>
              <p:nvPr/>
            </p:nvGrpSpPr>
            <p:grpSpPr>
              <a:xfrm>
                <a:off x="4133148" y="3152593"/>
                <a:ext cx="31499" cy="27001"/>
                <a:chOff x="4133148" y="3152593"/>
                <a:chExt cx="31499" cy="27001"/>
              </a:xfrm>
            </p:grpSpPr>
            <p:sp>
              <p:nvSpPr>
                <p:cNvPr id="7819" name="Google Shape;7819;p3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3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21" name="Google Shape;7821;p36"/>
              <p:cNvGrpSpPr/>
              <p:nvPr/>
            </p:nvGrpSpPr>
            <p:grpSpPr>
              <a:xfrm>
                <a:off x="4220866" y="3073534"/>
                <a:ext cx="31499" cy="26898"/>
                <a:chOff x="4220866" y="3073534"/>
                <a:chExt cx="31499" cy="26898"/>
              </a:xfrm>
            </p:grpSpPr>
            <p:sp>
              <p:nvSpPr>
                <p:cNvPr id="7822" name="Google Shape;7822;p3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3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24" name="Google Shape;7824;p36"/>
              <p:cNvGrpSpPr/>
              <p:nvPr/>
            </p:nvGrpSpPr>
            <p:grpSpPr>
              <a:xfrm>
                <a:off x="3869702" y="3230323"/>
                <a:ext cx="31499" cy="26906"/>
                <a:chOff x="3869702" y="3230323"/>
                <a:chExt cx="31499" cy="26906"/>
              </a:xfrm>
            </p:grpSpPr>
            <p:sp>
              <p:nvSpPr>
                <p:cNvPr id="7825" name="Google Shape;7825;p3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3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827" name="Google Shape;7827;p36"/>
            <p:cNvGrpSpPr/>
            <p:nvPr/>
          </p:nvGrpSpPr>
          <p:grpSpPr>
            <a:xfrm>
              <a:off x="4271383" y="3065882"/>
              <a:ext cx="304557" cy="341663"/>
              <a:chOff x="4271383" y="3065882"/>
              <a:chExt cx="304557" cy="341663"/>
            </a:xfrm>
          </p:grpSpPr>
          <p:grpSp>
            <p:nvGrpSpPr>
              <p:cNvPr id="7828" name="Google Shape;7828;p36"/>
              <p:cNvGrpSpPr/>
              <p:nvPr/>
            </p:nvGrpSpPr>
            <p:grpSpPr>
              <a:xfrm>
                <a:off x="4293838" y="3078639"/>
                <a:ext cx="269353" cy="311973"/>
                <a:chOff x="4293838" y="3078639"/>
                <a:chExt cx="269353" cy="311973"/>
              </a:xfrm>
            </p:grpSpPr>
            <p:sp>
              <p:nvSpPr>
                <p:cNvPr id="7829" name="Google Shape;7829;p3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36"/>
                <p:cNvSpPr/>
                <p:nvPr/>
              </p:nvSpPr>
              <p:spPr>
                <a:xfrm>
                  <a:off x="4306965" y="3099473"/>
                  <a:ext cx="62519" cy="69652"/>
                </a:xfrm>
                <a:custGeom>
                  <a:rect b="b" l="l" r="r" t="t"/>
                  <a:pathLst>
                    <a:path extrusionOk="0" fill="none" h="8856" w="7949">
                      <a:moveTo>
                        <a:pt x="1" y="1"/>
                      </a:moveTo>
                      <a:lnTo>
                        <a:pt x="7948" y="885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36"/>
                <p:cNvSpPr/>
                <p:nvPr/>
              </p:nvSpPr>
              <p:spPr>
                <a:xfrm>
                  <a:off x="4369476" y="3169118"/>
                  <a:ext cx="26072" cy="98666"/>
                </a:xfrm>
                <a:custGeom>
                  <a:rect b="b" l="l" r="r" t="t"/>
                  <a:pathLst>
                    <a:path extrusionOk="0" fill="none" h="12545" w="3315">
                      <a:moveTo>
                        <a:pt x="0" y="1"/>
                      </a:moveTo>
                      <a:lnTo>
                        <a:pt x="3315" y="1254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36"/>
                <p:cNvSpPr/>
                <p:nvPr/>
              </p:nvSpPr>
              <p:spPr>
                <a:xfrm>
                  <a:off x="4399347" y="3078639"/>
                  <a:ext cx="60041" cy="110558"/>
                </a:xfrm>
                <a:custGeom>
                  <a:rect b="b" l="l" r="r" t="t"/>
                  <a:pathLst>
                    <a:path extrusionOk="0" fill="none" h="14057" w="7634">
                      <a:moveTo>
                        <a:pt x="7634" y="14057"/>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36"/>
                <p:cNvSpPr/>
                <p:nvPr/>
              </p:nvSpPr>
              <p:spPr>
                <a:xfrm>
                  <a:off x="4373282" y="3169118"/>
                  <a:ext cx="82299" cy="20079"/>
                </a:xfrm>
                <a:custGeom>
                  <a:rect b="b" l="l" r="r" t="t"/>
                  <a:pathLst>
                    <a:path extrusionOk="0" fill="none" h="2553" w="10464">
                      <a:moveTo>
                        <a:pt x="0" y="1"/>
                      </a:moveTo>
                      <a:lnTo>
                        <a:pt x="10464" y="255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36"/>
                <p:cNvSpPr/>
                <p:nvPr/>
              </p:nvSpPr>
              <p:spPr>
                <a:xfrm>
                  <a:off x="4369476" y="3078639"/>
                  <a:ext cx="29879" cy="90487"/>
                </a:xfrm>
                <a:custGeom>
                  <a:rect b="b" l="l" r="r" t="t"/>
                  <a:pathLst>
                    <a:path extrusionOk="0" fill="none" h="11505" w="3799">
                      <a:moveTo>
                        <a:pt x="0" y="11505"/>
                      </a:moveTo>
                      <a:lnTo>
                        <a:pt x="379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36"/>
                <p:cNvSpPr/>
                <p:nvPr/>
              </p:nvSpPr>
              <p:spPr>
                <a:xfrm>
                  <a:off x="4293932" y="3169118"/>
                  <a:ext cx="75551" cy="41110"/>
                </a:xfrm>
                <a:custGeom>
                  <a:rect b="b" l="l" r="r" t="t"/>
                  <a:pathLst>
                    <a:path extrusionOk="0" fill="none" h="5227" w="9606">
                      <a:moveTo>
                        <a:pt x="1" y="5226"/>
                      </a:moveTo>
                      <a:lnTo>
                        <a:pt x="9605"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36"/>
                <p:cNvSpPr/>
                <p:nvPr/>
              </p:nvSpPr>
              <p:spPr>
                <a:xfrm>
                  <a:off x="4350159" y="3267776"/>
                  <a:ext cx="45389" cy="27032"/>
                </a:xfrm>
                <a:custGeom>
                  <a:rect b="b" l="l" r="r" t="t"/>
                  <a:pathLst>
                    <a:path extrusionOk="0" fill="none" h="3437" w="5771">
                      <a:moveTo>
                        <a:pt x="1" y="3436"/>
                      </a:moveTo>
                      <a:lnTo>
                        <a:pt x="577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36"/>
                <p:cNvSpPr/>
                <p:nvPr/>
              </p:nvSpPr>
              <p:spPr>
                <a:xfrm>
                  <a:off x="4395540" y="3267776"/>
                  <a:ext cx="38830" cy="76031"/>
                </a:xfrm>
                <a:custGeom>
                  <a:rect b="b" l="l" r="r" t="t"/>
                  <a:pathLst>
                    <a:path extrusionOk="0" fill="none" h="9667" w="4937">
                      <a:moveTo>
                        <a:pt x="1" y="1"/>
                      </a:moveTo>
                      <a:lnTo>
                        <a:pt x="4936" y="96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36"/>
                <p:cNvSpPr/>
                <p:nvPr/>
              </p:nvSpPr>
              <p:spPr>
                <a:xfrm>
                  <a:off x="4360439" y="3267776"/>
                  <a:ext cx="35109" cy="121978"/>
                </a:xfrm>
                <a:custGeom>
                  <a:rect b="b" l="l" r="r" t="t"/>
                  <a:pathLst>
                    <a:path extrusionOk="0" fill="none" h="15509" w="4464">
                      <a:moveTo>
                        <a:pt x="0" y="15509"/>
                      </a:moveTo>
                      <a:lnTo>
                        <a:pt x="446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36"/>
                <p:cNvSpPr/>
                <p:nvPr/>
              </p:nvSpPr>
              <p:spPr>
                <a:xfrm>
                  <a:off x="4293932" y="3210220"/>
                  <a:ext cx="101616" cy="57564"/>
                </a:xfrm>
                <a:custGeom>
                  <a:rect b="b" l="l" r="r" t="t"/>
                  <a:pathLst>
                    <a:path extrusionOk="0" fill="none" h="7319" w="12920">
                      <a:moveTo>
                        <a:pt x="1" y="0"/>
                      </a:moveTo>
                      <a:lnTo>
                        <a:pt x="12920" y="73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36"/>
                <p:cNvSpPr/>
                <p:nvPr/>
              </p:nvSpPr>
              <p:spPr>
                <a:xfrm>
                  <a:off x="4395540" y="3186436"/>
                  <a:ext cx="66420" cy="79735"/>
                </a:xfrm>
                <a:custGeom>
                  <a:rect b="b" l="l" r="r" t="t"/>
                  <a:pathLst>
                    <a:path extrusionOk="0" fill="none" h="10138" w="8445">
                      <a:moveTo>
                        <a:pt x="8444" y="0"/>
                      </a:moveTo>
                      <a:lnTo>
                        <a:pt x="1" y="1013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36"/>
                <p:cNvSpPr/>
                <p:nvPr/>
              </p:nvSpPr>
              <p:spPr>
                <a:xfrm>
                  <a:off x="4459380" y="3189669"/>
                  <a:ext cx="41873" cy="123402"/>
                </a:xfrm>
                <a:custGeom>
                  <a:rect b="b" l="l" r="r" t="t"/>
                  <a:pathLst>
                    <a:path extrusionOk="0" fill="none" h="15690" w="5324">
                      <a:moveTo>
                        <a:pt x="1" y="0"/>
                      </a:moveTo>
                      <a:lnTo>
                        <a:pt x="5323" y="1569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36"/>
                <p:cNvSpPr/>
                <p:nvPr/>
              </p:nvSpPr>
              <p:spPr>
                <a:xfrm>
                  <a:off x="4395540" y="3267776"/>
                  <a:ext cx="105713" cy="45295"/>
                </a:xfrm>
                <a:custGeom>
                  <a:rect b="b" l="l" r="r" t="t"/>
                  <a:pathLst>
                    <a:path extrusionOk="0" fill="none" h="5759" w="13441">
                      <a:moveTo>
                        <a:pt x="1" y="1"/>
                      </a:moveTo>
                      <a:lnTo>
                        <a:pt x="13440" y="575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p36"/>
                <p:cNvSpPr/>
                <p:nvPr/>
              </p:nvSpPr>
              <p:spPr>
                <a:xfrm>
                  <a:off x="4501246" y="3223252"/>
                  <a:ext cx="46435" cy="89818"/>
                </a:xfrm>
                <a:custGeom>
                  <a:rect b="b" l="l" r="r" t="t"/>
                  <a:pathLst>
                    <a:path extrusionOk="0" fill="none" h="11420" w="5904">
                      <a:moveTo>
                        <a:pt x="0" y="11420"/>
                      </a:moveTo>
                      <a:lnTo>
                        <a:pt x="590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p36"/>
                <p:cNvSpPr/>
                <p:nvPr/>
              </p:nvSpPr>
              <p:spPr>
                <a:xfrm>
                  <a:off x="4459671" y="3104231"/>
                  <a:ext cx="58421" cy="84966"/>
                </a:xfrm>
                <a:custGeom>
                  <a:rect b="b" l="l" r="r" t="t"/>
                  <a:pathLst>
                    <a:path extrusionOk="0" fill="none" h="10803" w="7428">
                      <a:moveTo>
                        <a:pt x="0" y="10803"/>
                      </a:moveTo>
                      <a:lnTo>
                        <a:pt x="7428"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36"/>
                <p:cNvSpPr/>
                <p:nvPr/>
              </p:nvSpPr>
              <p:spPr>
                <a:xfrm>
                  <a:off x="4459671" y="3189189"/>
                  <a:ext cx="86586" cy="36737"/>
                </a:xfrm>
                <a:custGeom>
                  <a:rect b="b" l="l" r="r" t="t"/>
                  <a:pathLst>
                    <a:path extrusionOk="0" fill="none" h="4671" w="11009">
                      <a:moveTo>
                        <a:pt x="0" y="1"/>
                      </a:moveTo>
                      <a:lnTo>
                        <a:pt x="11008" y="467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46" name="Google Shape;7846;p36"/>
              <p:cNvGrpSpPr/>
              <p:nvPr/>
            </p:nvGrpSpPr>
            <p:grpSpPr>
              <a:xfrm>
                <a:off x="4538164" y="3342061"/>
                <a:ext cx="37776" cy="32380"/>
                <a:chOff x="4538164" y="3342061"/>
                <a:chExt cx="37776" cy="32380"/>
              </a:xfrm>
            </p:grpSpPr>
            <p:sp>
              <p:nvSpPr>
                <p:cNvPr id="7847" name="Google Shape;7847;p3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3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49" name="Google Shape;7849;p36"/>
              <p:cNvGrpSpPr/>
              <p:nvPr/>
            </p:nvGrpSpPr>
            <p:grpSpPr>
              <a:xfrm>
                <a:off x="4271383" y="3194742"/>
                <a:ext cx="37783" cy="32420"/>
                <a:chOff x="4271383" y="3194742"/>
                <a:chExt cx="37783" cy="32420"/>
              </a:xfrm>
            </p:grpSpPr>
            <p:sp>
              <p:nvSpPr>
                <p:cNvPr id="7850" name="Google Shape;7850;p3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3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52" name="Google Shape;7852;p36"/>
              <p:cNvGrpSpPr/>
              <p:nvPr/>
            </p:nvGrpSpPr>
            <p:grpSpPr>
              <a:xfrm>
                <a:off x="4284416" y="3084058"/>
                <a:ext cx="37783" cy="32357"/>
                <a:chOff x="4284416" y="3084058"/>
                <a:chExt cx="37783" cy="32357"/>
              </a:xfrm>
            </p:grpSpPr>
            <p:sp>
              <p:nvSpPr>
                <p:cNvPr id="7853" name="Google Shape;7853;p3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3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55" name="Google Shape;7855;p36"/>
              <p:cNvGrpSpPr/>
              <p:nvPr/>
            </p:nvGrpSpPr>
            <p:grpSpPr>
              <a:xfrm>
                <a:off x="4478697" y="3297561"/>
                <a:ext cx="37776" cy="32451"/>
                <a:chOff x="4478697" y="3297561"/>
                <a:chExt cx="37776" cy="32451"/>
              </a:xfrm>
            </p:grpSpPr>
            <p:sp>
              <p:nvSpPr>
                <p:cNvPr id="7856" name="Google Shape;7856;p3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3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58" name="Google Shape;7858;p36"/>
              <p:cNvGrpSpPr/>
              <p:nvPr/>
            </p:nvGrpSpPr>
            <p:grpSpPr>
              <a:xfrm>
                <a:off x="4411813" y="3331711"/>
                <a:ext cx="37776" cy="32451"/>
                <a:chOff x="4411813" y="3331711"/>
                <a:chExt cx="37776" cy="32451"/>
              </a:xfrm>
            </p:grpSpPr>
            <p:sp>
              <p:nvSpPr>
                <p:cNvPr id="7859" name="Google Shape;7859;p3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3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61" name="Google Shape;7861;p36"/>
              <p:cNvGrpSpPr/>
              <p:nvPr/>
            </p:nvGrpSpPr>
            <p:grpSpPr>
              <a:xfrm>
                <a:off x="4337984" y="3375188"/>
                <a:ext cx="37776" cy="32357"/>
                <a:chOff x="4337984" y="3375188"/>
                <a:chExt cx="37776" cy="32357"/>
              </a:xfrm>
            </p:grpSpPr>
            <p:sp>
              <p:nvSpPr>
                <p:cNvPr id="7862" name="Google Shape;7862;p3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3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64" name="Google Shape;7864;p36"/>
              <p:cNvGrpSpPr/>
              <p:nvPr/>
            </p:nvGrpSpPr>
            <p:grpSpPr>
              <a:xfrm>
                <a:off x="4494867" y="3090530"/>
                <a:ext cx="37878" cy="32451"/>
                <a:chOff x="4494867" y="3090530"/>
                <a:chExt cx="37878" cy="32451"/>
              </a:xfrm>
            </p:grpSpPr>
            <p:sp>
              <p:nvSpPr>
                <p:cNvPr id="7865" name="Google Shape;7865;p3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3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67" name="Google Shape;7867;p36"/>
              <p:cNvGrpSpPr/>
              <p:nvPr/>
            </p:nvGrpSpPr>
            <p:grpSpPr>
              <a:xfrm>
                <a:off x="4525124" y="3207774"/>
                <a:ext cx="37783" cy="32420"/>
                <a:chOff x="4525124" y="3207774"/>
                <a:chExt cx="37783" cy="32420"/>
              </a:xfrm>
            </p:grpSpPr>
            <p:sp>
              <p:nvSpPr>
                <p:cNvPr id="7868" name="Google Shape;7868;p3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3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70" name="Google Shape;7870;p36"/>
              <p:cNvGrpSpPr/>
              <p:nvPr/>
            </p:nvGrpSpPr>
            <p:grpSpPr>
              <a:xfrm>
                <a:off x="4440544" y="3176479"/>
                <a:ext cx="31499" cy="26898"/>
                <a:chOff x="4440544" y="3176479"/>
                <a:chExt cx="31499" cy="26898"/>
              </a:xfrm>
            </p:grpSpPr>
            <p:sp>
              <p:nvSpPr>
                <p:cNvPr id="7871" name="Google Shape;7871;p3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3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73" name="Google Shape;7873;p36"/>
              <p:cNvGrpSpPr/>
              <p:nvPr/>
            </p:nvGrpSpPr>
            <p:grpSpPr>
              <a:xfrm>
                <a:off x="4350545" y="3156400"/>
                <a:ext cx="31405" cy="27001"/>
                <a:chOff x="4350545" y="3156400"/>
                <a:chExt cx="31405" cy="27001"/>
              </a:xfrm>
            </p:grpSpPr>
            <p:sp>
              <p:nvSpPr>
                <p:cNvPr id="7874" name="Google Shape;7874;p3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3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76" name="Google Shape;7876;p36"/>
              <p:cNvGrpSpPr/>
              <p:nvPr/>
            </p:nvGrpSpPr>
            <p:grpSpPr>
              <a:xfrm>
                <a:off x="4376703" y="3255058"/>
                <a:ext cx="31405" cy="27001"/>
                <a:chOff x="4376703" y="3255058"/>
                <a:chExt cx="31405" cy="27001"/>
              </a:xfrm>
            </p:grpSpPr>
            <p:sp>
              <p:nvSpPr>
                <p:cNvPr id="7877" name="Google Shape;7877;p3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3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79" name="Google Shape;7879;p36"/>
              <p:cNvGrpSpPr/>
              <p:nvPr/>
            </p:nvGrpSpPr>
            <p:grpSpPr>
              <a:xfrm>
                <a:off x="4331322" y="3283656"/>
                <a:ext cx="31405" cy="26945"/>
                <a:chOff x="4331322" y="3283656"/>
                <a:chExt cx="31405" cy="26945"/>
              </a:xfrm>
            </p:grpSpPr>
            <p:sp>
              <p:nvSpPr>
                <p:cNvPr id="7880" name="Google Shape;7880;p3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3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82" name="Google Shape;7882;p36"/>
              <p:cNvGrpSpPr/>
              <p:nvPr/>
            </p:nvGrpSpPr>
            <p:grpSpPr>
              <a:xfrm>
                <a:off x="4380510" y="3065882"/>
                <a:ext cx="31405" cy="26938"/>
                <a:chOff x="4380510" y="3065882"/>
                <a:chExt cx="31405" cy="26938"/>
              </a:xfrm>
            </p:grpSpPr>
            <p:sp>
              <p:nvSpPr>
                <p:cNvPr id="7883" name="Google Shape;7883;p3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3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885" name="Google Shape;7885;p36"/>
            <p:cNvGrpSpPr/>
            <p:nvPr/>
          </p:nvGrpSpPr>
          <p:grpSpPr>
            <a:xfrm>
              <a:off x="4558998" y="3188237"/>
              <a:ext cx="1280131" cy="1052747"/>
              <a:chOff x="4558998" y="3188237"/>
              <a:chExt cx="1280131" cy="1052747"/>
            </a:xfrm>
          </p:grpSpPr>
          <p:sp>
            <p:nvSpPr>
              <p:cNvPr id="7886" name="Google Shape;7886;p36"/>
              <p:cNvSpPr/>
              <p:nvPr/>
            </p:nvSpPr>
            <p:spPr>
              <a:xfrm>
                <a:off x="4916156" y="3750813"/>
                <a:ext cx="8" cy="8"/>
              </a:xfrm>
              <a:custGeom>
                <a:rect b="b" l="l" r="r" t="t"/>
                <a:pathLst>
                  <a:path extrusionOk="0" fill="none" h="1" w="1">
                    <a:moveTo>
                      <a:pt x="0" y="0"/>
                    </a:move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87" name="Google Shape;7887;p36"/>
              <p:cNvGrpSpPr/>
              <p:nvPr/>
            </p:nvGrpSpPr>
            <p:grpSpPr>
              <a:xfrm>
                <a:off x="4579164" y="3203653"/>
                <a:ext cx="1244833" cy="1020397"/>
                <a:chOff x="4579164" y="3203653"/>
                <a:chExt cx="1244833" cy="1020397"/>
              </a:xfrm>
            </p:grpSpPr>
            <p:sp>
              <p:nvSpPr>
                <p:cNvPr id="7888" name="Google Shape;7888;p36"/>
                <p:cNvSpPr/>
                <p:nvPr/>
              </p:nvSpPr>
              <p:spPr>
                <a:xfrm>
                  <a:off x="5490144" y="3482892"/>
                  <a:ext cx="58995" cy="4955"/>
                </a:xfrm>
                <a:custGeom>
                  <a:rect b="b" l="l" r="r" t="t"/>
                  <a:pathLst>
                    <a:path extrusionOk="0" fill="none" h="630" w="7501">
                      <a:moveTo>
                        <a:pt x="0" y="630"/>
                      </a:moveTo>
                      <a:lnTo>
                        <a:pt x="750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36"/>
                <p:cNvSpPr/>
                <p:nvPr/>
              </p:nvSpPr>
              <p:spPr>
                <a:xfrm>
                  <a:off x="5490616" y="3482892"/>
                  <a:ext cx="66137" cy="77360"/>
                </a:xfrm>
                <a:custGeom>
                  <a:rect b="b" l="l" r="r" t="t"/>
                  <a:pathLst>
                    <a:path extrusionOk="0" fill="none" h="9836" w="8409">
                      <a:moveTo>
                        <a:pt x="1" y="1"/>
                      </a:moveTo>
                      <a:lnTo>
                        <a:pt x="8408" y="98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90" name="Google Shape;7890;p36"/>
                <p:cNvGrpSpPr/>
                <p:nvPr/>
              </p:nvGrpSpPr>
              <p:grpSpPr>
                <a:xfrm>
                  <a:off x="4579164" y="3203653"/>
                  <a:ext cx="1244833" cy="1020397"/>
                  <a:chOff x="4579164" y="3203653"/>
                  <a:chExt cx="1244833" cy="1020397"/>
                </a:xfrm>
              </p:grpSpPr>
              <p:sp>
                <p:nvSpPr>
                  <p:cNvPr id="7891" name="Google Shape;7891;p36"/>
                  <p:cNvSpPr/>
                  <p:nvPr/>
                </p:nvSpPr>
                <p:spPr>
                  <a:xfrm>
                    <a:off x="4787909" y="3833395"/>
                    <a:ext cx="69267" cy="22266"/>
                  </a:xfrm>
                  <a:custGeom>
                    <a:rect b="b" l="l" r="r" t="t"/>
                    <a:pathLst>
                      <a:path extrusionOk="0" fill="none" h="2831" w="8807">
                        <a:moveTo>
                          <a:pt x="8806" y="0"/>
                        </a:moveTo>
                        <a:lnTo>
                          <a:pt x="0" y="283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2" name="Google Shape;7892;p36"/>
                  <p:cNvSpPr/>
                  <p:nvPr/>
                </p:nvSpPr>
                <p:spPr>
                  <a:xfrm>
                    <a:off x="4857263" y="3819695"/>
                    <a:ext cx="69936" cy="14181"/>
                  </a:xfrm>
                  <a:custGeom>
                    <a:rect b="b" l="l" r="r" t="t"/>
                    <a:pathLst>
                      <a:path extrusionOk="0" fill="none" h="1803" w="8892">
                        <a:moveTo>
                          <a:pt x="1" y="1803"/>
                        </a:moveTo>
                        <a:lnTo>
                          <a:pt x="889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93" name="Google Shape;7893;p36"/>
                  <p:cNvGrpSpPr/>
                  <p:nvPr/>
                </p:nvGrpSpPr>
                <p:grpSpPr>
                  <a:xfrm>
                    <a:off x="4579164" y="3203653"/>
                    <a:ext cx="1244833" cy="1020397"/>
                    <a:chOff x="4579164" y="3203653"/>
                    <a:chExt cx="1244833" cy="1020397"/>
                  </a:xfrm>
                </p:grpSpPr>
                <p:sp>
                  <p:nvSpPr>
                    <p:cNvPr id="7894" name="Google Shape;7894;p36"/>
                    <p:cNvSpPr/>
                    <p:nvPr/>
                  </p:nvSpPr>
                  <p:spPr>
                    <a:xfrm>
                      <a:off x="4930329" y="3363965"/>
                      <a:ext cx="23894" cy="102764"/>
                    </a:xfrm>
                    <a:custGeom>
                      <a:rect b="b" l="l" r="r" t="t"/>
                      <a:pathLst>
                        <a:path extrusionOk="0" fill="none" h="13066" w="3038">
                          <a:moveTo>
                            <a:pt x="3037" y="13065"/>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p36"/>
                    <p:cNvSpPr/>
                    <p:nvPr/>
                  </p:nvSpPr>
                  <p:spPr>
                    <a:xfrm>
                      <a:off x="4849846" y="3385948"/>
                      <a:ext cx="104085" cy="79256"/>
                    </a:xfrm>
                    <a:custGeom>
                      <a:rect b="b" l="l" r="r" t="t"/>
                      <a:pathLst>
                        <a:path extrusionOk="0" fill="none" h="10077" w="13234">
                          <a:moveTo>
                            <a:pt x="0" y="0"/>
                          </a:moveTo>
                          <a:lnTo>
                            <a:pt x="13234" y="1007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p36"/>
                    <p:cNvSpPr/>
                    <p:nvPr/>
                  </p:nvSpPr>
                  <p:spPr>
                    <a:xfrm>
                      <a:off x="4849650" y="3306598"/>
                      <a:ext cx="45869" cy="79358"/>
                    </a:xfrm>
                    <a:custGeom>
                      <a:rect b="b" l="l" r="r" t="t"/>
                      <a:pathLst>
                        <a:path extrusionOk="0" fill="none" h="10090" w="5832">
                          <a:moveTo>
                            <a:pt x="5831" y="0"/>
                          </a:moveTo>
                          <a:lnTo>
                            <a:pt x="1" y="1008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p36"/>
                    <p:cNvSpPr/>
                    <p:nvPr/>
                  </p:nvSpPr>
                  <p:spPr>
                    <a:xfrm>
                      <a:off x="4849650" y="3361299"/>
                      <a:ext cx="84305" cy="24657"/>
                    </a:xfrm>
                    <a:custGeom>
                      <a:rect b="b" l="l" r="r" t="t"/>
                      <a:pathLst>
                        <a:path extrusionOk="0" fill="none" h="3135" w="10719">
                          <a:moveTo>
                            <a:pt x="1" y="3134"/>
                          </a:moveTo>
                          <a:lnTo>
                            <a:pt x="1071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p36"/>
                    <p:cNvSpPr/>
                    <p:nvPr/>
                  </p:nvSpPr>
                  <p:spPr>
                    <a:xfrm>
                      <a:off x="4789616" y="3306598"/>
                      <a:ext cx="19702" cy="54709"/>
                    </a:xfrm>
                    <a:custGeom>
                      <a:rect b="b" l="l" r="r" t="t"/>
                      <a:pathLst>
                        <a:path extrusionOk="0" fill="none" h="6956" w="2505">
                          <a:moveTo>
                            <a:pt x="2505" y="6956"/>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p36"/>
                    <p:cNvSpPr/>
                    <p:nvPr/>
                  </p:nvSpPr>
                  <p:spPr>
                    <a:xfrm>
                      <a:off x="4738242" y="3357500"/>
                      <a:ext cx="74883" cy="10280"/>
                    </a:xfrm>
                    <a:custGeom>
                      <a:rect b="b" l="l" r="r" t="t"/>
                      <a:pathLst>
                        <a:path extrusionOk="0" fill="none" h="1307" w="9521">
                          <a:moveTo>
                            <a:pt x="1" y="1307"/>
                          </a:moveTo>
                          <a:lnTo>
                            <a:pt x="952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0" name="Google Shape;7900;p36"/>
                    <p:cNvSpPr/>
                    <p:nvPr/>
                  </p:nvSpPr>
                  <p:spPr>
                    <a:xfrm>
                      <a:off x="4710274" y="3357500"/>
                      <a:ext cx="99044" cy="63557"/>
                    </a:xfrm>
                    <a:custGeom>
                      <a:rect b="b" l="l" r="r" t="t"/>
                      <a:pathLst>
                        <a:path extrusionOk="0" fill="none" h="8081" w="12593">
                          <a:moveTo>
                            <a:pt x="0" y="8081"/>
                          </a:moveTo>
                          <a:lnTo>
                            <a:pt x="1259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1" name="Google Shape;7901;p36"/>
                    <p:cNvSpPr/>
                    <p:nvPr/>
                  </p:nvSpPr>
                  <p:spPr>
                    <a:xfrm>
                      <a:off x="4809310" y="3306598"/>
                      <a:ext cx="87443" cy="50910"/>
                    </a:xfrm>
                    <a:custGeom>
                      <a:rect b="b" l="l" r="r" t="t"/>
                      <a:pathLst>
                        <a:path extrusionOk="0" fill="none" h="6473" w="11118">
                          <a:moveTo>
                            <a:pt x="1" y="6472"/>
                          </a:moveTo>
                          <a:lnTo>
                            <a:pt x="1111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02" name="Google Shape;7902;p36"/>
                    <p:cNvGrpSpPr/>
                    <p:nvPr/>
                  </p:nvGrpSpPr>
                  <p:grpSpPr>
                    <a:xfrm>
                      <a:off x="4579164" y="3203653"/>
                      <a:ext cx="1244833" cy="1020397"/>
                      <a:chOff x="4579164" y="3203653"/>
                      <a:chExt cx="1244833" cy="1020397"/>
                    </a:xfrm>
                  </p:grpSpPr>
                  <p:sp>
                    <p:nvSpPr>
                      <p:cNvPr id="7903" name="Google Shape;7903;p36"/>
                      <p:cNvSpPr/>
                      <p:nvPr/>
                    </p:nvSpPr>
                    <p:spPr>
                      <a:xfrm>
                        <a:off x="4617986" y="3614284"/>
                        <a:ext cx="53002" cy="21031"/>
                      </a:xfrm>
                      <a:custGeom>
                        <a:rect b="b" l="l" r="r" t="t"/>
                        <a:pathLst>
                          <a:path extrusionOk="0" fill="none" h="2674" w="6739">
                            <a:moveTo>
                              <a:pt x="0" y="0"/>
                            </a:moveTo>
                            <a:lnTo>
                              <a:pt x="6738" y="267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36"/>
                      <p:cNvSpPr/>
                      <p:nvPr/>
                    </p:nvSpPr>
                    <p:spPr>
                      <a:xfrm>
                        <a:off x="4624545" y="3589069"/>
                        <a:ext cx="43682" cy="63180"/>
                      </a:xfrm>
                      <a:custGeom>
                        <a:rect b="b" l="l" r="r" t="t"/>
                        <a:pathLst>
                          <a:path extrusionOk="0" fill="none" h="8033" w="5554">
                            <a:moveTo>
                              <a:pt x="1" y="8033"/>
                            </a:moveTo>
                            <a:lnTo>
                              <a:pt x="555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p36"/>
                      <p:cNvSpPr/>
                      <p:nvPr/>
                    </p:nvSpPr>
                    <p:spPr>
                      <a:xfrm>
                        <a:off x="4668220" y="3517907"/>
                        <a:ext cx="112178" cy="71170"/>
                      </a:xfrm>
                      <a:custGeom>
                        <a:rect b="b" l="l" r="r" t="t"/>
                        <a:pathLst>
                          <a:path extrusionOk="0" fill="none" h="9049" w="14263">
                            <a:moveTo>
                              <a:pt x="0" y="9049"/>
                            </a:moveTo>
                            <a:lnTo>
                              <a:pt x="1426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36"/>
                      <p:cNvSpPr/>
                      <p:nvPr/>
                    </p:nvSpPr>
                    <p:spPr>
                      <a:xfrm>
                        <a:off x="4706562" y="3516766"/>
                        <a:ext cx="77455" cy="79924"/>
                      </a:xfrm>
                      <a:custGeom>
                        <a:rect b="b" l="l" r="r" t="t"/>
                        <a:pathLst>
                          <a:path extrusionOk="0" fill="none" h="10162" w="9848">
                            <a:moveTo>
                              <a:pt x="0" y="10161"/>
                            </a:moveTo>
                            <a:lnTo>
                              <a:pt x="984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36"/>
                      <p:cNvSpPr/>
                      <p:nvPr/>
                    </p:nvSpPr>
                    <p:spPr>
                      <a:xfrm>
                        <a:off x="4763646" y="3516766"/>
                        <a:ext cx="20370" cy="52806"/>
                      </a:xfrm>
                      <a:custGeom>
                        <a:rect b="b" l="l" r="r" t="t"/>
                        <a:pathLst>
                          <a:path extrusionOk="0" fill="none" h="6714" w="2590">
                            <a:moveTo>
                              <a:pt x="0" y="6714"/>
                            </a:moveTo>
                            <a:lnTo>
                              <a:pt x="258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p36"/>
                      <p:cNvSpPr/>
                      <p:nvPr/>
                    </p:nvSpPr>
                    <p:spPr>
                      <a:xfrm>
                        <a:off x="4783151" y="3520565"/>
                        <a:ext cx="45861" cy="97432"/>
                      </a:xfrm>
                      <a:custGeom>
                        <a:rect b="b" l="l" r="r" t="t"/>
                        <a:pathLst>
                          <a:path extrusionOk="0" fill="none" h="12388" w="5831">
                            <a:moveTo>
                              <a:pt x="5831" y="12388"/>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36"/>
                      <p:cNvSpPr/>
                      <p:nvPr/>
                    </p:nvSpPr>
                    <p:spPr>
                      <a:xfrm>
                        <a:off x="4738242" y="3483175"/>
                        <a:ext cx="44917" cy="37398"/>
                      </a:xfrm>
                      <a:custGeom>
                        <a:rect b="b" l="l" r="r" t="t"/>
                        <a:pathLst>
                          <a:path extrusionOk="0" fill="none" h="4755" w="5711">
                            <a:moveTo>
                              <a:pt x="1" y="1"/>
                            </a:moveTo>
                            <a:lnTo>
                              <a:pt x="5710" y="475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36"/>
                      <p:cNvSpPr/>
                      <p:nvPr/>
                    </p:nvSpPr>
                    <p:spPr>
                      <a:xfrm>
                        <a:off x="4704941" y="3501823"/>
                        <a:ext cx="78217" cy="18750"/>
                      </a:xfrm>
                      <a:custGeom>
                        <a:rect b="b" l="l" r="r" t="t"/>
                        <a:pathLst>
                          <a:path extrusionOk="0" fill="none" h="2384" w="9945">
                            <a:moveTo>
                              <a:pt x="1" y="1"/>
                            </a:moveTo>
                            <a:lnTo>
                              <a:pt x="9944" y="238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p36"/>
                      <p:cNvSpPr/>
                      <p:nvPr/>
                    </p:nvSpPr>
                    <p:spPr>
                      <a:xfrm>
                        <a:off x="4668220" y="3520565"/>
                        <a:ext cx="115796" cy="19324"/>
                      </a:xfrm>
                      <a:custGeom>
                        <a:rect b="b" l="l" r="r" t="t"/>
                        <a:pathLst>
                          <a:path extrusionOk="0" fill="none" h="2457" w="14723">
                            <a:moveTo>
                              <a:pt x="0" y="2457"/>
                            </a:moveTo>
                            <a:lnTo>
                              <a:pt x="14722"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2" name="Google Shape;7912;p36"/>
                      <p:cNvSpPr/>
                      <p:nvPr/>
                    </p:nvSpPr>
                    <p:spPr>
                      <a:xfrm>
                        <a:off x="4813117" y="3462915"/>
                        <a:ext cx="40347" cy="51193"/>
                      </a:xfrm>
                      <a:custGeom>
                        <a:rect b="b" l="l" r="r" t="t"/>
                        <a:pathLst>
                          <a:path extrusionOk="0" fill="none" h="6509" w="5130">
                            <a:moveTo>
                              <a:pt x="5130" y="6508"/>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p36"/>
                      <p:cNvSpPr/>
                      <p:nvPr/>
                    </p:nvSpPr>
                    <p:spPr>
                      <a:xfrm>
                        <a:off x="4787807" y="3462915"/>
                        <a:ext cx="25317" cy="55000"/>
                      </a:xfrm>
                      <a:custGeom>
                        <a:rect b="b" l="l" r="r" t="t"/>
                        <a:pathLst>
                          <a:path extrusionOk="0" fill="none" h="6993" w="3219">
                            <a:moveTo>
                              <a:pt x="1" y="6992"/>
                            </a:moveTo>
                            <a:lnTo>
                              <a:pt x="321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36"/>
                      <p:cNvSpPr/>
                      <p:nvPr/>
                    </p:nvSpPr>
                    <p:spPr>
                      <a:xfrm>
                        <a:off x="4781342" y="3514100"/>
                        <a:ext cx="72311" cy="6953"/>
                      </a:xfrm>
                      <a:custGeom>
                        <a:rect b="b" l="l" r="r" t="t"/>
                        <a:pathLst>
                          <a:path extrusionOk="0" fill="none" h="884" w="9194">
                            <a:moveTo>
                              <a:pt x="0" y="883"/>
                            </a:moveTo>
                            <a:lnTo>
                              <a:pt x="919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36"/>
                      <p:cNvSpPr/>
                      <p:nvPr/>
                    </p:nvSpPr>
                    <p:spPr>
                      <a:xfrm>
                        <a:off x="4853645" y="3514100"/>
                        <a:ext cx="26175" cy="59184"/>
                      </a:xfrm>
                      <a:custGeom>
                        <a:rect b="b" l="l" r="r" t="t"/>
                        <a:pathLst>
                          <a:path extrusionOk="0" fill="none" h="7525" w="3328">
                            <a:moveTo>
                              <a:pt x="1" y="0"/>
                            </a:moveTo>
                            <a:lnTo>
                              <a:pt x="3328" y="752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6" name="Google Shape;7916;p36"/>
                      <p:cNvSpPr/>
                      <p:nvPr/>
                    </p:nvSpPr>
                    <p:spPr>
                      <a:xfrm>
                        <a:off x="4827392" y="3514100"/>
                        <a:ext cx="26261" cy="100381"/>
                      </a:xfrm>
                      <a:custGeom>
                        <a:rect b="b" l="l" r="r" t="t"/>
                        <a:pathLst>
                          <a:path extrusionOk="0" fill="none" h="12763" w="3339">
                            <a:moveTo>
                              <a:pt x="3339" y="0"/>
                            </a:moveTo>
                            <a:lnTo>
                              <a:pt x="0" y="1276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17" name="Google Shape;7917;p36"/>
                      <p:cNvGrpSpPr/>
                      <p:nvPr/>
                    </p:nvGrpSpPr>
                    <p:grpSpPr>
                      <a:xfrm>
                        <a:off x="4579164" y="3203653"/>
                        <a:ext cx="1244833" cy="1020397"/>
                        <a:chOff x="4579164" y="3203653"/>
                        <a:chExt cx="1244833" cy="1020397"/>
                      </a:xfrm>
                    </p:grpSpPr>
                    <p:sp>
                      <p:nvSpPr>
                        <p:cNvPr id="7918" name="Google Shape;7918;p36"/>
                        <p:cNvSpPr/>
                        <p:nvPr/>
                      </p:nvSpPr>
                      <p:spPr>
                        <a:xfrm>
                          <a:off x="4879812" y="3466721"/>
                          <a:ext cx="74411" cy="106563"/>
                        </a:xfrm>
                        <a:custGeom>
                          <a:rect b="b" l="l" r="r" t="t"/>
                          <a:pathLst>
                            <a:path extrusionOk="0" fill="none" h="13549" w="9461">
                              <a:moveTo>
                                <a:pt x="1" y="13549"/>
                              </a:moveTo>
                              <a:lnTo>
                                <a:pt x="946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p36"/>
                        <p:cNvSpPr/>
                        <p:nvPr/>
                      </p:nvSpPr>
                      <p:spPr>
                        <a:xfrm>
                          <a:off x="4954215" y="3408017"/>
                          <a:ext cx="105989" cy="58712"/>
                        </a:xfrm>
                        <a:custGeom>
                          <a:rect b="b" l="l" r="r" t="t"/>
                          <a:pathLst>
                            <a:path extrusionOk="0" fill="none" h="7465" w="13476">
                              <a:moveTo>
                                <a:pt x="0" y="7464"/>
                              </a:moveTo>
                              <a:lnTo>
                                <a:pt x="1347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0" name="Google Shape;7920;p36"/>
                        <p:cNvSpPr/>
                        <p:nvPr/>
                      </p:nvSpPr>
                      <p:spPr>
                        <a:xfrm>
                          <a:off x="4953924" y="3465195"/>
                          <a:ext cx="119792" cy="54811"/>
                        </a:xfrm>
                        <a:custGeom>
                          <a:rect b="b" l="l" r="r" t="t"/>
                          <a:pathLst>
                            <a:path extrusionOk="0" fill="none" h="6969" w="15231">
                              <a:moveTo>
                                <a:pt x="1" y="1"/>
                              </a:moveTo>
                              <a:lnTo>
                                <a:pt x="15231" y="696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1" name="Google Shape;7921;p36"/>
                        <p:cNvSpPr/>
                        <p:nvPr/>
                      </p:nvSpPr>
                      <p:spPr>
                        <a:xfrm>
                          <a:off x="5073708" y="3521045"/>
                          <a:ext cx="26938" cy="71839"/>
                        </a:xfrm>
                        <a:custGeom>
                          <a:rect b="b" l="l" r="r" t="t"/>
                          <a:pathLst>
                            <a:path extrusionOk="0" fill="none" h="9134" w="3425">
                              <a:moveTo>
                                <a:pt x="1" y="0"/>
                              </a:moveTo>
                              <a:lnTo>
                                <a:pt x="3424" y="913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36"/>
                        <p:cNvSpPr/>
                        <p:nvPr/>
                      </p:nvSpPr>
                      <p:spPr>
                        <a:xfrm>
                          <a:off x="5100637" y="3586309"/>
                          <a:ext cx="26741" cy="81167"/>
                        </a:xfrm>
                        <a:custGeom>
                          <a:rect b="b" l="l" r="r" t="t"/>
                          <a:pathLst>
                            <a:path extrusionOk="0" fill="none" h="10320" w="3400">
                              <a:moveTo>
                                <a:pt x="3399" y="10319"/>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3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3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3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36"/>
                        <p:cNvSpPr/>
                        <p:nvPr/>
                      </p:nvSpPr>
                      <p:spPr>
                        <a:xfrm>
                          <a:off x="5100637" y="3507533"/>
                          <a:ext cx="99618" cy="78784"/>
                        </a:xfrm>
                        <a:custGeom>
                          <a:rect b="b" l="l" r="r" t="t"/>
                          <a:pathLst>
                            <a:path extrusionOk="0" fill="none" h="10017" w="12666">
                              <a:moveTo>
                                <a:pt x="0" y="10017"/>
                              </a:moveTo>
                              <a:lnTo>
                                <a:pt x="12665"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36"/>
                        <p:cNvSpPr/>
                        <p:nvPr/>
                      </p:nvSpPr>
                      <p:spPr>
                        <a:xfrm>
                          <a:off x="5200248" y="3501068"/>
                          <a:ext cx="156514" cy="6473"/>
                        </a:xfrm>
                        <a:custGeom>
                          <a:rect b="b" l="l" r="r" t="t"/>
                          <a:pathLst>
                            <a:path extrusionOk="0" fill="none" h="823" w="19900">
                              <a:moveTo>
                                <a:pt x="0" y="823"/>
                              </a:moveTo>
                              <a:lnTo>
                                <a:pt x="1990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36"/>
                        <p:cNvSpPr/>
                        <p:nvPr/>
                      </p:nvSpPr>
                      <p:spPr>
                        <a:xfrm>
                          <a:off x="5127371" y="3507533"/>
                          <a:ext cx="72885" cy="155853"/>
                        </a:xfrm>
                        <a:custGeom>
                          <a:rect b="b" l="l" r="r" t="t"/>
                          <a:pathLst>
                            <a:path extrusionOk="0" fill="none" h="19816" w="9267">
                              <a:moveTo>
                                <a:pt x="9266" y="1"/>
                              </a:moveTo>
                              <a:lnTo>
                                <a:pt x="0" y="1981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36"/>
                        <p:cNvSpPr/>
                        <p:nvPr/>
                      </p:nvSpPr>
                      <p:spPr>
                        <a:xfrm>
                          <a:off x="5352947" y="3384139"/>
                          <a:ext cx="126265" cy="117692"/>
                        </a:xfrm>
                        <a:custGeom>
                          <a:rect b="b" l="l" r="r" t="t"/>
                          <a:pathLst>
                            <a:path extrusionOk="0" fill="none" h="14964" w="16054">
                              <a:moveTo>
                                <a:pt x="1" y="14964"/>
                              </a:moveTo>
                              <a:lnTo>
                                <a:pt x="1605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36"/>
                        <p:cNvSpPr/>
                        <p:nvPr/>
                      </p:nvSpPr>
                      <p:spPr>
                        <a:xfrm>
                          <a:off x="5356753" y="3246375"/>
                          <a:ext cx="61567" cy="254700"/>
                        </a:xfrm>
                        <a:custGeom>
                          <a:rect b="b" l="l" r="r" t="t"/>
                          <a:pathLst>
                            <a:path extrusionOk="0" fill="none" h="32384" w="7828">
                              <a:moveTo>
                                <a:pt x="1" y="32383"/>
                              </a:moveTo>
                              <a:lnTo>
                                <a:pt x="78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36"/>
                        <p:cNvSpPr/>
                        <p:nvPr/>
                      </p:nvSpPr>
                      <p:spPr>
                        <a:xfrm>
                          <a:off x="5352947" y="3486698"/>
                          <a:ext cx="141483" cy="10571"/>
                        </a:xfrm>
                        <a:custGeom>
                          <a:rect b="b" l="l" r="r" t="t"/>
                          <a:pathLst>
                            <a:path extrusionOk="0" fill="none" h="1344" w="17989">
                              <a:moveTo>
                                <a:pt x="1" y="1343"/>
                              </a:moveTo>
                              <a:lnTo>
                                <a:pt x="1798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p36"/>
                        <p:cNvSpPr/>
                        <p:nvPr/>
                      </p:nvSpPr>
                      <p:spPr>
                        <a:xfrm>
                          <a:off x="5353898" y="3501068"/>
                          <a:ext cx="18089" cy="136725"/>
                        </a:xfrm>
                        <a:custGeom>
                          <a:rect b="b" l="l" r="r" t="t"/>
                          <a:pathLst>
                            <a:path extrusionOk="0" fill="none" h="17384" w="2300">
                              <a:moveTo>
                                <a:pt x="1" y="0"/>
                              </a:moveTo>
                              <a:lnTo>
                                <a:pt x="2299" y="1738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p36"/>
                        <p:cNvSpPr/>
                        <p:nvPr/>
                      </p:nvSpPr>
                      <p:spPr>
                        <a:xfrm>
                          <a:off x="5206721" y="3620749"/>
                          <a:ext cx="102379" cy="98863"/>
                        </a:xfrm>
                        <a:custGeom>
                          <a:rect b="b" l="l" r="r" t="t"/>
                          <a:pathLst>
                            <a:path extrusionOk="0" fill="none" h="12570" w="13017">
                              <a:moveTo>
                                <a:pt x="0" y="1"/>
                              </a:moveTo>
                              <a:lnTo>
                                <a:pt x="13016" y="125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36"/>
                        <p:cNvSpPr/>
                        <p:nvPr/>
                      </p:nvSpPr>
                      <p:spPr>
                        <a:xfrm>
                          <a:off x="5293102" y="3715798"/>
                          <a:ext cx="15997" cy="101238"/>
                        </a:xfrm>
                        <a:custGeom>
                          <a:rect b="b" l="l" r="r" t="t"/>
                          <a:pathLst>
                            <a:path extrusionOk="0" fill="none" h="12872" w="2034">
                              <a:moveTo>
                                <a:pt x="2033" y="0"/>
                              </a:moveTo>
                              <a:lnTo>
                                <a:pt x="1" y="1287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36"/>
                        <p:cNvSpPr/>
                        <p:nvPr/>
                      </p:nvSpPr>
                      <p:spPr>
                        <a:xfrm>
                          <a:off x="5127371" y="3659854"/>
                          <a:ext cx="92862" cy="134539"/>
                        </a:xfrm>
                        <a:custGeom>
                          <a:rect b="b" l="l" r="r" t="t"/>
                          <a:pathLst>
                            <a:path extrusionOk="0" fill="none" h="17106" w="11807">
                              <a:moveTo>
                                <a:pt x="11807" y="17105"/>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p36"/>
                        <p:cNvSpPr/>
                        <p:nvPr/>
                      </p:nvSpPr>
                      <p:spPr>
                        <a:xfrm>
                          <a:off x="5479203" y="3327149"/>
                          <a:ext cx="150615" cy="56998"/>
                        </a:xfrm>
                        <a:custGeom>
                          <a:rect b="b" l="l" r="r" t="t"/>
                          <a:pathLst>
                            <a:path extrusionOk="0" fill="none" h="7247" w="19150">
                              <a:moveTo>
                                <a:pt x="19149" y="0"/>
                              </a:moveTo>
                              <a:lnTo>
                                <a:pt x="0" y="72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p36"/>
                        <p:cNvSpPr/>
                        <p:nvPr/>
                      </p:nvSpPr>
                      <p:spPr>
                        <a:xfrm>
                          <a:off x="5371980" y="3633790"/>
                          <a:ext cx="59373" cy="4003"/>
                        </a:xfrm>
                        <a:custGeom>
                          <a:rect b="b" l="l" r="r" t="t"/>
                          <a:pathLst>
                            <a:path extrusionOk="0" fill="none" h="509" w="7549">
                              <a:moveTo>
                                <a:pt x="0" y="508"/>
                              </a:moveTo>
                              <a:lnTo>
                                <a:pt x="754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8" name="Google Shape;7938;p36"/>
                        <p:cNvSpPr/>
                        <p:nvPr/>
                      </p:nvSpPr>
                      <p:spPr>
                        <a:xfrm>
                          <a:off x="5352947" y="3497261"/>
                          <a:ext cx="78406" cy="136536"/>
                        </a:xfrm>
                        <a:custGeom>
                          <a:rect b="b" l="l" r="r" t="t"/>
                          <a:pathLst>
                            <a:path extrusionOk="0" fill="none" h="17360" w="9969">
                              <a:moveTo>
                                <a:pt x="9969" y="17359"/>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9" name="Google Shape;7939;p36"/>
                        <p:cNvSpPr/>
                        <p:nvPr/>
                      </p:nvSpPr>
                      <p:spPr>
                        <a:xfrm>
                          <a:off x="4917296" y="3466721"/>
                          <a:ext cx="40733" cy="122356"/>
                        </a:xfrm>
                        <a:custGeom>
                          <a:rect b="b" l="l" r="r" t="t"/>
                          <a:pathLst>
                            <a:path extrusionOk="0" fill="none" h="15557" w="5179">
                              <a:moveTo>
                                <a:pt x="1" y="15557"/>
                              </a:moveTo>
                              <a:lnTo>
                                <a:pt x="517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0" name="Google Shape;7940;p36"/>
                        <p:cNvSpPr/>
                        <p:nvPr/>
                      </p:nvSpPr>
                      <p:spPr>
                        <a:xfrm>
                          <a:off x="5060203" y="3408017"/>
                          <a:ext cx="111416" cy="19513"/>
                        </a:xfrm>
                        <a:custGeom>
                          <a:rect b="b" l="l" r="r" t="t"/>
                          <a:pathLst>
                            <a:path extrusionOk="0" fill="none" h="2481" w="14166">
                              <a:moveTo>
                                <a:pt x="0" y="0"/>
                              </a:moveTo>
                              <a:lnTo>
                                <a:pt x="14165" y="248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36"/>
                        <p:cNvSpPr/>
                        <p:nvPr/>
                      </p:nvSpPr>
                      <p:spPr>
                        <a:xfrm>
                          <a:off x="5127371" y="3620749"/>
                          <a:ext cx="79358" cy="42636"/>
                        </a:xfrm>
                        <a:custGeom>
                          <a:rect b="b" l="l" r="r" t="t"/>
                          <a:pathLst>
                            <a:path extrusionOk="0" fill="none" h="5421" w="10090">
                              <a:moveTo>
                                <a:pt x="0" y="5420"/>
                              </a:moveTo>
                              <a:lnTo>
                                <a:pt x="1008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42" name="Google Shape;7942;p36"/>
                        <p:cNvGrpSpPr/>
                        <p:nvPr/>
                      </p:nvGrpSpPr>
                      <p:grpSpPr>
                        <a:xfrm>
                          <a:off x="4579164" y="3203653"/>
                          <a:ext cx="1244833" cy="1020397"/>
                          <a:chOff x="4579164" y="3203653"/>
                          <a:chExt cx="1244833" cy="1020397"/>
                        </a:xfrm>
                      </p:grpSpPr>
                      <p:sp>
                        <p:nvSpPr>
                          <p:cNvPr id="7943" name="Google Shape;7943;p36"/>
                          <p:cNvSpPr/>
                          <p:nvPr/>
                        </p:nvSpPr>
                        <p:spPr>
                          <a:xfrm>
                            <a:off x="4949551" y="3708185"/>
                            <a:ext cx="37972" cy="3815"/>
                          </a:xfrm>
                          <a:custGeom>
                            <a:rect b="b" l="l" r="r" t="t"/>
                            <a:pathLst>
                              <a:path extrusionOk="0" fill="none" h="485" w="4828">
                                <a:moveTo>
                                  <a:pt x="0" y="1"/>
                                </a:moveTo>
                                <a:lnTo>
                                  <a:pt x="4827" y="48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44" name="Google Shape;7944;p36"/>
                          <p:cNvGrpSpPr/>
                          <p:nvPr/>
                        </p:nvGrpSpPr>
                        <p:grpSpPr>
                          <a:xfrm>
                            <a:off x="4579164" y="3203653"/>
                            <a:ext cx="1244833" cy="1020397"/>
                            <a:chOff x="4579164" y="3203653"/>
                            <a:chExt cx="1244833" cy="1020397"/>
                          </a:xfrm>
                        </p:grpSpPr>
                        <p:sp>
                          <p:nvSpPr>
                            <p:cNvPr id="7945" name="Google Shape;7945;p36"/>
                            <p:cNvSpPr/>
                            <p:nvPr/>
                          </p:nvSpPr>
                          <p:spPr>
                            <a:xfrm>
                              <a:off x="4953357" y="3586309"/>
                              <a:ext cx="147288" cy="121884"/>
                            </a:xfrm>
                            <a:custGeom>
                              <a:rect b="b" l="l" r="r" t="t"/>
                              <a:pathLst>
                                <a:path extrusionOk="0" fill="none" h="15497" w="18727">
                                  <a:moveTo>
                                    <a:pt x="18726" y="1"/>
                                  </a:moveTo>
                                  <a:lnTo>
                                    <a:pt x="0" y="1549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6" name="Google Shape;7946;p36"/>
                            <p:cNvSpPr/>
                            <p:nvPr/>
                          </p:nvSpPr>
                          <p:spPr>
                            <a:xfrm>
                              <a:off x="4987515" y="3592876"/>
                              <a:ext cx="113130" cy="119123"/>
                            </a:xfrm>
                            <a:custGeom>
                              <a:rect b="b" l="l" r="r" t="t"/>
                              <a:pathLst>
                                <a:path extrusionOk="0" fill="none" h="15146" w="14384">
                                  <a:moveTo>
                                    <a:pt x="0" y="15146"/>
                                  </a:moveTo>
                                  <a:lnTo>
                                    <a:pt x="1438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p36"/>
                            <p:cNvSpPr/>
                            <p:nvPr/>
                          </p:nvSpPr>
                          <p:spPr>
                            <a:xfrm>
                              <a:off x="4913395" y="3708185"/>
                              <a:ext cx="39970" cy="45389"/>
                            </a:xfrm>
                            <a:custGeom>
                              <a:rect b="b" l="l" r="r" t="t"/>
                              <a:pathLst>
                                <a:path extrusionOk="0" fill="none" h="5771" w="5082">
                                  <a:moveTo>
                                    <a:pt x="1" y="5771"/>
                                  </a:moveTo>
                                  <a:lnTo>
                                    <a:pt x="508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36"/>
                            <p:cNvSpPr/>
                            <p:nvPr/>
                          </p:nvSpPr>
                          <p:spPr>
                            <a:xfrm>
                              <a:off x="4888943" y="3704378"/>
                              <a:ext cx="60616" cy="26080"/>
                            </a:xfrm>
                            <a:custGeom>
                              <a:rect b="b" l="l" r="r" t="t"/>
                              <a:pathLst>
                                <a:path extrusionOk="0" fill="none" h="3316" w="7707">
                                  <a:moveTo>
                                    <a:pt x="1" y="3315"/>
                                  </a:moveTo>
                                  <a:lnTo>
                                    <a:pt x="770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36"/>
                            <p:cNvSpPr/>
                            <p:nvPr/>
                          </p:nvSpPr>
                          <p:spPr>
                            <a:xfrm>
                              <a:off x="4917296" y="3589069"/>
                              <a:ext cx="32262" cy="119123"/>
                            </a:xfrm>
                            <a:custGeom>
                              <a:rect b="b" l="l" r="r" t="t"/>
                              <a:pathLst>
                                <a:path extrusionOk="0" fill="none" h="15146" w="4102">
                                  <a:moveTo>
                                    <a:pt x="1" y="1"/>
                                  </a:moveTo>
                                  <a:lnTo>
                                    <a:pt x="4101" y="151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36"/>
                            <p:cNvSpPr/>
                            <p:nvPr/>
                          </p:nvSpPr>
                          <p:spPr>
                            <a:xfrm>
                              <a:off x="4949551" y="3708185"/>
                              <a:ext cx="22840" cy="72885"/>
                            </a:xfrm>
                            <a:custGeom>
                              <a:rect b="b" l="l" r="r" t="t"/>
                              <a:pathLst>
                                <a:path extrusionOk="0" fill="none" h="9267" w="2904">
                                  <a:moveTo>
                                    <a:pt x="0" y="1"/>
                                  </a:moveTo>
                                  <a:lnTo>
                                    <a:pt x="2904" y="926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36"/>
                            <p:cNvSpPr/>
                            <p:nvPr/>
                          </p:nvSpPr>
                          <p:spPr>
                            <a:xfrm>
                              <a:off x="4912066" y="3752237"/>
                              <a:ext cx="60325" cy="28833"/>
                            </a:xfrm>
                            <a:custGeom>
                              <a:rect b="b" l="l" r="r" t="t"/>
                              <a:pathLst>
                                <a:path extrusionOk="0" fill="none" h="3666" w="7670">
                                  <a:moveTo>
                                    <a:pt x="0" y="1"/>
                                  </a:moveTo>
                                  <a:lnTo>
                                    <a:pt x="7670" y="36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52" name="Google Shape;7952;p36"/>
                            <p:cNvGrpSpPr/>
                            <p:nvPr/>
                          </p:nvGrpSpPr>
                          <p:grpSpPr>
                            <a:xfrm>
                              <a:off x="4579164" y="3203653"/>
                              <a:ext cx="1244833" cy="1020397"/>
                              <a:chOff x="4579164" y="3203653"/>
                              <a:chExt cx="1244833" cy="1020397"/>
                            </a:xfrm>
                          </p:grpSpPr>
                          <p:sp>
                            <p:nvSpPr>
                              <p:cNvPr id="7953" name="Google Shape;7953;p36"/>
                              <p:cNvSpPr/>
                              <p:nvPr/>
                            </p:nvSpPr>
                            <p:spPr>
                              <a:xfrm>
                                <a:off x="4590301" y="3738347"/>
                                <a:ext cx="92956" cy="91722"/>
                              </a:xfrm>
                              <a:custGeom>
                                <a:rect b="b" l="l" r="r" t="t"/>
                                <a:pathLst>
                                  <a:path extrusionOk="0" fill="none" h="11662" w="11819">
                                    <a:moveTo>
                                      <a:pt x="0" y="0"/>
                                    </a:moveTo>
                                    <a:lnTo>
                                      <a:pt x="11819" y="1166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4" name="Google Shape;7954;p36"/>
                              <p:cNvSpPr/>
                              <p:nvPr/>
                            </p:nvSpPr>
                            <p:spPr>
                              <a:xfrm>
                                <a:off x="4683250" y="3652241"/>
                                <a:ext cx="33591" cy="177828"/>
                              </a:xfrm>
                              <a:custGeom>
                                <a:rect b="b" l="l" r="r" t="t"/>
                                <a:pathLst>
                                  <a:path extrusionOk="0" fill="none" h="22610" w="4271">
                                    <a:moveTo>
                                      <a:pt x="1" y="22610"/>
                                    </a:moveTo>
                                    <a:lnTo>
                                      <a:pt x="427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p36"/>
                              <p:cNvSpPr/>
                              <p:nvPr/>
                            </p:nvSpPr>
                            <p:spPr>
                              <a:xfrm>
                                <a:off x="4716833" y="3652241"/>
                                <a:ext cx="70982" cy="207707"/>
                              </a:xfrm>
                              <a:custGeom>
                                <a:rect b="b" l="l" r="r" t="t"/>
                                <a:pathLst>
                                  <a:path extrusionOk="0" fill="none" h="26409" w="9025">
                                    <a:moveTo>
                                      <a:pt x="1" y="1"/>
                                    </a:moveTo>
                                    <a:lnTo>
                                      <a:pt x="9025" y="2640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36"/>
                              <p:cNvSpPr/>
                              <p:nvPr/>
                            </p:nvSpPr>
                            <p:spPr>
                              <a:xfrm>
                                <a:off x="4813117" y="3694578"/>
                                <a:ext cx="44154" cy="139297"/>
                              </a:xfrm>
                              <a:custGeom>
                                <a:rect b="b" l="l" r="r" t="t"/>
                                <a:pathLst>
                                  <a:path extrusionOk="0" fill="none" h="17711" w="5614">
                                    <a:moveTo>
                                      <a:pt x="5614" y="17711"/>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36"/>
                              <p:cNvSpPr/>
                              <p:nvPr/>
                            </p:nvSpPr>
                            <p:spPr>
                              <a:xfrm>
                                <a:off x="4787807" y="3694578"/>
                                <a:ext cx="25317" cy="165369"/>
                              </a:xfrm>
                              <a:custGeom>
                                <a:rect b="b" l="l" r="r" t="t"/>
                                <a:pathLst>
                                  <a:path extrusionOk="0" fill="none" h="21026" w="3219">
                                    <a:moveTo>
                                      <a:pt x="3219" y="1"/>
                                    </a:moveTo>
                                    <a:lnTo>
                                      <a:pt x="1" y="2102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p36"/>
                              <p:cNvSpPr/>
                              <p:nvPr/>
                            </p:nvSpPr>
                            <p:spPr>
                              <a:xfrm>
                                <a:off x="4683250" y="3830061"/>
                                <a:ext cx="106374" cy="25223"/>
                              </a:xfrm>
                              <a:custGeom>
                                <a:rect b="b" l="l" r="r" t="t"/>
                                <a:pathLst>
                                  <a:path extrusionOk="0" fill="none" h="3207" w="13525">
                                    <a:moveTo>
                                      <a:pt x="1" y="1"/>
                                    </a:moveTo>
                                    <a:lnTo>
                                      <a:pt x="13525" y="320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9" name="Google Shape;7959;p36"/>
                              <p:cNvSpPr/>
                              <p:nvPr/>
                            </p:nvSpPr>
                            <p:spPr>
                              <a:xfrm>
                                <a:off x="4670980" y="3830061"/>
                                <a:ext cx="12277" cy="79263"/>
                              </a:xfrm>
                              <a:custGeom>
                                <a:rect b="b" l="l" r="r" t="t"/>
                                <a:pathLst>
                                  <a:path extrusionOk="0" fill="none" h="10078" w="1561">
                                    <a:moveTo>
                                      <a:pt x="1561" y="1"/>
                                    </a:moveTo>
                                    <a:lnTo>
                                      <a:pt x="0" y="1007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36"/>
                              <p:cNvSpPr/>
                              <p:nvPr/>
                            </p:nvSpPr>
                            <p:spPr>
                              <a:xfrm>
                                <a:off x="4583828" y="3830061"/>
                                <a:ext cx="99429" cy="34543"/>
                              </a:xfrm>
                              <a:custGeom>
                                <a:rect b="b" l="l" r="r" t="t"/>
                                <a:pathLst>
                                  <a:path extrusionOk="0" fill="none" h="4392" w="12642">
                                    <a:moveTo>
                                      <a:pt x="0" y="4392"/>
                                    </a:moveTo>
                                    <a:lnTo>
                                      <a:pt x="12642"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36"/>
                              <p:cNvSpPr/>
                              <p:nvPr/>
                            </p:nvSpPr>
                            <p:spPr>
                              <a:xfrm>
                                <a:off x="4683250" y="3830061"/>
                                <a:ext cx="50336" cy="117983"/>
                              </a:xfrm>
                              <a:custGeom>
                                <a:rect b="b" l="l" r="r" t="t"/>
                                <a:pathLst>
                                  <a:path extrusionOk="0" fill="none" h="15001" w="6400">
                                    <a:moveTo>
                                      <a:pt x="1" y="1"/>
                                    </a:moveTo>
                                    <a:lnTo>
                                      <a:pt x="6400" y="1500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2" name="Google Shape;7962;p36"/>
                              <p:cNvSpPr/>
                              <p:nvPr/>
                            </p:nvSpPr>
                            <p:spPr>
                              <a:xfrm>
                                <a:off x="4733578" y="3855276"/>
                                <a:ext cx="56046" cy="92768"/>
                              </a:xfrm>
                              <a:custGeom>
                                <a:rect b="b" l="l" r="r" t="t"/>
                                <a:pathLst>
                                  <a:path extrusionOk="0" fill="none" h="11795" w="7126">
                                    <a:moveTo>
                                      <a:pt x="1" y="11795"/>
                                    </a:moveTo>
                                    <a:lnTo>
                                      <a:pt x="712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3" name="Google Shape;7963;p36"/>
                              <p:cNvSpPr/>
                              <p:nvPr/>
                            </p:nvSpPr>
                            <p:spPr>
                              <a:xfrm>
                                <a:off x="4888943" y="3730450"/>
                                <a:ext cx="34928" cy="89252"/>
                              </a:xfrm>
                              <a:custGeom>
                                <a:rect b="b" l="l" r="r" t="t"/>
                                <a:pathLst>
                                  <a:path extrusionOk="0" fill="none" h="11348" w="4441">
                                    <a:moveTo>
                                      <a:pt x="4440" y="11347"/>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36"/>
                              <p:cNvSpPr/>
                              <p:nvPr/>
                            </p:nvSpPr>
                            <p:spPr>
                              <a:xfrm>
                                <a:off x="4590301" y="3667468"/>
                                <a:ext cx="49762" cy="70887"/>
                              </a:xfrm>
                              <a:custGeom>
                                <a:rect b="b" l="l" r="r" t="t"/>
                                <a:pathLst>
                                  <a:path extrusionOk="0" fill="none" h="9013" w="6327">
                                    <a:moveTo>
                                      <a:pt x="0" y="9012"/>
                                    </a:moveTo>
                                    <a:lnTo>
                                      <a:pt x="63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36"/>
                              <p:cNvSpPr/>
                              <p:nvPr/>
                            </p:nvSpPr>
                            <p:spPr>
                              <a:xfrm>
                                <a:off x="4640338" y="3648536"/>
                                <a:ext cx="80593" cy="20268"/>
                              </a:xfrm>
                              <a:custGeom>
                                <a:rect b="b" l="l" r="r" t="t"/>
                                <a:pathLst>
                                  <a:path extrusionOk="0" fill="none" h="2577" w="10247">
                                    <a:moveTo>
                                      <a:pt x="1" y="2577"/>
                                    </a:moveTo>
                                    <a:lnTo>
                                      <a:pt x="1024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66" name="Google Shape;7966;p36"/>
                              <p:cNvGrpSpPr/>
                              <p:nvPr/>
                            </p:nvGrpSpPr>
                            <p:grpSpPr>
                              <a:xfrm>
                                <a:off x="4579164" y="3203653"/>
                                <a:ext cx="1244833" cy="1020397"/>
                                <a:chOff x="4579164" y="3203653"/>
                                <a:chExt cx="1244833" cy="1020397"/>
                              </a:xfrm>
                            </p:grpSpPr>
                            <p:sp>
                              <p:nvSpPr>
                                <p:cNvPr id="7967" name="Google Shape;7967;p36"/>
                                <p:cNvSpPr/>
                                <p:nvPr/>
                              </p:nvSpPr>
                              <p:spPr>
                                <a:xfrm>
                                  <a:off x="4753083" y="3966015"/>
                                  <a:ext cx="92964" cy="53765"/>
                                </a:xfrm>
                                <a:custGeom>
                                  <a:rect b="b" l="l" r="r" t="t"/>
                                  <a:pathLst>
                                    <a:path extrusionOk="0" fill="none" h="6836" w="11820">
                                      <a:moveTo>
                                        <a:pt x="1" y="6836"/>
                                      </a:moveTo>
                                      <a:lnTo>
                                        <a:pt x="1181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36"/>
                                <p:cNvSpPr/>
                                <p:nvPr/>
                              </p:nvSpPr>
                              <p:spPr>
                                <a:xfrm>
                                  <a:off x="4846040" y="3952794"/>
                                  <a:ext cx="103519" cy="13135"/>
                                </a:xfrm>
                                <a:custGeom>
                                  <a:rect b="b" l="l" r="r" t="t"/>
                                  <a:pathLst>
                                    <a:path extrusionOk="0" fill="none" h="1670" w="13162">
                                      <a:moveTo>
                                        <a:pt x="13161" y="0"/>
                                      </a:moveTo>
                                      <a:lnTo>
                                        <a:pt x="0" y="167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36"/>
                                <p:cNvSpPr/>
                                <p:nvPr/>
                              </p:nvSpPr>
                              <p:spPr>
                                <a:xfrm>
                                  <a:off x="4846040" y="3962216"/>
                                  <a:ext cx="64800" cy="128066"/>
                                </a:xfrm>
                                <a:custGeom>
                                  <a:rect b="b" l="l" r="r" t="t"/>
                                  <a:pathLst>
                                    <a:path extrusionOk="0" fill="none" h="16283" w="8239">
                                      <a:moveTo>
                                        <a:pt x="0" y="0"/>
                                      </a:moveTo>
                                      <a:lnTo>
                                        <a:pt x="8238" y="1628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p36"/>
                                <p:cNvSpPr/>
                                <p:nvPr/>
                              </p:nvSpPr>
                              <p:spPr>
                                <a:xfrm>
                                  <a:off x="4842233" y="3962216"/>
                                  <a:ext cx="3815" cy="164787"/>
                                </a:xfrm>
                                <a:custGeom>
                                  <a:rect b="b" l="l" r="r" t="t"/>
                                  <a:pathLst>
                                    <a:path extrusionOk="0" fill="none" h="20952" w="485">
                                      <a:moveTo>
                                        <a:pt x="0" y="20952"/>
                                      </a:moveTo>
                                      <a:lnTo>
                                        <a:pt x="48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36"/>
                                <p:cNvSpPr/>
                                <p:nvPr/>
                              </p:nvSpPr>
                              <p:spPr>
                                <a:xfrm>
                                  <a:off x="4842233" y="4123189"/>
                                  <a:ext cx="37587" cy="53002"/>
                                </a:xfrm>
                                <a:custGeom>
                                  <a:rect b="b" l="l" r="r" t="t"/>
                                  <a:pathLst>
                                    <a:path extrusionOk="0" fill="none" h="6739" w="4779">
                                      <a:moveTo>
                                        <a:pt x="4779" y="6739"/>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36"/>
                                <p:cNvSpPr/>
                                <p:nvPr/>
                              </p:nvSpPr>
                              <p:spPr>
                                <a:xfrm>
                                  <a:off x="4770779" y="4118525"/>
                                  <a:ext cx="71461" cy="4672"/>
                                </a:xfrm>
                                <a:custGeom>
                                  <a:rect b="b" l="l" r="r" t="t"/>
                                  <a:pathLst>
                                    <a:path extrusionOk="0" fill="none" h="594" w="9086">
                                      <a:moveTo>
                                        <a:pt x="9085" y="594"/>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36"/>
                                <p:cNvSpPr/>
                                <p:nvPr/>
                              </p:nvSpPr>
                              <p:spPr>
                                <a:xfrm>
                                  <a:off x="4842233" y="4090274"/>
                                  <a:ext cx="68606" cy="32923"/>
                                </a:xfrm>
                                <a:custGeom>
                                  <a:rect b="b" l="l" r="r" t="t"/>
                                  <a:pathLst>
                                    <a:path extrusionOk="0" fill="none" h="4186" w="8723">
                                      <a:moveTo>
                                        <a:pt x="0" y="4186"/>
                                      </a:moveTo>
                                      <a:lnTo>
                                        <a:pt x="872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74" name="Google Shape;7974;p36"/>
                                <p:cNvGrpSpPr/>
                                <p:nvPr/>
                              </p:nvGrpSpPr>
                              <p:grpSpPr>
                                <a:xfrm>
                                  <a:off x="4579164" y="3203653"/>
                                  <a:ext cx="1244833" cy="1020397"/>
                                  <a:chOff x="4579164" y="3203653"/>
                                  <a:chExt cx="1244833" cy="1020397"/>
                                </a:xfrm>
                              </p:grpSpPr>
                              <p:sp>
                                <p:nvSpPr>
                                  <p:cNvPr id="7975" name="Google Shape;7975;p36"/>
                                  <p:cNvSpPr/>
                                  <p:nvPr/>
                                </p:nvSpPr>
                                <p:spPr>
                                  <a:xfrm>
                                    <a:off x="4788476" y="3855276"/>
                                    <a:ext cx="57572" cy="110747"/>
                                  </a:xfrm>
                                  <a:custGeom>
                                    <a:rect b="b" l="l" r="r" t="t"/>
                                    <a:pathLst>
                                      <a:path extrusionOk="0" fill="none" h="14081" w="7320">
                                        <a:moveTo>
                                          <a:pt x="7319" y="14081"/>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36"/>
                                  <p:cNvSpPr/>
                                  <p:nvPr/>
                                </p:nvSpPr>
                                <p:spPr>
                                  <a:xfrm>
                                    <a:off x="4846040" y="3833867"/>
                                    <a:ext cx="11231" cy="132156"/>
                                  </a:xfrm>
                                  <a:custGeom>
                                    <a:rect b="b" l="l" r="r" t="t"/>
                                    <a:pathLst>
                                      <a:path extrusionOk="0" fill="none" h="16803" w="1428">
                                        <a:moveTo>
                                          <a:pt x="0" y="16803"/>
                                        </a:moveTo>
                                        <a:lnTo>
                                          <a:pt x="1428"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36"/>
                                  <p:cNvSpPr/>
                                  <p:nvPr/>
                                </p:nvSpPr>
                                <p:spPr>
                                  <a:xfrm>
                                    <a:off x="4761554" y="3854796"/>
                                    <a:ext cx="26261" cy="164984"/>
                                  </a:xfrm>
                                  <a:custGeom>
                                    <a:rect b="b" l="l" r="r" t="t"/>
                                    <a:pathLst>
                                      <a:path extrusionOk="0" fill="none" h="20977" w="3339">
                                        <a:moveTo>
                                          <a:pt x="0" y="20977"/>
                                        </a:moveTo>
                                        <a:lnTo>
                                          <a:pt x="333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p36"/>
                                  <p:cNvSpPr/>
                                  <p:nvPr/>
                                </p:nvSpPr>
                                <p:spPr>
                                  <a:xfrm>
                                    <a:off x="4846991" y="3818263"/>
                                    <a:ext cx="74025" cy="146242"/>
                                  </a:xfrm>
                                  <a:custGeom>
                                    <a:rect b="b" l="l" r="r" t="t"/>
                                    <a:pathLst>
                                      <a:path extrusionOk="0" fill="none" h="18594" w="9412">
                                        <a:moveTo>
                                          <a:pt x="0" y="18593"/>
                                        </a:moveTo>
                                        <a:lnTo>
                                          <a:pt x="941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9" name="Google Shape;7979;p36"/>
                                  <p:cNvSpPr/>
                                  <p:nvPr/>
                                </p:nvSpPr>
                                <p:spPr>
                                  <a:xfrm>
                                    <a:off x="4927191" y="3823305"/>
                                    <a:ext cx="22368" cy="129497"/>
                                  </a:xfrm>
                                  <a:custGeom>
                                    <a:rect b="b" l="l" r="r" t="t"/>
                                    <a:pathLst>
                                      <a:path extrusionOk="0" fill="none" h="16465" w="2844">
                                        <a:moveTo>
                                          <a:pt x="1" y="1"/>
                                        </a:moveTo>
                                        <a:lnTo>
                                          <a:pt x="2843" y="1646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80" name="Google Shape;7980;p36"/>
                                  <p:cNvGrpSpPr/>
                                  <p:nvPr/>
                                </p:nvGrpSpPr>
                                <p:grpSpPr>
                                  <a:xfrm>
                                    <a:off x="4579164" y="3203653"/>
                                    <a:ext cx="1244833" cy="1020397"/>
                                    <a:chOff x="4579164" y="3203653"/>
                                    <a:chExt cx="1244833" cy="1020397"/>
                                  </a:xfrm>
                                </p:grpSpPr>
                                <p:sp>
                                  <p:nvSpPr>
                                    <p:cNvPr id="7981" name="Google Shape;7981;p3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p3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3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36"/>
                                    <p:cNvSpPr/>
                                    <p:nvPr/>
                                  </p:nvSpPr>
                                  <p:spPr>
                                    <a:xfrm>
                                      <a:off x="4972383" y="3756043"/>
                                      <a:ext cx="25412" cy="25026"/>
                                    </a:xfrm>
                                    <a:custGeom>
                                      <a:rect b="b" l="l" r="r" t="t"/>
                                      <a:pathLst>
                                        <a:path extrusionOk="0" fill="none" h="3182" w="3231">
                                          <a:moveTo>
                                            <a:pt x="1" y="3182"/>
                                          </a:moveTo>
                                          <a:lnTo>
                                            <a:pt x="323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7985" name="Google Shape;7985;p36"/>
                            <p:cNvSpPr/>
                            <p:nvPr/>
                          </p:nvSpPr>
                          <p:spPr>
                            <a:xfrm>
                              <a:off x="4890375" y="3688019"/>
                              <a:ext cx="5144" cy="43769"/>
                            </a:xfrm>
                            <a:custGeom>
                              <a:rect b="b" l="l" r="r" t="t"/>
                              <a:pathLst>
                                <a:path extrusionOk="0" fill="none" h="5565" w="654">
                                  <a:moveTo>
                                    <a:pt x="653" y="0"/>
                                  </a:moveTo>
                                  <a:lnTo>
                                    <a:pt x="0" y="556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36"/>
                            <p:cNvSpPr/>
                            <p:nvPr/>
                          </p:nvSpPr>
                          <p:spPr>
                            <a:xfrm>
                              <a:off x="4899317" y="3688019"/>
                              <a:ext cx="54048" cy="20174"/>
                            </a:xfrm>
                            <a:custGeom>
                              <a:rect b="b" l="l" r="r" t="t"/>
                              <a:pathLst>
                                <a:path extrusionOk="0" fill="none" h="2565" w="6872">
                                  <a:moveTo>
                                    <a:pt x="0" y="0"/>
                                  </a:moveTo>
                                  <a:lnTo>
                                    <a:pt x="6871" y="256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36"/>
                            <p:cNvSpPr/>
                            <p:nvPr/>
                          </p:nvSpPr>
                          <p:spPr>
                            <a:xfrm>
                              <a:off x="4862690" y="3700571"/>
                              <a:ext cx="27693" cy="31216"/>
                            </a:xfrm>
                            <a:custGeom>
                              <a:rect b="b" l="l" r="r" t="t"/>
                              <a:pathLst>
                                <a:path extrusionOk="0" fill="none" h="3969" w="3521">
                                  <a:moveTo>
                                    <a:pt x="0" y="1"/>
                                  </a:moveTo>
                                  <a:lnTo>
                                    <a:pt x="3520" y="39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7988" name="Google Shape;7988;p36"/>
                        <p:cNvSpPr/>
                        <p:nvPr/>
                      </p:nvSpPr>
                      <p:spPr>
                        <a:xfrm>
                          <a:off x="4953924" y="3297081"/>
                          <a:ext cx="146053" cy="168122"/>
                        </a:xfrm>
                        <a:custGeom>
                          <a:rect b="b" l="l" r="r" t="t"/>
                          <a:pathLst>
                            <a:path extrusionOk="0" fill="none" h="21376" w="18570">
                              <a:moveTo>
                                <a:pt x="1" y="21376"/>
                              </a:moveTo>
                              <a:lnTo>
                                <a:pt x="1856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grpSp>
            <p:nvGrpSpPr>
              <p:cNvPr id="7989" name="Google Shape;7989;p36"/>
              <p:cNvGrpSpPr/>
              <p:nvPr/>
            </p:nvGrpSpPr>
            <p:grpSpPr>
              <a:xfrm>
                <a:off x="4595437" y="3598775"/>
                <a:ext cx="37776" cy="32451"/>
                <a:chOff x="4595437" y="3598775"/>
                <a:chExt cx="37776" cy="32451"/>
              </a:xfrm>
            </p:grpSpPr>
            <p:sp>
              <p:nvSpPr>
                <p:cNvPr id="7990" name="Google Shape;7990;p3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p3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92" name="Google Shape;7992;p36"/>
              <p:cNvGrpSpPr/>
              <p:nvPr/>
            </p:nvGrpSpPr>
            <p:grpSpPr>
              <a:xfrm>
                <a:off x="4641864" y="3524443"/>
                <a:ext cx="37776" cy="32380"/>
                <a:chOff x="4641864" y="3524443"/>
                <a:chExt cx="37776" cy="32380"/>
              </a:xfrm>
            </p:grpSpPr>
            <p:sp>
              <p:nvSpPr>
                <p:cNvPr id="7993" name="Google Shape;7993;p3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p3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95" name="Google Shape;7995;p36"/>
              <p:cNvGrpSpPr/>
              <p:nvPr/>
            </p:nvGrpSpPr>
            <p:grpSpPr>
              <a:xfrm>
                <a:off x="4648431" y="3893901"/>
                <a:ext cx="37776" cy="32357"/>
                <a:chOff x="4648431" y="3893901"/>
                <a:chExt cx="37776" cy="32357"/>
              </a:xfrm>
            </p:grpSpPr>
            <p:sp>
              <p:nvSpPr>
                <p:cNvPr id="7996" name="Google Shape;7996;p3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p3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98" name="Google Shape;7998;p36"/>
              <p:cNvGrpSpPr/>
              <p:nvPr/>
            </p:nvGrpSpPr>
            <p:grpSpPr>
              <a:xfrm>
                <a:off x="4567752" y="3722908"/>
                <a:ext cx="37870" cy="32380"/>
                <a:chOff x="4567752" y="3722908"/>
                <a:chExt cx="37870" cy="32380"/>
              </a:xfrm>
            </p:grpSpPr>
            <p:sp>
              <p:nvSpPr>
                <p:cNvPr id="7999" name="Google Shape;7999;p3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3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01" name="Google Shape;8001;p36"/>
              <p:cNvGrpSpPr/>
              <p:nvPr/>
            </p:nvGrpSpPr>
            <p:grpSpPr>
              <a:xfrm>
                <a:off x="4617506" y="3652052"/>
                <a:ext cx="37783" cy="32357"/>
                <a:chOff x="4617506" y="3652052"/>
                <a:chExt cx="37783" cy="32357"/>
              </a:xfrm>
            </p:grpSpPr>
            <p:sp>
              <p:nvSpPr>
                <p:cNvPr id="8002" name="Google Shape;8002;p3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3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04" name="Google Shape;8004;p36"/>
              <p:cNvGrpSpPr/>
              <p:nvPr/>
            </p:nvGrpSpPr>
            <p:grpSpPr>
              <a:xfrm>
                <a:off x="4739005" y="3554149"/>
                <a:ext cx="37870" cy="32357"/>
                <a:chOff x="4739005" y="3554149"/>
                <a:chExt cx="37870" cy="32357"/>
              </a:xfrm>
            </p:grpSpPr>
            <p:sp>
              <p:nvSpPr>
                <p:cNvPr id="8005" name="Google Shape;8005;p3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3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07" name="Google Shape;8007;p36"/>
              <p:cNvGrpSpPr/>
              <p:nvPr/>
            </p:nvGrpSpPr>
            <p:grpSpPr>
              <a:xfrm>
                <a:off x="4806557" y="3630258"/>
                <a:ext cx="37776" cy="32364"/>
                <a:chOff x="4806557" y="3630258"/>
                <a:chExt cx="37776" cy="32364"/>
              </a:xfrm>
            </p:grpSpPr>
            <p:sp>
              <p:nvSpPr>
                <p:cNvPr id="8008" name="Google Shape;8008;p3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3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0" name="Google Shape;8010;p36"/>
              <p:cNvGrpSpPr/>
              <p:nvPr/>
            </p:nvGrpSpPr>
            <p:grpSpPr>
              <a:xfrm>
                <a:off x="4737007" y="4004357"/>
                <a:ext cx="37870" cy="32357"/>
                <a:chOff x="4737007" y="4004357"/>
                <a:chExt cx="37870" cy="32357"/>
              </a:xfrm>
            </p:grpSpPr>
            <p:sp>
              <p:nvSpPr>
                <p:cNvPr id="8011" name="Google Shape;8011;p3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3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3" name="Google Shape;8013;p36"/>
              <p:cNvGrpSpPr/>
              <p:nvPr/>
            </p:nvGrpSpPr>
            <p:grpSpPr>
              <a:xfrm>
                <a:off x="4773634" y="4208627"/>
                <a:ext cx="37776" cy="32357"/>
                <a:chOff x="4773634" y="4208627"/>
                <a:chExt cx="37776" cy="32357"/>
              </a:xfrm>
            </p:grpSpPr>
            <p:sp>
              <p:nvSpPr>
                <p:cNvPr id="8014" name="Google Shape;8014;p3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5" name="Google Shape;8015;p3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6" name="Google Shape;8016;p36"/>
              <p:cNvGrpSpPr/>
              <p:nvPr/>
            </p:nvGrpSpPr>
            <p:grpSpPr>
              <a:xfrm>
                <a:off x="4888282" y="4074764"/>
                <a:ext cx="37776" cy="32451"/>
                <a:chOff x="4888282" y="4074764"/>
                <a:chExt cx="37776" cy="32451"/>
              </a:xfrm>
            </p:grpSpPr>
            <p:sp>
              <p:nvSpPr>
                <p:cNvPr id="8017" name="Google Shape;8017;p3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3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9" name="Google Shape;8019;p36"/>
              <p:cNvGrpSpPr/>
              <p:nvPr/>
            </p:nvGrpSpPr>
            <p:grpSpPr>
              <a:xfrm>
                <a:off x="4901315" y="3804271"/>
                <a:ext cx="37776" cy="32364"/>
                <a:chOff x="4901315" y="3804271"/>
                <a:chExt cx="37776" cy="32364"/>
              </a:xfrm>
            </p:grpSpPr>
            <p:sp>
              <p:nvSpPr>
                <p:cNvPr id="8020" name="Google Shape;8020;p3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3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2" name="Google Shape;8022;p36"/>
              <p:cNvGrpSpPr/>
              <p:nvPr/>
            </p:nvGrpSpPr>
            <p:grpSpPr>
              <a:xfrm>
                <a:off x="4866394" y="3715035"/>
                <a:ext cx="37846" cy="32357"/>
                <a:chOff x="4866394" y="3715035"/>
                <a:chExt cx="37846" cy="32357"/>
              </a:xfrm>
            </p:grpSpPr>
            <p:sp>
              <p:nvSpPr>
                <p:cNvPr id="8023" name="Google Shape;8023;p3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3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5" name="Google Shape;8025;p36"/>
              <p:cNvGrpSpPr/>
              <p:nvPr/>
            </p:nvGrpSpPr>
            <p:grpSpPr>
              <a:xfrm>
                <a:off x="4979233" y="3839798"/>
                <a:ext cx="37878" cy="32420"/>
                <a:chOff x="4979233" y="3839798"/>
                <a:chExt cx="37878" cy="32420"/>
              </a:xfrm>
            </p:grpSpPr>
            <p:sp>
              <p:nvSpPr>
                <p:cNvPr id="8026" name="Google Shape;8026;p3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3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8" name="Google Shape;8028;p36"/>
              <p:cNvGrpSpPr/>
              <p:nvPr/>
            </p:nvGrpSpPr>
            <p:grpSpPr>
              <a:xfrm>
                <a:off x="4790662" y="3679147"/>
                <a:ext cx="37783" cy="32380"/>
                <a:chOff x="4790662" y="3679147"/>
                <a:chExt cx="37783" cy="32380"/>
              </a:xfrm>
            </p:grpSpPr>
            <p:sp>
              <p:nvSpPr>
                <p:cNvPr id="8029" name="Google Shape;8029;p3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p3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31" name="Google Shape;8031;p36"/>
              <p:cNvGrpSpPr/>
              <p:nvPr/>
            </p:nvGrpSpPr>
            <p:grpSpPr>
              <a:xfrm>
                <a:off x="4857263" y="3557861"/>
                <a:ext cx="37776" cy="32357"/>
                <a:chOff x="4857263" y="3557861"/>
                <a:chExt cx="37776" cy="32357"/>
              </a:xfrm>
            </p:grpSpPr>
            <p:sp>
              <p:nvSpPr>
                <p:cNvPr id="8032" name="Google Shape;8032;p3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3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34" name="Google Shape;8034;p36"/>
              <p:cNvGrpSpPr/>
              <p:nvPr/>
            </p:nvGrpSpPr>
            <p:grpSpPr>
              <a:xfrm>
                <a:off x="4883902" y="3648033"/>
                <a:ext cx="37783" cy="32380"/>
                <a:chOff x="4883902" y="3648033"/>
                <a:chExt cx="37783" cy="32380"/>
              </a:xfrm>
            </p:grpSpPr>
            <p:sp>
              <p:nvSpPr>
                <p:cNvPr id="8035" name="Google Shape;8035;p3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6" name="Google Shape;8036;p3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37" name="Google Shape;8037;p36"/>
              <p:cNvGrpSpPr/>
              <p:nvPr/>
            </p:nvGrpSpPr>
            <p:grpSpPr>
              <a:xfrm>
                <a:off x="4907780" y="3347220"/>
                <a:ext cx="37878" cy="32357"/>
                <a:chOff x="4907780" y="3347220"/>
                <a:chExt cx="37878" cy="32357"/>
              </a:xfrm>
            </p:grpSpPr>
            <p:sp>
              <p:nvSpPr>
                <p:cNvPr id="8038" name="Google Shape;8038;p3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3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40" name="Google Shape;8040;p36"/>
              <p:cNvGrpSpPr/>
              <p:nvPr/>
            </p:nvGrpSpPr>
            <p:grpSpPr>
              <a:xfrm>
                <a:off x="5065048" y="3738150"/>
                <a:ext cx="37783" cy="32364"/>
                <a:chOff x="5065048" y="3738150"/>
                <a:chExt cx="37783" cy="32364"/>
              </a:xfrm>
            </p:grpSpPr>
            <p:sp>
              <p:nvSpPr>
                <p:cNvPr id="8041" name="Google Shape;8041;p3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3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43" name="Google Shape;8043;p36"/>
              <p:cNvGrpSpPr/>
              <p:nvPr/>
            </p:nvGrpSpPr>
            <p:grpSpPr>
              <a:xfrm>
                <a:off x="5071616" y="3284615"/>
                <a:ext cx="37783" cy="32357"/>
                <a:chOff x="5071616" y="3284615"/>
                <a:chExt cx="37783" cy="32357"/>
              </a:xfrm>
            </p:grpSpPr>
            <p:sp>
              <p:nvSpPr>
                <p:cNvPr id="8044" name="Google Shape;8044;p3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3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46" name="Google Shape;8046;p36"/>
              <p:cNvGrpSpPr/>
              <p:nvPr/>
            </p:nvGrpSpPr>
            <p:grpSpPr>
              <a:xfrm>
                <a:off x="5389291" y="3759921"/>
                <a:ext cx="37783" cy="32380"/>
                <a:chOff x="5389291" y="3759921"/>
                <a:chExt cx="37783" cy="32380"/>
              </a:xfrm>
            </p:grpSpPr>
            <p:sp>
              <p:nvSpPr>
                <p:cNvPr id="8047" name="Google Shape;8047;p3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3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49" name="Google Shape;8049;p36"/>
              <p:cNvGrpSpPr/>
              <p:nvPr/>
            </p:nvGrpSpPr>
            <p:grpSpPr>
              <a:xfrm>
                <a:off x="5431534" y="3632932"/>
                <a:ext cx="37878" cy="32451"/>
                <a:chOff x="5431534" y="3632932"/>
                <a:chExt cx="37878" cy="32451"/>
              </a:xfrm>
            </p:grpSpPr>
            <p:sp>
              <p:nvSpPr>
                <p:cNvPr id="8050" name="Google Shape;8050;p3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p3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2" name="Google Shape;8052;p36"/>
              <p:cNvGrpSpPr/>
              <p:nvPr/>
            </p:nvGrpSpPr>
            <p:grpSpPr>
              <a:xfrm>
                <a:off x="5540755" y="3544829"/>
                <a:ext cx="37783" cy="32357"/>
                <a:chOff x="5540755" y="3544829"/>
                <a:chExt cx="37783" cy="32357"/>
              </a:xfrm>
            </p:grpSpPr>
            <p:sp>
              <p:nvSpPr>
                <p:cNvPr id="8053" name="Google Shape;8053;p3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p3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5" name="Google Shape;8055;p36"/>
              <p:cNvGrpSpPr/>
              <p:nvPr/>
            </p:nvGrpSpPr>
            <p:grpSpPr>
              <a:xfrm>
                <a:off x="5579293" y="3412107"/>
                <a:ext cx="37776" cy="32357"/>
                <a:chOff x="5579293" y="3412107"/>
                <a:chExt cx="37776" cy="32357"/>
              </a:xfrm>
            </p:grpSpPr>
            <p:sp>
              <p:nvSpPr>
                <p:cNvPr id="8056" name="Google Shape;8056;p3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7" name="Google Shape;8057;p3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8" name="Google Shape;8058;p36"/>
              <p:cNvGrpSpPr/>
              <p:nvPr/>
            </p:nvGrpSpPr>
            <p:grpSpPr>
              <a:xfrm>
                <a:off x="5801346" y="3284615"/>
                <a:ext cx="37783" cy="32357"/>
                <a:chOff x="5801346" y="3284615"/>
                <a:chExt cx="37783" cy="32357"/>
              </a:xfrm>
            </p:grpSpPr>
            <p:sp>
              <p:nvSpPr>
                <p:cNvPr id="8059" name="Google Shape;8059;p3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3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1" name="Google Shape;8061;p36"/>
              <p:cNvGrpSpPr/>
              <p:nvPr/>
            </p:nvGrpSpPr>
            <p:grpSpPr>
              <a:xfrm>
                <a:off x="5763578" y="3399067"/>
                <a:ext cx="37776" cy="32364"/>
                <a:chOff x="5763578" y="3399067"/>
                <a:chExt cx="37776" cy="32364"/>
              </a:xfrm>
            </p:grpSpPr>
            <p:sp>
              <p:nvSpPr>
                <p:cNvPr id="8062" name="Google Shape;8062;p3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3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4" name="Google Shape;8064;p36"/>
              <p:cNvGrpSpPr/>
              <p:nvPr/>
            </p:nvGrpSpPr>
            <p:grpSpPr>
              <a:xfrm>
                <a:off x="5395858" y="3230952"/>
                <a:ext cx="37776" cy="32364"/>
                <a:chOff x="5395858" y="3230952"/>
                <a:chExt cx="37776" cy="32364"/>
              </a:xfrm>
            </p:grpSpPr>
            <p:sp>
              <p:nvSpPr>
                <p:cNvPr id="8065" name="Google Shape;8065;p3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p3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7" name="Google Shape;8067;p36"/>
              <p:cNvGrpSpPr/>
              <p:nvPr/>
            </p:nvGrpSpPr>
            <p:grpSpPr>
              <a:xfrm>
                <a:off x="5264088" y="3188237"/>
                <a:ext cx="37776" cy="32357"/>
                <a:chOff x="5264088" y="3188237"/>
                <a:chExt cx="37776" cy="32357"/>
              </a:xfrm>
            </p:grpSpPr>
            <p:sp>
              <p:nvSpPr>
                <p:cNvPr id="8068" name="Google Shape;8068;p3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p3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70" name="Google Shape;8070;p36"/>
              <p:cNvGrpSpPr/>
              <p:nvPr/>
            </p:nvGrpSpPr>
            <p:grpSpPr>
              <a:xfrm>
                <a:off x="5585758" y="3237425"/>
                <a:ext cx="37878" cy="32357"/>
                <a:chOff x="5585758" y="3237425"/>
                <a:chExt cx="37878" cy="32357"/>
              </a:xfrm>
            </p:grpSpPr>
            <p:sp>
              <p:nvSpPr>
                <p:cNvPr id="8071" name="Google Shape;8071;p3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3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73" name="Google Shape;8073;p36"/>
              <p:cNvGrpSpPr/>
              <p:nvPr/>
            </p:nvGrpSpPr>
            <p:grpSpPr>
              <a:xfrm>
                <a:off x="4874196" y="3291088"/>
                <a:ext cx="37878" cy="32451"/>
                <a:chOff x="4874196" y="3291088"/>
                <a:chExt cx="37878" cy="32451"/>
              </a:xfrm>
            </p:grpSpPr>
            <p:sp>
              <p:nvSpPr>
                <p:cNvPr id="8074" name="Google Shape;8074;p3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3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76" name="Google Shape;8076;p36"/>
              <p:cNvGrpSpPr/>
              <p:nvPr/>
            </p:nvGrpSpPr>
            <p:grpSpPr>
              <a:xfrm>
                <a:off x="5197770" y="3785466"/>
                <a:ext cx="37783" cy="32427"/>
                <a:chOff x="5197770" y="3785466"/>
                <a:chExt cx="37783" cy="32427"/>
              </a:xfrm>
            </p:grpSpPr>
            <p:sp>
              <p:nvSpPr>
                <p:cNvPr id="8077" name="Google Shape;8077;p3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3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79" name="Google Shape;8079;p36"/>
              <p:cNvGrpSpPr/>
              <p:nvPr/>
            </p:nvGrpSpPr>
            <p:grpSpPr>
              <a:xfrm>
                <a:off x="5177699" y="3492117"/>
                <a:ext cx="37776" cy="32357"/>
                <a:chOff x="5177699" y="3492117"/>
                <a:chExt cx="37776" cy="32357"/>
              </a:xfrm>
            </p:grpSpPr>
            <p:sp>
              <p:nvSpPr>
                <p:cNvPr id="8080" name="Google Shape;8080;p3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3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82" name="Google Shape;8082;p36"/>
              <p:cNvGrpSpPr/>
              <p:nvPr/>
            </p:nvGrpSpPr>
            <p:grpSpPr>
              <a:xfrm>
                <a:off x="5349431" y="3622346"/>
                <a:ext cx="37870" cy="32380"/>
                <a:chOff x="5349431" y="3622346"/>
                <a:chExt cx="37870" cy="32380"/>
              </a:xfrm>
            </p:grpSpPr>
            <p:sp>
              <p:nvSpPr>
                <p:cNvPr id="8083" name="Google Shape;8083;p3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3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85" name="Google Shape;8085;p36"/>
              <p:cNvGrpSpPr/>
              <p:nvPr/>
            </p:nvGrpSpPr>
            <p:grpSpPr>
              <a:xfrm>
                <a:off x="5068855" y="3563980"/>
                <a:ext cx="53954" cy="46223"/>
                <a:chOff x="5068855" y="3563980"/>
                <a:chExt cx="53954" cy="46223"/>
              </a:xfrm>
            </p:grpSpPr>
            <p:sp>
              <p:nvSpPr>
                <p:cNvPr id="8086" name="Google Shape;8086;p3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3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88" name="Google Shape;8088;p36"/>
              <p:cNvGrpSpPr/>
              <p:nvPr/>
            </p:nvGrpSpPr>
            <p:grpSpPr>
              <a:xfrm>
                <a:off x="5037654" y="3392507"/>
                <a:ext cx="37870" cy="32451"/>
                <a:chOff x="5037654" y="3392507"/>
                <a:chExt cx="37870" cy="32451"/>
              </a:xfrm>
            </p:grpSpPr>
            <p:sp>
              <p:nvSpPr>
                <p:cNvPr id="8089" name="Google Shape;8089;p3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3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1" name="Google Shape;8091;p36"/>
              <p:cNvGrpSpPr/>
              <p:nvPr/>
            </p:nvGrpSpPr>
            <p:grpSpPr>
              <a:xfrm>
                <a:off x="5456560" y="3368629"/>
                <a:ext cx="37870" cy="32451"/>
                <a:chOff x="5456560" y="3368629"/>
                <a:chExt cx="37870" cy="32451"/>
              </a:xfrm>
            </p:grpSpPr>
            <p:sp>
              <p:nvSpPr>
                <p:cNvPr id="8092" name="Google Shape;8092;p3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3" name="Google Shape;8093;p3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4" name="Google Shape;8094;p36"/>
              <p:cNvGrpSpPr/>
              <p:nvPr/>
            </p:nvGrpSpPr>
            <p:grpSpPr>
              <a:xfrm>
                <a:off x="4755749" y="3501516"/>
                <a:ext cx="46246" cy="39608"/>
                <a:chOff x="4755749" y="3501516"/>
                <a:chExt cx="46246" cy="39608"/>
              </a:xfrm>
            </p:grpSpPr>
            <p:sp>
              <p:nvSpPr>
                <p:cNvPr id="8095" name="Google Shape;8095;p3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p3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7" name="Google Shape;8097;p36"/>
              <p:cNvGrpSpPr/>
              <p:nvPr/>
            </p:nvGrpSpPr>
            <p:grpSpPr>
              <a:xfrm>
                <a:off x="4681346" y="3485582"/>
                <a:ext cx="37783" cy="32427"/>
                <a:chOff x="4681346" y="3485582"/>
                <a:chExt cx="37783" cy="32427"/>
              </a:xfrm>
            </p:grpSpPr>
            <p:sp>
              <p:nvSpPr>
                <p:cNvPr id="8098" name="Google Shape;8098;p3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p3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0" name="Google Shape;8100;p36"/>
              <p:cNvGrpSpPr/>
              <p:nvPr/>
            </p:nvGrpSpPr>
            <p:grpSpPr>
              <a:xfrm>
                <a:off x="4767067" y="3291088"/>
                <a:ext cx="37878" cy="32451"/>
                <a:chOff x="4767067" y="3291088"/>
                <a:chExt cx="37878" cy="32451"/>
              </a:xfrm>
            </p:grpSpPr>
            <p:sp>
              <p:nvSpPr>
                <p:cNvPr id="8101" name="Google Shape;8101;p3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2" name="Google Shape;8102;p3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3" name="Google Shape;8103;p36"/>
              <p:cNvGrpSpPr/>
              <p:nvPr/>
            </p:nvGrpSpPr>
            <p:grpSpPr>
              <a:xfrm>
                <a:off x="4687819" y="3405539"/>
                <a:ext cx="37776" cy="32451"/>
                <a:chOff x="4687819" y="3405539"/>
                <a:chExt cx="37776" cy="32451"/>
              </a:xfrm>
            </p:grpSpPr>
            <p:sp>
              <p:nvSpPr>
                <p:cNvPr id="8104" name="Google Shape;8104;p3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3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6" name="Google Shape;8106;p36"/>
              <p:cNvGrpSpPr/>
              <p:nvPr/>
            </p:nvGrpSpPr>
            <p:grpSpPr>
              <a:xfrm>
                <a:off x="4923101" y="3444809"/>
                <a:ext cx="52813" cy="45318"/>
                <a:chOff x="4923101" y="3444809"/>
                <a:chExt cx="52813" cy="45318"/>
              </a:xfrm>
            </p:grpSpPr>
            <p:sp>
              <p:nvSpPr>
                <p:cNvPr id="8107" name="Google Shape;8107;p3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8" name="Google Shape;8108;p3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9" name="Google Shape;8109;p36"/>
              <p:cNvGrpSpPr/>
              <p:nvPr/>
            </p:nvGrpSpPr>
            <p:grpSpPr>
              <a:xfrm>
                <a:off x="4846040" y="3654750"/>
                <a:ext cx="31405" cy="26993"/>
                <a:chOff x="4846040" y="3654750"/>
                <a:chExt cx="31405" cy="26993"/>
              </a:xfrm>
            </p:grpSpPr>
            <p:sp>
              <p:nvSpPr>
                <p:cNvPr id="8110" name="Google Shape;8110;p3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p3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2" name="Google Shape;8112;p36"/>
              <p:cNvGrpSpPr/>
              <p:nvPr/>
            </p:nvGrpSpPr>
            <p:grpSpPr>
              <a:xfrm>
                <a:off x="4925673" y="3691700"/>
                <a:ext cx="40253" cy="34472"/>
                <a:chOff x="4925673" y="3691700"/>
                <a:chExt cx="40253" cy="34472"/>
              </a:xfrm>
            </p:grpSpPr>
            <p:sp>
              <p:nvSpPr>
                <p:cNvPr id="8113" name="Google Shape;8113;p3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4" name="Google Shape;8114;p3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5" name="Google Shape;8115;p36"/>
              <p:cNvGrpSpPr/>
              <p:nvPr/>
            </p:nvGrpSpPr>
            <p:grpSpPr>
              <a:xfrm>
                <a:off x="4894653" y="3740848"/>
                <a:ext cx="31405" cy="26906"/>
                <a:chOff x="4894653" y="3740848"/>
                <a:chExt cx="31405" cy="26906"/>
              </a:xfrm>
            </p:grpSpPr>
            <p:sp>
              <p:nvSpPr>
                <p:cNvPr id="8116" name="Google Shape;8116;p3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7" name="Google Shape;8117;p3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8" name="Google Shape;8118;p36"/>
              <p:cNvGrpSpPr/>
              <p:nvPr/>
            </p:nvGrpSpPr>
            <p:grpSpPr>
              <a:xfrm>
                <a:off x="4962300" y="3696348"/>
                <a:ext cx="38255" cy="32773"/>
                <a:chOff x="4962300" y="3696348"/>
                <a:chExt cx="38255" cy="32773"/>
              </a:xfrm>
            </p:grpSpPr>
            <p:sp>
              <p:nvSpPr>
                <p:cNvPr id="8119" name="Google Shape;8119;p3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0" name="Google Shape;8120;p3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1" name="Google Shape;8121;p36"/>
              <p:cNvGrpSpPr/>
              <p:nvPr/>
            </p:nvGrpSpPr>
            <p:grpSpPr>
              <a:xfrm>
                <a:off x="4980185" y="3743349"/>
                <a:ext cx="31499" cy="26969"/>
                <a:chOff x="4980185" y="3743349"/>
                <a:chExt cx="31499" cy="26969"/>
              </a:xfrm>
            </p:grpSpPr>
            <p:sp>
              <p:nvSpPr>
                <p:cNvPr id="8122" name="Google Shape;8122;p3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3" name="Google Shape;8123;p3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4" name="Google Shape;8124;p36"/>
              <p:cNvGrpSpPr/>
              <p:nvPr/>
            </p:nvGrpSpPr>
            <p:grpSpPr>
              <a:xfrm>
                <a:off x="5013768" y="3734312"/>
                <a:ext cx="31499" cy="26969"/>
                <a:chOff x="5013768" y="3734312"/>
                <a:chExt cx="31499" cy="26969"/>
              </a:xfrm>
            </p:grpSpPr>
            <p:sp>
              <p:nvSpPr>
                <p:cNvPr id="8125" name="Google Shape;8125;p3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p3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7" name="Google Shape;8127;p36"/>
              <p:cNvGrpSpPr/>
              <p:nvPr/>
            </p:nvGrpSpPr>
            <p:grpSpPr>
              <a:xfrm>
                <a:off x="5036703" y="3764545"/>
                <a:ext cx="31499" cy="26898"/>
                <a:chOff x="5036703" y="3764545"/>
                <a:chExt cx="31499" cy="26898"/>
              </a:xfrm>
            </p:grpSpPr>
            <p:sp>
              <p:nvSpPr>
                <p:cNvPr id="8128" name="Google Shape;8128;p3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3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0" name="Google Shape;8130;p36"/>
              <p:cNvGrpSpPr/>
              <p:nvPr/>
            </p:nvGrpSpPr>
            <p:grpSpPr>
              <a:xfrm>
                <a:off x="4953546" y="3768352"/>
                <a:ext cx="31405" cy="26898"/>
                <a:chOff x="4953546" y="3768352"/>
                <a:chExt cx="31405" cy="26898"/>
              </a:xfrm>
            </p:grpSpPr>
            <p:sp>
              <p:nvSpPr>
                <p:cNvPr id="8131" name="Google Shape;8131;p3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3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3" name="Google Shape;8133;p36"/>
              <p:cNvGrpSpPr/>
              <p:nvPr/>
            </p:nvGrpSpPr>
            <p:grpSpPr>
              <a:xfrm>
                <a:off x="4964770" y="3814016"/>
                <a:ext cx="31499" cy="26993"/>
                <a:chOff x="4964770" y="3814016"/>
                <a:chExt cx="31499" cy="26993"/>
              </a:xfrm>
            </p:grpSpPr>
            <p:sp>
              <p:nvSpPr>
                <p:cNvPr id="8134" name="Google Shape;8134;p3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5" name="Google Shape;8135;p3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6" name="Google Shape;8136;p36"/>
              <p:cNvGrpSpPr/>
              <p:nvPr/>
            </p:nvGrpSpPr>
            <p:grpSpPr>
              <a:xfrm>
                <a:off x="4923290" y="3800504"/>
                <a:ext cx="31468" cy="26898"/>
                <a:chOff x="4923290" y="3800504"/>
                <a:chExt cx="31468" cy="26898"/>
              </a:xfrm>
            </p:grpSpPr>
            <p:sp>
              <p:nvSpPr>
                <p:cNvPr id="8137" name="Google Shape;8137;p3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p3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9" name="Google Shape;8139;p36"/>
              <p:cNvGrpSpPr/>
              <p:nvPr/>
            </p:nvGrpSpPr>
            <p:grpSpPr>
              <a:xfrm>
                <a:off x="5108534" y="3650943"/>
                <a:ext cx="31405" cy="26993"/>
                <a:chOff x="5108534" y="3650943"/>
                <a:chExt cx="31405" cy="26993"/>
              </a:xfrm>
            </p:grpSpPr>
            <p:sp>
              <p:nvSpPr>
                <p:cNvPr id="8140" name="Google Shape;8140;p3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1" name="Google Shape;8141;p3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42" name="Google Shape;8142;p36"/>
              <p:cNvGrpSpPr/>
              <p:nvPr/>
            </p:nvGrpSpPr>
            <p:grpSpPr>
              <a:xfrm>
                <a:off x="5119380" y="3760739"/>
                <a:ext cx="31499" cy="26993"/>
                <a:chOff x="5119380" y="3760739"/>
                <a:chExt cx="31499" cy="26993"/>
              </a:xfrm>
            </p:grpSpPr>
            <p:sp>
              <p:nvSpPr>
                <p:cNvPr id="8143" name="Google Shape;8143;p3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p3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45" name="Google Shape;8145;p36"/>
              <p:cNvGrpSpPr/>
              <p:nvPr/>
            </p:nvGrpSpPr>
            <p:grpSpPr>
              <a:xfrm>
                <a:off x="5119380" y="3788235"/>
                <a:ext cx="31499" cy="26993"/>
                <a:chOff x="5119380" y="3788235"/>
                <a:chExt cx="31499" cy="26993"/>
              </a:xfrm>
            </p:grpSpPr>
            <p:sp>
              <p:nvSpPr>
                <p:cNvPr id="8146" name="Google Shape;8146;p3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3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48" name="Google Shape;8148;p36"/>
              <p:cNvGrpSpPr/>
              <p:nvPr/>
            </p:nvGrpSpPr>
            <p:grpSpPr>
              <a:xfrm>
                <a:off x="5158005" y="3875284"/>
                <a:ext cx="31405" cy="27001"/>
                <a:chOff x="5158005" y="3875284"/>
                <a:chExt cx="31405" cy="27001"/>
              </a:xfrm>
            </p:grpSpPr>
            <p:sp>
              <p:nvSpPr>
                <p:cNvPr id="8149" name="Google Shape;8149;p3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0" name="Google Shape;8150;p3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1" name="Google Shape;8151;p36"/>
              <p:cNvGrpSpPr/>
              <p:nvPr/>
            </p:nvGrpSpPr>
            <p:grpSpPr>
              <a:xfrm>
                <a:off x="5233163" y="3764545"/>
                <a:ext cx="31499" cy="26898"/>
                <a:chOff x="5233163" y="3764545"/>
                <a:chExt cx="31499" cy="26898"/>
              </a:xfrm>
            </p:grpSpPr>
            <p:sp>
              <p:nvSpPr>
                <p:cNvPr id="8152" name="Google Shape;8152;p3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3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4" name="Google Shape;8154;p36"/>
              <p:cNvGrpSpPr/>
              <p:nvPr/>
            </p:nvGrpSpPr>
            <p:grpSpPr>
              <a:xfrm>
                <a:off x="5276168" y="3805545"/>
                <a:ext cx="31499" cy="26906"/>
                <a:chOff x="5276168" y="3805545"/>
                <a:chExt cx="31499" cy="26906"/>
              </a:xfrm>
            </p:grpSpPr>
            <p:sp>
              <p:nvSpPr>
                <p:cNvPr id="8155" name="Google Shape;8155;p3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p3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7" name="Google Shape;8157;p36"/>
              <p:cNvGrpSpPr/>
              <p:nvPr/>
            </p:nvGrpSpPr>
            <p:grpSpPr>
              <a:xfrm>
                <a:off x="5294053" y="3851933"/>
                <a:ext cx="31405" cy="26945"/>
                <a:chOff x="5294053" y="3851933"/>
                <a:chExt cx="31405" cy="26945"/>
              </a:xfrm>
            </p:grpSpPr>
            <p:sp>
              <p:nvSpPr>
                <p:cNvPr id="8158" name="Google Shape;8158;p3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9" name="Google Shape;8159;p3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60" name="Google Shape;8160;p36"/>
              <p:cNvGrpSpPr/>
              <p:nvPr/>
            </p:nvGrpSpPr>
            <p:grpSpPr>
              <a:xfrm>
                <a:off x="5341723" y="3851902"/>
                <a:ext cx="31405" cy="26977"/>
                <a:chOff x="5341723" y="3851902"/>
                <a:chExt cx="31405" cy="26977"/>
              </a:xfrm>
            </p:grpSpPr>
            <p:sp>
              <p:nvSpPr>
                <p:cNvPr id="8161" name="Google Shape;8161;p3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p3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63" name="Google Shape;8163;p36"/>
              <p:cNvGrpSpPr/>
              <p:nvPr/>
            </p:nvGrpSpPr>
            <p:grpSpPr>
              <a:xfrm>
                <a:off x="5054871" y="3507855"/>
                <a:ext cx="31405" cy="26993"/>
                <a:chOff x="5054871" y="3507855"/>
                <a:chExt cx="31405" cy="26993"/>
              </a:xfrm>
            </p:grpSpPr>
            <p:sp>
              <p:nvSpPr>
                <p:cNvPr id="8164" name="Google Shape;8164;p3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5" name="Google Shape;8165;p3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66" name="Google Shape;8166;p36"/>
              <p:cNvGrpSpPr/>
              <p:nvPr/>
            </p:nvGrpSpPr>
            <p:grpSpPr>
              <a:xfrm>
                <a:off x="4876579" y="3675325"/>
                <a:ext cx="31405" cy="26969"/>
                <a:chOff x="4876579" y="3675325"/>
                <a:chExt cx="31405" cy="26969"/>
              </a:xfrm>
            </p:grpSpPr>
            <p:sp>
              <p:nvSpPr>
                <p:cNvPr id="8167" name="Google Shape;8167;p3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p3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69" name="Google Shape;8169;p36"/>
              <p:cNvGrpSpPr/>
              <p:nvPr/>
            </p:nvGrpSpPr>
            <p:grpSpPr>
              <a:xfrm>
                <a:off x="4842233" y="3688333"/>
                <a:ext cx="31405" cy="26993"/>
                <a:chOff x="4842233" y="3688333"/>
                <a:chExt cx="31405" cy="26993"/>
              </a:xfrm>
            </p:grpSpPr>
            <p:sp>
              <p:nvSpPr>
                <p:cNvPr id="8170" name="Google Shape;8170;p3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1" name="Google Shape;8171;p3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72" name="Google Shape;8172;p36"/>
              <p:cNvGrpSpPr/>
              <p:nvPr/>
            </p:nvGrpSpPr>
            <p:grpSpPr>
              <a:xfrm>
                <a:off x="5187876" y="3608032"/>
                <a:ext cx="31405" cy="27001"/>
                <a:chOff x="5187876" y="3608032"/>
                <a:chExt cx="31405" cy="27001"/>
              </a:xfrm>
            </p:grpSpPr>
            <p:sp>
              <p:nvSpPr>
                <p:cNvPr id="8173" name="Google Shape;8173;p3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4" name="Google Shape;8174;p3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75" name="Google Shape;8175;p3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6" name="Google Shape;8176;p3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77" name="Google Shape;8177;p36"/>
              <p:cNvGrpSpPr/>
              <p:nvPr/>
            </p:nvGrpSpPr>
            <p:grpSpPr>
              <a:xfrm>
                <a:off x="5269224" y="3304167"/>
                <a:ext cx="40253" cy="34402"/>
                <a:chOff x="5269224" y="3304167"/>
                <a:chExt cx="40253" cy="34402"/>
              </a:xfrm>
            </p:grpSpPr>
            <p:sp>
              <p:nvSpPr>
                <p:cNvPr id="8178" name="Google Shape;8178;p3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p3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80" name="Google Shape;8180;p36"/>
              <p:cNvGrpSpPr/>
              <p:nvPr/>
            </p:nvGrpSpPr>
            <p:grpSpPr>
              <a:xfrm>
                <a:off x="5327354" y="3476615"/>
                <a:ext cx="49864" cy="42723"/>
                <a:chOff x="5327354" y="3476615"/>
                <a:chExt cx="49864" cy="42723"/>
              </a:xfrm>
            </p:grpSpPr>
            <p:sp>
              <p:nvSpPr>
                <p:cNvPr id="8181" name="Google Shape;8181;p3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2" name="Google Shape;8182;p3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83" name="Google Shape;8183;p3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3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85" name="Google Shape;8185;p36"/>
              <p:cNvGrpSpPr/>
              <p:nvPr/>
            </p:nvGrpSpPr>
            <p:grpSpPr>
              <a:xfrm>
                <a:off x="5341723" y="3775957"/>
                <a:ext cx="31405" cy="26898"/>
                <a:chOff x="5341723" y="3775957"/>
                <a:chExt cx="31405" cy="26898"/>
              </a:xfrm>
            </p:grpSpPr>
            <p:sp>
              <p:nvSpPr>
                <p:cNvPr id="8186" name="Google Shape;8186;p3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3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88" name="Google Shape;8188;p36"/>
              <p:cNvGrpSpPr/>
              <p:nvPr/>
            </p:nvGrpSpPr>
            <p:grpSpPr>
              <a:xfrm>
                <a:off x="5439053" y="3699274"/>
                <a:ext cx="31405" cy="26898"/>
                <a:chOff x="5439053" y="3699274"/>
                <a:chExt cx="31405" cy="26898"/>
              </a:xfrm>
            </p:grpSpPr>
            <p:sp>
              <p:nvSpPr>
                <p:cNvPr id="8189" name="Google Shape;8189;p3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0" name="Google Shape;8190;p3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1" name="Google Shape;8191;p36"/>
              <p:cNvGrpSpPr/>
              <p:nvPr/>
            </p:nvGrpSpPr>
            <p:grpSpPr>
              <a:xfrm>
                <a:off x="5412414" y="3622307"/>
                <a:ext cx="31499" cy="26993"/>
                <a:chOff x="5412414" y="3622307"/>
                <a:chExt cx="31499" cy="26993"/>
              </a:xfrm>
            </p:grpSpPr>
            <p:sp>
              <p:nvSpPr>
                <p:cNvPr id="8192" name="Google Shape;8192;p3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3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4" name="Google Shape;8194;p36"/>
              <p:cNvGrpSpPr/>
              <p:nvPr/>
            </p:nvGrpSpPr>
            <p:grpSpPr>
              <a:xfrm>
                <a:off x="5476254" y="3473949"/>
                <a:ext cx="26835" cy="26930"/>
                <a:chOff x="5476254" y="3473949"/>
                <a:chExt cx="26835" cy="26930"/>
              </a:xfrm>
            </p:grpSpPr>
            <p:sp>
              <p:nvSpPr>
                <p:cNvPr id="8195" name="Google Shape;8195;p3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6" name="Google Shape;8196;p3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7" name="Google Shape;8197;p36"/>
              <p:cNvGrpSpPr/>
              <p:nvPr/>
            </p:nvGrpSpPr>
            <p:grpSpPr>
              <a:xfrm>
                <a:off x="5564547" y="3481594"/>
                <a:ext cx="31397" cy="26898"/>
                <a:chOff x="5564547" y="3481594"/>
                <a:chExt cx="31397" cy="26898"/>
              </a:xfrm>
            </p:grpSpPr>
            <p:sp>
              <p:nvSpPr>
                <p:cNvPr id="8198" name="Google Shape;8198;p3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p3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00" name="Google Shape;8200;p36"/>
              <p:cNvGrpSpPr/>
              <p:nvPr/>
            </p:nvGrpSpPr>
            <p:grpSpPr>
              <a:xfrm>
                <a:off x="5534101" y="3470174"/>
                <a:ext cx="31397" cy="26906"/>
                <a:chOff x="5534101" y="3470174"/>
                <a:chExt cx="31397" cy="26906"/>
              </a:xfrm>
            </p:grpSpPr>
            <p:sp>
              <p:nvSpPr>
                <p:cNvPr id="8201" name="Google Shape;8201;p3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3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03" name="Google Shape;8203;p36"/>
              <p:cNvGrpSpPr/>
              <p:nvPr/>
            </p:nvGrpSpPr>
            <p:grpSpPr>
              <a:xfrm>
                <a:off x="5610879" y="3314486"/>
                <a:ext cx="31499" cy="26938"/>
                <a:chOff x="5610879" y="3314486"/>
                <a:chExt cx="31499" cy="26938"/>
              </a:xfrm>
            </p:grpSpPr>
            <p:sp>
              <p:nvSpPr>
                <p:cNvPr id="8204" name="Google Shape;8204;p3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p3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06" name="Google Shape;8206;p36"/>
              <p:cNvGrpSpPr/>
              <p:nvPr/>
            </p:nvGrpSpPr>
            <p:grpSpPr>
              <a:xfrm>
                <a:off x="4834525" y="3501382"/>
                <a:ext cx="31499" cy="26898"/>
                <a:chOff x="4834525" y="3501382"/>
                <a:chExt cx="31499" cy="26898"/>
              </a:xfrm>
            </p:grpSpPr>
            <p:sp>
              <p:nvSpPr>
                <p:cNvPr id="8207" name="Google Shape;8207;p3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3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09" name="Google Shape;8209;p36"/>
              <p:cNvGrpSpPr/>
              <p:nvPr/>
            </p:nvGrpSpPr>
            <p:grpSpPr>
              <a:xfrm>
                <a:off x="4898460" y="3580158"/>
                <a:ext cx="31405" cy="26898"/>
                <a:chOff x="4898460" y="3580158"/>
                <a:chExt cx="31405" cy="26898"/>
              </a:xfrm>
            </p:grpSpPr>
            <p:sp>
              <p:nvSpPr>
                <p:cNvPr id="8210" name="Google Shape;8210;p3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3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12" name="Google Shape;8212;p36"/>
              <p:cNvGrpSpPr/>
              <p:nvPr/>
            </p:nvGrpSpPr>
            <p:grpSpPr>
              <a:xfrm>
                <a:off x="4882667" y="3608032"/>
                <a:ext cx="31499" cy="27001"/>
                <a:chOff x="4882667" y="3608032"/>
                <a:chExt cx="31499" cy="27001"/>
              </a:xfrm>
            </p:grpSpPr>
            <p:sp>
              <p:nvSpPr>
                <p:cNvPr id="8213" name="Google Shape;8213;p3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4" name="Google Shape;8214;p3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15" name="Google Shape;8215;p36"/>
              <p:cNvGrpSpPr/>
              <p:nvPr/>
            </p:nvGrpSpPr>
            <p:grpSpPr>
              <a:xfrm>
                <a:off x="4843373" y="3631407"/>
                <a:ext cx="16273" cy="16186"/>
                <a:chOff x="4843373" y="3631407"/>
                <a:chExt cx="16273" cy="16186"/>
              </a:xfrm>
            </p:grpSpPr>
            <p:sp>
              <p:nvSpPr>
                <p:cNvPr id="8216" name="Google Shape;8216;p3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p3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18" name="Google Shape;8218;p36"/>
              <p:cNvGrpSpPr/>
              <p:nvPr/>
            </p:nvGrpSpPr>
            <p:grpSpPr>
              <a:xfrm>
                <a:off x="4727773" y="3591578"/>
                <a:ext cx="31499" cy="26898"/>
                <a:chOff x="4727773" y="3591578"/>
                <a:chExt cx="31499" cy="26898"/>
              </a:xfrm>
            </p:grpSpPr>
            <p:sp>
              <p:nvSpPr>
                <p:cNvPr id="8219" name="Google Shape;8219;p3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3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21" name="Google Shape;8221;p3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p3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23" name="Google Shape;8223;p36"/>
              <p:cNvGrpSpPr/>
              <p:nvPr/>
            </p:nvGrpSpPr>
            <p:grpSpPr>
              <a:xfrm>
                <a:off x="4609421" y="3577398"/>
                <a:ext cx="31499" cy="27001"/>
                <a:chOff x="4609421" y="3577398"/>
                <a:chExt cx="31499" cy="27001"/>
              </a:xfrm>
            </p:grpSpPr>
            <p:sp>
              <p:nvSpPr>
                <p:cNvPr id="8224" name="Google Shape;8224;p3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3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26" name="Google Shape;8226;p36"/>
              <p:cNvGrpSpPr/>
              <p:nvPr/>
            </p:nvGrpSpPr>
            <p:grpSpPr>
              <a:xfrm>
                <a:off x="4649289" y="3577398"/>
                <a:ext cx="31499" cy="27001"/>
                <a:chOff x="4649289" y="3577398"/>
                <a:chExt cx="31499" cy="27001"/>
              </a:xfrm>
            </p:grpSpPr>
            <p:sp>
              <p:nvSpPr>
                <p:cNvPr id="8227" name="Google Shape;8227;p3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p3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29" name="Google Shape;8229;p36"/>
              <p:cNvGrpSpPr/>
              <p:nvPr/>
            </p:nvGrpSpPr>
            <p:grpSpPr>
              <a:xfrm>
                <a:off x="4605614" y="3639523"/>
                <a:ext cx="31499" cy="26906"/>
                <a:chOff x="4605614" y="3639523"/>
                <a:chExt cx="31499" cy="26906"/>
              </a:xfrm>
            </p:grpSpPr>
            <p:sp>
              <p:nvSpPr>
                <p:cNvPr id="8230" name="Google Shape;8230;p3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1" name="Google Shape;8231;p3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2" name="Google Shape;8232;p36"/>
              <p:cNvGrpSpPr/>
              <p:nvPr/>
            </p:nvGrpSpPr>
            <p:grpSpPr>
              <a:xfrm>
                <a:off x="4785149" y="3618846"/>
                <a:ext cx="26930" cy="26843"/>
                <a:chOff x="4785149" y="3618846"/>
                <a:chExt cx="26930" cy="26843"/>
              </a:xfrm>
            </p:grpSpPr>
            <p:sp>
              <p:nvSpPr>
                <p:cNvPr id="8233" name="Google Shape;8233;p3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p3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5" name="Google Shape;8235;p36"/>
              <p:cNvGrpSpPr/>
              <p:nvPr/>
            </p:nvGrpSpPr>
            <p:grpSpPr>
              <a:xfrm>
                <a:off x="4810167" y="3601567"/>
                <a:ext cx="31405" cy="26898"/>
                <a:chOff x="4810167" y="3601567"/>
                <a:chExt cx="31405" cy="26898"/>
              </a:xfrm>
            </p:grpSpPr>
            <p:sp>
              <p:nvSpPr>
                <p:cNvPr id="8236" name="Google Shape;8236;p3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7" name="Google Shape;8237;p3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8" name="Google Shape;8238;p36"/>
              <p:cNvGrpSpPr/>
              <p:nvPr/>
            </p:nvGrpSpPr>
            <p:grpSpPr>
              <a:xfrm>
                <a:off x="4831002" y="3373230"/>
                <a:ext cx="31405" cy="26898"/>
                <a:chOff x="4831002" y="3373230"/>
                <a:chExt cx="31405" cy="26898"/>
              </a:xfrm>
            </p:grpSpPr>
            <p:sp>
              <p:nvSpPr>
                <p:cNvPr id="8239" name="Google Shape;8239;p3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0" name="Google Shape;8240;p3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1" name="Google Shape;8241;p36"/>
              <p:cNvGrpSpPr/>
              <p:nvPr/>
            </p:nvGrpSpPr>
            <p:grpSpPr>
              <a:xfrm>
                <a:off x="4719311" y="3355054"/>
                <a:ext cx="31499" cy="27001"/>
                <a:chOff x="4719311" y="3355054"/>
                <a:chExt cx="31499" cy="27001"/>
              </a:xfrm>
            </p:grpSpPr>
            <p:sp>
              <p:nvSpPr>
                <p:cNvPr id="8242" name="Google Shape;8242;p3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3" name="Google Shape;8243;p3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4" name="Google Shape;8244;p36"/>
              <p:cNvGrpSpPr/>
              <p:nvPr/>
            </p:nvGrpSpPr>
            <p:grpSpPr>
              <a:xfrm>
                <a:off x="4798755" y="3450260"/>
                <a:ext cx="26930" cy="26930"/>
                <a:chOff x="4798755" y="3450260"/>
                <a:chExt cx="26930" cy="26930"/>
              </a:xfrm>
            </p:grpSpPr>
            <p:sp>
              <p:nvSpPr>
                <p:cNvPr id="8245" name="Google Shape;8245;p3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6" name="Google Shape;8246;p3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7" name="Google Shape;8247;p36"/>
              <p:cNvGrpSpPr/>
              <p:nvPr/>
            </p:nvGrpSpPr>
            <p:grpSpPr>
              <a:xfrm>
                <a:off x="4645576" y="3467555"/>
                <a:ext cx="31405" cy="26953"/>
                <a:chOff x="4645576" y="3467555"/>
                <a:chExt cx="31405" cy="26953"/>
              </a:xfrm>
            </p:grpSpPr>
            <p:sp>
              <p:nvSpPr>
                <p:cNvPr id="8248" name="Google Shape;8248;p3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p3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0" name="Google Shape;8250;p36"/>
              <p:cNvGrpSpPr/>
              <p:nvPr/>
            </p:nvGrpSpPr>
            <p:grpSpPr>
              <a:xfrm>
                <a:off x="4687631" y="3583965"/>
                <a:ext cx="31499" cy="26898"/>
                <a:chOff x="4687631" y="3583965"/>
                <a:chExt cx="31499" cy="26898"/>
              </a:xfrm>
            </p:grpSpPr>
            <p:sp>
              <p:nvSpPr>
                <p:cNvPr id="8251" name="Google Shape;8251;p3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2" name="Google Shape;8252;p3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3" name="Google Shape;8253;p36"/>
              <p:cNvGrpSpPr/>
              <p:nvPr/>
            </p:nvGrpSpPr>
            <p:grpSpPr>
              <a:xfrm>
                <a:off x="4719311" y="3471314"/>
                <a:ext cx="31499" cy="27001"/>
                <a:chOff x="4719311" y="3471314"/>
                <a:chExt cx="31499" cy="27001"/>
              </a:xfrm>
            </p:grpSpPr>
            <p:sp>
              <p:nvSpPr>
                <p:cNvPr id="8254" name="Google Shape;8254;p3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5" name="Google Shape;8255;p3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6" name="Google Shape;8256;p36"/>
              <p:cNvGrpSpPr/>
              <p:nvPr/>
            </p:nvGrpSpPr>
            <p:grpSpPr>
              <a:xfrm>
                <a:off x="4719311" y="3434404"/>
                <a:ext cx="31499" cy="26898"/>
                <a:chOff x="4719311" y="3434404"/>
                <a:chExt cx="31499" cy="26898"/>
              </a:xfrm>
            </p:grpSpPr>
            <p:sp>
              <p:nvSpPr>
                <p:cNvPr id="8257" name="Google Shape;8257;p3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3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9" name="Google Shape;8259;p36"/>
              <p:cNvGrpSpPr/>
              <p:nvPr/>
            </p:nvGrpSpPr>
            <p:grpSpPr>
              <a:xfrm>
                <a:off x="4768876" y="3401772"/>
                <a:ext cx="31499" cy="26898"/>
                <a:chOff x="4768876" y="3401772"/>
                <a:chExt cx="31499" cy="26898"/>
              </a:xfrm>
            </p:grpSpPr>
            <p:sp>
              <p:nvSpPr>
                <p:cNvPr id="8260" name="Google Shape;8260;p3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1" name="Google Shape;8261;p3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2" name="Google Shape;8262;p36"/>
              <p:cNvGrpSpPr/>
              <p:nvPr/>
            </p:nvGrpSpPr>
            <p:grpSpPr>
              <a:xfrm>
                <a:off x="4762214" y="3471377"/>
                <a:ext cx="26938" cy="26938"/>
                <a:chOff x="4762214" y="3471377"/>
                <a:chExt cx="26938" cy="26938"/>
              </a:xfrm>
            </p:grpSpPr>
            <p:sp>
              <p:nvSpPr>
                <p:cNvPr id="8263" name="Google Shape;8263;p3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4" name="Google Shape;8264;p3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5" name="Google Shape;8265;p36"/>
              <p:cNvGrpSpPr/>
              <p:nvPr/>
            </p:nvGrpSpPr>
            <p:grpSpPr>
              <a:xfrm>
                <a:off x="4790473" y="3344782"/>
                <a:ext cx="31405" cy="26898"/>
                <a:chOff x="4790473" y="3344782"/>
                <a:chExt cx="31405" cy="26898"/>
              </a:xfrm>
            </p:grpSpPr>
            <p:sp>
              <p:nvSpPr>
                <p:cNvPr id="8266" name="Google Shape;8266;p3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p3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8" name="Google Shape;8268;p36"/>
              <p:cNvGrpSpPr/>
              <p:nvPr/>
            </p:nvGrpSpPr>
            <p:grpSpPr>
              <a:xfrm>
                <a:off x="4823774" y="3950733"/>
                <a:ext cx="37398" cy="32034"/>
                <a:chOff x="4823774" y="3950733"/>
                <a:chExt cx="37398" cy="32034"/>
              </a:xfrm>
            </p:grpSpPr>
            <p:sp>
              <p:nvSpPr>
                <p:cNvPr id="8269" name="Google Shape;8269;p3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0" name="Google Shape;8270;p3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1" name="Google Shape;8271;p36"/>
              <p:cNvGrpSpPr/>
              <p:nvPr/>
            </p:nvGrpSpPr>
            <p:grpSpPr>
              <a:xfrm>
                <a:off x="4823396" y="4110566"/>
                <a:ext cx="31405" cy="26906"/>
                <a:chOff x="4823396" y="4110566"/>
                <a:chExt cx="31405" cy="26906"/>
              </a:xfrm>
            </p:grpSpPr>
            <p:sp>
              <p:nvSpPr>
                <p:cNvPr id="8272" name="Google Shape;8272;p3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p3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4" name="Google Shape;8274;p36"/>
              <p:cNvGrpSpPr/>
              <p:nvPr/>
            </p:nvGrpSpPr>
            <p:grpSpPr>
              <a:xfrm>
                <a:off x="4838332" y="3821150"/>
                <a:ext cx="31499" cy="26898"/>
                <a:chOff x="4838332" y="3821150"/>
                <a:chExt cx="31499" cy="26898"/>
              </a:xfrm>
            </p:grpSpPr>
            <p:sp>
              <p:nvSpPr>
                <p:cNvPr id="8275" name="Google Shape;8275;p3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6" name="Google Shape;8276;p3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7" name="Google Shape;8277;p36"/>
              <p:cNvGrpSpPr/>
              <p:nvPr/>
            </p:nvGrpSpPr>
            <p:grpSpPr>
              <a:xfrm>
                <a:off x="4661275" y="3815007"/>
                <a:ext cx="36824" cy="31523"/>
                <a:chOff x="4661275" y="3815007"/>
                <a:chExt cx="36824" cy="31523"/>
              </a:xfrm>
            </p:grpSpPr>
            <p:sp>
              <p:nvSpPr>
                <p:cNvPr id="8278" name="Google Shape;8278;p3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9" name="Google Shape;8279;p3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0" name="Google Shape;8280;p36"/>
              <p:cNvGrpSpPr/>
              <p:nvPr/>
            </p:nvGrpSpPr>
            <p:grpSpPr>
              <a:xfrm>
                <a:off x="4558998" y="3851037"/>
                <a:ext cx="33591" cy="28699"/>
                <a:chOff x="4558998" y="3851037"/>
                <a:chExt cx="33591" cy="28699"/>
              </a:xfrm>
            </p:grpSpPr>
            <p:sp>
              <p:nvSpPr>
                <p:cNvPr id="8281" name="Google Shape;8281;p3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p3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3" name="Google Shape;8283;p36"/>
              <p:cNvGrpSpPr/>
              <p:nvPr/>
            </p:nvGrpSpPr>
            <p:grpSpPr>
              <a:xfrm>
                <a:off x="4696762" y="3638587"/>
                <a:ext cx="33591" cy="28794"/>
                <a:chOff x="4696762" y="3638587"/>
                <a:chExt cx="33591" cy="28794"/>
              </a:xfrm>
            </p:grpSpPr>
            <p:sp>
              <p:nvSpPr>
                <p:cNvPr id="8284" name="Google Shape;8284;p3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5" name="Google Shape;8285;p3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6" name="Google Shape;8286;p36"/>
              <p:cNvGrpSpPr/>
              <p:nvPr/>
            </p:nvGrpSpPr>
            <p:grpSpPr>
              <a:xfrm>
                <a:off x="4929479" y="3939140"/>
                <a:ext cx="33497" cy="28692"/>
                <a:chOff x="4929479" y="3939140"/>
                <a:chExt cx="33497" cy="28692"/>
              </a:xfrm>
            </p:grpSpPr>
            <p:sp>
              <p:nvSpPr>
                <p:cNvPr id="8287" name="Google Shape;8287;p3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8" name="Google Shape;8288;p3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9" name="Google Shape;8289;p36"/>
              <p:cNvGrpSpPr/>
              <p:nvPr/>
            </p:nvGrpSpPr>
            <p:grpSpPr>
              <a:xfrm>
                <a:off x="4907119" y="3986039"/>
                <a:ext cx="33497" cy="28699"/>
                <a:chOff x="4907119" y="3986039"/>
                <a:chExt cx="33497" cy="28699"/>
              </a:xfrm>
            </p:grpSpPr>
            <p:sp>
              <p:nvSpPr>
                <p:cNvPr id="8290" name="Google Shape;8290;p3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1" name="Google Shape;8291;p3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2" name="Google Shape;8292;p36"/>
              <p:cNvGrpSpPr/>
              <p:nvPr/>
            </p:nvGrpSpPr>
            <p:grpSpPr>
              <a:xfrm>
                <a:off x="4911783" y="4048102"/>
                <a:ext cx="33591" cy="28762"/>
                <a:chOff x="4911783" y="4048102"/>
                <a:chExt cx="33591" cy="28762"/>
              </a:xfrm>
            </p:grpSpPr>
            <p:sp>
              <p:nvSpPr>
                <p:cNvPr id="8293" name="Google Shape;8293;p3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4" name="Google Shape;8294;p3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95" name="Google Shape;8295;p3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6" name="Google Shape;8296;p3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97" name="Google Shape;8297;p36"/>
              <p:cNvGrpSpPr/>
              <p:nvPr/>
            </p:nvGrpSpPr>
            <p:grpSpPr>
              <a:xfrm>
                <a:off x="4762623" y="3837847"/>
                <a:ext cx="42416" cy="36273"/>
                <a:chOff x="4762623" y="3837847"/>
                <a:chExt cx="42416" cy="36273"/>
              </a:xfrm>
            </p:grpSpPr>
            <p:sp>
              <p:nvSpPr>
                <p:cNvPr id="8298" name="Google Shape;8298;p3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9" name="Google Shape;8299;p3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0" name="Google Shape;8300;p36"/>
              <p:cNvGrpSpPr/>
              <p:nvPr/>
            </p:nvGrpSpPr>
            <p:grpSpPr>
              <a:xfrm>
                <a:off x="4746044" y="4104966"/>
                <a:ext cx="33497" cy="28699"/>
                <a:chOff x="4746044" y="4104966"/>
                <a:chExt cx="33497" cy="28699"/>
              </a:xfrm>
            </p:grpSpPr>
            <p:sp>
              <p:nvSpPr>
                <p:cNvPr id="8301" name="Google Shape;8301;p3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2" name="Google Shape;8302;p3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3" name="Google Shape;8303;p36"/>
              <p:cNvGrpSpPr/>
              <p:nvPr/>
            </p:nvGrpSpPr>
            <p:grpSpPr>
              <a:xfrm>
                <a:off x="4859646" y="4162554"/>
                <a:ext cx="33591" cy="28762"/>
                <a:chOff x="4859646" y="4162554"/>
                <a:chExt cx="33591" cy="28762"/>
              </a:xfrm>
            </p:grpSpPr>
            <p:sp>
              <p:nvSpPr>
                <p:cNvPr id="8304" name="Google Shape;8304;p3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5" name="Google Shape;8305;p3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306" name="Google Shape;8306;p36"/>
            <p:cNvGrpSpPr/>
            <p:nvPr/>
          </p:nvGrpSpPr>
          <p:grpSpPr>
            <a:xfrm>
              <a:off x="3597785" y="3274438"/>
              <a:ext cx="855610" cy="1122099"/>
              <a:chOff x="3597785" y="3274438"/>
              <a:chExt cx="855610" cy="1122099"/>
            </a:xfrm>
          </p:grpSpPr>
          <p:grpSp>
            <p:nvGrpSpPr>
              <p:cNvPr id="8307" name="Google Shape;8307;p36"/>
              <p:cNvGrpSpPr/>
              <p:nvPr/>
            </p:nvGrpSpPr>
            <p:grpSpPr>
              <a:xfrm>
                <a:off x="3617857" y="3284717"/>
                <a:ext cx="826784" cy="1099165"/>
                <a:chOff x="3617857" y="3284717"/>
                <a:chExt cx="826784" cy="1099165"/>
              </a:xfrm>
            </p:grpSpPr>
            <p:sp>
              <p:nvSpPr>
                <p:cNvPr id="8308" name="Google Shape;8308;p3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3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36"/>
                <p:cNvSpPr/>
                <p:nvPr/>
              </p:nvSpPr>
              <p:spPr>
                <a:xfrm>
                  <a:off x="4230666" y="3943372"/>
                  <a:ext cx="15612" cy="77934"/>
                </a:xfrm>
                <a:custGeom>
                  <a:rect b="b" l="l" r="r" t="t"/>
                  <a:pathLst>
                    <a:path extrusionOk="0" fill="none" h="9909" w="1985">
                      <a:moveTo>
                        <a:pt x="1984" y="9908"/>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p3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2" name="Google Shape;8312;p36"/>
                <p:cNvSpPr/>
                <p:nvPr/>
              </p:nvSpPr>
              <p:spPr>
                <a:xfrm>
                  <a:off x="4234473" y="3939573"/>
                  <a:ext cx="143953" cy="22171"/>
                </a:xfrm>
                <a:custGeom>
                  <a:rect b="b" l="l" r="r" t="t"/>
                  <a:pathLst>
                    <a:path extrusionOk="0" fill="none" h="2819" w="18303">
                      <a:moveTo>
                        <a:pt x="0" y="0"/>
                      </a:moveTo>
                      <a:lnTo>
                        <a:pt x="18303" y="28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3" name="Google Shape;8313;p36"/>
                <p:cNvSpPr/>
                <p:nvPr/>
              </p:nvSpPr>
              <p:spPr>
                <a:xfrm>
                  <a:off x="4300405" y="4023579"/>
                  <a:ext cx="24264" cy="112650"/>
                </a:xfrm>
                <a:custGeom>
                  <a:rect b="b" l="l" r="r" t="t"/>
                  <a:pathLst>
                    <a:path extrusionOk="0" fill="none" h="14323" w="3085">
                      <a:moveTo>
                        <a:pt x="0" y="14323"/>
                      </a:moveTo>
                      <a:lnTo>
                        <a:pt x="3085"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4" name="Google Shape;8314;p36"/>
                <p:cNvSpPr/>
                <p:nvPr/>
              </p:nvSpPr>
              <p:spPr>
                <a:xfrm>
                  <a:off x="4324661" y="4019772"/>
                  <a:ext cx="40544" cy="140154"/>
                </a:xfrm>
                <a:custGeom>
                  <a:rect b="b" l="l" r="r" t="t"/>
                  <a:pathLst>
                    <a:path extrusionOk="0" fill="none" h="17820" w="5155">
                      <a:moveTo>
                        <a:pt x="1" y="1"/>
                      </a:moveTo>
                      <a:lnTo>
                        <a:pt x="5154" y="178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5" name="Google Shape;8315;p36"/>
                <p:cNvSpPr/>
                <p:nvPr/>
              </p:nvSpPr>
              <p:spPr>
                <a:xfrm>
                  <a:off x="4324661" y="4019772"/>
                  <a:ext cx="104282" cy="52522"/>
                </a:xfrm>
                <a:custGeom>
                  <a:rect b="b" l="l" r="r" t="t"/>
                  <a:pathLst>
                    <a:path extrusionOk="0" fill="none" h="6678" w="13259">
                      <a:moveTo>
                        <a:pt x="1" y="1"/>
                      </a:moveTo>
                      <a:lnTo>
                        <a:pt x="13259" y="667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6" name="Google Shape;8316;p36"/>
                <p:cNvSpPr/>
                <p:nvPr/>
              </p:nvSpPr>
              <p:spPr>
                <a:xfrm>
                  <a:off x="4328467" y="3989901"/>
                  <a:ext cx="113421" cy="29879"/>
                </a:xfrm>
                <a:custGeom>
                  <a:rect b="b" l="l" r="r" t="t"/>
                  <a:pathLst>
                    <a:path extrusionOk="0" fill="none" h="3799" w="14421">
                      <a:moveTo>
                        <a:pt x="14420" y="0"/>
                      </a:moveTo>
                      <a:lnTo>
                        <a:pt x="1" y="379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7" name="Google Shape;8317;p36"/>
                <p:cNvSpPr/>
                <p:nvPr/>
              </p:nvSpPr>
              <p:spPr>
                <a:xfrm>
                  <a:off x="4224193" y="4019772"/>
                  <a:ext cx="23886" cy="76975"/>
                </a:xfrm>
                <a:custGeom>
                  <a:rect b="b" l="l" r="r" t="t"/>
                  <a:pathLst>
                    <a:path extrusionOk="0" fill="none" h="9787" w="3037">
                      <a:moveTo>
                        <a:pt x="1" y="9787"/>
                      </a:moveTo>
                      <a:lnTo>
                        <a:pt x="3037"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8" name="Google Shape;8318;p36"/>
                <p:cNvSpPr/>
                <p:nvPr/>
              </p:nvSpPr>
              <p:spPr>
                <a:xfrm>
                  <a:off x="4248071" y="4019772"/>
                  <a:ext cx="52342" cy="116457"/>
                </a:xfrm>
                <a:custGeom>
                  <a:rect b="b" l="l" r="r" t="t"/>
                  <a:pathLst>
                    <a:path extrusionOk="0" fill="none" h="14807" w="6655">
                      <a:moveTo>
                        <a:pt x="1" y="1"/>
                      </a:moveTo>
                      <a:lnTo>
                        <a:pt x="6654" y="1480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9" name="Google Shape;8319;p36"/>
                <p:cNvSpPr/>
                <p:nvPr/>
              </p:nvSpPr>
              <p:spPr>
                <a:xfrm>
                  <a:off x="4300405" y="4138982"/>
                  <a:ext cx="6567" cy="119029"/>
                </a:xfrm>
                <a:custGeom>
                  <a:rect b="b" l="l" r="r" t="t"/>
                  <a:pathLst>
                    <a:path extrusionOk="0" fill="none" h="15134" w="835">
                      <a:moveTo>
                        <a:pt x="0" y="1"/>
                      </a:moveTo>
                      <a:lnTo>
                        <a:pt x="835" y="1513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0" name="Google Shape;8320;p36"/>
                <p:cNvSpPr/>
                <p:nvPr/>
              </p:nvSpPr>
              <p:spPr>
                <a:xfrm>
                  <a:off x="4219726" y="4200164"/>
                  <a:ext cx="85343" cy="60513"/>
                </a:xfrm>
                <a:custGeom>
                  <a:rect b="b" l="l" r="r" t="t"/>
                  <a:pathLst>
                    <a:path extrusionOk="0" fill="none" h="7694" w="10851">
                      <a:moveTo>
                        <a:pt x="0" y="0"/>
                      </a:moveTo>
                      <a:lnTo>
                        <a:pt x="10851" y="769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1" name="Google Shape;8321;p36"/>
                <p:cNvSpPr/>
                <p:nvPr/>
              </p:nvSpPr>
              <p:spPr>
                <a:xfrm>
                  <a:off x="4223430" y="4137275"/>
                  <a:ext cx="81930" cy="15132"/>
                </a:xfrm>
                <a:custGeom>
                  <a:rect b="b" l="l" r="r" t="t"/>
                  <a:pathLst>
                    <a:path extrusionOk="0" fill="none" h="1924" w="10417">
                      <a:moveTo>
                        <a:pt x="1" y="1923"/>
                      </a:moveTo>
                      <a:lnTo>
                        <a:pt x="1041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2" name="Google Shape;8322;p36"/>
                <p:cNvSpPr/>
                <p:nvPr/>
              </p:nvSpPr>
              <p:spPr>
                <a:xfrm>
                  <a:off x="4303638" y="4138982"/>
                  <a:ext cx="59947" cy="23894"/>
                </a:xfrm>
                <a:custGeom>
                  <a:rect b="b" l="l" r="r" t="t"/>
                  <a:pathLst>
                    <a:path extrusionOk="0" fill="none" h="3038" w="7622">
                      <a:moveTo>
                        <a:pt x="7621" y="3037"/>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3" name="Google Shape;8323;p36"/>
                <p:cNvSpPr/>
                <p:nvPr/>
              </p:nvSpPr>
              <p:spPr>
                <a:xfrm>
                  <a:off x="4201644" y="4267237"/>
                  <a:ext cx="39970" cy="77164"/>
                </a:xfrm>
                <a:custGeom>
                  <a:rect b="b" l="l" r="r" t="t"/>
                  <a:pathLst>
                    <a:path extrusionOk="0" fill="none" h="9811" w="5082">
                      <a:moveTo>
                        <a:pt x="1" y="0"/>
                      </a:moveTo>
                      <a:lnTo>
                        <a:pt x="5081" y="981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p36"/>
                <p:cNvSpPr/>
                <p:nvPr/>
              </p:nvSpPr>
              <p:spPr>
                <a:xfrm>
                  <a:off x="4203831" y="4258003"/>
                  <a:ext cx="103142" cy="9241"/>
                </a:xfrm>
                <a:custGeom>
                  <a:rect b="b" l="l" r="r" t="t"/>
                  <a:pathLst>
                    <a:path extrusionOk="0" fill="none" h="1175" w="13114">
                      <a:moveTo>
                        <a:pt x="1" y="1174"/>
                      </a:moveTo>
                      <a:lnTo>
                        <a:pt x="1311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36"/>
                <p:cNvSpPr/>
                <p:nvPr/>
              </p:nvSpPr>
              <p:spPr>
                <a:xfrm>
                  <a:off x="4179001" y="3943372"/>
                  <a:ext cx="51673" cy="104951"/>
                </a:xfrm>
                <a:custGeom>
                  <a:rect b="b" l="l" r="r" t="t"/>
                  <a:pathLst>
                    <a:path extrusionOk="0" fill="none" h="13344" w="6570">
                      <a:moveTo>
                        <a:pt x="1" y="13344"/>
                      </a:moveTo>
                      <a:lnTo>
                        <a:pt x="656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6" name="Google Shape;8326;p36"/>
                <p:cNvSpPr/>
                <p:nvPr/>
              </p:nvSpPr>
              <p:spPr>
                <a:xfrm>
                  <a:off x="4248071" y="4019772"/>
                  <a:ext cx="76597" cy="8"/>
                </a:xfrm>
                <a:custGeom>
                  <a:rect b="b" l="l" r="r" t="t"/>
                  <a:pathLst>
                    <a:path extrusionOk="0" fill="none" h="1" w="9739">
                      <a:moveTo>
                        <a:pt x="1" y="1"/>
                      </a:moveTo>
                      <a:lnTo>
                        <a:pt x="973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7" name="Google Shape;8327;p36"/>
                <p:cNvSpPr/>
                <p:nvPr/>
              </p:nvSpPr>
              <p:spPr>
                <a:xfrm>
                  <a:off x="4219529" y="4138982"/>
                  <a:ext cx="84116" cy="63282"/>
                </a:xfrm>
                <a:custGeom>
                  <a:rect b="b" l="l" r="r" t="t"/>
                  <a:pathLst>
                    <a:path extrusionOk="0" fill="none" h="8046" w="10695">
                      <a:moveTo>
                        <a:pt x="1" y="8045"/>
                      </a:moveTo>
                      <a:lnTo>
                        <a:pt x="1069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8" name="Google Shape;8328;p36"/>
                <p:cNvSpPr/>
                <p:nvPr/>
              </p:nvSpPr>
              <p:spPr>
                <a:xfrm>
                  <a:off x="3654964" y="3289853"/>
                  <a:ext cx="46820" cy="63848"/>
                </a:xfrm>
                <a:custGeom>
                  <a:rect b="b" l="l" r="r" t="t"/>
                  <a:pathLst>
                    <a:path extrusionOk="0" fill="none" h="8118" w="5953">
                      <a:moveTo>
                        <a:pt x="1" y="0"/>
                      </a:moveTo>
                      <a:lnTo>
                        <a:pt x="5952" y="811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9" name="Google Shape;8329;p36"/>
                <p:cNvSpPr/>
                <p:nvPr/>
              </p:nvSpPr>
              <p:spPr>
                <a:xfrm>
                  <a:off x="3619760" y="3353693"/>
                  <a:ext cx="85736" cy="36730"/>
                </a:xfrm>
                <a:custGeom>
                  <a:rect b="b" l="l" r="r" t="t"/>
                  <a:pathLst>
                    <a:path extrusionOk="0" fill="none" h="4670" w="10901">
                      <a:moveTo>
                        <a:pt x="1" y="4670"/>
                      </a:moveTo>
                      <a:lnTo>
                        <a:pt x="1090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p36"/>
                <p:cNvSpPr/>
                <p:nvPr/>
              </p:nvSpPr>
              <p:spPr>
                <a:xfrm>
                  <a:off x="3703011" y="3354739"/>
                  <a:ext cx="70415" cy="79350"/>
                </a:xfrm>
                <a:custGeom>
                  <a:rect b="b" l="l" r="r" t="t"/>
                  <a:pathLst>
                    <a:path extrusionOk="0" fill="none" h="10089" w="8953">
                      <a:moveTo>
                        <a:pt x="1" y="0"/>
                      </a:moveTo>
                      <a:lnTo>
                        <a:pt x="8952" y="1008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36"/>
                <p:cNvSpPr/>
                <p:nvPr/>
              </p:nvSpPr>
              <p:spPr>
                <a:xfrm>
                  <a:off x="3779884" y="3366443"/>
                  <a:ext cx="34449" cy="67647"/>
                </a:xfrm>
                <a:custGeom>
                  <a:rect b="b" l="l" r="r" t="t"/>
                  <a:pathLst>
                    <a:path extrusionOk="0" fill="none" h="8601" w="4380">
                      <a:moveTo>
                        <a:pt x="1" y="8601"/>
                      </a:moveTo>
                      <a:lnTo>
                        <a:pt x="438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2" name="Google Shape;8332;p36"/>
                <p:cNvSpPr/>
                <p:nvPr/>
              </p:nvSpPr>
              <p:spPr>
                <a:xfrm>
                  <a:off x="3701776" y="3353693"/>
                  <a:ext cx="116363" cy="12757"/>
                </a:xfrm>
                <a:custGeom>
                  <a:rect b="b" l="l" r="r" t="t"/>
                  <a:pathLst>
                    <a:path extrusionOk="0" fill="none" h="1622" w="14795">
                      <a:moveTo>
                        <a:pt x="14795" y="1621"/>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p36"/>
                <p:cNvSpPr/>
                <p:nvPr/>
              </p:nvSpPr>
              <p:spPr>
                <a:xfrm>
                  <a:off x="3701776" y="3313063"/>
                  <a:ext cx="227204" cy="40638"/>
                </a:xfrm>
                <a:custGeom>
                  <a:rect b="b" l="l" r="r" t="t"/>
                  <a:pathLst>
                    <a:path extrusionOk="0" fill="none" h="5167" w="28888">
                      <a:moveTo>
                        <a:pt x="28887" y="1"/>
                      </a:moveTo>
                      <a:lnTo>
                        <a:pt x="0" y="51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36"/>
                <p:cNvSpPr/>
                <p:nvPr/>
              </p:nvSpPr>
              <p:spPr>
                <a:xfrm>
                  <a:off x="3888633" y="3313063"/>
                  <a:ext cx="40347" cy="114467"/>
                </a:xfrm>
                <a:custGeom>
                  <a:rect b="b" l="l" r="r" t="t"/>
                  <a:pathLst>
                    <a:path extrusionOk="0" fill="none" h="14554" w="5130">
                      <a:moveTo>
                        <a:pt x="5129" y="1"/>
                      </a:moveTo>
                      <a:lnTo>
                        <a:pt x="0" y="1455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p36"/>
                <p:cNvSpPr/>
                <p:nvPr/>
              </p:nvSpPr>
              <p:spPr>
                <a:xfrm>
                  <a:off x="3814325" y="3366443"/>
                  <a:ext cx="74316" cy="61087"/>
                </a:xfrm>
                <a:custGeom>
                  <a:rect b="b" l="l" r="r" t="t"/>
                  <a:pathLst>
                    <a:path extrusionOk="0" fill="none" h="7767" w="9449">
                      <a:moveTo>
                        <a:pt x="1" y="0"/>
                      </a:moveTo>
                      <a:lnTo>
                        <a:pt x="9448" y="77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6" name="Google Shape;8336;p36"/>
                <p:cNvSpPr/>
                <p:nvPr/>
              </p:nvSpPr>
              <p:spPr>
                <a:xfrm>
                  <a:off x="3838399" y="3427522"/>
                  <a:ext cx="50242" cy="67749"/>
                </a:xfrm>
                <a:custGeom>
                  <a:rect b="b" l="l" r="r" t="t"/>
                  <a:pathLst>
                    <a:path extrusionOk="0" fill="none" h="8614" w="6388">
                      <a:moveTo>
                        <a:pt x="0" y="8613"/>
                      </a:moveTo>
                      <a:lnTo>
                        <a:pt x="638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36"/>
                <p:cNvSpPr/>
                <p:nvPr/>
              </p:nvSpPr>
              <p:spPr>
                <a:xfrm>
                  <a:off x="3814325" y="3313063"/>
                  <a:ext cx="114656" cy="53388"/>
                </a:xfrm>
                <a:custGeom>
                  <a:rect b="b" l="l" r="r" t="t"/>
                  <a:pathLst>
                    <a:path extrusionOk="0" fill="none" h="6788" w="14578">
                      <a:moveTo>
                        <a:pt x="1" y="6787"/>
                      </a:moveTo>
                      <a:lnTo>
                        <a:pt x="14577"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8" name="Google Shape;8338;p36"/>
                <p:cNvSpPr/>
                <p:nvPr/>
              </p:nvSpPr>
              <p:spPr>
                <a:xfrm>
                  <a:off x="3888633" y="3427522"/>
                  <a:ext cx="55377" cy="76212"/>
                </a:xfrm>
                <a:custGeom>
                  <a:rect b="b" l="l" r="r" t="t"/>
                  <a:pathLst>
                    <a:path extrusionOk="0" fill="none" h="9690" w="7041">
                      <a:moveTo>
                        <a:pt x="0" y="0"/>
                      </a:moveTo>
                      <a:lnTo>
                        <a:pt x="7041" y="969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9" name="Google Shape;8339;p36"/>
                <p:cNvSpPr/>
                <p:nvPr/>
              </p:nvSpPr>
              <p:spPr>
                <a:xfrm>
                  <a:off x="3944003" y="3406208"/>
                  <a:ext cx="40631" cy="97526"/>
                </a:xfrm>
                <a:custGeom>
                  <a:rect b="b" l="l" r="r" t="t"/>
                  <a:pathLst>
                    <a:path extrusionOk="0" fill="none" h="12400" w="5166">
                      <a:moveTo>
                        <a:pt x="1" y="12400"/>
                      </a:moveTo>
                      <a:lnTo>
                        <a:pt x="516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36"/>
                <p:cNvSpPr/>
                <p:nvPr/>
              </p:nvSpPr>
              <p:spPr>
                <a:xfrm>
                  <a:off x="3984625" y="3357500"/>
                  <a:ext cx="55291" cy="48716"/>
                </a:xfrm>
                <a:custGeom>
                  <a:rect b="b" l="l" r="r" t="t"/>
                  <a:pathLst>
                    <a:path extrusionOk="0" fill="none" h="6194" w="7030">
                      <a:moveTo>
                        <a:pt x="1" y="6194"/>
                      </a:moveTo>
                      <a:lnTo>
                        <a:pt x="702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1" name="Google Shape;8341;p36"/>
                <p:cNvSpPr/>
                <p:nvPr/>
              </p:nvSpPr>
              <p:spPr>
                <a:xfrm>
                  <a:off x="3888633" y="3406208"/>
                  <a:ext cx="96000" cy="21322"/>
                </a:xfrm>
                <a:custGeom>
                  <a:rect b="b" l="l" r="r" t="t"/>
                  <a:pathLst>
                    <a:path extrusionOk="0" fill="none" h="2711" w="12206">
                      <a:moveTo>
                        <a:pt x="0" y="2710"/>
                      </a:moveTo>
                      <a:lnTo>
                        <a:pt x="1220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2" name="Google Shape;8342;p36"/>
                <p:cNvSpPr/>
                <p:nvPr/>
              </p:nvSpPr>
              <p:spPr>
                <a:xfrm>
                  <a:off x="3984625" y="3406208"/>
                  <a:ext cx="42251" cy="136348"/>
                </a:xfrm>
                <a:custGeom>
                  <a:rect b="b" l="l" r="r" t="t"/>
                  <a:pathLst>
                    <a:path extrusionOk="0" fill="none" h="17336" w="5372">
                      <a:moveTo>
                        <a:pt x="1" y="1"/>
                      </a:moveTo>
                      <a:lnTo>
                        <a:pt x="5372" y="173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36"/>
                <p:cNvSpPr/>
                <p:nvPr/>
              </p:nvSpPr>
              <p:spPr>
                <a:xfrm>
                  <a:off x="4026868" y="3427522"/>
                  <a:ext cx="35597" cy="115033"/>
                </a:xfrm>
                <a:custGeom>
                  <a:rect b="b" l="l" r="r" t="t"/>
                  <a:pathLst>
                    <a:path extrusionOk="0" fill="none" h="14626" w="4526">
                      <a:moveTo>
                        <a:pt x="1" y="14625"/>
                      </a:moveTo>
                      <a:lnTo>
                        <a:pt x="4525"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p36"/>
                <p:cNvSpPr/>
                <p:nvPr/>
              </p:nvSpPr>
              <p:spPr>
                <a:xfrm>
                  <a:off x="3876261" y="3542548"/>
                  <a:ext cx="150615" cy="52051"/>
                </a:xfrm>
                <a:custGeom>
                  <a:rect b="b" l="l" r="r" t="t"/>
                  <a:pathLst>
                    <a:path extrusionOk="0" fill="none" h="6618" w="19150">
                      <a:moveTo>
                        <a:pt x="1" y="6617"/>
                      </a:moveTo>
                      <a:lnTo>
                        <a:pt x="1915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36"/>
                <p:cNvSpPr/>
                <p:nvPr/>
              </p:nvSpPr>
              <p:spPr>
                <a:xfrm>
                  <a:off x="4006702" y="3542548"/>
                  <a:ext cx="20174" cy="99044"/>
                </a:xfrm>
                <a:custGeom>
                  <a:rect b="b" l="l" r="r" t="t"/>
                  <a:pathLst>
                    <a:path extrusionOk="0" fill="none" h="12593" w="2565">
                      <a:moveTo>
                        <a:pt x="2565" y="0"/>
                      </a:moveTo>
                      <a:lnTo>
                        <a:pt x="0" y="1259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p36"/>
                <p:cNvSpPr/>
                <p:nvPr/>
              </p:nvSpPr>
              <p:spPr>
                <a:xfrm>
                  <a:off x="3912700" y="3641584"/>
                  <a:ext cx="97817" cy="41779"/>
                </a:xfrm>
                <a:custGeom>
                  <a:rect b="b" l="l" r="r" t="t"/>
                  <a:pathLst>
                    <a:path extrusionOk="0" fill="none" h="5312" w="12437">
                      <a:moveTo>
                        <a:pt x="1" y="5311"/>
                      </a:moveTo>
                      <a:lnTo>
                        <a:pt x="1243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7" name="Google Shape;8347;p36"/>
                <p:cNvSpPr/>
                <p:nvPr/>
              </p:nvSpPr>
              <p:spPr>
                <a:xfrm>
                  <a:off x="3875601" y="3503726"/>
                  <a:ext cx="68410" cy="89158"/>
                </a:xfrm>
                <a:custGeom>
                  <a:rect b="b" l="l" r="r" t="t"/>
                  <a:pathLst>
                    <a:path extrusionOk="0" fill="none" h="11336" w="8698">
                      <a:moveTo>
                        <a:pt x="8698" y="1"/>
                      </a:moveTo>
                      <a:lnTo>
                        <a:pt x="0" y="113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8" name="Google Shape;8348;p36"/>
                <p:cNvSpPr/>
                <p:nvPr/>
              </p:nvSpPr>
              <p:spPr>
                <a:xfrm>
                  <a:off x="3944003" y="3503726"/>
                  <a:ext cx="89441" cy="36163"/>
                </a:xfrm>
                <a:custGeom>
                  <a:rect b="b" l="l" r="r" t="t"/>
                  <a:pathLst>
                    <a:path extrusionOk="0" fill="none" h="4598" w="11372">
                      <a:moveTo>
                        <a:pt x="1" y="1"/>
                      </a:moveTo>
                      <a:lnTo>
                        <a:pt x="11372" y="459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9" name="Google Shape;8349;p36"/>
                <p:cNvSpPr/>
                <p:nvPr/>
              </p:nvSpPr>
              <p:spPr>
                <a:xfrm>
                  <a:off x="4033436" y="3490599"/>
                  <a:ext cx="132824" cy="49290"/>
                </a:xfrm>
                <a:custGeom>
                  <a:rect b="b" l="l" r="r" t="t"/>
                  <a:pathLst>
                    <a:path extrusionOk="0" fill="none" h="6267" w="16888">
                      <a:moveTo>
                        <a:pt x="1" y="6267"/>
                      </a:moveTo>
                      <a:lnTo>
                        <a:pt x="1688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p36"/>
                <p:cNvSpPr/>
                <p:nvPr/>
              </p:nvSpPr>
              <p:spPr>
                <a:xfrm>
                  <a:off x="4166252" y="3490599"/>
                  <a:ext cx="73459" cy="95528"/>
                </a:xfrm>
                <a:custGeom>
                  <a:rect b="b" l="l" r="r" t="t"/>
                  <a:pathLst>
                    <a:path extrusionOk="0" fill="none" h="12146" w="9340">
                      <a:moveTo>
                        <a:pt x="1" y="0"/>
                      </a:moveTo>
                      <a:lnTo>
                        <a:pt x="9339" y="121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36"/>
                <p:cNvSpPr/>
                <p:nvPr/>
              </p:nvSpPr>
              <p:spPr>
                <a:xfrm>
                  <a:off x="4027726" y="3539882"/>
                  <a:ext cx="211985" cy="39970"/>
                </a:xfrm>
                <a:custGeom>
                  <a:rect b="b" l="l" r="r" t="t"/>
                  <a:pathLst>
                    <a:path extrusionOk="0" fill="none" h="5082" w="26953">
                      <a:moveTo>
                        <a:pt x="26952" y="5081"/>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36"/>
                <p:cNvSpPr/>
                <p:nvPr/>
              </p:nvSpPr>
              <p:spPr>
                <a:xfrm>
                  <a:off x="4027726" y="3539882"/>
                  <a:ext cx="99720" cy="174878"/>
                </a:xfrm>
                <a:custGeom>
                  <a:rect b="b" l="l" r="r" t="t"/>
                  <a:pathLst>
                    <a:path extrusionOk="0" fill="none" h="22235" w="12679">
                      <a:moveTo>
                        <a:pt x="1" y="1"/>
                      </a:moveTo>
                      <a:lnTo>
                        <a:pt x="12678" y="2223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36"/>
                <p:cNvSpPr/>
                <p:nvPr/>
              </p:nvSpPr>
              <p:spPr>
                <a:xfrm>
                  <a:off x="4027726" y="3539882"/>
                  <a:ext cx="159754" cy="111707"/>
                </a:xfrm>
                <a:custGeom>
                  <a:rect b="b" l="l" r="r" t="t"/>
                  <a:pathLst>
                    <a:path extrusionOk="0" fill="none" h="14203" w="20312">
                      <a:moveTo>
                        <a:pt x="1" y="1"/>
                      </a:moveTo>
                      <a:lnTo>
                        <a:pt x="20311" y="142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p36"/>
                <p:cNvSpPr/>
                <p:nvPr/>
              </p:nvSpPr>
              <p:spPr>
                <a:xfrm>
                  <a:off x="4006702" y="3641584"/>
                  <a:ext cx="120743" cy="73176"/>
                </a:xfrm>
                <a:custGeom>
                  <a:rect b="b" l="l" r="r" t="t"/>
                  <a:pathLst>
                    <a:path extrusionOk="0" fill="none" h="9304" w="15352">
                      <a:moveTo>
                        <a:pt x="0" y="1"/>
                      </a:moveTo>
                      <a:lnTo>
                        <a:pt x="15351" y="930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5" name="Google Shape;8355;p36"/>
                <p:cNvSpPr/>
                <p:nvPr/>
              </p:nvSpPr>
              <p:spPr>
                <a:xfrm>
                  <a:off x="4006702" y="3641584"/>
                  <a:ext cx="39773" cy="140249"/>
                </a:xfrm>
                <a:custGeom>
                  <a:rect b="b" l="l" r="r" t="t"/>
                  <a:pathLst>
                    <a:path extrusionOk="0" fill="none" h="17832" w="5057">
                      <a:moveTo>
                        <a:pt x="5057" y="17832"/>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6" name="Google Shape;8356;p36"/>
                <p:cNvSpPr/>
                <p:nvPr/>
              </p:nvSpPr>
              <p:spPr>
                <a:xfrm>
                  <a:off x="3996423" y="3784585"/>
                  <a:ext cx="51862" cy="10280"/>
                </a:xfrm>
                <a:custGeom>
                  <a:rect b="b" l="l" r="r" t="t"/>
                  <a:pathLst>
                    <a:path extrusionOk="0" fill="none" h="1307" w="6594">
                      <a:moveTo>
                        <a:pt x="1" y="1307"/>
                      </a:moveTo>
                      <a:lnTo>
                        <a:pt x="659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p36"/>
                <p:cNvSpPr/>
                <p:nvPr/>
              </p:nvSpPr>
              <p:spPr>
                <a:xfrm>
                  <a:off x="4048277" y="3784585"/>
                  <a:ext cx="47583" cy="68890"/>
                </a:xfrm>
                <a:custGeom>
                  <a:rect b="b" l="l" r="r" t="t"/>
                  <a:pathLst>
                    <a:path extrusionOk="0" fill="none" h="8759" w="6050">
                      <a:moveTo>
                        <a:pt x="1" y="0"/>
                      </a:moveTo>
                      <a:lnTo>
                        <a:pt x="6049" y="875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36"/>
                <p:cNvSpPr/>
                <p:nvPr/>
              </p:nvSpPr>
              <p:spPr>
                <a:xfrm>
                  <a:off x="4095947" y="3788392"/>
                  <a:ext cx="10280" cy="64894"/>
                </a:xfrm>
                <a:custGeom>
                  <a:rect b="b" l="l" r="r" t="t"/>
                  <a:pathLst>
                    <a:path extrusionOk="0" fill="none" h="8251" w="1307">
                      <a:moveTo>
                        <a:pt x="0" y="8250"/>
                      </a:moveTo>
                      <a:lnTo>
                        <a:pt x="130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p36"/>
                <p:cNvSpPr/>
                <p:nvPr/>
              </p:nvSpPr>
              <p:spPr>
                <a:xfrm>
                  <a:off x="4095852" y="3853467"/>
                  <a:ext cx="45672" cy="15895"/>
                </a:xfrm>
                <a:custGeom>
                  <a:rect b="b" l="l" r="r" t="t"/>
                  <a:pathLst>
                    <a:path extrusionOk="0" fill="none" h="2021" w="5807">
                      <a:moveTo>
                        <a:pt x="0" y="0"/>
                      </a:moveTo>
                      <a:lnTo>
                        <a:pt x="5807" y="20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0" name="Google Shape;8360;p36"/>
                <p:cNvSpPr/>
                <p:nvPr/>
              </p:nvSpPr>
              <p:spPr>
                <a:xfrm>
                  <a:off x="4138567" y="3868308"/>
                  <a:ext cx="16469" cy="101710"/>
                </a:xfrm>
                <a:custGeom>
                  <a:rect b="b" l="l" r="r" t="t"/>
                  <a:pathLst>
                    <a:path extrusionOk="0" fill="none" h="12932" w="2094">
                      <a:moveTo>
                        <a:pt x="1" y="1"/>
                      </a:moveTo>
                      <a:lnTo>
                        <a:pt x="2093" y="1293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p36"/>
                <p:cNvSpPr/>
                <p:nvPr/>
              </p:nvSpPr>
              <p:spPr>
                <a:xfrm>
                  <a:off x="3875601" y="3592876"/>
                  <a:ext cx="131110" cy="48716"/>
                </a:xfrm>
                <a:custGeom>
                  <a:rect b="b" l="l" r="r" t="t"/>
                  <a:pathLst>
                    <a:path extrusionOk="0" fill="none" h="6194" w="16670">
                      <a:moveTo>
                        <a:pt x="0" y="0"/>
                      </a:moveTo>
                      <a:lnTo>
                        <a:pt x="16669" y="619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p36"/>
                <p:cNvSpPr/>
                <p:nvPr/>
              </p:nvSpPr>
              <p:spPr>
                <a:xfrm>
                  <a:off x="4164828" y="3394410"/>
                  <a:ext cx="26458" cy="93153"/>
                </a:xfrm>
                <a:custGeom>
                  <a:rect b="b" l="l" r="r" t="t"/>
                  <a:pathLst>
                    <a:path extrusionOk="0" fill="none" h="11844" w="3364">
                      <a:moveTo>
                        <a:pt x="0" y="11843"/>
                      </a:moveTo>
                      <a:lnTo>
                        <a:pt x="336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36"/>
                <p:cNvSpPr/>
                <p:nvPr/>
              </p:nvSpPr>
              <p:spPr>
                <a:xfrm>
                  <a:off x="4191278" y="3394410"/>
                  <a:ext cx="86586" cy="52719"/>
                </a:xfrm>
                <a:custGeom>
                  <a:rect b="b" l="l" r="r" t="t"/>
                  <a:pathLst>
                    <a:path extrusionOk="0" fill="none" h="6703" w="11009">
                      <a:moveTo>
                        <a:pt x="0" y="1"/>
                      </a:moveTo>
                      <a:lnTo>
                        <a:pt x="11008" y="67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64" name="Google Shape;8364;p36"/>
              <p:cNvGrpSpPr/>
              <p:nvPr/>
            </p:nvGrpSpPr>
            <p:grpSpPr>
              <a:xfrm>
                <a:off x="4180904" y="4251758"/>
                <a:ext cx="37783" cy="32420"/>
                <a:chOff x="4180904" y="4251758"/>
                <a:chExt cx="37783" cy="32420"/>
              </a:xfrm>
            </p:grpSpPr>
            <p:sp>
              <p:nvSpPr>
                <p:cNvPr id="8365" name="Google Shape;8365;p3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p3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67" name="Google Shape;8367;p36"/>
              <p:cNvGrpSpPr/>
              <p:nvPr/>
            </p:nvGrpSpPr>
            <p:grpSpPr>
              <a:xfrm>
                <a:off x="4201644" y="4081324"/>
                <a:ext cx="37783" cy="32364"/>
                <a:chOff x="4201644" y="4081324"/>
                <a:chExt cx="37783" cy="32364"/>
              </a:xfrm>
            </p:grpSpPr>
            <p:sp>
              <p:nvSpPr>
                <p:cNvPr id="8368" name="Google Shape;8368;p3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9" name="Google Shape;8369;p3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0" name="Google Shape;8370;p36"/>
              <p:cNvGrpSpPr/>
              <p:nvPr/>
            </p:nvGrpSpPr>
            <p:grpSpPr>
              <a:xfrm>
                <a:off x="4284416" y="3887428"/>
                <a:ext cx="37783" cy="32451"/>
                <a:chOff x="4284416" y="3887428"/>
                <a:chExt cx="37783" cy="32451"/>
              </a:xfrm>
            </p:grpSpPr>
            <p:sp>
              <p:nvSpPr>
                <p:cNvPr id="8371" name="Google Shape;8371;p3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2" name="Google Shape;8372;p3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3" name="Google Shape;8373;p36"/>
              <p:cNvGrpSpPr/>
              <p:nvPr/>
            </p:nvGrpSpPr>
            <p:grpSpPr>
              <a:xfrm>
                <a:off x="4223721" y="3860404"/>
                <a:ext cx="37870" cy="32364"/>
                <a:chOff x="4223721" y="3860404"/>
                <a:chExt cx="37870" cy="32364"/>
              </a:xfrm>
            </p:grpSpPr>
            <p:sp>
              <p:nvSpPr>
                <p:cNvPr id="8374" name="Google Shape;8374;p3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3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6" name="Google Shape;8376;p36"/>
              <p:cNvGrpSpPr/>
              <p:nvPr/>
            </p:nvGrpSpPr>
            <p:grpSpPr>
              <a:xfrm>
                <a:off x="4104889" y="3699242"/>
                <a:ext cx="37776" cy="32357"/>
                <a:chOff x="4104889" y="3699242"/>
                <a:chExt cx="37776" cy="32357"/>
              </a:xfrm>
            </p:grpSpPr>
            <p:sp>
              <p:nvSpPr>
                <p:cNvPr id="8377" name="Google Shape;8377;p3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8" name="Google Shape;8378;p3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9" name="Google Shape;8379;p36"/>
              <p:cNvGrpSpPr/>
              <p:nvPr/>
            </p:nvGrpSpPr>
            <p:grpSpPr>
              <a:xfrm>
                <a:off x="4143608" y="3475121"/>
                <a:ext cx="37878" cy="32420"/>
                <a:chOff x="4143608" y="3475121"/>
                <a:chExt cx="37878" cy="32420"/>
              </a:xfrm>
            </p:grpSpPr>
            <p:sp>
              <p:nvSpPr>
                <p:cNvPr id="8380" name="Google Shape;8380;p3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p3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2" name="Google Shape;8382;p36"/>
              <p:cNvGrpSpPr/>
              <p:nvPr/>
            </p:nvGrpSpPr>
            <p:grpSpPr>
              <a:xfrm>
                <a:off x="4217248" y="3570893"/>
                <a:ext cx="37776" cy="32364"/>
                <a:chOff x="4217248" y="3570893"/>
                <a:chExt cx="37776" cy="32364"/>
              </a:xfrm>
            </p:grpSpPr>
            <p:sp>
              <p:nvSpPr>
                <p:cNvPr id="8383" name="Google Shape;8383;p3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4" name="Google Shape;8384;p3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5" name="Google Shape;8385;p36"/>
              <p:cNvGrpSpPr/>
              <p:nvPr/>
            </p:nvGrpSpPr>
            <p:grpSpPr>
              <a:xfrm>
                <a:off x="4255307" y="3431612"/>
                <a:ext cx="37776" cy="32451"/>
                <a:chOff x="4255307" y="3431612"/>
                <a:chExt cx="37776" cy="32451"/>
              </a:xfrm>
            </p:grpSpPr>
            <p:sp>
              <p:nvSpPr>
                <p:cNvPr id="8386" name="Google Shape;8386;p3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7" name="Google Shape;8387;p3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8" name="Google Shape;8388;p36"/>
              <p:cNvGrpSpPr/>
              <p:nvPr/>
            </p:nvGrpSpPr>
            <p:grpSpPr>
              <a:xfrm>
                <a:off x="3853052" y="3577398"/>
                <a:ext cx="37776" cy="32420"/>
                <a:chOff x="3853052" y="3577398"/>
                <a:chExt cx="37776" cy="32420"/>
              </a:xfrm>
            </p:grpSpPr>
            <p:sp>
              <p:nvSpPr>
                <p:cNvPr id="8389" name="Google Shape;8389;p3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0" name="Google Shape;8390;p3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91" name="Google Shape;8391;p36"/>
              <p:cNvGrpSpPr/>
              <p:nvPr/>
            </p:nvGrpSpPr>
            <p:grpSpPr>
              <a:xfrm>
                <a:off x="4039908" y="3412107"/>
                <a:ext cx="37776" cy="32357"/>
                <a:chOff x="4039908" y="3412107"/>
                <a:chExt cx="37776" cy="32357"/>
              </a:xfrm>
            </p:grpSpPr>
            <p:sp>
              <p:nvSpPr>
                <p:cNvPr id="8392" name="Google Shape;8392;p3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p3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94" name="Google Shape;8394;p36"/>
              <p:cNvGrpSpPr/>
              <p:nvPr/>
            </p:nvGrpSpPr>
            <p:grpSpPr>
              <a:xfrm>
                <a:off x="4017360" y="3342061"/>
                <a:ext cx="37870" cy="32380"/>
                <a:chOff x="4017360" y="3342061"/>
                <a:chExt cx="37870" cy="32380"/>
              </a:xfrm>
            </p:grpSpPr>
            <p:sp>
              <p:nvSpPr>
                <p:cNvPr id="8395" name="Google Shape;8395;p3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6" name="Google Shape;8396;p3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397" name="Google Shape;8397;p3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3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99" name="Google Shape;8399;p36"/>
              <p:cNvGrpSpPr/>
              <p:nvPr/>
            </p:nvGrpSpPr>
            <p:grpSpPr>
              <a:xfrm>
                <a:off x="3750870" y="3418650"/>
                <a:ext cx="37776" cy="32380"/>
                <a:chOff x="3750870" y="3418650"/>
                <a:chExt cx="37776" cy="32380"/>
              </a:xfrm>
            </p:grpSpPr>
            <p:sp>
              <p:nvSpPr>
                <p:cNvPr id="8400" name="Google Shape;8400;p3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p3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2" name="Google Shape;8402;p36"/>
              <p:cNvGrpSpPr/>
              <p:nvPr/>
            </p:nvGrpSpPr>
            <p:grpSpPr>
              <a:xfrm>
                <a:off x="3632509" y="3274438"/>
                <a:ext cx="37783" cy="32357"/>
                <a:chOff x="3632509" y="3274438"/>
                <a:chExt cx="37783" cy="32357"/>
              </a:xfrm>
            </p:grpSpPr>
            <p:sp>
              <p:nvSpPr>
                <p:cNvPr id="8403" name="Google Shape;8403;p3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3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5" name="Google Shape;8405;p36"/>
              <p:cNvGrpSpPr/>
              <p:nvPr/>
            </p:nvGrpSpPr>
            <p:grpSpPr>
              <a:xfrm>
                <a:off x="3906424" y="3297561"/>
                <a:ext cx="37776" cy="32451"/>
                <a:chOff x="3906424" y="3297561"/>
                <a:chExt cx="37776" cy="32451"/>
              </a:xfrm>
            </p:grpSpPr>
            <p:sp>
              <p:nvSpPr>
                <p:cNvPr id="8406" name="Google Shape;8406;p3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3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8" name="Google Shape;8408;p36"/>
              <p:cNvGrpSpPr/>
              <p:nvPr/>
            </p:nvGrpSpPr>
            <p:grpSpPr>
              <a:xfrm>
                <a:off x="3866084" y="3412107"/>
                <a:ext cx="37776" cy="32357"/>
                <a:chOff x="3866084" y="3412107"/>
                <a:chExt cx="37776" cy="32357"/>
              </a:xfrm>
            </p:grpSpPr>
            <p:sp>
              <p:nvSpPr>
                <p:cNvPr id="8409" name="Google Shape;8409;p3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p3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1" name="Google Shape;8411;p36"/>
              <p:cNvGrpSpPr/>
              <p:nvPr/>
            </p:nvGrpSpPr>
            <p:grpSpPr>
              <a:xfrm>
                <a:off x="4023919" y="3766409"/>
                <a:ext cx="37783" cy="32357"/>
                <a:chOff x="4023919" y="3766409"/>
                <a:chExt cx="37783" cy="32357"/>
              </a:xfrm>
            </p:grpSpPr>
            <p:sp>
              <p:nvSpPr>
                <p:cNvPr id="8412" name="Google Shape;8412;p3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3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4" name="Google Shape;8414;p36"/>
              <p:cNvGrpSpPr/>
              <p:nvPr/>
            </p:nvGrpSpPr>
            <p:grpSpPr>
              <a:xfrm>
                <a:off x="3973882" y="3779449"/>
                <a:ext cx="37776" cy="32357"/>
                <a:chOff x="3973882" y="3779449"/>
                <a:chExt cx="37776" cy="32357"/>
              </a:xfrm>
            </p:grpSpPr>
            <p:sp>
              <p:nvSpPr>
                <p:cNvPr id="8415" name="Google Shape;8415;p3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p3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7" name="Google Shape;8417;p36"/>
              <p:cNvGrpSpPr/>
              <p:nvPr/>
            </p:nvGrpSpPr>
            <p:grpSpPr>
              <a:xfrm>
                <a:off x="4073398" y="3838028"/>
                <a:ext cx="37776" cy="32380"/>
                <a:chOff x="4073398" y="3838028"/>
                <a:chExt cx="37776" cy="32380"/>
              </a:xfrm>
            </p:grpSpPr>
            <p:sp>
              <p:nvSpPr>
                <p:cNvPr id="8418" name="Google Shape;8418;p3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3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0" name="Google Shape;8420;p36"/>
              <p:cNvGrpSpPr/>
              <p:nvPr/>
            </p:nvGrpSpPr>
            <p:grpSpPr>
              <a:xfrm>
                <a:off x="4342672" y="4144496"/>
                <a:ext cx="37752" cy="32364"/>
                <a:chOff x="4342672" y="4144496"/>
                <a:chExt cx="37752" cy="32364"/>
              </a:xfrm>
            </p:grpSpPr>
            <p:sp>
              <p:nvSpPr>
                <p:cNvPr id="8421" name="Google Shape;8421;p3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3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3" name="Google Shape;8423;p36"/>
              <p:cNvGrpSpPr/>
              <p:nvPr/>
            </p:nvGrpSpPr>
            <p:grpSpPr>
              <a:xfrm>
                <a:off x="4406386" y="4056872"/>
                <a:ext cx="37783" cy="32364"/>
                <a:chOff x="4406386" y="4056872"/>
                <a:chExt cx="37783" cy="32364"/>
              </a:xfrm>
            </p:grpSpPr>
            <p:sp>
              <p:nvSpPr>
                <p:cNvPr id="8424" name="Google Shape;8424;p3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5" name="Google Shape;8425;p3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6" name="Google Shape;8426;p36"/>
              <p:cNvGrpSpPr/>
              <p:nvPr/>
            </p:nvGrpSpPr>
            <p:grpSpPr>
              <a:xfrm>
                <a:off x="4284416" y="4245254"/>
                <a:ext cx="37783" cy="32357"/>
                <a:chOff x="4284416" y="4245254"/>
                <a:chExt cx="37783" cy="32357"/>
              </a:xfrm>
            </p:grpSpPr>
            <p:sp>
              <p:nvSpPr>
                <p:cNvPr id="8427" name="Google Shape;8427;p3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3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9" name="Google Shape;8429;p36"/>
              <p:cNvGrpSpPr/>
              <p:nvPr/>
            </p:nvGrpSpPr>
            <p:grpSpPr>
              <a:xfrm>
                <a:off x="4219057" y="4331258"/>
                <a:ext cx="37776" cy="32364"/>
                <a:chOff x="4219057" y="4331258"/>
                <a:chExt cx="37776" cy="32364"/>
              </a:xfrm>
            </p:grpSpPr>
            <p:sp>
              <p:nvSpPr>
                <p:cNvPr id="8430" name="Google Shape;8430;p3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3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2" name="Google Shape;8432;p36"/>
              <p:cNvGrpSpPr/>
              <p:nvPr/>
            </p:nvGrpSpPr>
            <p:grpSpPr>
              <a:xfrm>
                <a:off x="4204122" y="4141688"/>
                <a:ext cx="33497" cy="28699"/>
                <a:chOff x="4204122" y="4141688"/>
                <a:chExt cx="33497" cy="28699"/>
              </a:xfrm>
            </p:grpSpPr>
            <p:sp>
              <p:nvSpPr>
                <p:cNvPr id="8433" name="Google Shape;8433;p3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3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5" name="Google Shape;8435;p36"/>
              <p:cNvGrpSpPr/>
              <p:nvPr/>
            </p:nvGrpSpPr>
            <p:grpSpPr>
              <a:xfrm>
                <a:off x="4301546" y="4003869"/>
                <a:ext cx="38916" cy="33324"/>
                <a:chOff x="4301546" y="4003869"/>
                <a:chExt cx="38916" cy="33324"/>
              </a:xfrm>
            </p:grpSpPr>
            <p:sp>
              <p:nvSpPr>
                <p:cNvPr id="8436" name="Google Shape;8436;p3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3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8" name="Google Shape;8438;p36"/>
              <p:cNvGrpSpPr/>
              <p:nvPr/>
            </p:nvGrpSpPr>
            <p:grpSpPr>
              <a:xfrm>
                <a:off x="4210681" y="3924669"/>
                <a:ext cx="36549" cy="31366"/>
                <a:chOff x="4210681" y="3924669"/>
                <a:chExt cx="36549" cy="31366"/>
              </a:xfrm>
            </p:grpSpPr>
            <p:sp>
              <p:nvSpPr>
                <p:cNvPr id="8439" name="Google Shape;8439;p3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3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1" name="Google Shape;8441;p36"/>
              <p:cNvGrpSpPr/>
              <p:nvPr/>
            </p:nvGrpSpPr>
            <p:grpSpPr>
              <a:xfrm>
                <a:off x="3987771" y="3628874"/>
                <a:ext cx="31499" cy="26993"/>
                <a:chOff x="3987771" y="3628874"/>
                <a:chExt cx="31499" cy="26993"/>
              </a:xfrm>
            </p:grpSpPr>
            <p:sp>
              <p:nvSpPr>
                <p:cNvPr id="8442" name="Google Shape;8442;p3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3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4" name="Google Shape;8444;p36"/>
              <p:cNvGrpSpPr/>
              <p:nvPr/>
            </p:nvGrpSpPr>
            <p:grpSpPr>
              <a:xfrm>
                <a:off x="4087382" y="3775674"/>
                <a:ext cx="31405" cy="26898"/>
                <a:chOff x="4087382" y="3775674"/>
                <a:chExt cx="31405" cy="26898"/>
              </a:xfrm>
            </p:grpSpPr>
            <p:sp>
              <p:nvSpPr>
                <p:cNvPr id="8445" name="Google Shape;8445;p3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3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7" name="Google Shape;8447;p36"/>
              <p:cNvGrpSpPr/>
              <p:nvPr/>
            </p:nvGrpSpPr>
            <p:grpSpPr>
              <a:xfrm>
                <a:off x="4118873" y="3856637"/>
                <a:ext cx="31405" cy="26906"/>
                <a:chOff x="4118873" y="3856637"/>
                <a:chExt cx="31405" cy="26906"/>
              </a:xfrm>
            </p:grpSpPr>
            <p:sp>
              <p:nvSpPr>
                <p:cNvPr id="8448" name="Google Shape;8448;p3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3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0" name="Google Shape;8450;p36"/>
              <p:cNvGrpSpPr/>
              <p:nvPr/>
            </p:nvGrpSpPr>
            <p:grpSpPr>
              <a:xfrm>
                <a:off x="4168541" y="3639523"/>
                <a:ext cx="31499" cy="26906"/>
                <a:chOff x="4168541" y="3639523"/>
                <a:chExt cx="31499" cy="26906"/>
              </a:xfrm>
            </p:grpSpPr>
            <p:sp>
              <p:nvSpPr>
                <p:cNvPr id="8451" name="Google Shape;8451;p3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3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3" name="Google Shape;8453;p36"/>
              <p:cNvGrpSpPr/>
              <p:nvPr/>
            </p:nvGrpSpPr>
            <p:grpSpPr>
              <a:xfrm>
                <a:off x="3965789" y="3393545"/>
                <a:ext cx="31405" cy="26945"/>
                <a:chOff x="3965789" y="3393545"/>
                <a:chExt cx="31405" cy="26945"/>
              </a:xfrm>
            </p:grpSpPr>
            <p:sp>
              <p:nvSpPr>
                <p:cNvPr id="8454" name="Google Shape;8454;p3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3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6" name="Google Shape;8456;p36"/>
              <p:cNvGrpSpPr/>
              <p:nvPr/>
            </p:nvGrpSpPr>
            <p:grpSpPr>
              <a:xfrm>
                <a:off x="3925166" y="3491008"/>
                <a:ext cx="31405" cy="27001"/>
                <a:chOff x="3925166" y="3491008"/>
                <a:chExt cx="31405" cy="27001"/>
              </a:xfrm>
            </p:grpSpPr>
            <p:sp>
              <p:nvSpPr>
                <p:cNvPr id="8457" name="Google Shape;8457;p3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3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9" name="Google Shape;8459;p36"/>
              <p:cNvGrpSpPr/>
              <p:nvPr/>
            </p:nvGrpSpPr>
            <p:grpSpPr>
              <a:xfrm>
                <a:off x="3682845" y="3340976"/>
                <a:ext cx="31397" cy="26898"/>
                <a:chOff x="3682845" y="3340976"/>
                <a:chExt cx="31397" cy="26898"/>
              </a:xfrm>
            </p:grpSpPr>
            <p:sp>
              <p:nvSpPr>
                <p:cNvPr id="8460" name="Google Shape;8460;p3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3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2" name="Google Shape;8462;p36"/>
              <p:cNvGrpSpPr/>
              <p:nvPr/>
            </p:nvGrpSpPr>
            <p:grpSpPr>
              <a:xfrm>
                <a:off x="3795393" y="3353725"/>
                <a:ext cx="31499" cy="26993"/>
                <a:chOff x="3795393" y="3353725"/>
                <a:chExt cx="31499" cy="26993"/>
              </a:xfrm>
            </p:grpSpPr>
            <p:sp>
              <p:nvSpPr>
                <p:cNvPr id="8463" name="Google Shape;8463;p3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p3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5" name="Google Shape;8465;p36"/>
              <p:cNvGrpSpPr/>
              <p:nvPr/>
            </p:nvGrpSpPr>
            <p:grpSpPr>
              <a:xfrm>
                <a:off x="4176909" y="4363221"/>
                <a:ext cx="38924" cy="33316"/>
                <a:chOff x="4176909" y="4363221"/>
                <a:chExt cx="38924" cy="33316"/>
              </a:xfrm>
            </p:grpSpPr>
            <p:sp>
              <p:nvSpPr>
                <p:cNvPr id="8466" name="Google Shape;8466;p3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7" name="Google Shape;8467;p3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8" name="Google Shape;8468;p36"/>
              <p:cNvGrpSpPr/>
              <p:nvPr/>
            </p:nvGrpSpPr>
            <p:grpSpPr>
              <a:xfrm>
                <a:off x="4226191" y="4007660"/>
                <a:ext cx="33560" cy="28770"/>
                <a:chOff x="4226191" y="4007660"/>
                <a:chExt cx="33560" cy="28770"/>
              </a:xfrm>
            </p:grpSpPr>
            <p:sp>
              <p:nvSpPr>
                <p:cNvPr id="8469" name="Google Shape;8469;p3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p3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1" name="Google Shape;8471;p36"/>
              <p:cNvGrpSpPr/>
              <p:nvPr/>
            </p:nvGrpSpPr>
            <p:grpSpPr>
              <a:xfrm>
                <a:off x="3597785" y="3377045"/>
                <a:ext cx="33591" cy="28699"/>
                <a:chOff x="3597785" y="3377045"/>
                <a:chExt cx="33591" cy="28699"/>
              </a:xfrm>
            </p:grpSpPr>
            <p:sp>
              <p:nvSpPr>
                <p:cNvPr id="8472" name="Google Shape;8472;p3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3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4" name="Google Shape;8474;p36"/>
              <p:cNvGrpSpPr/>
              <p:nvPr/>
            </p:nvGrpSpPr>
            <p:grpSpPr>
              <a:xfrm>
                <a:off x="3887870" y="3669796"/>
                <a:ext cx="33591" cy="28692"/>
                <a:chOff x="3887870" y="3669796"/>
                <a:chExt cx="33591" cy="28692"/>
              </a:xfrm>
            </p:grpSpPr>
            <p:sp>
              <p:nvSpPr>
                <p:cNvPr id="8475" name="Google Shape;8475;p3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p3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7" name="Google Shape;8477;p36"/>
              <p:cNvGrpSpPr/>
              <p:nvPr/>
            </p:nvGrpSpPr>
            <p:grpSpPr>
              <a:xfrm>
                <a:off x="3818320" y="3481625"/>
                <a:ext cx="33497" cy="28770"/>
                <a:chOff x="3818320" y="3481625"/>
                <a:chExt cx="33497" cy="28770"/>
              </a:xfrm>
            </p:grpSpPr>
            <p:sp>
              <p:nvSpPr>
                <p:cNvPr id="8478" name="Google Shape;8478;p3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3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0" name="Google Shape;8480;p36"/>
              <p:cNvGrpSpPr/>
              <p:nvPr/>
            </p:nvGrpSpPr>
            <p:grpSpPr>
              <a:xfrm>
                <a:off x="4278139" y="4120948"/>
                <a:ext cx="37492" cy="32129"/>
                <a:chOff x="4278139" y="4120948"/>
                <a:chExt cx="37492" cy="32129"/>
              </a:xfrm>
            </p:grpSpPr>
            <p:sp>
              <p:nvSpPr>
                <p:cNvPr id="8481" name="Google Shape;8481;p3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2" name="Google Shape;8482;p3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3" name="Google Shape;8483;p36"/>
              <p:cNvGrpSpPr/>
              <p:nvPr/>
            </p:nvGrpSpPr>
            <p:grpSpPr>
              <a:xfrm>
                <a:off x="4419898" y="3977388"/>
                <a:ext cx="33497" cy="28692"/>
                <a:chOff x="4419898" y="3977388"/>
                <a:chExt cx="33497" cy="28692"/>
              </a:xfrm>
            </p:grpSpPr>
            <p:sp>
              <p:nvSpPr>
                <p:cNvPr id="8484" name="Google Shape;8484;p3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5" name="Google Shape;8485;p3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6" name="Google Shape;8486;p36"/>
              <p:cNvGrpSpPr/>
              <p:nvPr/>
            </p:nvGrpSpPr>
            <p:grpSpPr>
              <a:xfrm>
                <a:off x="4158930" y="4034684"/>
                <a:ext cx="33497" cy="28762"/>
                <a:chOff x="4158930" y="4034684"/>
                <a:chExt cx="33497" cy="28762"/>
              </a:xfrm>
            </p:grpSpPr>
            <p:sp>
              <p:nvSpPr>
                <p:cNvPr id="8487" name="Google Shape;8487;p3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8" name="Google Shape;8488;p3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9" name="Google Shape;8489;p36"/>
              <p:cNvGrpSpPr/>
              <p:nvPr/>
            </p:nvGrpSpPr>
            <p:grpSpPr>
              <a:xfrm>
                <a:off x="4134949" y="3957049"/>
                <a:ext cx="33497" cy="28770"/>
                <a:chOff x="4134949" y="3957049"/>
                <a:chExt cx="33497" cy="28770"/>
              </a:xfrm>
            </p:grpSpPr>
            <p:sp>
              <p:nvSpPr>
                <p:cNvPr id="8490" name="Google Shape;8490;p3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3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2" name="Google Shape;8492;p36"/>
              <p:cNvGrpSpPr/>
              <p:nvPr/>
            </p:nvGrpSpPr>
            <p:grpSpPr>
              <a:xfrm>
                <a:off x="4193653" y="4184403"/>
                <a:ext cx="43580" cy="37264"/>
                <a:chOff x="4193653" y="4184403"/>
                <a:chExt cx="43580" cy="37264"/>
              </a:xfrm>
            </p:grpSpPr>
            <p:sp>
              <p:nvSpPr>
                <p:cNvPr id="8493" name="Google Shape;8493;p3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3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5" name="Google Shape;8495;p36"/>
              <p:cNvGrpSpPr/>
              <p:nvPr/>
            </p:nvGrpSpPr>
            <p:grpSpPr>
              <a:xfrm>
                <a:off x="4343600" y="3943844"/>
                <a:ext cx="43580" cy="37312"/>
                <a:chOff x="4343600" y="3943844"/>
                <a:chExt cx="43580" cy="37312"/>
              </a:xfrm>
            </p:grpSpPr>
            <p:sp>
              <p:nvSpPr>
                <p:cNvPr id="8496" name="Google Shape;8496;p3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3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8" name="Google Shape;8498;p36"/>
              <p:cNvGrpSpPr/>
              <p:nvPr/>
            </p:nvGrpSpPr>
            <p:grpSpPr>
              <a:xfrm>
                <a:off x="4172339" y="3381693"/>
                <a:ext cx="31499" cy="27001"/>
                <a:chOff x="4172339" y="3381693"/>
                <a:chExt cx="31499" cy="27001"/>
              </a:xfrm>
            </p:grpSpPr>
            <p:sp>
              <p:nvSpPr>
                <p:cNvPr id="8499" name="Google Shape;8499;p3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3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4" name="Shape 8504"/>
        <p:cNvGrpSpPr/>
        <p:nvPr/>
      </p:nvGrpSpPr>
      <p:grpSpPr>
        <a:xfrm>
          <a:off x="0" y="0"/>
          <a:ext cx="0" cy="0"/>
          <a:chOff x="0" y="0"/>
          <a:chExt cx="0" cy="0"/>
        </a:xfrm>
      </p:grpSpPr>
      <p:grpSp>
        <p:nvGrpSpPr>
          <p:cNvPr id="8505" name="Google Shape;8505;p37"/>
          <p:cNvGrpSpPr/>
          <p:nvPr/>
        </p:nvGrpSpPr>
        <p:grpSpPr>
          <a:xfrm>
            <a:off x="729274" y="969759"/>
            <a:ext cx="2507799" cy="206238"/>
            <a:chOff x="106648" y="895722"/>
            <a:chExt cx="4481414" cy="374299"/>
          </a:xfrm>
        </p:grpSpPr>
        <p:grpSp>
          <p:nvGrpSpPr>
            <p:cNvPr id="8506" name="Google Shape;8506;p37"/>
            <p:cNvGrpSpPr/>
            <p:nvPr/>
          </p:nvGrpSpPr>
          <p:grpSpPr>
            <a:xfrm>
              <a:off x="2233276" y="895722"/>
              <a:ext cx="1082667" cy="223591"/>
              <a:chOff x="4808316" y="2800065"/>
              <a:chExt cx="1999386" cy="412910"/>
            </a:xfrm>
          </p:grpSpPr>
          <p:sp>
            <p:nvSpPr>
              <p:cNvPr id="8507" name="Google Shape;8507;p3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08" name="Google Shape;8508;p37"/>
              <p:cNvGrpSpPr/>
              <p:nvPr/>
            </p:nvGrpSpPr>
            <p:grpSpPr>
              <a:xfrm>
                <a:off x="4808316" y="2800065"/>
                <a:ext cx="92400" cy="411825"/>
                <a:chOff x="845575" y="2563700"/>
                <a:chExt cx="92400" cy="411825"/>
              </a:xfrm>
            </p:grpSpPr>
            <p:cxnSp>
              <p:nvCxnSpPr>
                <p:cNvPr id="8509" name="Google Shape;8509;p3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10" name="Google Shape;8510;p3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11" name="Google Shape;8511;p37"/>
            <p:cNvGrpSpPr/>
            <p:nvPr/>
          </p:nvGrpSpPr>
          <p:grpSpPr>
            <a:xfrm>
              <a:off x="106648" y="895722"/>
              <a:ext cx="1088401" cy="223591"/>
              <a:chOff x="881025" y="2800065"/>
              <a:chExt cx="2009975" cy="412910"/>
            </a:xfrm>
          </p:grpSpPr>
          <p:sp>
            <p:nvSpPr>
              <p:cNvPr id="8512" name="Google Shape;8512;p3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13" name="Google Shape;8513;p37"/>
              <p:cNvGrpSpPr/>
              <p:nvPr/>
            </p:nvGrpSpPr>
            <p:grpSpPr>
              <a:xfrm>
                <a:off x="881025" y="2800065"/>
                <a:ext cx="92400" cy="411825"/>
                <a:chOff x="845575" y="2563700"/>
                <a:chExt cx="92400" cy="411825"/>
              </a:xfrm>
            </p:grpSpPr>
            <p:cxnSp>
              <p:nvCxnSpPr>
                <p:cNvPr id="8514" name="Google Shape;8514;p3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15" name="Google Shape;8515;p3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16" name="Google Shape;8516;p37"/>
            <p:cNvGrpSpPr/>
            <p:nvPr/>
          </p:nvGrpSpPr>
          <p:grpSpPr>
            <a:xfrm>
              <a:off x="1172346" y="1047018"/>
              <a:ext cx="1083151" cy="223003"/>
              <a:chOff x="2849073" y="3079467"/>
              <a:chExt cx="2000279" cy="411825"/>
            </a:xfrm>
          </p:grpSpPr>
          <p:sp>
            <p:nvSpPr>
              <p:cNvPr id="8517" name="Google Shape;8517;p3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18" name="Google Shape;8518;p37"/>
              <p:cNvGrpSpPr/>
              <p:nvPr/>
            </p:nvGrpSpPr>
            <p:grpSpPr>
              <a:xfrm rot="10800000">
                <a:off x="2849073" y="3079467"/>
                <a:ext cx="92400" cy="411825"/>
                <a:chOff x="2070100" y="2563700"/>
                <a:chExt cx="92400" cy="411825"/>
              </a:xfrm>
            </p:grpSpPr>
            <p:cxnSp>
              <p:nvCxnSpPr>
                <p:cNvPr id="8519" name="Google Shape;8519;p3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20" name="Google Shape;8520;p3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21" name="Google Shape;8521;p37"/>
            <p:cNvGrpSpPr/>
            <p:nvPr/>
          </p:nvGrpSpPr>
          <p:grpSpPr>
            <a:xfrm>
              <a:off x="3290132" y="1047018"/>
              <a:ext cx="1297930" cy="223003"/>
              <a:chOff x="6760035" y="3079467"/>
              <a:chExt cx="2396915" cy="411825"/>
            </a:xfrm>
          </p:grpSpPr>
          <p:sp>
            <p:nvSpPr>
              <p:cNvPr id="8522" name="Google Shape;8522;p3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23" name="Google Shape;8523;p37"/>
              <p:cNvGrpSpPr/>
              <p:nvPr/>
            </p:nvGrpSpPr>
            <p:grpSpPr>
              <a:xfrm rot="10800000">
                <a:off x="6760035" y="3079467"/>
                <a:ext cx="92400" cy="411825"/>
                <a:chOff x="2070100" y="2563700"/>
                <a:chExt cx="92400" cy="411825"/>
              </a:xfrm>
            </p:grpSpPr>
            <p:cxnSp>
              <p:nvCxnSpPr>
                <p:cNvPr id="8524" name="Google Shape;8524;p3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25" name="Google Shape;8525;p3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8526" name="Google Shape;8526;p37"/>
          <p:cNvGrpSpPr/>
          <p:nvPr/>
        </p:nvGrpSpPr>
        <p:grpSpPr>
          <a:xfrm>
            <a:off x="2147036" y="3369130"/>
            <a:ext cx="1086701" cy="799429"/>
            <a:chOff x="2183288" y="3555572"/>
            <a:chExt cx="1136241" cy="835873"/>
          </a:xfrm>
        </p:grpSpPr>
        <p:sp>
          <p:nvSpPr>
            <p:cNvPr id="8527" name="Google Shape;8527;p3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28" name="Google Shape;8528;p37"/>
            <p:cNvGrpSpPr/>
            <p:nvPr/>
          </p:nvGrpSpPr>
          <p:grpSpPr>
            <a:xfrm>
              <a:off x="2205895" y="3637269"/>
              <a:ext cx="1089848" cy="724994"/>
              <a:chOff x="2205895" y="3637269"/>
              <a:chExt cx="1089848" cy="724994"/>
            </a:xfrm>
          </p:grpSpPr>
          <p:sp>
            <p:nvSpPr>
              <p:cNvPr id="8529" name="Google Shape;8529;p3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3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3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3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p3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4" name="Google Shape;8534;p3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35" name="Google Shape;8535;p3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536" name="Google Shape;8536;p3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sm" w="sm" type="none"/>
            </a:ln>
          </p:spPr>
        </p:cxnSp>
        <p:grpSp>
          <p:nvGrpSpPr>
            <p:cNvPr id="8537" name="Google Shape;8537;p37"/>
            <p:cNvGrpSpPr/>
            <p:nvPr/>
          </p:nvGrpSpPr>
          <p:grpSpPr>
            <a:xfrm>
              <a:off x="3173850" y="3779427"/>
              <a:ext cx="145678" cy="70048"/>
              <a:chOff x="3173850" y="3779427"/>
              <a:chExt cx="145678" cy="70048"/>
            </a:xfrm>
          </p:grpSpPr>
          <p:cxnSp>
            <p:nvCxnSpPr>
              <p:cNvPr id="8538" name="Google Shape;8538;p37"/>
              <p:cNvCxnSpPr/>
              <p:nvPr/>
            </p:nvCxnSpPr>
            <p:spPr>
              <a:xfrm rot="10800000">
                <a:off x="3173850" y="3817250"/>
                <a:ext cx="94500" cy="0"/>
              </a:xfrm>
              <a:prstGeom prst="straightConnector1">
                <a:avLst/>
              </a:prstGeom>
              <a:noFill/>
              <a:ln cap="flat" cmpd="sng" w="9525">
                <a:solidFill>
                  <a:srgbClr val="BAC8D3"/>
                </a:solidFill>
                <a:prstDash val="solid"/>
                <a:round/>
                <a:headEnd len="sm" w="sm" type="none"/>
                <a:tailEnd len="med" w="med" type="diamond"/>
              </a:ln>
            </p:spPr>
          </p:cxnSp>
          <p:sp>
            <p:nvSpPr>
              <p:cNvPr id="8539" name="Google Shape;8539;p3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0" name="Google Shape;8540;p37"/>
            <p:cNvGrpSpPr/>
            <p:nvPr/>
          </p:nvGrpSpPr>
          <p:grpSpPr>
            <a:xfrm>
              <a:off x="2183288" y="4139483"/>
              <a:ext cx="145133" cy="70048"/>
              <a:chOff x="2183288" y="4139484"/>
              <a:chExt cx="145133" cy="70048"/>
            </a:xfrm>
          </p:grpSpPr>
          <p:cxnSp>
            <p:nvCxnSpPr>
              <p:cNvPr id="8541" name="Google Shape;8541;p3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sm" w="sm" type="none"/>
              </a:ln>
            </p:spPr>
          </p:cxnSp>
          <p:sp>
            <p:nvSpPr>
              <p:cNvPr id="8542" name="Google Shape;8542;p3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43" name="Google Shape;8543;p3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544" name="Google Shape;8544;p3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sm" w="sm" type="none"/>
            </a:ln>
          </p:spPr>
        </p:cxnSp>
        <p:grpSp>
          <p:nvGrpSpPr>
            <p:cNvPr id="8545" name="Google Shape;8545;p37"/>
            <p:cNvGrpSpPr/>
            <p:nvPr/>
          </p:nvGrpSpPr>
          <p:grpSpPr>
            <a:xfrm>
              <a:off x="2943836" y="4268886"/>
              <a:ext cx="60717" cy="122559"/>
              <a:chOff x="2943836" y="4268886"/>
              <a:chExt cx="60717" cy="122559"/>
            </a:xfrm>
          </p:grpSpPr>
          <p:sp>
            <p:nvSpPr>
              <p:cNvPr id="8546" name="Google Shape;8546;p3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547" name="Google Shape;8547;p3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sm" w="sm" type="none"/>
              </a:ln>
            </p:spPr>
          </p:cxnSp>
        </p:grpSp>
      </p:grpSp>
      <p:grpSp>
        <p:nvGrpSpPr>
          <p:cNvPr id="8548" name="Google Shape;8548;p37"/>
          <p:cNvGrpSpPr/>
          <p:nvPr/>
        </p:nvGrpSpPr>
        <p:grpSpPr>
          <a:xfrm>
            <a:off x="3409981" y="1290129"/>
            <a:ext cx="1675870" cy="758252"/>
            <a:chOff x="3530532" y="1496185"/>
            <a:chExt cx="1562000" cy="706731"/>
          </a:xfrm>
        </p:grpSpPr>
        <p:cxnSp>
          <p:nvCxnSpPr>
            <p:cNvPr id="8549" name="Google Shape;8549;p37"/>
            <p:cNvCxnSpPr/>
            <p:nvPr/>
          </p:nvCxnSpPr>
          <p:spPr>
            <a:xfrm>
              <a:off x="3583832" y="1857562"/>
              <a:ext cx="1508700" cy="0"/>
            </a:xfrm>
            <a:prstGeom prst="straightConnector1">
              <a:avLst/>
            </a:prstGeom>
            <a:noFill/>
            <a:ln cap="flat" cmpd="sng" w="28575">
              <a:solidFill>
                <a:srgbClr val="A5B7C6"/>
              </a:solidFill>
              <a:prstDash val="solid"/>
              <a:round/>
              <a:headEnd len="sm" w="sm" type="none"/>
              <a:tailEnd len="med" w="med" type="triangle"/>
            </a:ln>
          </p:spPr>
        </p:cxnSp>
        <p:grpSp>
          <p:nvGrpSpPr>
            <p:cNvPr id="8550" name="Google Shape;8550;p37"/>
            <p:cNvGrpSpPr/>
            <p:nvPr/>
          </p:nvGrpSpPr>
          <p:grpSpPr>
            <a:xfrm>
              <a:off x="3530532" y="1496185"/>
              <a:ext cx="323430" cy="463587"/>
              <a:chOff x="3530532" y="1496185"/>
              <a:chExt cx="323430" cy="463587"/>
            </a:xfrm>
          </p:grpSpPr>
          <p:grpSp>
            <p:nvGrpSpPr>
              <p:cNvPr id="8551" name="Google Shape;8551;p37"/>
              <p:cNvGrpSpPr/>
              <p:nvPr/>
            </p:nvGrpSpPr>
            <p:grpSpPr>
              <a:xfrm>
                <a:off x="3567462" y="1496185"/>
                <a:ext cx="286500" cy="361376"/>
                <a:chOff x="3567462" y="1496185"/>
                <a:chExt cx="286500" cy="361376"/>
              </a:xfrm>
            </p:grpSpPr>
            <p:cxnSp>
              <p:nvCxnSpPr>
                <p:cNvPr id="8552" name="Google Shape;8552;p37"/>
                <p:cNvCxnSpPr/>
                <p:nvPr/>
              </p:nvCxnSpPr>
              <p:spPr>
                <a:xfrm rot="10800000">
                  <a:off x="3626630" y="1565661"/>
                  <a:ext cx="0" cy="291900"/>
                </a:xfrm>
                <a:prstGeom prst="straightConnector1">
                  <a:avLst/>
                </a:prstGeom>
                <a:noFill/>
                <a:ln cap="flat" cmpd="sng" w="28575">
                  <a:solidFill>
                    <a:srgbClr val="A5B7C6"/>
                  </a:solidFill>
                  <a:prstDash val="solid"/>
                  <a:round/>
                  <a:headEnd len="sm" w="sm" type="none"/>
                  <a:tailEnd len="sm" w="sm" type="none"/>
                </a:ln>
              </p:spPr>
            </p:cxnSp>
            <p:sp>
              <p:nvSpPr>
                <p:cNvPr id="8553" name="Google Shape;8553;p3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54" name="Google Shape;8554;p3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55" name="Google Shape;8555;p37"/>
            <p:cNvGrpSpPr/>
            <p:nvPr/>
          </p:nvGrpSpPr>
          <p:grpSpPr>
            <a:xfrm>
              <a:off x="3891569" y="1779209"/>
              <a:ext cx="323945" cy="423707"/>
              <a:chOff x="3891569" y="1779209"/>
              <a:chExt cx="323945" cy="423707"/>
            </a:xfrm>
          </p:grpSpPr>
          <p:grpSp>
            <p:nvGrpSpPr>
              <p:cNvPr id="8556" name="Google Shape;8556;p37"/>
              <p:cNvGrpSpPr/>
              <p:nvPr/>
            </p:nvGrpSpPr>
            <p:grpSpPr>
              <a:xfrm>
                <a:off x="3929014" y="1881638"/>
                <a:ext cx="286500" cy="321278"/>
                <a:chOff x="3929014" y="1881638"/>
                <a:chExt cx="286500" cy="321278"/>
              </a:xfrm>
            </p:grpSpPr>
            <p:cxnSp>
              <p:nvCxnSpPr>
                <p:cNvPr id="8557" name="Google Shape;8557;p37"/>
                <p:cNvCxnSpPr/>
                <p:nvPr/>
              </p:nvCxnSpPr>
              <p:spPr>
                <a:xfrm rot="10800000">
                  <a:off x="3988388" y="1881638"/>
                  <a:ext cx="0" cy="291900"/>
                </a:xfrm>
                <a:prstGeom prst="straightConnector1">
                  <a:avLst/>
                </a:prstGeom>
                <a:noFill/>
                <a:ln cap="flat" cmpd="sng" w="28575">
                  <a:solidFill>
                    <a:srgbClr val="A5B7C6"/>
                  </a:solidFill>
                  <a:prstDash val="solid"/>
                  <a:round/>
                  <a:headEnd len="sm" w="sm" type="none"/>
                  <a:tailEnd len="sm" w="sm" type="none"/>
                </a:ln>
              </p:spPr>
            </p:cxnSp>
            <p:sp>
              <p:nvSpPr>
                <p:cNvPr id="8558" name="Google Shape;8558;p3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59" name="Google Shape;8559;p3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60" name="Google Shape;8560;p37"/>
            <p:cNvGrpSpPr/>
            <p:nvPr/>
          </p:nvGrpSpPr>
          <p:grpSpPr>
            <a:xfrm>
              <a:off x="4252606" y="1496185"/>
              <a:ext cx="324722" cy="463587"/>
              <a:chOff x="4252606" y="1496185"/>
              <a:chExt cx="324722" cy="463587"/>
            </a:xfrm>
          </p:grpSpPr>
          <p:grpSp>
            <p:nvGrpSpPr>
              <p:cNvPr id="8561" name="Google Shape;8561;p37"/>
              <p:cNvGrpSpPr/>
              <p:nvPr/>
            </p:nvGrpSpPr>
            <p:grpSpPr>
              <a:xfrm>
                <a:off x="4290828" y="1496185"/>
                <a:ext cx="286500" cy="361376"/>
                <a:chOff x="4290828" y="1496185"/>
                <a:chExt cx="286500" cy="361376"/>
              </a:xfrm>
            </p:grpSpPr>
            <p:cxnSp>
              <p:nvCxnSpPr>
                <p:cNvPr id="8562" name="Google Shape;8562;p37"/>
                <p:cNvCxnSpPr/>
                <p:nvPr/>
              </p:nvCxnSpPr>
              <p:spPr>
                <a:xfrm rot="10800000">
                  <a:off x="4349995" y="1565661"/>
                  <a:ext cx="0" cy="291900"/>
                </a:xfrm>
                <a:prstGeom prst="straightConnector1">
                  <a:avLst/>
                </a:prstGeom>
                <a:noFill/>
                <a:ln cap="flat" cmpd="sng" w="28575">
                  <a:solidFill>
                    <a:srgbClr val="A5B7C6"/>
                  </a:solidFill>
                  <a:prstDash val="solid"/>
                  <a:round/>
                  <a:headEnd len="sm" w="sm" type="none"/>
                  <a:tailEnd len="sm" w="sm" type="none"/>
                </a:ln>
              </p:spPr>
            </p:cxnSp>
            <p:sp>
              <p:nvSpPr>
                <p:cNvPr id="8563" name="Google Shape;8563;p3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64" name="Google Shape;8564;p3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65" name="Google Shape;8565;p37"/>
            <p:cNvGrpSpPr/>
            <p:nvPr/>
          </p:nvGrpSpPr>
          <p:grpSpPr>
            <a:xfrm>
              <a:off x="4613643" y="1763716"/>
              <a:ext cx="325308" cy="439200"/>
              <a:chOff x="4613643" y="1763716"/>
              <a:chExt cx="325308" cy="439200"/>
            </a:xfrm>
          </p:grpSpPr>
          <p:grpSp>
            <p:nvGrpSpPr>
              <p:cNvPr id="8566" name="Google Shape;8566;p37"/>
              <p:cNvGrpSpPr/>
              <p:nvPr/>
            </p:nvGrpSpPr>
            <p:grpSpPr>
              <a:xfrm>
                <a:off x="4652451" y="1879538"/>
                <a:ext cx="286500" cy="323378"/>
                <a:chOff x="4652451" y="1879538"/>
                <a:chExt cx="286500" cy="323378"/>
              </a:xfrm>
            </p:grpSpPr>
            <p:cxnSp>
              <p:nvCxnSpPr>
                <p:cNvPr id="8567" name="Google Shape;8567;p37"/>
                <p:cNvCxnSpPr/>
                <p:nvPr/>
              </p:nvCxnSpPr>
              <p:spPr>
                <a:xfrm rot="10800000">
                  <a:off x="4707486" y="1879538"/>
                  <a:ext cx="0" cy="294000"/>
                </a:xfrm>
                <a:prstGeom prst="straightConnector1">
                  <a:avLst/>
                </a:prstGeom>
                <a:noFill/>
                <a:ln cap="flat" cmpd="sng" w="28575">
                  <a:solidFill>
                    <a:srgbClr val="A5B7C6"/>
                  </a:solidFill>
                  <a:prstDash val="solid"/>
                  <a:round/>
                  <a:headEnd len="sm" w="sm" type="none"/>
                  <a:tailEnd len="sm" w="sm" type="none"/>
                </a:ln>
              </p:spPr>
            </p:cxnSp>
            <p:sp>
              <p:nvSpPr>
                <p:cNvPr id="8568" name="Google Shape;8568;p3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69" name="Google Shape;8569;p3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70" name="Google Shape;8570;p37"/>
          <p:cNvGrpSpPr/>
          <p:nvPr/>
        </p:nvGrpSpPr>
        <p:grpSpPr>
          <a:xfrm>
            <a:off x="3421841" y="2143755"/>
            <a:ext cx="1652173" cy="391518"/>
            <a:chOff x="3512551" y="2358270"/>
            <a:chExt cx="1597383" cy="378534"/>
          </a:xfrm>
        </p:grpSpPr>
        <p:cxnSp>
          <p:nvCxnSpPr>
            <p:cNvPr id="8571" name="Google Shape;8571;p37"/>
            <p:cNvCxnSpPr>
              <a:stCxn id="8572" idx="6"/>
              <a:endCxn id="8573" idx="2"/>
            </p:cNvCxnSpPr>
            <p:nvPr/>
          </p:nvCxnSpPr>
          <p:spPr>
            <a:xfrm>
              <a:off x="3738198" y="2553118"/>
              <a:ext cx="1146000" cy="0"/>
            </a:xfrm>
            <a:prstGeom prst="straightConnector1">
              <a:avLst/>
            </a:prstGeom>
            <a:noFill/>
            <a:ln cap="flat" cmpd="sng" w="19050">
              <a:solidFill>
                <a:srgbClr val="435D74"/>
              </a:solidFill>
              <a:prstDash val="solid"/>
              <a:round/>
              <a:headEnd len="sm" w="sm" type="none"/>
              <a:tailEnd len="sm" w="sm" type="none"/>
            </a:ln>
          </p:spPr>
        </p:cxnSp>
        <p:grpSp>
          <p:nvGrpSpPr>
            <p:cNvPr id="8574" name="Google Shape;8574;p37"/>
            <p:cNvGrpSpPr/>
            <p:nvPr/>
          </p:nvGrpSpPr>
          <p:grpSpPr>
            <a:xfrm>
              <a:off x="3512551" y="2358270"/>
              <a:ext cx="225647" cy="307714"/>
              <a:chOff x="2182679" y="2004714"/>
              <a:chExt cx="792300" cy="1080458"/>
            </a:xfrm>
          </p:grpSpPr>
          <p:cxnSp>
            <p:nvCxnSpPr>
              <p:cNvPr id="8575" name="Google Shape;8575;p37"/>
              <p:cNvCxnSpPr>
                <a:stCxn id="8576" idx="0"/>
              </p:cNvCxnSpPr>
              <p:nvPr/>
            </p:nvCxnSpPr>
            <p:spPr>
              <a:xfrm rot="10800000">
                <a:off x="2578961" y="2004714"/>
                <a:ext cx="0" cy="389100"/>
              </a:xfrm>
              <a:prstGeom prst="straightConnector1">
                <a:avLst/>
              </a:prstGeom>
              <a:noFill/>
              <a:ln cap="flat" cmpd="sng" w="9525">
                <a:solidFill>
                  <a:srgbClr val="435D74"/>
                </a:solidFill>
                <a:prstDash val="solid"/>
                <a:round/>
                <a:headEnd len="sm" w="sm" type="none"/>
                <a:tailEnd len="sm" w="sm" type="none"/>
              </a:ln>
            </p:spPr>
          </p:cxnSp>
          <p:sp>
            <p:nvSpPr>
              <p:cNvPr id="8572" name="Google Shape;8572;p3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6" name="Google Shape;8576;p3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77" name="Google Shape;8577;p37"/>
            <p:cNvGrpSpPr/>
            <p:nvPr/>
          </p:nvGrpSpPr>
          <p:grpSpPr>
            <a:xfrm>
              <a:off x="3969644" y="2440153"/>
              <a:ext cx="225853" cy="296651"/>
              <a:chOff x="3775710" y="1729289"/>
              <a:chExt cx="136500" cy="179289"/>
            </a:xfrm>
          </p:grpSpPr>
          <p:cxnSp>
            <p:nvCxnSpPr>
              <p:cNvPr id="8578" name="Google Shape;8578;p37"/>
              <p:cNvCxnSpPr/>
              <p:nvPr/>
            </p:nvCxnSpPr>
            <p:spPr>
              <a:xfrm>
                <a:off x="3843851" y="1848278"/>
                <a:ext cx="0" cy="60300"/>
              </a:xfrm>
              <a:prstGeom prst="straightConnector1">
                <a:avLst/>
              </a:prstGeom>
              <a:noFill/>
              <a:ln cap="flat" cmpd="sng" w="9525">
                <a:solidFill>
                  <a:srgbClr val="435D74"/>
                </a:solidFill>
                <a:prstDash val="solid"/>
                <a:round/>
                <a:headEnd len="sm" w="sm" type="none"/>
                <a:tailEnd len="sm" w="sm" type="none"/>
              </a:ln>
            </p:spPr>
          </p:cxnSp>
          <p:sp>
            <p:nvSpPr>
              <p:cNvPr id="8579" name="Google Shape;8579;p3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0" name="Google Shape;8580;p3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81" name="Google Shape;8581;p37"/>
            <p:cNvGrpSpPr/>
            <p:nvPr/>
          </p:nvGrpSpPr>
          <p:grpSpPr>
            <a:xfrm>
              <a:off x="4427051" y="2358270"/>
              <a:ext cx="225647" cy="307714"/>
              <a:chOff x="5393704" y="2004714"/>
              <a:chExt cx="792300" cy="1080458"/>
            </a:xfrm>
          </p:grpSpPr>
          <p:cxnSp>
            <p:nvCxnSpPr>
              <p:cNvPr id="8582" name="Google Shape;8582;p37"/>
              <p:cNvCxnSpPr>
                <a:stCxn id="8583" idx="0"/>
              </p:cNvCxnSpPr>
              <p:nvPr/>
            </p:nvCxnSpPr>
            <p:spPr>
              <a:xfrm rot="10800000">
                <a:off x="5789986" y="2004714"/>
                <a:ext cx="0" cy="389100"/>
              </a:xfrm>
              <a:prstGeom prst="straightConnector1">
                <a:avLst/>
              </a:prstGeom>
              <a:noFill/>
              <a:ln cap="flat" cmpd="sng" w="9525">
                <a:solidFill>
                  <a:srgbClr val="435D74"/>
                </a:solidFill>
                <a:prstDash val="solid"/>
                <a:round/>
                <a:headEnd len="sm" w="sm" type="none"/>
                <a:tailEnd len="sm" w="sm" type="none"/>
              </a:ln>
            </p:spPr>
          </p:cxnSp>
          <p:sp>
            <p:nvSpPr>
              <p:cNvPr id="8584" name="Google Shape;8584;p3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3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85" name="Google Shape;8585;p37"/>
            <p:cNvGrpSpPr/>
            <p:nvPr/>
          </p:nvGrpSpPr>
          <p:grpSpPr>
            <a:xfrm>
              <a:off x="4884287" y="2440252"/>
              <a:ext cx="225647" cy="296532"/>
              <a:chOff x="6999166" y="2292572"/>
              <a:chExt cx="792300" cy="1041192"/>
            </a:xfrm>
          </p:grpSpPr>
          <p:cxnSp>
            <p:nvCxnSpPr>
              <p:cNvPr id="8586" name="Google Shape;8586;p37"/>
              <p:cNvCxnSpPr/>
              <p:nvPr/>
            </p:nvCxnSpPr>
            <p:spPr>
              <a:xfrm>
                <a:off x="7395553" y="2983964"/>
                <a:ext cx="0" cy="349800"/>
              </a:xfrm>
              <a:prstGeom prst="straightConnector1">
                <a:avLst/>
              </a:prstGeom>
              <a:noFill/>
              <a:ln cap="flat" cmpd="sng" w="9525">
                <a:solidFill>
                  <a:srgbClr val="435D74"/>
                </a:solidFill>
                <a:prstDash val="solid"/>
                <a:round/>
                <a:headEnd len="sm" w="sm" type="none"/>
                <a:tailEnd len="sm" w="sm" type="none"/>
              </a:ln>
            </p:spPr>
          </p:cxnSp>
          <p:sp>
            <p:nvSpPr>
              <p:cNvPr id="8573" name="Google Shape;8573;p3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3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88" name="Google Shape;8588;p37"/>
          <p:cNvGrpSpPr/>
          <p:nvPr/>
        </p:nvGrpSpPr>
        <p:grpSpPr>
          <a:xfrm>
            <a:off x="6842649" y="979955"/>
            <a:ext cx="1581844" cy="732818"/>
            <a:chOff x="634175" y="2986275"/>
            <a:chExt cx="3147949" cy="1458344"/>
          </a:xfrm>
        </p:grpSpPr>
        <p:cxnSp>
          <p:nvCxnSpPr>
            <p:cNvPr id="8589" name="Google Shape;8589;p37"/>
            <p:cNvCxnSpPr>
              <a:stCxn id="8590" idx="4"/>
              <a:endCxn id="8591" idx="0"/>
            </p:cNvCxnSpPr>
            <p:nvPr/>
          </p:nvCxnSpPr>
          <p:spPr>
            <a:xfrm>
              <a:off x="929975" y="3577875"/>
              <a:ext cx="591300" cy="275100"/>
            </a:xfrm>
            <a:prstGeom prst="straightConnector1">
              <a:avLst/>
            </a:prstGeom>
            <a:noFill/>
            <a:ln cap="flat" cmpd="sng" w="19050">
              <a:solidFill>
                <a:srgbClr val="435D74"/>
              </a:solidFill>
              <a:prstDash val="solid"/>
              <a:round/>
              <a:headEnd len="sm" w="sm" type="none"/>
              <a:tailEnd len="sm" w="sm" type="none"/>
            </a:ln>
          </p:spPr>
        </p:cxnSp>
        <p:cxnSp>
          <p:nvCxnSpPr>
            <p:cNvPr id="8592" name="Google Shape;8592;p37"/>
            <p:cNvCxnSpPr>
              <a:stCxn id="8591" idx="0"/>
              <a:endCxn id="859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sm" w="sm" type="none"/>
              <a:tailEnd len="sm" w="sm" type="none"/>
            </a:ln>
          </p:spPr>
        </p:cxnSp>
        <p:cxnSp>
          <p:nvCxnSpPr>
            <p:cNvPr id="8594" name="Google Shape;8594;p37"/>
            <p:cNvCxnSpPr>
              <a:stCxn id="8593" idx="4"/>
              <a:endCxn id="8595" idx="0"/>
            </p:cNvCxnSpPr>
            <p:nvPr/>
          </p:nvCxnSpPr>
          <p:spPr>
            <a:xfrm>
              <a:off x="2208152" y="3577875"/>
              <a:ext cx="686700" cy="275100"/>
            </a:xfrm>
            <a:prstGeom prst="straightConnector1">
              <a:avLst/>
            </a:prstGeom>
            <a:noFill/>
            <a:ln cap="flat" cmpd="sng" w="19050">
              <a:solidFill>
                <a:srgbClr val="435D74"/>
              </a:solidFill>
              <a:prstDash val="solid"/>
              <a:round/>
              <a:headEnd len="sm" w="sm" type="none"/>
              <a:tailEnd len="sm" w="sm" type="none"/>
            </a:ln>
          </p:spPr>
        </p:cxnSp>
        <p:cxnSp>
          <p:nvCxnSpPr>
            <p:cNvPr id="8596" name="Google Shape;8596;p37"/>
            <p:cNvCxnSpPr>
              <a:stCxn id="8595" idx="0"/>
              <a:endCxn id="859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sm" w="sm" type="none"/>
              <a:tailEnd len="sm" w="sm" type="none"/>
            </a:ln>
          </p:spPr>
        </p:cxnSp>
        <p:sp>
          <p:nvSpPr>
            <p:cNvPr id="8597" name="Google Shape;8597;p3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593" name="Google Shape;8593;p3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590" name="Google Shape;8590;p3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595" name="Google Shape;8595;p3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591" name="Google Shape;8591;p3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8598" name="Google Shape;8598;p37"/>
          <p:cNvGrpSpPr/>
          <p:nvPr/>
        </p:nvGrpSpPr>
        <p:grpSpPr>
          <a:xfrm>
            <a:off x="3410364" y="2674265"/>
            <a:ext cx="1675128" cy="313674"/>
            <a:chOff x="998425" y="1182125"/>
            <a:chExt cx="1065400" cy="199500"/>
          </a:xfrm>
        </p:grpSpPr>
        <p:sp>
          <p:nvSpPr>
            <p:cNvPr id="8599" name="Google Shape;8599;p3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3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3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p3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p3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04" name="Google Shape;8604;p37"/>
          <p:cNvGrpSpPr/>
          <p:nvPr/>
        </p:nvGrpSpPr>
        <p:grpSpPr>
          <a:xfrm>
            <a:off x="3410363" y="3630231"/>
            <a:ext cx="1675129" cy="525345"/>
            <a:chOff x="5194708" y="3484366"/>
            <a:chExt cx="3148148" cy="987304"/>
          </a:xfrm>
        </p:grpSpPr>
        <p:grpSp>
          <p:nvGrpSpPr>
            <p:cNvPr id="8605" name="Google Shape;8605;p37"/>
            <p:cNvGrpSpPr/>
            <p:nvPr/>
          </p:nvGrpSpPr>
          <p:grpSpPr>
            <a:xfrm>
              <a:off x="7531521" y="3484366"/>
              <a:ext cx="811335" cy="987304"/>
              <a:chOff x="3379425" y="1617275"/>
              <a:chExt cx="1090650" cy="1327200"/>
            </a:xfrm>
          </p:grpSpPr>
          <p:sp>
            <p:nvSpPr>
              <p:cNvPr id="8606" name="Google Shape;8606;p3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3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3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09" name="Google Shape;8609;p37"/>
            <p:cNvGrpSpPr/>
            <p:nvPr/>
          </p:nvGrpSpPr>
          <p:grpSpPr>
            <a:xfrm>
              <a:off x="6752546" y="3484366"/>
              <a:ext cx="811428" cy="987304"/>
              <a:chOff x="2332275" y="1617275"/>
              <a:chExt cx="1090775" cy="1327200"/>
            </a:xfrm>
          </p:grpSpPr>
          <p:sp>
            <p:nvSpPr>
              <p:cNvPr id="8610" name="Google Shape;8610;p3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p3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3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3" name="Google Shape;8613;p37"/>
            <p:cNvGrpSpPr/>
            <p:nvPr/>
          </p:nvGrpSpPr>
          <p:grpSpPr>
            <a:xfrm>
              <a:off x="5973664" y="3484366"/>
              <a:ext cx="811335" cy="987304"/>
              <a:chOff x="1285250" y="1617275"/>
              <a:chExt cx="1090650" cy="1327200"/>
            </a:xfrm>
          </p:grpSpPr>
          <p:sp>
            <p:nvSpPr>
              <p:cNvPr id="8614" name="Google Shape;8614;p3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3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3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7" name="Google Shape;8617;p37"/>
            <p:cNvGrpSpPr/>
            <p:nvPr/>
          </p:nvGrpSpPr>
          <p:grpSpPr>
            <a:xfrm>
              <a:off x="5194708" y="3484366"/>
              <a:ext cx="811409" cy="987304"/>
              <a:chOff x="238125" y="1617275"/>
              <a:chExt cx="1090750" cy="1327200"/>
            </a:xfrm>
          </p:grpSpPr>
          <p:sp>
            <p:nvSpPr>
              <p:cNvPr id="8618" name="Google Shape;8618;p3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p3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3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621" name="Google Shape;8621;p37"/>
          <p:cNvGrpSpPr/>
          <p:nvPr/>
        </p:nvGrpSpPr>
        <p:grpSpPr>
          <a:xfrm>
            <a:off x="6844048" y="2276120"/>
            <a:ext cx="1579046" cy="522230"/>
            <a:chOff x="6853641" y="2534077"/>
            <a:chExt cx="1515545" cy="501229"/>
          </a:xfrm>
        </p:grpSpPr>
        <p:grpSp>
          <p:nvGrpSpPr>
            <p:cNvPr id="8622" name="Google Shape;8622;p37"/>
            <p:cNvGrpSpPr/>
            <p:nvPr/>
          </p:nvGrpSpPr>
          <p:grpSpPr>
            <a:xfrm>
              <a:off x="6853641" y="2618923"/>
              <a:ext cx="1515545" cy="324557"/>
              <a:chOff x="6853641" y="2618923"/>
              <a:chExt cx="1515545" cy="324557"/>
            </a:xfrm>
          </p:grpSpPr>
          <p:sp>
            <p:nvSpPr>
              <p:cNvPr id="8623" name="Google Shape;8623;p3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p3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p3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6" name="Google Shape;8626;p3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3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628" name="Google Shape;8628;p3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9" name="Google Shape;8629;p3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p3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1" name="Google Shape;8631;p3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2" name="Google Shape;8632;p3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3" name="Google Shape;8633;p37"/>
          <p:cNvGrpSpPr/>
          <p:nvPr/>
        </p:nvGrpSpPr>
        <p:grpSpPr>
          <a:xfrm>
            <a:off x="3438940" y="3151161"/>
            <a:ext cx="1617976" cy="346616"/>
            <a:chOff x="1808063" y="4294338"/>
            <a:chExt cx="3370782" cy="721817"/>
          </a:xfrm>
        </p:grpSpPr>
        <p:sp>
          <p:nvSpPr>
            <p:cNvPr id="8634" name="Google Shape;8634;p3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5" name="Google Shape;8635;p3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6" name="Google Shape;8636;p3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3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p3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3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3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3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3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3" name="Google Shape;8643;p3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44" name="Google Shape;8644;p37"/>
          <p:cNvGrpSpPr/>
          <p:nvPr/>
        </p:nvGrpSpPr>
        <p:grpSpPr>
          <a:xfrm>
            <a:off x="5264936" y="3817911"/>
            <a:ext cx="1417067" cy="350605"/>
            <a:chOff x="4234950" y="2101012"/>
            <a:chExt cx="4219974" cy="1044091"/>
          </a:xfrm>
        </p:grpSpPr>
        <p:sp>
          <p:nvSpPr>
            <p:cNvPr id="8645" name="Google Shape;8645;p3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p3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3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3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9" name="Google Shape;8649;p3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p3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p3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p3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3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3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p3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p3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p3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p3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3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3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1" name="Google Shape;8661;p37"/>
          <p:cNvGrpSpPr/>
          <p:nvPr/>
        </p:nvGrpSpPr>
        <p:grpSpPr>
          <a:xfrm>
            <a:off x="6840408" y="1808668"/>
            <a:ext cx="1586327" cy="371557"/>
            <a:chOff x="1247650" y="2075423"/>
            <a:chExt cx="6648477" cy="1557238"/>
          </a:xfrm>
        </p:grpSpPr>
        <p:sp>
          <p:nvSpPr>
            <p:cNvPr id="8662" name="Google Shape;8662;p3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3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3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3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p3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p3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8" name="Google Shape;8668;p37"/>
          <p:cNvGrpSpPr/>
          <p:nvPr/>
        </p:nvGrpSpPr>
        <p:grpSpPr>
          <a:xfrm>
            <a:off x="5271678" y="961858"/>
            <a:ext cx="1415601" cy="1648534"/>
            <a:chOff x="1839112" y="2209163"/>
            <a:chExt cx="1918159" cy="2233785"/>
          </a:xfrm>
        </p:grpSpPr>
        <p:sp>
          <p:nvSpPr>
            <p:cNvPr id="8669" name="Google Shape;8669;p3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0" name="Google Shape;8670;p3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1" name="Google Shape;8671;p3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672" name="Google Shape;8672;p37"/>
            <p:cNvCxnSpPr>
              <a:stCxn id="8669" idx="6"/>
              <a:endCxn id="8670" idx="2"/>
            </p:cNvCxnSpPr>
            <p:nvPr/>
          </p:nvCxnSpPr>
          <p:spPr>
            <a:xfrm>
              <a:off x="2414212" y="2496713"/>
              <a:ext cx="768000" cy="600"/>
            </a:xfrm>
            <a:prstGeom prst="bentConnector3">
              <a:avLst>
                <a:gd fmla="val -511291" name="adj1"/>
              </a:avLst>
            </a:prstGeom>
            <a:noFill/>
            <a:ln cap="flat" cmpd="sng" w="19050">
              <a:solidFill>
                <a:srgbClr val="374957"/>
              </a:solidFill>
              <a:prstDash val="solid"/>
              <a:round/>
              <a:headEnd len="sm" w="sm" type="none"/>
              <a:tailEnd len="sm" w="sm" type="none"/>
            </a:ln>
          </p:spPr>
        </p:cxnSp>
        <p:cxnSp>
          <p:nvCxnSpPr>
            <p:cNvPr id="8673" name="Google Shape;8673;p37"/>
            <p:cNvCxnSpPr>
              <a:stCxn id="8670" idx="4"/>
              <a:endCxn id="8674" idx="0"/>
            </p:cNvCxnSpPr>
            <p:nvPr/>
          </p:nvCxnSpPr>
          <p:spPr>
            <a:xfrm rot="5400000">
              <a:off x="2669921" y="2240963"/>
              <a:ext cx="256500" cy="1343100"/>
            </a:xfrm>
            <a:prstGeom prst="bentConnector3">
              <a:avLst>
                <a:gd fmla="val 806262" name="adj1"/>
              </a:avLst>
            </a:prstGeom>
            <a:noFill/>
            <a:ln cap="flat" cmpd="sng" w="19050">
              <a:solidFill>
                <a:srgbClr val="374957"/>
              </a:solidFill>
              <a:prstDash val="solid"/>
              <a:round/>
              <a:headEnd len="sm" w="sm" type="none"/>
              <a:tailEnd len="sm" w="sm" type="none"/>
            </a:ln>
          </p:spPr>
        </p:cxnSp>
        <p:cxnSp>
          <p:nvCxnSpPr>
            <p:cNvPr id="8675" name="Google Shape;8675;p37"/>
            <p:cNvCxnSpPr>
              <a:stCxn id="8674" idx="6"/>
              <a:endCxn id="8671" idx="2"/>
            </p:cNvCxnSpPr>
            <p:nvPr/>
          </p:nvCxnSpPr>
          <p:spPr>
            <a:xfrm>
              <a:off x="2414212" y="3328316"/>
              <a:ext cx="768000" cy="600"/>
            </a:xfrm>
            <a:prstGeom prst="bentConnector3">
              <a:avLst>
                <a:gd fmla="val -511291" name="adj1"/>
              </a:avLst>
            </a:prstGeom>
            <a:noFill/>
            <a:ln cap="flat" cmpd="sng" w="19050">
              <a:solidFill>
                <a:srgbClr val="374957"/>
              </a:solidFill>
              <a:prstDash val="solid"/>
              <a:round/>
              <a:headEnd len="sm" w="sm" type="none"/>
              <a:tailEnd len="sm" w="sm" type="none"/>
            </a:ln>
          </p:spPr>
        </p:cxnSp>
        <p:cxnSp>
          <p:nvCxnSpPr>
            <p:cNvPr id="8676" name="Google Shape;8676;p37"/>
            <p:cNvCxnSpPr>
              <a:stCxn id="8671" idx="4"/>
              <a:endCxn id="8677" idx="0"/>
            </p:cNvCxnSpPr>
            <p:nvPr/>
          </p:nvCxnSpPr>
          <p:spPr>
            <a:xfrm rot="5400000">
              <a:off x="2672171" y="3070316"/>
              <a:ext cx="252000" cy="1343100"/>
            </a:xfrm>
            <a:prstGeom prst="bentConnector3">
              <a:avLst>
                <a:gd fmla="val 936600" name="adj1"/>
              </a:avLst>
            </a:prstGeom>
            <a:noFill/>
            <a:ln cap="flat" cmpd="sng" w="19050">
              <a:solidFill>
                <a:srgbClr val="374957"/>
              </a:solidFill>
              <a:prstDash val="solid"/>
              <a:round/>
              <a:headEnd len="sm" w="sm" type="none"/>
              <a:tailEnd len="sm" w="sm" type="none"/>
            </a:ln>
          </p:spPr>
        </p:cxnSp>
        <p:sp>
          <p:nvSpPr>
            <p:cNvPr id="8674" name="Google Shape;8674;p3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p3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8" name="Google Shape;8678;p3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679" name="Google Shape;8679;p37"/>
            <p:cNvCxnSpPr>
              <a:endCxn id="8678" idx="2"/>
            </p:cNvCxnSpPr>
            <p:nvPr/>
          </p:nvCxnSpPr>
          <p:spPr>
            <a:xfrm>
              <a:off x="2413871" y="4154498"/>
              <a:ext cx="768300" cy="900"/>
            </a:xfrm>
            <a:prstGeom prst="bentConnector3">
              <a:avLst>
                <a:gd fmla="val -511076" name="adj1"/>
              </a:avLst>
            </a:prstGeom>
            <a:noFill/>
            <a:ln cap="flat" cmpd="sng" w="19050">
              <a:solidFill>
                <a:srgbClr val="374957"/>
              </a:solidFill>
              <a:prstDash val="solid"/>
              <a:round/>
              <a:headEnd len="sm" w="sm" type="none"/>
              <a:tailEnd len="sm" w="sm" type="none"/>
            </a:ln>
          </p:spPr>
        </p:cxnSp>
      </p:grpSp>
      <p:grpSp>
        <p:nvGrpSpPr>
          <p:cNvPr id="8680" name="Google Shape;8680;p37"/>
          <p:cNvGrpSpPr/>
          <p:nvPr/>
        </p:nvGrpSpPr>
        <p:grpSpPr>
          <a:xfrm>
            <a:off x="3428944" y="979942"/>
            <a:ext cx="1637968" cy="154942"/>
            <a:chOff x="238125" y="2506075"/>
            <a:chExt cx="7115411" cy="673075"/>
          </a:xfrm>
        </p:grpSpPr>
        <p:sp>
          <p:nvSpPr>
            <p:cNvPr id="8681" name="Google Shape;8681;p3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2" name="Google Shape;8682;p3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3" name="Google Shape;8683;p3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p3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5" name="Google Shape;8685;p3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6" name="Google Shape;8686;p37"/>
          <p:cNvGrpSpPr/>
          <p:nvPr/>
        </p:nvGrpSpPr>
        <p:grpSpPr>
          <a:xfrm>
            <a:off x="1969680" y="1294660"/>
            <a:ext cx="1262932" cy="785408"/>
            <a:chOff x="548861" y="389676"/>
            <a:chExt cx="3843371" cy="2390164"/>
          </a:xfrm>
        </p:grpSpPr>
        <p:cxnSp>
          <p:nvCxnSpPr>
            <p:cNvPr id="8687" name="Google Shape;8687;p37"/>
            <p:cNvCxnSpPr/>
            <p:nvPr/>
          </p:nvCxnSpPr>
          <p:spPr>
            <a:xfrm flipH="1" rot="10800000">
              <a:off x="3486925" y="1918250"/>
              <a:ext cx="742200" cy="690300"/>
            </a:xfrm>
            <a:prstGeom prst="bentConnector3">
              <a:avLst>
                <a:gd fmla="val 378412" name="adj1"/>
              </a:avLst>
            </a:prstGeom>
            <a:noFill/>
            <a:ln cap="flat" cmpd="sng" w="9525">
              <a:solidFill>
                <a:srgbClr val="869FB2"/>
              </a:solidFill>
              <a:prstDash val="solid"/>
              <a:round/>
              <a:headEnd len="sm" w="sm" type="none"/>
              <a:tailEnd len="sm" w="sm" type="none"/>
            </a:ln>
          </p:spPr>
        </p:cxnSp>
        <p:cxnSp>
          <p:nvCxnSpPr>
            <p:cNvPr id="8688" name="Google Shape;8688;p37"/>
            <p:cNvCxnSpPr/>
            <p:nvPr/>
          </p:nvCxnSpPr>
          <p:spPr>
            <a:xfrm flipH="1" rot="-5400000">
              <a:off x="3486925" y="577350"/>
              <a:ext cx="650100" cy="650100"/>
            </a:xfrm>
            <a:prstGeom prst="bentConnector3">
              <a:avLst>
                <a:gd fmla="val -212491" name="adj1"/>
              </a:avLst>
            </a:prstGeom>
            <a:noFill/>
            <a:ln cap="flat" cmpd="sng" w="9525">
              <a:solidFill>
                <a:srgbClr val="869FB2"/>
              </a:solidFill>
              <a:prstDash val="solid"/>
              <a:round/>
              <a:headEnd len="sm" w="sm" type="none"/>
              <a:tailEnd len="sm" w="sm" type="none"/>
            </a:ln>
          </p:spPr>
        </p:cxnSp>
        <p:cxnSp>
          <p:nvCxnSpPr>
            <p:cNvPr id="8689" name="Google Shape;8689;p37"/>
            <p:cNvCxnSpPr/>
            <p:nvPr/>
          </p:nvCxnSpPr>
          <p:spPr>
            <a:xfrm>
              <a:off x="2725450" y="576000"/>
              <a:ext cx="1410600" cy="1800"/>
            </a:xfrm>
            <a:prstGeom prst="bentConnector3">
              <a:avLst>
                <a:gd fmla="val 160907" name="adj1"/>
              </a:avLst>
            </a:prstGeom>
            <a:noFill/>
            <a:ln cap="flat" cmpd="sng" w="9525">
              <a:solidFill>
                <a:srgbClr val="869FB2"/>
              </a:solidFill>
              <a:prstDash val="solid"/>
              <a:round/>
              <a:headEnd len="sm" w="sm" type="none"/>
              <a:tailEnd len="sm" w="sm" type="none"/>
            </a:ln>
          </p:spPr>
        </p:cxnSp>
        <p:cxnSp>
          <p:nvCxnSpPr>
            <p:cNvPr id="8690" name="Google Shape;8690;p37"/>
            <p:cNvCxnSpPr/>
            <p:nvPr/>
          </p:nvCxnSpPr>
          <p:spPr>
            <a:xfrm flipH="1" rot="10800000">
              <a:off x="756500" y="577975"/>
              <a:ext cx="1705500" cy="1049100"/>
            </a:xfrm>
            <a:prstGeom prst="bentConnector3">
              <a:avLst>
                <a:gd fmla="val -76488" name="adj1"/>
              </a:avLst>
            </a:prstGeom>
            <a:noFill/>
            <a:ln cap="flat" cmpd="sng" w="9525">
              <a:solidFill>
                <a:srgbClr val="BAC8D3"/>
              </a:solidFill>
              <a:prstDash val="solid"/>
              <a:round/>
              <a:headEnd len="sm" w="sm" type="none"/>
              <a:tailEnd len="sm" w="sm" type="none"/>
            </a:ln>
          </p:spPr>
        </p:cxnSp>
        <p:cxnSp>
          <p:nvCxnSpPr>
            <p:cNvPr id="8691" name="Google Shape;8691;p37"/>
            <p:cNvCxnSpPr/>
            <p:nvPr/>
          </p:nvCxnSpPr>
          <p:spPr>
            <a:xfrm>
              <a:off x="760067" y="1625791"/>
              <a:ext cx="1689000" cy="974100"/>
            </a:xfrm>
            <a:prstGeom prst="bentConnector3">
              <a:avLst>
                <a:gd fmla="val -78290" name="adj1"/>
              </a:avLst>
            </a:prstGeom>
            <a:noFill/>
            <a:ln cap="flat" cmpd="sng" w="9525">
              <a:solidFill>
                <a:srgbClr val="BAC8D3"/>
              </a:solidFill>
              <a:prstDash val="solid"/>
              <a:round/>
              <a:headEnd len="sm" w="sm" type="none"/>
              <a:tailEnd len="sm" w="sm" type="none"/>
            </a:ln>
          </p:spPr>
        </p:cxnSp>
        <p:sp>
          <p:nvSpPr>
            <p:cNvPr id="8692" name="Google Shape;8692;p3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693" name="Google Shape;8693;p37"/>
            <p:cNvCxnSpPr/>
            <p:nvPr/>
          </p:nvCxnSpPr>
          <p:spPr>
            <a:xfrm>
              <a:off x="2725450" y="2609025"/>
              <a:ext cx="1416000" cy="1800"/>
            </a:xfrm>
            <a:prstGeom prst="bentConnector3">
              <a:avLst>
                <a:gd fmla="val 160874" name="adj1"/>
              </a:avLst>
            </a:prstGeom>
            <a:noFill/>
            <a:ln cap="flat" cmpd="sng" w="9525">
              <a:solidFill>
                <a:srgbClr val="869FB2"/>
              </a:solidFill>
              <a:prstDash val="solid"/>
              <a:round/>
              <a:headEnd len="sm" w="sm" type="none"/>
              <a:tailEnd len="sm" w="sm" type="none"/>
            </a:ln>
          </p:spPr>
        </p:cxnSp>
        <p:sp>
          <p:nvSpPr>
            <p:cNvPr id="8694" name="Google Shape;8694;p3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5" name="Google Shape;8695;p3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6" name="Google Shape;8696;p3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7" name="Google Shape;8697;p3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3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p3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0" name="Google Shape;8700;p37"/>
          <p:cNvGrpSpPr/>
          <p:nvPr/>
        </p:nvGrpSpPr>
        <p:grpSpPr>
          <a:xfrm>
            <a:off x="757812" y="2401537"/>
            <a:ext cx="1412054" cy="633562"/>
            <a:chOff x="1187400" y="2529299"/>
            <a:chExt cx="6769193" cy="2241902"/>
          </a:xfrm>
        </p:grpSpPr>
        <p:sp>
          <p:nvSpPr>
            <p:cNvPr id="8701" name="Google Shape;8701;p3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702" name="Google Shape;8702;p3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703" name="Google Shape;8703;p3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704" name="Google Shape;8704;p3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705" name="Google Shape;8705;p3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706" name="Google Shape;8706;p3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707" name="Google Shape;8707;p3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cxnSp>
          <p:nvCxnSpPr>
            <p:cNvPr id="8708" name="Google Shape;8708;p37"/>
            <p:cNvCxnSpPr>
              <a:stCxn id="8701" idx="2"/>
              <a:endCxn id="8702" idx="0"/>
            </p:cNvCxnSpPr>
            <p:nvPr/>
          </p:nvCxnSpPr>
          <p:spPr>
            <a:xfrm flipH="1" rot="-5400000">
              <a:off x="5228543" y="2315249"/>
              <a:ext cx="457200" cy="1770300"/>
            </a:xfrm>
            <a:prstGeom prst="bentConnector3">
              <a:avLst>
                <a:gd fmla="val 521390" name="adj1"/>
              </a:avLst>
            </a:prstGeom>
            <a:noFill/>
            <a:ln cap="flat" cmpd="sng" w="9525">
              <a:solidFill>
                <a:srgbClr val="C2C2C2"/>
              </a:solidFill>
              <a:prstDash val="solid"/>
              <a:round/>
              <a:headEnd len="sm" w="sm" type="none"/>
              <a:tailEnd len="sm" w="sm" type="none"/>
            </a:ln>
          </p:spPr>
        </p:cxnSp>
        <p:cxnSp>
          <p:nvCxnSpPr>
            <p:cNvPr id="8709" name="Google Shape;8709;p37"/>
            <p:cNvCxnSpPr>
              <a:stCxn id="8703" idx="0"/>
              <a:endCxn id="8701" idx="2"/>
            </p:cNvCxnSpPr>
            <p:nvPr/>
          </p:nvCxnSpPr>
          <p:spPr>
            <a:xfrm rot="-5400000">
              <a:off x="3458247" y="2315250"/>
              <a:ext cx="457200" cy="1770300"/>
            </a:xfrm>
            <a:prstGeom prst="bentConnector3">
              <a:avLst>
                <a:gd fmla="val -421624" name="adj1"/>
              </a:avLst>
            </a:prstGeom>
            <a:noFill/>
            <a:ln cap="flat" cmpd="sng" w="9525">
              <a:solidFill>
                <a:srgbClr val="C2C2C2"/>
              </a:solidFill>
              <a:prstDash val="solid"/>
              <a:round/>
              <a:headEnd len="sm" w="sm" type="none"/>
              <a:tailEnd len="sm" w="sm" type="none"/>
            </a:ln>
          </p:spPr>
        </p:cxnSp>
        <p:cxnSp>
          <p:nvCxnSpPr>
            <p:cNvPr id="8710" name="Google Shape;8710;p37"/>
            <p:cNvCxnSpPr>
              <a:stCxn id="8703" idx="2"/>
              <a:endCxn id="8705" idx="0"/>
            </p:cNvCxnSpPr>
            <p:nvPr/>
          </p:nvCxnSpPr>
          <p:spPr>
            <a:xfrm flipH="1" rot="-5400000">
              <a:off x="2995647" y="3677550"/>
              <a:ext cx="457200" cy="845100"/>
            </a:xfrm>
            <a:prstGeom prst="bentConnector3">
              <a:avLst>
                <a:gd fmla="val 1020942" name="adj1"/>
              </a:avLst>
            </a:prstGeom>
            <a:noFill/>
            <a:ln cap="flat" cmpd="sng" w="9525">
              <a:solidFill>
                <a:srgbClr val="C2C2C2"/>
              </a:solidFill>
              <a:prstDash val="solid"/>
              <a:round/>
              <a:headEnd len="sm" w="sm" type="none"/>
              <a:tailEnd len="sm" w="sm" type="none"/>
            </a:ln>
          </p:spPr>
        </p:cxnSp>
        <p:cxnSp>
          <p:nvCxnSpPr>
            <p:cNvPr id="8711" name="Google Shape;8711;p37"/>
            <p:cNvCxnSpPr>
              <a:stCxn id="8704" idx="0"/>
              <a:endCxn id="8703" idx="2"/>
            </p:cNvCxnSpPr>
            <p:nvPr/>
          </p:nvCxnSpPr>
          <p:spPr>
            <a:xfrm rot="-5400000">
              <a:off x="2150400" y="3677551"/>
              <a:ext cx="457200" cy="845100"/>
            </a:xfrm>
            <a:prstGeom prst="bentConnector3">
              <a:avLst>
                <a:gd fmla="val -921176" name="adj1"/>
              </a:avLst>
            </a:prstGeom>
            <a:noFill/>
            <a:ln cap="flat" cmpd="sng" w="9525">
              <a:solidFill>
                <a:srgbClr val="C2C2C2"/>
              </a:solidFill>
              <a:prstDash val="solid"/>
              <a:round/>
              <a:headEnd len="sm" w="sm" type="none"/>
              <a:tailEnd len="sm" w="sm" type="none"/>
            </a:ln>
          </p:spPr>
        </p:cxnSp>
        <p:cxnSp>
          <p:nvCxnSpPr>
            <p:cNvPr id="8712" name="Google Shape;8712;p37"/>
            <p:cNvCxnSpPr>
              <a:stCxn id="8702" idx="2"/>
              <a:endCxn id="8707" idx="0"/>
            </p:cNvCxnSpPr>
            <p:nvPr/>
          </p:nvCxnSpPr>
          <p:spPr>
            <a:xfrm flipH="1" rot="-5400000">
              <a:off x="6536390" y="3677400"/>
              <a:ext cx="457200" cy="845400"/>
            </a:xfrm>
            <a:prstGeom prst="bentConnector3">
              <a:avLst>
                <a:gd fmla="val 1020942" name="adj1"/>
              </a:avLst>
            </a:prstGeom>
            <a:noFill/>
            <a:ln cap="flat" cmpd="sng" w="9525">
              <a:solidFill>
                <a:srgbClr val="C2C2C2"/>
              </a:solidFill>
              <a:prstDash val="solid"/>
              <a:round/>
              <a:headEnd len="sm" w="sm" type="none"/>
              <a:tailEnd len="sm" w="sm" type="none"/>
            </a:ln>
          </p:spPr>
        </p:cxnSp>
        <p:cxnSp>
          <p:nvCxnSpPr>
            <p:cNvPr id="8713" name="Google Shape;8713;p37"/>
            <p:cNvCxnSpPr>
              <a:stCxn id="8706" idx="0"/>
              <a:endCxn id="8702" idx="2"/>
            </p:cNvCxnSpPr>
            <p:nvPr/>
          </p:nvCxnSpPr>
          <p:spPr>
            <a:xfrm rot="-5400000">
              <a:off x="5691000" y="3677551"/>
              <a:ext cx="457200" cy="845100"/>
            </a:xfrm>
            <a:prstGeom prst="bentConnector3">
              <a:avLst>
                <a:gd fmla="val -921176" name="adj1"/>
              </a:avLst>
            </a:prstGeom>
            <a:noFill/>
            <a:ln cap="flat" cmpd="sng" w="9525">
              <a:solidFill>
                <a:srgbClr val="C2C2C2"/>
              </a:solidFill>
              <a:prstDash val="solid"/>
              <a:round/>
              <a:headEnd len="sm" w="sm" type="none"/>
              <a:tailEnd len="sm" w="sm" type="none"/>
            </a:ln>
          </p:spPr>
        </p:cxnSp>
      </p:grpSp>
      <p:grpSp>
        <p:nvGrpSpPr>
          <p:cNvPr id="8714" name="Google Shape;8714;p37"/>
          <p:cNvGrpSpPr/>
          <p:nvPr/>
        </p:nvGrpSpPr>
        <p:grpSpPr>
          <a:xfrm>
            <a:off x="6844058" y="2894246"/>
            <a:ext cx="1579035" cy="540873"/>
            <a:chOff x="6895650" y="3126697"/>
            <a:chExt cx="1436662" cy="492105"/>
          </a:xfrm>
        </p:grpSpPr>
        <p:sp>
          <p:nvSpPr>
            <p:cNvPr id="8715" name="Google Shape;8715;p3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3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3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8" name="Google Shape;8718;p3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p3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20" name="Google Shape;8720;p37"/>
            <p:cNvGrpSpPr/>
            <p:nvPr/>
          </p:nvGrpSpPr>
          <p:grpSpPr>
            <a:xfrm>
              <a:off x="6995957" y="3335810"/>
              <a:ext cx="1230393" cy="71754"/>
              <a:chOff x="6995957" y="3287964"/>
              <a:chExt cx="1230393" cy="71754"/>
            </a:xfrm>
          </p:grpSpPr>
          <p:sp>
            <p:nvSpPr>
              <p:cNvPr id="8721" name="Google Shape;8721;p3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2" name="Google Shape;8722;p3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p3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3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3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26" name="Google Shape;8726;p37"/>
          <p:cNvGrpSpPr/>
          <p:nvPr/>
        </p:nvGrpSpPr>
        <p:grpSpPr>
          <a:xfrm>
            <a:off x="6842640" y="3531009"/>
            <a:ext cx="1581862" cy="650624"/>
            <a:chOff x="6777990" y="3710194"/>
            <a:chExt cx="1646915" cy="677381"/>
          </a:xfrm>
        </p:grpSpPr>
        <p:grpSp>
          <p:nvGrpSpPr>
            <p:cNvPr id="8727" name="Google Shape;8727;p37"/>
            <p:cNvGrpSpPr/>
            <p:nvPr/>
          </p:nvGrpSpPr>
          <p:grpSpPr>
            <a:xfrm>
              <a:off x="6777990" y="3874492"/>
              <a:ext cx="411129" cy="513083"/>
              <a:chOff x="6777990" y="3874492"/>
              <a:chExt cx="411129" cy="513083"/>
            </a:xfrm>
          </p:grpSpPr>
          <p:cxnSp>
            <p:nvCxnSpPr>
              <p:cNvPr id="8728" name="Google Shape;8728;p37"/>
              <p:cNvCxnSpPr/>
              <p:nvPr/>
            </p:nvCxnSpPr>
            <p:spPr>
              <a:xfrm>
                <a:off x="6977019" y="4216875"/>
                <a:ext cx="0" cy="170700"/>
              </a:xfrm>
              <a:prstGeom prst="straightConnector1">
                <a:avLst/>
              </a:prstGeom>
              <a:noFill/>
              <a:ln cap="flat" cmpd="sng" w="19050">
                <a:solidFill>
                  <a:srgbClr val="A5B7C6"/>
                </a:solidFill>
                <a:prstDash val="solid"/>
                <a:round/>
                <a:headEnd len="sm" w="sm" type="none"/>
                <a:tailEnd len="med" w="med" type="diamond"/>
              </a:ln>
            </p:spPr>
          </p:cxnSp>
          <p:sp>
            <p:nvSpPr>
              <p:cNvPr id="8729" name="Google Shape;8729;p3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0" name="Google Shape;8730;p37"/>
            <p:cNvGrpSpPr/>
            <p:nvPr/>
          </p:nvGrpSpPr>
          <p:grpSpPr>
            <a:xfrm>
              <a:off x="7188425" y="3710194"/>
              <a:ext cx="411123" cy="520535"/>
              <a:chOff x="7188425" y="3710194"/>
              <a:chExt cx="411123" cy="520535"/>
            </a:xfrm>
          </p:grpSpPr>
          <p:cxnSp>
            <p:nvCxnSpPr>
              <p:cNvPr id="8731" name="Google Shape;8731;p37"/>
              <p:cNvCxnSpPr/>
              <p:nvPr/>
            </p:nvCxnSpPr>
            <p:spPr>
              <a:xfrm rot="10800000">
                <a:off x="7393988" y="3710194"/>
                <a:ext cx="0" cy="170700"/>
              </a:xfrm>
              <a:prstGeom prst="straightConnector1">
                <a:avLst/>
              </a:prstGeom>
              <a:noFill/>
              <a:ln cap="flat" cmpd="sng" w="19050">
                <a:solidFill>
                  <a:srgbClr val="A5B7C6"/>
                </a:solidFill>
                <a:prstDash val="solid"/>
                <a:round/>
                <a:headEnd len="sm" w="sm" type="none"/>
                <a:tailEnd len="med" w="med" type="diamond"/>
              </a:ln>
            </p:spPr>
          </p:cxnSp>
          <p:sp>
            <p:nvSpPr>
              <p:cNvPr id="8732" name="Google Shape;8732;p3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3" name="Google Shape;8733;p37"/>
            <p:cNvGrpSpPr/>
            <p:nvPr/>
          </p:nvGrpSpPr>
          <p:grpSpPr>
            <a:xfrm>
              <a:off x="7603341" y="3874492"/>
              <a:ext cx="411474" cy="513083"/>
              <a:chOff x="7603341" y="3874492"/>
              <a:chExt cx="411474" cy="513083"/>
            </a:xfrm>
          </p:grpSpPr>
          <p:cxnSp>
            <p:nvCxnSpPr>
              <p:cNvPr id="8734" name="Google Shape;8734;p37"/>
              <p:cNvCxnSpPr/>
              <p:nvPr/>
            </p:nvCxnSpPr>
            <p:spPr>
              <a:xfrm>
                <a:off x="7809095" y="4216875"/>
                <a:ext cx="0" cy="170700"/>
              </a:xfrm>
              <a:prstGeom prst="straightConnector1">
                <a:avLst/>
              </a:prstGeom>
              <a:noFill/>
              <a:ln cap="flat" cmpd="sng" w="19050">
                <a:solidFill>
                  <a:srgbClr val="A5B7C6"/>
                </a:solidFill>
                <a:prstDash val="solid"/>
                <a:round/>
                <a:headEnd len="sm" w="sm" type="none"/>
                <a:tailEnd len="med" w="med" type="diamond"/>
              </a:ln>
            </p:spPr>
          </p:cxnSp>
          <p:sp>
            <p:nvSpPr>
              <p:cNvPr id="8735" name="Google Shape;8735;p3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6" name="Google Shape;8736;p37"/>
            <p:cNvGrpSpPr/>
            <p:nvPr/>
          </p:nvGrpSpPr>
          <p:grpSpPr>
            <a:xfrm>
              <a:off x="8013776" y="3722847"/>
              <a:ext cx="411129" cy="507882"/>
              <a:chOff x="8013776" y="3722847"/>
              <a:chExt cx="411129" cy="507882"/>
            </a:xfrm>
          </p:grpSpPr>
          <p:cxnSp>
            <p:nvCxnSpPr>
              <p:cNvPr id="8737" name="Google Shape;8737;p37"/>
              <p:cNvCxnSpPr/>
              <p:nvPr/>
            </p:nvCxnSpPr>
            <p:spPr>
              <a:xfrm rot="10800000">
                <a:off x="8219339" y="3722847"/>
                <a:ext cx="0" cy="169800"/>
              </a:xfrm>
              <a:prstGeom prst="straightConnector1">
                <a:avLst/>
              </a:prstGeom>
              <a:noFill/>
              <a:ln cap="flat" cmpd="sng" w="19050">
                <a:solidFill>
                  <a:srgbClr val="A5B7C6"/>
                </a:solidFill>
                <a:prstDash val="solid"/>
                <a:round/>
                <a:headEnd len="sm" w="sm" type="none"/>
                <a:tailEnd len="med" w="med" type="diamond"/>
              </a:ln>
            </p:spPr>
          </p:cxnSp>
          <p:sp>
            <p:nvSpPr>
              <p:cNvPr id="8738" name="Google Shape;8738;p3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39" name="Google Shape;8739;p37"/>
          <p:cNvGrpSpPr/>
          <p:nvPr/>
        </p:nvGrpSpPr>
        <p:grpSpPr>
          <a:xfrm>
            <a:off x="5262155" y="2703849"/>
            <a:ext cx="1421889" cy="1020604"/>
            <a:chOff x="5190863" y="2824811"/>
            <a:chExt cx="1544860" cy="1108870"/>
          </a:xfrm>
        </p:grpSpPr>
        <p:grpSp>
          <p:nvGrpSpPr>
            <p:cNvPr id="8740" name="Google Shape;8740;p37"/>
            <p:cNvGrpSpPr/>
            <p:nvPr/>
          </p:nvGrpSpPr>
          <p:grpSpPr>
            <a:xfrm>
              <a:off x="5938695" y="3176919"/>
              <a:ext cx="685760" cy="404739"/>
              <a:chOff x="5938695" y="3176919"/>
              <a:chExt cx="685760" cy="404739"/>
            </a:xfrm>
          </p:grpSpPr>
          <p:grpSp>
            <p:nvGrpSpPr>
              <p:cNvPr id="8741" name="Google Shape;8741;p37"/>
              <p:cNvGrpSpPr/>
              <p:nvPr/>
            </p:nvGrpSpPr>
            <p:grpSpPr>
              <a:xfrm>
                <a:off x="5938695" y="3176919"/>
                <a:ext cx="685760" cy="404739"/>
                <a:chOff x="5938695" y="3176919"/>
                <a:chExt cx="685760" cy="404739"/>
              </a:xfrm>
            </p:grpSpPr>
            <p:sp>
              <p:nvSpPr>
                <p:cNvPr id="8742" name="Google Shape;8742;p3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3" name="Google Shape;8743;p3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44" name="Google Shape;8744;p3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45" name="Google Shape;8745;p37"/>
            <p:cNvGrpSpPr/>
            <p:nvPr/>
          </p:nvGrpSpPr>
          <p:grpSpPr>
            <a:xfrm>
              <a:off x="5305233" y="3176835"/>
              <a:ext cx="685970" cy="404655"/>
              <a:chOff x="5305233" y="3176835"/>
              <a:chExt cx="685970" cy="404655"/>
            </a:xfrm>
          </p:grpSpPr>
          <p:grpSp>
            <p:nvGrpSpPr>
              <p:cNvPr id="8746" name="Google Shape;8746;p37"/>
              <p:cNvGrpSpPr/>
              <p:nvPr/>
            </p:nvGrpSpPr>
            <p:grpSpPr>
              <a:xfrm>
                <a:off x="5305233" y="3176835"/>
                <a:ext cx="685970" cy="404655"/>
                <a:chOff x="5305233" y="3176835"/>
                <a:chExt cx="685970" cy="404655"/>
              </a:xfrm>
            </p:grpSpPr>
            <p:sp>
              <p:nvSpPr>
                <p:cNvPr id="8747" name="Google Shape;8747;p3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3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49" name="Google Shape;8749;p3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50" name="Google Shape;8750;p3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51" name="Google Shape;8751;p37"/>
            <p:cNvGrpSpPr/>
            <p:nvPr/>
          </p:nvGrpSpPr>
          <p:grpSpPr>
            <a:xfrm>
              <a:off x="5657361" y="2824811"/>
              <a:ext cx="1078362" cy="404655"/>
              <a:chOff x="5657361" y="2824811"/>
              <a:chExt cx="1078362" cy="404655"/>
            </a:xfrm>
          </p:grpSpPr>
          <p:grpSp>
            <p:nvGrpSpPr>
              <p:cNvPr id="8752" name="Google Shape;8752;p37"/>
              <p:cNvGrpSpPr/>
              <p:nvPr/>
            </p:nvGrpSpPr>
            <p:grpSpPr>
              <a:xfrm>
                <a:off x="5657361" y="2824811"/>
                <a:ext cx="1078362" cy="404655"/>
                <a:chOff x="5657361" y="2824811"/>
                <a:chExt cx="1078362" cy="404655"/>
              </a:xfrm>
            </p:grpSpPr>
            <p:grpSp>
              <p:nvGrpSpPr>
                <p:cNvPr id="8753" name="Google Shape;8753;p37"/>
                <p:cNvGrpSpPr/>
                <p:nvPr/>
              </p:nvGrpSpPr>
              <p:grpSpPr>
                <a:xfrm>
                  <a:off x="5938485" y="2824811"/>
                  <a:ext cx="797238" cy="404655"/>
                  <a:chOff x="5938485" y="2824811"/>
                  <a:chExt cx="797238" cy="404655"/>
                </a:xfrm>
              </p:grpSpPr>
              <p:sp>
                <p:nvSpPr>
                  <p:cNvPr id="8754" name="Google Shape;8754;p3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3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56" name="Google Shape;8756;p3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57" name="Google Shape;8757;p3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58" name="Google Shape;8758;p37"/>
            <p:cNvGrpSpPr/>
            <p:nvPr/>
          </p:nvGrpSpPr>
          <p:grpSpPr>
            <a:xfrm>
              <a:off x="5190863" y="3528942"/>
              <a:ext cx="1078025" cy="404739"/>
              <a:chOff x="5190863" y="3528942"/>
              <a:chExt cx="1078025" cy="404739"/>
            </a:xfrm>
          </p:grpSpPr>
          <p:sp>
            <p:nvSpPr>
              <p:cNvPr id="8759" name="Google Shape;8759;p3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60" name="Google Shape;8760;p37"/>
              <p:cNvGrpSpPr/>
              <p:nvPr/>
            </p:nvGrpSpPr>
            <p:grpSpPr>
              <a:xfrm>
                <a:off x="5190863" y="3528942"/>
                <a:ext cx="1078025" cy="404739"/>
                <a:chOff x="5190863" y="3528942"/>
                <a:chExt cx="1078025" cy="404739"/>
              </a:xfrm>
            </p:grpSpPr>
            <p:sp>
              <p:nvSpPr>
                <p:cNvPr id="8761" name="Google Shape;8761;p3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p3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8763" name="Google Shape;8763;p37"/>
          <p:cNvGrpSpPr/>
          <p:nvPr/>
        </p:nvGrpSpPr>
        <p:grpSpPr>
          <a:xfrm>
            <a:off x="728162" y="1268317"/>
            <a:ext cx="1086719" cy="879487"/>
            <a:chOff x="803162" y="1474292"/>
            <a:chExt cx="1086719" cy="879487"/>
          </a:xfrm>
        </p:grpSpPr>
        <p:grpSp>
          <p:nvGrpSpPr>
            <p:cNvPr id="8764" name="Google Shape;8764;p37"/>
            <p:cNvGrpSpPr/>
            <p:nvPr/>
          </p:nvGrpSpPr>
          <p:grpSpPr>
            <a:xfrm>
              <a:off x="803162" y="1625948"/>
              <a:ext cx="445857" cy="576578"/>
              <a:chOff x="803162" y="1625948"/>
              <a:chExt cx="445857" cy="576578"/>
            </a:xfrm>
          </p:grpSpPr>
          <p:sp>
            <p:nvSpPr>
              <p:cNvPr id="8765" name="Google Shape;8765;p3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66" name="Google Shape;8766;p37"/>
              <p:cNvGrpSpPr/>
              <p:nvPr/>
            </p:nvGrpSpPr>
            <p:grpSpPr>
              <a:xfrm>
                <a:off x="1056023" y="1625948"/>
                <a:ext cx="192996" cy="576578"/>
                <a:chOff x="1056023" y="1625948"/>
                <a:chExt cx="192996" cy="576578"/>
              </a:xfrm>
            </p:grpSpPr>
            <p:sp>
              <p:nvSpPr>
                <p:cNvPr id="8767" name="Google Shape;8767;p3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3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p3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3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3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72" name="Google Shape;8772;p37"/>
            <p:cNvGrpSpPr/>
            <p:nvPr/>
          </p:nvGrpSpPr>
          <p:grpSpPr>
            <a:xfrm>
              <a:off x="1371406" y="1474292"/>
              <a:ext cx="518475" cy="879487"/>
              <a:chOff x="1398231" y="1474292"/>
              <a:chExt cx="518475" cy="879487"/>
            </a:xfrm>
          </p:grpSpPr>
          <p:grpSp>
            <p:nvGrpSpPr>
              <p:cNvPr id="8773" name="Google Shape;8773;p37"/>
              <p:cNvGrpSpPr/>
              <p:nvPr/>
            </p:nvGrpSpPr>
            <p:grpSpPr>
              <a:xfrm>
                <a:off x="1398231" y="1474292"/>
                <a:ext cx="518475" cy="341643"/>
                <a:chOff x="1398231" y="1474292"/>
                <a:chExt cx="518475" cy="341643"/>
              </a:xfrm>
            </p:grpSpPr>
            <p:sp>
              <p:nvSpPr>
                <p:cNvPr id="8774" name="Google Shape;8774;p3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75" name="Google Shape;8775;p37"/>
                <p:cNvGrpSpPr/>
                <p:nvPr/>
              </p:nvGrpSpPr>
              <p:grpSpPr>
                <a:xfrm>
                  <a:off x="1616453" y="1474292"/>
                  <a:ext cx="300253" cy="341643"/>
                  <a:chOff x="1616453" y="1475379"/>
                  <a:chExt cx="300253" cy="341643"/>
                </a:xfrm>
              </p:grpSpPr>
              <p:sp>
                <p:nvSpPr>
                  <p:cNvPr id="8776" name="Google Shape;8776;p3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7" name="Google Shape;8777;p3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3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3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p3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3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3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83" name="Google Shape;8783;p37"/>
                  <p:cNvGrpSpPr/>
                  <p:nvPr/>
                </p:nvGrpSpPr>
                <p:grpSpPr>
                  <a:xfrm>
                    <a:off x="1839639" y="1475379"/>
                    <a:ext cx="77067" cy="341643"/>
                    <a:chOff x="1839639" y="1475379"/>
                    <a:chExt cx="77067" cy="341643"/>
                  </a:xfrm>
                </p:grpSpPr>
                <p:sp>
                  <p:nvSpPr>
                    <p:cNvPr id="8784" name="Google Shape;8784;p3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5" name="Google Shape;8785;p3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8786" name="Google Shape;8786;p37"/>
              <p:cNvGrpSpPr/>
              <p:nvPr/>
            </p:nvGrpSpPr>
            <p:grpSpPr>
              <a:xfrm>
                <a:off x="1398451" y="2012951"/>
                <a:ext cx="518255" cy="340828"/>
                <a:chOff x="1398451" y="2012951"/>
                <a:chExt cx="518255" cy="340828"/>
              </a:xfrm>
            </p:grpSpPr>
            <p:sp>
              <p:nvSpPr>
                <p:cNvPr id="8787" name="Google Shape;8787;p3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88" name="Google Shape;8788;p37"/>
                <p:cNvGrpSpPr/>
                <p:nvPr/>
              </p:nvGrpSpPr>
              <p:grpSpPr>
                <a:xfrm>
                  <a:off x="1616453" y="2012951"/>
                  <a:ext cx="300253" cy="340828"/>
                  <a:chOff x="1616453" y="2013538"/>
                  <a:chExt cx="300253" cy="340828"/>
                </a:xfrm>
              </p:grpSpPr>
              <p:sp>
                <p:nvSpPr>
                  <p:cNvPr id="8789" name="Google Shape;8789;p3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0" name="Google Shape;8790;p3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1" name="Google Shape;8791;p3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2" name="Google Shape;8792;p3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3" name="Google Shape;8793;p3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p3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5" name="Google Shape;8795;p3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96" name="Google Shape;8796;p37"/>
                  <p:cNvGrpSpPr/>
                  <p:nvPr/>
                </p:nvGrpSpPr>
                <p:grpSpPr>
                  <a:xfrm>
                    <a:off x="1839639" y="2013538"/>
                    <a:ext cx="77067" cy="340828"/>
                    <a:chOff x="1839639" y="2013538"/>
                    <a:chExt cx="77067" cy="340828"/>
                  </a:xfrm>
                </p:grpSpPr>
                <p:sp>
                  <p:nvSpPr>
                    <p:cNvPr id="8797" name="Google Shape;8797;p3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3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grpSp>
        <p:nvGrpSpPr>
          <p:cNvPr id="8799" name="Google Shape;8799;p37"/>
          <p:cNvGrpSpPr/>
          <p:nvPr/>
        </p:nvGrpSpPr>
        <p:grpSpPr>
          <a:xfrm>
            <a:off x="724986" y="3399503"/>
            <a:ext cx="1368680" cy="682919"/>
            <a:chOff x="724986" y="3605478"/>
            <a:chExt cx="1368680" cy="682919"/>
          </a:xfrm>
        </p:grpSpPr>
        <p:grpSp>
          <p:nvGrpSpPr>
            <p:cNvPr id="8800" name="Google Shape;8800;p37"/>
            <p:cNvGrpSpPr/>
            <p:nvPr/>
          </p:nvGrpSpPr>
          <p:grpSpPr>
            <a:xfrm>
              <a:off x="1289102" y="3823629"/>
              <a:ext cx="240442" cy="250435"/>
              <a:chOff x="-165066" y="3843615"/>
              <a:chExt cx="221259" cy="230455"/>
            </a:xfrm>
          </p:grpSpPr>
          <p:sp>
            <p:nvSpPr>
              <p:cNvPr id="8801" name="Google Shape;8801;p3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3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3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p3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p3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3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p3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8" name="Google Shape;8808;p3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3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3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p3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p3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p3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4" name="Google Shape;8814;p3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5" name="Google Shape;8815;p3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6" name="Google Shape;8816;p3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7" name="Google Shape;8817;p3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p3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9" name="Google Shape;8819;p3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0" name="Google Shape;8820;p3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21" name="Google Shape;8821;p37"/>
            <p:cNvGrpSpPr/>
            <p:nvPr/>
          </p:nvGrpSpPr>
          <p:grpSpPr>
            <a:xfrm>
              <a:off x="724986" y="3605478"/>
              <a:ext cx="1368680" cy="682919"/>
              <a:chOff x="724986" y="3605478"/>
              <a:chExt cx="1368680" cy="682919"/>
            </a:xfrm>
          </p:grpSpPr>
          <p:grpSp>
            <p:nvGrpSpPr>
              <p:cNvPr id="8822" name="Google Shape;8822;p37"/>
              <p:cNvGrpSpPr/>
              <p:nvPr/>
            </p:nvGrpSpPr>
            <p:grpSpPr>
              <a:xfrm>
                <a:off x="1498221" y="4047614"/>
                <a:ext cx="529172" cy="240783"/>
                <a:chOff x="1498221" y="4047614"/>
                <a:chExt cx="529172" cy="240783"/>
              </a:xfrm>
            </p:grpSpPr>
            <p:grpSp>
              <p:nvGrpSpPr>
                <p:cNvPr id="8823" name="Google Shape;8823;p37"/>
                <p:cNvGrpSpPr/>
                <p:nvPr/>
              </p:nvGrpSpPr>
              <p:grpSpPr>
                <a:xfrm>
                  <a:off x="1826655" y="4224370"/>
                  <a:ext cx="200738" cy="25631"/>
                  <a:chOff x="1826655" y="4224370"/>
                  <a:chExt cx="200738" cy="25631"/>
                </a:xfrm>
              </p:grpSpPr>
              <p:sp>
                <p:nvSpPr>
                  <p:cNvPr id="8824" name="Google Shape;8824;p3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5" name="Google Shape;8825;p3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26" name="Google Shape;8826;p37"/>
                <p:cNvGrpSpPr/>
                <p:nvPr/>
              </p:nvGrpSpPr>
              <p:grpSpPr>
                <a:xfrm>
                  <a:off x="1498221" y="4047614"/>
                  <a:ext cx="328445" cy="240783"/>
                  <a:chOff x="1498221" y="4047614"/>
                  <a:chExt cx="328445" cy="240783"/>
                </a:xfrm>
              </p:grpSpPr>
              <p:sp>
                <p:nvSpPr>
                  <p:cNvPr id="8827" name="Google Shape;8827;p3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28" name="Google Shape;8828;p37"/>
                  <p:cNvGrpSpPr/>
                  <p:nvPr/>
                </p:nvGrpSpPr>
                <p:grpSpPr>
                  <a:xfrm>
                    <a:off x="1498221" y="4047614"/>
                    <a:ext cx="150566" cy="190415"/>
                    <a:chOff x="1498221" y="4047614"/>
                    <a:chExt cx="150566" cy="190415"/>
                  </a:xfrm>
                </p:grpSpPr>
                <p:sp>
                  <p:nvSpPr>
                    <p:cNvPr id="8829" name="Google Shape;8829;p3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0" name="Google Shape;8830;p3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8831" name="Google Shape;8831;p37"/>
              <p:cNvGrpSpPr/>
              <p:nvPr/>
            </p:nvGrpSpPr>
            <p:grpSpPr>
              <a:xfrm>
                <a:off x="1560718" y="3800594"/>
                <a:ext cx="532948" cy="302090"/>
                <a:chOff x="1560718" y="3800594"/>
                <a:chExt cx="532948" cy="302090"/>
              </a:xfrm>
            </p:grpSpPr>
            <p:grpSp>
              <p:nvGrpSpPr>
                <p:cNvPr id="8832" name="Google Shape;8832;p37"/>
                <p:cNvGrpSpPr/>
                <p:nvPr/>
              </p:nvGrpSpPr>
              <p:grpSpPr>
                <a:xfrm>
                  <a:off x="1912179" y="3827344"/>
                  <a:ext cx="181487" cy="25631"/>
                  <a:chOff x="1912179" y="3827344"/>
                  <a:chExt cx="181487" cy="25631"/>
                </a:xfrm>
              </p:grpSpPr>
              <p:sp>
                <p:nvSpPr>
                  <p:cNvPr id="8833" name="Google Shape;8833;p3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4" name="Google Shape;8834;p3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5" name="Google Shape;8835;p37"/>
                <p:cNvGrpSpPr/>
                <p:nvPr/>
              </p:nvGrpSpPr>
              <p:grpSpPr>
                <a:xfrm>
                  <a:off x="1912179" y="4044504"/>
                  <a:ext cx="181487" cy="25622"/>
                  <a:chOff x="1912179" y="4044505"/>
                  <a:chExt cx="181487" cy="25622"/>
                </a:xfrm>
              </p:grpSpPr>
              <p:sp>
                <p:nvSpPr>
                  <p:cNvPr id="8836" name="Google Shape;8836;p3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7" name="Google Shape;8837;p3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8" name="Google Shape;8838;p37"/>
                <p:cNvGrpSpPr/>
                <p:nvPr/>
              </p:nvGrpSpPr>
              <p:grpSpPr>
                <a:xfrm>
                  <a:off x="1560718" y="3800594"/>
                  <a:ext cx="351472" cy="302090"/>
                  <a:chOff x="1560718" y="3800594"/>
                  <a:chExt cx="351472" cy="302090"/>
                </a:xfrm>
              </p:grpSpPr>
              <p:grpSp>
                <p:nvGrpSpPr>
                  <p:cNvPr id="8839" name="Google Shape;8839;p37"/>
                  <p:cNvGrpSpPr/>
                  <p:nvPr/>
                </p:nvGrpSpPr>
                <p:grpSpPr>
                  <a:xfrm>
                    <a:off x="1560718" y="3842857"/>
                    <a:ext cx="173587" cy="217131"/>
                    <a:chOff x="1560718" y="3842857"/>
                    <a:chExt cx="173587" cy="217131"/>
                  </a:xfrm>
                </p:grpSpPr>
                <p:sp>
                  <p:nvSpPr>
                    <p:cNvPr id="8840" name="Google Shape;8840;p3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3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2" name="Google Shape;8842;p3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843" name="Google Shape;8843;p3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p3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8845" name="Google Shape;8845;p3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46" name="Google Shape;8846;p37"/>
              <p:cNvGrpSpPr/>
              <p:nvPr/>
            </p:nvGrpSpPr>
            <p:grpSpPr>
              <a:xfrm>
                <a:off x="785350" y="3605478"/>
                <a:ext cx="535311" cy="249245"/>
                <a:chOff x="785350" y="3605478"/>
                <a:chExt cx="535311" cy="249245"/>
              </a:xfrm>
            </p:grpSpPr>
            <p:grpSp>
              <p:nvGrpSpPr>
                <p:cNvPr id="8847" name="Google Shape;8847;p37"/>
                <p:cNvGrpSpPr/>
                <p:nvPr/>
              </p:nvGrpSpPr>
              <p:grpSpPr>
                <a:xfrm>
                  <a:off x="785350" y="3605478"/>
                  <a:ext cx="376191" cy="102736"/>
                  <a:chOff x="785350" y="3605478"/>
                  <a:chExt cx="376191" cy="102736"/>
                </a:xfrm>
              </p:grpSpPr>
              <p:sp>
                <p:nvSpPr>
                  <p:cNvPr id="8848" name="Google Shape;8848;p3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9" name="Google Shape;8849;p3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0" name="Google Shape;8850;p3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1" name="Google Shape;8851;p37"/>
                <p:cNvGrpSpPr/>
                <p:nvPr/>
              </p:nvGrpSpPr>
              <p:grpSpPr>
                <a:xfrm>
                  <a:off x="1161530" y="3655851"/>
                  <a:ext cx="159131" cy="198872"/>
                  <a:chOff x="1161530" y="3655851"/>
                  <a:chExt cx="159131" cy="198872"/>
                </a:xfrm>
              </p:grpSpPr>
              <p:sp>
                <p:nvSpPr>
                  <p:cNvPr id="8852" name="Google Shape;8852;p3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3" name="Google Shape;8853;p3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854" name="Google Shape;8854;p37"/>
              <p:cNvGrpSpPr/>
              <p:nvPr/>
            </p:nvGrpSpPr>
            <p:grpSpPr>
              <a:xfrm>
                <a:off x="785350" y="4047614"/>
                <a:ext cx="535311" cy="240783"/>
                <a:chOff x="785350" y="4047614"/>
                <a:chExt cx="535311" cy="240783"/>
              </a:xfrm>
            </p:grpSpPr>
            <p:grpSp>
              <p:nvGrpSpPr>
                <p:cNvPr id="8855" name="Google Shape;8855;p37"/>
                <p:cNvGrpSpPr/>
                <p:nvPr/>
              </p:nvGrpSpPr>
              <p:grpSpPr>
                <a:xfrm>
                  <a:off x="1161636" y="4047614"/>
                  <a:ext cx="159025" cy="190415"/>
                  <a:chOff x="1161636" y="4047614"/>
                  <a:chExt cx="159025" cy="190415"/>
                </a:xfrm>
              </p:grpSpPr>
              <p:sp>
                <p:nvSpPr>
                  <p:cNvPr id="8856" name="Google Shape;8856;p3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7" name="Google Shape;8857;p3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8" name="Google Shape;8858;p37"/>
                <p:cNvGrpSpPr/>
                <p:nvPr/>
              </p:nvGrpSpPr>
              <p:grpSpPr>
                <a:xfrm>
                  <a:off x="785350" y="4185661"/>
                  <a:ext cx="376191" cy="102736"/>
                  <a:chOff x="785350" y="4185661"/>
                  <a:chExt cx="376191" cy="102736"/>
                </a:xfrm>
              </p:grpSpPr>
              <p:sp>
                <p:nvSpPr>
                  <p:cNvPr id="8859" name="Google Shape;8859;p3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0" name="Google Shape;8860;p3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1" name="Google Shape;8861;p3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862" name="Google Shape;8862;p37"/>
              <p:cNvGrpSpPr/>
              <p:nvPr/>
            </p:nvGrpSpPr>
            <p:grpSpPr>
              <a:xfrm>
                <a:off x="1501054" y="3605478"/>
                <a:ext cx="526339" cy="249240"/>
                <a:chOff x="1501054" y="3605478"/>
                <a:chExt cx="526339" cy="249240"/>
              </a:xfrm>
            </p:grpSpPr>
            <p:grpSp>
              <p:nvGrpSpPr>
                <p:cNvPr id="8863" name="Google Shape;8863;p37"/>
                <p:cNvGrpSpPr/>
                <p:nvPr/>
              </p:nvGrpSpPr>
              <p:grpSpPr>
                <a:xfrm>
                  <a:off x="1834208" y="3643867"/>
                  <a:ext cx="193185" cy="25622"/>
                  <a:chOff x="1834208" y="3643867"/>
                  <a:chExt cx="193185" cy="25622"/>
                </a:xfrm>
              </p:grpSpPr>
              <p:sp>
                <p:nvSpPr>
                  <p:cNvPr id="8864" name="Google Shape;8864;p3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5" name="Google Shape;8865;p3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6" name="Google Shape;8866;p37"/>
                <p:cNvGrpSpPr/>
                <p:nvPr/>
              </p:nvGrpSpPr>
              <p:grpSpPr>
                <a:xfrm>
                  <a:off x="1501054" y="3605478"/>
                  <a:ext cx="333164" cy="249240"/>
                  <a:chOff x="1501054" y="3605478"/>
                  <a:chExt cx="333164" cy="249240"/>
                </a:xfrm>
              </p:grpSpPr>
              <p:sp>
                <p:nvSpPr>
                  <p:cNvPr id="8867" name="Google Shape;8867;p3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68" name="Google Shape;8868;p37"/>
                  <p:cNvGrpSpPr/>
                  <p:nvPr/>
                </p:nvGrpSpPr>
                <p:grpSpPr>
                  <a:xfrm>
                    <a:off x="1501054" y="3655851"/>
                    <a:ext cx="155286" cy="198867"/>
                    <a:chOff x="1501054" y="3655851"/>
                    <a:chExt cx="155286" cy="198867"/>
                  </a:xfrm>
                </p:grpSpPr>
                <p:sp>
                  <p:nvSpPr>
                    <p:cNvPr id="8869" name="Google Shape;8869;p3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0" name="Google Shape;8870;p3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8871" name="Google Shape;8871;p37"/>
              <p:cNvGrpSpPr/>
              <p:nvPr/>
            </p:nvGrpSpPr>
            <p:grpSpPr>
              <a:xfrm>
                <a:off x="724986" y="3800594"/>
                <a:ext cx="532949" cy="302090"/>
                <a:chOff x="724986" y="3800594"/>
                <a:chExt cx="532949" cy="302090"/>
              </a:xfrm>
            </p:grpSpPr>
            <p:grpSp>
              <p:nvGrpSpPr>
                <p:cNvPr id="8872" name="Google Shape;8872;p37"/>
                <p:cNvGrpSpPr/>
                <p:nvPr/>
              </p:nvGrpSpPr>
              <p:grpSpPr>
                <a:xfrm>
                  <a:off x="724986" y="4044367"/>
                  <a:ext cx="181314" cy="25626"/>
                  <a:chOff x="724986" y="4044367"/>
                  <a:chExt cx="181314" cy="25626"/>
                </a:xfrm>
              </p:grpSpPr>
              <p:sp>
                <p:nvSpPr>
                  <p:cNvPr id="8873" name="Google Shape;8873;p3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4" name="Google Shape;8874;p3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75" name="Google Shape;8875;p37"/>
                <p:cNvGrpSpPr/>
                <p:nvPr/>
              </p:nvGrpSpPr>
              <p:grpSpPr>
                <a:xfrm>
                  <a:off x="906290" y="3800594"/>
                  <a:ext cx="351645" cy="302090"/>
                  <a:chOff x="906290" y="3800594"/>
                  <a:chExt cx="351645" cy="302090"/>
                </a:xfrm>
              </p:grpSpPr>
              <p:grpSp>
                <p:nvGrpSpPr>
                  <p:cNvPr id="8876" name="Google Shape;8876;p37"/>
                  <p:cNvGrpSpPr/>
                  <p:nvPr/>
                </p:nvGrpSpPr>
                <p:grpSpPr>
                  <a:xfrm>
                    <a:off x="1084172" y="3842857"/>
                    <a:ext cx="173763" cy="217131"/>
                    <a:chOff x="1084172" y="3842857"/>
                    <a:chExt cx="173763" cy="217131"/>
                  </a:xfrm>
                </p:grpSpPr>
                <p:grpSp>
                  <p:nvGrpSpPr>
                    <p:cNvPr id="8877" name="Google Shape;8877;p37"/>
                    <p:cNvGrpSpPr/>
                    <p:nvPr/>
                  </p:nvGrpSpPr>
                  <p:grpSpPr>
                    <a:xfrm>
                      <a:off x="1156862" y="3936509"/>
                      <a:ext cx="101073" cy="25622"/>
                      <a:chOff x="1156862" y="3936509"/>
                      <a:chExt cx="101073" cy="25622"/>
                    </a:xfrm>
                  </p:grpSpPr>
                  <p:sp>
                    <p:nvSpPr>
                      <p:cNvPr id="8878" name="Google Shape;8878;p3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9" name="Google Shape;8879;p3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880" name="Google Shape;8880;p3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881" name="Google Shape;8881;p3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2" name="Google Shape;8882;p3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83" name="Google Shape;8883;p37"/>
                <p:cNvGrpSpPr/>
                <p:nvPr/>
              </p:nvGrpSpPr>
              <p:grpSpPr>
                <a:xfrm>
                  <a:off x="724986" y="3830189"/>
                  <a:ext cx="189533" cy="25626"/>
                  <a:chOff x="724986" y="3830189"/>
                  <a:chExt cx="189533" cy="25626"/>
                </a:xfrm>
              </p:grpSpPr>
              <p:sp>
                <p:nvSpPr>
                  <p:cNvPr id="8884" name="Google Shape;8884;p3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5" name="Google Shape;8885;p3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8886" name="Google Shape;8886;p37"/>
          <p:cNvGrpSpPr/>
          <p:nvPr/>
        </p:nvGrpSpPr>
        <p:grpSpPr>
          <a:xfrm>
            <a:off x="2253298" y="2249665"/>
            <a:ext cx="948701" cy="935378"/>
            <a:chOff x="2253298" y="2428317"/>
            <a:chExt cx="948701" cy="935378"/>
          </a:xfrm>
        </p:grpSpPr>
        <p:sp>
          <p:nvSpPr>
            <p:cNvPr id="8887" name="Google Shape;8887;p3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8" name="Google Shape;8888;p3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p3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0" name="Google Shape;8890;p3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1" name="Google Shape;8891;p3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2" name="Google Shape;8892;p3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3" name="Google Shape;8893;p3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4" name="Google Shape;8894;p3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5" name="Google Shape;8895;p3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6" name="Google Shape;8896;p3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7" name="Google Shape;8897;p3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8" name="Google Shape;8898;p3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9" name="Google Shape;8899;p3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0" name="Google Shape;8900;p3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1" name="Google Shape;8901;p3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2" name="Google Shape;8902;p3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3" name="Google Shape;8903;p3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4" name="Google Shape;8904;p3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5" name="Google Shape;8905;p3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6" name="Google Shape;8906;p3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7" name="Google Shape;8907;p3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8" name="Google Shape;8908;p3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9" name="Google Shape;8909;p3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0" name="Google Shape;8910;p3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1" name="Google Shape;8911;p3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2" name="Google Shape;8912;p3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3" name="Google Shape;8913;p3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4" name="Google Shape;8914;p3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5" name="Google Shape;8915;p3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6" name="Google Shape;8916;p3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7" name="Google Shape;8917;p3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8" name="Google Shape;8918;p3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9" name="Google Shape;8919;p3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3" name="Shape 8923"/>
        <p:cNvGrpSpPr/>
        <p:nvPr/>
      </p:nvGrpSpPr>
      <p:grpSpPr>
        <a:xfrm>
          <a:off x="0" y="0"/>
          <a:ext cx="0" cy="0"/>
          <a:chOff x="0" y="0"/>
          <a:chExt cx="0" cy="0"/>
        </a:xfrm>
      </p:grpSpPr>
      <p:graphicFrame>
        <p:nvGraphicFramePr>
          <p:cNvPr id="8924" name="Google Shape;8924;p38"/>
          <p:cNvGraphicFramePr/>
          <p:nvPr/>
        </p:nvGraphicFramePr>
        <p:xfrm>
          <a:off x="3342575" y="2130450"/>
          <a:ext cx="3000000" cy="3000000"/>
        </p:xfrm>
        <a:graphic>
          <a:graphicData uri="http://schemas.openxmlformats.org/drawingml/2006/table">
            <a:tbl>
              <a:tblPr>
                <a:noFill/>
                <a:tableStyleId>{23228013-3981-42A5-B69A-88F3EA214485}</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925" name="Google Shape;8925;p38"/>
          <p:cNvGrpSpPr/>
          <p:nvPr/>
        </p:nvGrpSpPr>
        <p:grpSpPr>
          <a:xfrm>
            <a:off x="3339744" y="952977"/>
            <a:ext cx="2363393" cy="1017867"/>
            <a:chOff x="3292400" y="1219146"/>
            <a:chExt cx="2615240" cy="1110239"/>
          </a:xfrm>
        </p:grpSpPr>
        <p:sp>
          <p:nvSpPr>
            <p:cNvPr id="8926" name="Google Shape;8926;p3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27" name="Google Shape;8927;p3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28" name="Google Shape;8928;p3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JANUARY</a:t>
              </a:r>
              <a:endParaRPr b="0" i="0" sz="200" u="none" cap="none" strike="noStrike">
                <a:solidFill>
                  <a:srgbClr val="FFFFFF"/>
                </a:solidFill>
                <a:latin typeface="Arial"/>
                <a:ea typeface="Arial"/>
                <a:cs typeface="Arial"/>
                <a:sym typeface="Arial"/>
              </a:endParaRPr>
            </a:p>
          </p:txBody>
        </p:sp>
        <p:sp>
          <p:nvSpPr>
            <p:cNvPr id="8929" name="Google Shape;8929;p3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FEBRUARY</a:t>
              </a:r>
              <a:endParaRPr b="0" i="0" sz="200" u="none" cap="none" strike="noStrike">
                <a:solidFill>
                  <a:srgbClr val="FFFFFF"/>
                </a:solidFill>
                <a:latin typeface="Arial"/>
                <a:ea typeface="Arial"/>
                <a:cs typeface="Arial"/>
                <a:sym typeface="Arial"/>
              </a:endParaRPr>
            </a:p>
          </p:txBody>
        </p:sp>
        <p:sp>
          <p:nvSpPr>
            <p:cNvPr id="8930" name="Google Shape;8930;p3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MARCH</a:t>
              </a:r>
              <a:endParaRPr b="0" i="0" sz="200" u="none" cap="none" strike="noStrike">
                <a:solidFill>
                  <a:srgbClr val="FFFFFF"/>
                </a:solidFill>
                <a:latin typeface="Arial"/>
                <a:ea typeface="Arial"/>
                <a:cs typeface="Arial"/>
                <a:sym typeface="Arial"/>
              </a:endParaRPr>
            </a:p>
          </p:txBody>
        </p:sp>
        <p:sp>
          <p:nvSpPr>
            <p:cNvPr id="8931" name="Google Shape;8931;p3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APRIL</a:t>
              </a:r>
              <a:endParaRPr b="0" i="0" sz="200" u="none" cap="none" strike="noStrike">
                <a:solidFill>
                  <a:srgbClr val="FFFFFF"/>
                </a:solidFill>
                <a:latin typeface="Arial"/>
                <a:ea typeface="Arial"/>
                <a:cs typeface="Arial"/>
                <a:sym typeface="Arial"/>
              </a:endParaRPr>
            </a:p>
          </p:txBody>
        </p:sp>
        <p:sp>
          <p:nvSpPr>
            <p:cNvPr id="8932" name="Google Shape;8932;p3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MAY</a:t>
              </a:r>
              <a:endParaRPr b="0" i="0" sz="200" u="none" cap="none" strike="noStrike">
                <a:solidFill>
                  <a:srgbClr val="FFFFFF"/>
                </a:solidFill>
                <a:latin typeface="Arial"/>
                <a:ea typeface="Arial"/>
                <a:cs typeface="Arial"/>
                <a:sym typeface="Arial"/>
              </a:endParaRPr>
            </a:p>
          </p:txBody>
        </p:sp>
        <p:sp>
          <p:nvSpPr>
            <p:cNvPr id="8933" name="Google Shape;8933;p3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JUNE</a:t>
              </a:r>
              <a:endParaRPr b="0" i="0" sz="200" u="none" cap="none" strike="noStrike">
                <a:solidFill>
                  <a:srgbClr val="FFFFFF"/>
                </a:solidFill>
                <a:latin typeface="Arial"/>
                <a:ea typeface="Arial"/>
                <a:cs typeface="Arial"/>
                <a:sym typeface="Arial"/>
              </a:endParaRPr>
            </a:p>
          </p:txBody>
        </p:sp>
        <p:sp>
          <p:nvSpPr>
            <p:cNvPr id="8934" name="Google Shape;8934;p3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PHASE 1</a:t>
              </a:r>
              <a:endParaRPr b="0" i="0" sz="200" u="none" cap="none" strike="noStrike">
                <a:solidFill>
                  <a:srgbClr val="FFFFFF"/>
                </a:solidFill>
                <a:latin typeface="Arial"/>
                <a:ea typeface="Arial"/>
                <a:cs typeface="Arial"/>
                <a:sym typeface="Arial"/>
              </a:endParaRPr>
            </a:p>
          </p:txBody>
        </p:sp>
        <p:sp>
          <p:nvSpPr>
            <p:cNvPr id="8935" name="Google Shape;8935;p3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PHASE 2</a:t>
              </a:r>
              <a:endParaRPr b="0" i="0" sz="200" u="none" cap="none" strike="noStrike">
                <a:solidFill>
                  <a:srgbClr val="FFFFFF"/>
                </a:solidFill>
                <a:latin typeface="Arial"/>
                <a:ea typeface="Arial"/>
                <a:cs typeface="Arial"/>
                <a:sym typeface="Arial"/>
              </a:endParaRPr>
            </a:p>
          </p:txBody>
        </p:sp>
        <p:sp>
          <p:nvSpPr>
            <p:cNvPr id="8936" name="Google Shape;8936;p3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1</a:t>
              </a:r>
              <a:endParaRPr b="0" i="0" sz="200" u="none" cap="none" strike="noStrike">
                <a:solidFill>
                  <a:srgbClr val="FFFFFF"/>
                </a:solidFill>
                <a:latin typeface="Arial"/>
                <a:ea typeface="Arial"/>
                <a:cs typeface="Arial"/>
                <a:sym typeface="Arial"/>
              </a:endParaRPr>
            </a:p>
          </p:txBody>
        </p:sp>
        <p:sp>
          <p:nvSpPr>
            <p:cNvPr id="8937" name="Google Shape;8937;p3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2</a:t>
              </a:r>
              <a:endParaRPr b="0" i="0" sz="200" u="none" cap="none" strike="noStrike">
                <a:solidFill>
                  <a:srgbClr val="FFFFFF"/>
                </a:solidFill>
                <a:latin typeface="Arial"/>
                <a:ea typeface="Arial"/>
                <a:cs typeface="Arial"/>
                <a:sym typeface="Arial"/>
              </a:endParaRPr>
            </a:p>
          </p:txBody>
        </p:sp>
        <p:sp>
          <p:nvSpPr>
            <p:cNvPr id="8938" name="Google Shape;8938;p3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1</a:t>
              </a:r>
              <a:endParaRPr b="0" i="0" sz="200" u="none" cap="none" strike="noStrike">
                <a:solidFill>
                  <a:srgbClr val="FFFFFF"/>
                </a:solidFill>
                <a:latin typeface="Arial"/>
                <a:ea typeface="Arial"/>
                <a:cs typeface="Arial"/>
                <a:sym typeface="Arial"/>
              </a:endParaRPr>
            </a:p>
          </p:txBody>
        </p:sp>
        <p:sp>
          <p:nvSpPr>
            <p:cNvPr id="8939" name="Google Shape;8939;p3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2</a:t>
              </a:r>
              <a:endParaRPr b="0" i="0" sz="200" u="none" cap="none" strike="noStrike">
                <a:solidFill>
                  <a:srgbClr val="FFFFFF"/>
                </a:solidFill>
                <a:latin typeface="Arial"/>
                <a:ea typeface="Arial"/>
                <a:cs typeface="Arial"/>
                <a:sym typeface="Arial"/>
              </a:endParaRPr>
            </a:p>
          </p:txBody>
        </p:sp>
        <p:grpSp>
          <p:nvGrpSpPr>
            <p:cNvPr id="8940" name="Google Shape;8940;p38"/>
            <p:cNvGrpSpPr/>
            <p:nvPr/>
          </p:nvGrpSpPr>
          <p:grpSpPr>
            <a:xfrm>
              <a:off x="3748438" y="1378608"/>
              <a:ext cx="2159202" cy="903971"/>
              <a:chOff x="1683525" y="2179850"/>
              <a:chExt cx="4519050" cy="2134525"/>
            </a:xfrm>
          </p:grpSpPr>
          <p:sp>
            <p:nvSpPr>
              <p:cNvPr id="8941" name="Google Shape;8941;p3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42" name="Google Shape;8942;p3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43" name="Google Shape;8943;p3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44" name="Google Shape;8944;p3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45" name="Google Shape;8945;p3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46" name="Google Shape;8946;p3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47" name="Google Shape;8947;p3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48" name="Google Shape;8948;p3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49" name="Google Shape;8949;p3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50" name="Google Shape;8950;p3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51" name="Google Shape;8951;p3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8952" name="Google Shape;8952;p3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grpSp>
      </p:grpSp>
      <p:graphicFrame>
        <p:nvGraphicFramePr>
          <p:cNvPr id="8953" name="Google Shape;8953;p38"/>
          <p:cNvGraphicFramePr/>
          <p:nvPr/>
        </p:nvGraphicFramePr>
        <p:xfrm>
          <a:off x="5935838" y="2130450"/>
          <a:ext cx="3000000" cy="3000000"/>
        </p:xfrm>
        <a:graphic>
          <a:graphicData uri="http://schemas.openxmlformats.org/drawingml/2006/table">
            <a:tbl>
              <a:tblPr>
                <a:noFill/>
                <a:tableStyleId>{23228013-3981-42A5-B69A-88F3EA214485}</a:tableStyleId>
              </a:tblPr>
              <a:tblGrid>
                <a:gridCol w="622825"/>
                <a:gridCol w="622825"/>
                <a:gridCol w="622825"/>
                <a:gridCol w="622825"/>
              </a:tblGrid>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5"/>
                      </a:srgbClr>
                    </a:solidFill>
                  </a:tcPr>
                </a:tc>
              </a:tr>
            </a:tbl>
          </a:graphicData>
        </a:graphic>
      </p:graphicFrame>
      <p:grpSp>
        <p:nvGrpSpPr>
          <p:cNvPr id="8954" name="Google Shape;8954;p38"/>
          <p:cNvGrpSpPr/>
          <p:nvPr/>
        </p:nvGrpSpPr>
        <p:grpSpPr>
          <a:xfrm>
            <a:off x="5913087" y="3189047"/>
            <a:ext cx="2519825" cy="1001454"/>
            <a:chOff x="1906114" y="789980"/>
            <a:chExt cx="1487676" cy="606868"/>
          </a:xfrm>
        </p:grpSpPr>
        <p:cxnSp>
          <p:nvCxnSpPr>
            <p:cNvPr id="8955" name="Google Shape;8955;p38"/>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8956" name="Google Shape;8956;p38"/>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8957" name="Google Shape;8957;p38"/>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8958" name="Google Shape;8958;p3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JANUARY</a:t>
              </a:r>
              <a:endParaRPr b="0" i="0" sz="300" u="none" cap="none" strike="noStrike">
                <a:solidFill>
                  <a:srgbClr val="E3E9ED"/>
                </a:solidFill>
                <a:latin typeface="Arial"/>
                <a:ea typeface="Arial"/>
                <a:cs typeface="Arial"/>
                <a:sym typeface="Arial"/>
              </a:endParaRPr>
            </a:p>
          </p:txBody>
        </p:sp>
        <p:sp>
          <p:nvSpPr>
            <p:cNvPr id="8959" name="Google Shape;8959;p3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FEBRUARY</a:t>
              </a:r>
              <a:endParaRPr b="0" i="0" sz="300" u="none" cap="none" strike="noStrike">
                <a:solidFill>
                  <a:srgbClr val="E3E9ED"/>
                </a:solidFill>
                <a:latin typeface="Arial"/>
                <a:ea typeface="Arial"/>
                <a:cs typeface="Arial"/>
                <a:sym typeface="Arial"/>
              </a:endParaRPr>
            </a:p>
          </p:txBody>
        </p:sp>
        <p:sp>
          <p:nvSpPr>
            <p:cNvPr id="8960" name="Google Shape;8960;p3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MARCH</a:t>
              </a:r>
              <a:endParaRPr b="0" i="0" sz="300" u="none" cap="none" strike="noStrike">
                <a:solidFill>
                  <a:srgbClr val="E3E9ED"/>
                </a:solidFill>
                <a:latin typeface="Arial"/>
                <a:ea typeface="Arial"/>
                <a:cs typeface="Arial"/>
                <a:sym typeface="Arial"/>
              </a:endParaRPr>
            </a:p>
          </p:txBody>
        </p:sp>
        <p:sp>
          <p:nvSpPr>
            <p:cNvPr id="8961" name="Google Shape;8961;p3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APRIL</a:t>
              </a:r>
              <a:endParaRPr b="0" i="0" sz="300" u="none" cap="none" strike="noStrike">
                <a:solidFill>
                  <a:srgbClr val="E3E9ED"/>
                </a:solidFill>
                <a:latin typeface="Arial"/>
                <a:ea typeface="Arial"/>
                <a:cs typeface="Arial"/>
                <a:sym typeface="Arial"/>
              </a:endParaRPr>
            </a:p>
          </p:txBody>
        </p:sp>
        <p:sp>
          <p:nvSpPr>
            <p:cNvPr id="8962" name="Google Shape;8962;p3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3" name="Google Shape;8963;p3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p3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p3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6" name="Google Shape;8966;p3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7" name="Google Shape;8967;p3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8" name="Google Shape;8968;p3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PHASE 1</a:t>
              </a:r>
              <a:endParaRPr b="0" i="0" sz="300" u="none" cap="none" strike="noStrike">
                <a:solidFill>
                  <a:srgbClr val="E3E9ED"/>
                </a:solidFill>
                <a:latin typeface="Arial"/>
                <a:ea typeface="Arial"/>
                <a:cs typeface="Arial"/>
                <a:sym typeface="Arial"/>
              </a:endParaRPr>
            </a:p>
          </p:txBody>
        </p:sp>
        <p:sp>
          <p:nvSpPr>
            <p:cNvPr id="8969" name="Google Shape;8969;p3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Task 1</a:t>
              </a:r>
              <a:endParaRPr b="0" i="0" sz="300" u="none" cap="none" strike="noStrike">
                <a:solidFill>
                  <a:srgbClr val="E3E9ED"/>
                </a:solidFill>
                <a:latin typeface="Arial"/>
                <a:ea typeface="Arial"/>
                <a:cs typeface="Arial"/>
                <a:sym typeface="Arial"/>
              </a:endParaRPr>
            </a:p>
          </p:txBody>
        </p:sp>
        <p:sp>
          <p:nvSpPr>
            <p:cNvPr id="8970" name="Google Shape;8970;p3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Task 2</a:t>
              </a:r>
              <a:endParaRPr b="0" i="0" sz="300" u="none" cap="none" strike="noStrike">
                <a:solidFill>
                  <a:srgbClr val="E3E9ED"/>
                </a:solidFill>
                <a:latin typeface="Arial"/>
                <a:ea typeface="Arial"/>
                <a:cs typeface="Arial"/>
                <a:sym typeface="Arial"/>
              </a:endParaRPr>
            </a:p>
          </p:txBody>
        </p:sp>
        <p:sp>
          <p:nvSpPr>
            <p:cNvPr id="8971" name="Google Shape;8971;p3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2" name="Google Shape;8972;p38"/>
          <p:cNvGrpSpPr/>
          <p:nvPr/>
        </p:nvGrpSpPr>
        <p:grpSpPr>
          <a:xfrm>
            <a:off x="712562" y="998005"/>
            <a:ext cx="2394370" cy="976502"/>
            <a:chOff x="749309" y="1112739"/>
            <a:chExt cx="2371603" cy="976502"/>
          </a:xfrm>
        </p:grpSpPr>
        <p:sp>
          <p:nvSpPr>
            <p:cNvPr id="8973" name="Google Shape;8973;p3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p3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p3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3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7" name="Google Shape;8977;p3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8" name="Google Shape;8978;p3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9" name="Google Shape;8979;p3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0" name="Google Shape;8980;p3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p3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2" name="Google Shape;8982;p3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3" name="Google Shape;8983;p3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p3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5" name="Google Shape;8985;p3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6" name="Google Shape;8986;p3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3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8" name="Google Shape;8988;p3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9" name="Google Shape;8989;p3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0" name="Google Shape;8990;p3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p3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2" name="Google Shape;8992;p3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3" name="Google Shape;8993;p3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4" name="Google Shape;8994;p3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5" name="Google Shape;8995;p3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6" name="Google Shape;8996;p3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p3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p3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9" name="Google Shape;8999;p3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p3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3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3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3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p3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9005" name="Google Shape;9005;p38"/>
          <p:cNvGraphicFramePr/>
          <p:nvPr/>
        </p:nvGraphicFramePr>
        <p:xfrm>
          <a:off x="5935863" y="996300"/>
          <a:ext cx="3000000" cy="3000000"/>
        </p:xfrm>
        <a:graphic>
          <a:graphicData uri="http://schemas.openxmlformats.org/drawingml/2006/table">
            <a:tbl>
              <a:tblPr>
                <a:noFill/>
                <a:tableStyleId>{23228013-3981-42A5-B69A-88F3EA214485}</a:tableStyleId>
              </a:tblPr>
              <a:tblGrid>
                <a:gridCol w="622825"/>
                <a:gridCol w="622825"/>
                <a:gridCol w="622825"/>
                <a:gridCol w="622825"/>
              </a:tblGrid>
              <a:tr h="32547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9006" name="Google Shape;9006;p38"/>
          <p:cNvGrpSpPr/>
          <p:nvPr/>
        </p:nvGrpSpPr>
        <p:grpSpPr>
          <a:xfrm>
            <a:off x="4086504" y="2517093"/>
            <a:ext cx="1517436" cy="74460"/>
            <a:chOff x="3980086" y="2804397"/>
            <a:chExt cx="1227600" cy="66900"/>
          </a:xfrm>
        </p:grpSpPr>
        <p:sp>
          <p:nvSpPr>
            <p:cNvPr id="9007" name="Google Shape;9007;p3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3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09" name="Google Shape;9009;p38"/>
          <p:cNvGrpSpPr/>
          <p:nvPr/>
        </p:nvGrpSpPr>
        <p:grpSpPr>
          <a:xfrm>
            <a:off x="4711569" y="2809680"/>
            <a:ext cx="892956" cy="74460"/>
            <a:chOff x="3980086" y="2804397"/>
            <a:chExt cx="1227600" cy="66900"/>
          </a:xfrm>
        </p:grpSpPr>
        <p:sp>
          <p:nvSpPr>
            <p:cNvPr id="9010" name="Google Shape;9010;p3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1" name="Google Shape;9011;p3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12" name="Google Shape;9012;p38"/>
          <p:cNvGrpSpPr/>
          <p:nvPr/>
        </p:nvGrpSpPr>
        <p:grpSpPr>
          <a:xfrm>
            <a:off x="3344661" y="3168563"/>
            <a:ext cx="2363245" cy="1005943"/>
            <a:chOff x="3358415" y="3361302"/>
            <a:chExt cx="2363245" cy="1024695"/>
          </a:xfrm>
        </p:grpSpPr>
        <p:grpSp>
          <p:nvGrpSpPr>
            <p:cNvPr id="9013" name="Google Shape;9013;p38"/>
            <p:cNvGrpSpPr/>
            <p:nvPr/>
          </p:nvGrpSpPr>
          <p:grpSpPr>
            <a:xfrm>
              <a:off x="3358415" y="3361302"/>
              <a:ext cx="441300" cy="1024695"/>
              <a:chOff x="3358415" y="3361302"/>
              <a:chExt cx="441300" cy="1024695"/>
            </a:xfrm>
          </p:grpSpPr>
          <p:sp>
            <p:nvSpPr>
              <p:cNvPr id="9014" name="Google Shape;9014;p3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5" name="Google Shape;9015;p3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6" name="Google Shape;9016;p3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7" name="Google Shape;9017;p3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p3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3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20" name="Google Shape;9020;p38"/>
            <p:cNvGrpSpPr/>
            <p:nvPr/>
          </p:nvGrpSpPr>
          <p:grpSpPr>
            <a:xfrm>
              <a:off x="3838901" y="3361302"/>
              <a:ext cx="441300" cy="1024695"/>
              <a:chOff x="3838901" y="3361302"/>
              <a:chExt cx="441300" cy="1024695"/>
            </a:xfrm>
          </p:grpSpPr>
          <p:sp>
            <p:nvSpPr>
              <p:cNvPr id="9021" name="Google Shape;9021;p3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2" name="Google Shape;9022;p3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3" name="Google Shape;9023;p3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4" name="Google Shape;9024;p3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5" name="Google Shape;9025;p3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6" name="Google Shape;9026;p3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27" name="Google Shape;9027;p38"/>
            <p:cNvGrpSpPr/>
            <p:nvPr/>
          </p:nvGrpSpPr>
          <p:grpSpPr>
            <a:xfrm>
              <a:off x="4319387" y="3361302"/>
              <a:ext cx="441300" cy="1024695"/>
              <a:chOff x="4319387" y="3361302"/>
              <a:chExt cx="441300" cy="1024695"/>
            </a:xfrm>
          </p:grpSpPr>
          <p:sp>
            <p:nvSpPr>
              <p:cNvPr id="9028" name="Google Shape;9028;p3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9" name="Google Shape;9029;p3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0" name="Google Shape;9030;p3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1" name="Google Shape;9031;p3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p3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3" name="Google Shape;9033;p3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34" name="Google Shape;9034;p38"/>
            <p:cNvGrpSpPr/>
            <p:nvPr/>
          </p:nvGrpSpPr>
          <p:grpSpPr>
            <a:xfrm>
              <a:off x="4799873" y="3361302"/>
              <a:ext cx="441300" cy="1024695"/>
              <a:chOff x="4799873" y="3361302"/>
              <a:chExt cx="441300" cy="1024695"/>
            </a:xfrm>
          </p:grpSpPr>
          <p:sp>
            <p:nvSpPr>
              <p:cNvPr id="9035" name="Google Shape;9035;p3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6" name="Google Shape;9036;p3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7" name="Google Shape;9037;p3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8" name="Google Shape;9038;p3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9" name="Google Shape;9039;p3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0" name="Google Shape;9040;p3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41" name="Google Shape;9041;p38"/>
            <p:cNvGrpSpPr/>
            <p:nvPr/>
          </p:nvGrpSpPr>
          <p:grpSpPr>
            <a:xfrm>
              <a:off x="5280360" y="3361302"/>
              <a:ext cx="441300" cy="1024695"/>
              <a:chOff x="5280360" y="3361302"/>
              <a:chExt cx="441300" cy="1024695"/>
            </a:xfrm>
          </p:grpSpPr>
          <p:sp>
            <p:nvSpPr>
              <p:cNvPr id="9042" name="Google Shape;9042;p3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3" name="Google Shape;9043;p3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4" name="Google Shape;9044;p3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5" name="Google Shape;9045;p3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6" name="Google Shape;9046;p3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7" name="Google Shape;9047;p3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9048" name="Google Shape;9048;p38"/>
          <p:cNvGraphicFramePr/>
          <p:nvPr/>
        </p:nvGraphicFramePr>
        <p:xfrm>
          <a:off x="711088" y="2130450"/>
          <a:ext cx="3000000" cy="3000000"/>
        </p:xfrm>
        <a:graphic>
          <a:graphicData uri="http://schemas.openxmlformats.org/drawingml/2006/table">
            <a:tbl>
              <a:tblPr>
                <a:noFill/>
                <a:tableStyleId>{23228013-3981-42A5-B69A-88F3EA214485}</a:tableStyleId>
              </a:tblPr>
              <a:tblGrid>
                <a:gridCol w="600900"/>
                <a:gridCol w="600900"/>
                <a:gridCol w="600900"/>
                <a:gridCol w="600900"/>
              </a:tblGrid>
              <a:tr h="2938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9049" name="Google Shape;9049;p38"/>
          <p:cNvGrpSpPr/>
          <p:nvPr/>
        </p:nvGrpSpPr>
        <p:grpSpPr>
          <a:xfrm>
            <a:off x="712613" y="3180175"/>
            <a:ext cx="2403614" cy="1005900"/>
            <a:chOff x="726450" y="3372825"/>
            <a:chExt cx="2403614" cy="1005900"/>
          </a:xfrm>
        </p:grpSpPr>
        <p:grpSp>
          <p:nvGrpSpPr>
            <p:cNvPr id="9050" name="Google Shape;9050;p38"/>
            <p:cNvGrpSpPr/>
            <p:nvPr/>
          </p:nvGrpSpPr>
          <p:grpSpPr>
            <a:xfrm>
              <a:off x="726450" y="3696000"/>
              <a:ext cx="2403614" cy="500898"/>
              <a:chOff x="726450" y="3696000"/>
              <a:chExt cx="2403614" cy="500898"/>
            </a:xfrm>
          </p:grpSpPr>
          <p:sp>
            <p:nvSpPr>
              <p:cNvPr id="9051" name="Google Shape;9051;p3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052" name="Google Shape;9052;p3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9053" name="Google Shape;9053;p38"/>
            <p:cNvGrpSpPr/>
            <p:nvPr/>
          </p:nvGrpSpPr>
          <p:grpSpPr>
            <a:xfrm>
              <a:off x="1348050" y="3372825"/>
              <a:ext cx="1720425" cy="1005900"/>
              <a:chOff x="1348050" y="3372825"/>
              <a:chExt cx="1720425" cy="1005900"/>
            </a:xfrm>
          </p:grpSpPr>
          <p:sp>
            <p:nvSpPr>
              <p:cNvPr id="9054" name="Google Shape;9054;p3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055" name="Google Shape;9055;p3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056" name="Google Shape;9056;p3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057" name="Google Shape;9057;p3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058" name="Google Shape;9058;p3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9059" name="Google Shape;9059;p38"/>
            <p:cNvGrpSpPr/>
            <p:nvPr/>
          </p:nvGrpSpPr>
          <p:grpSpPr>
            <a:xfrm>
              <a:off x="1455707" y="3731058"/>
              <a:ext cx="1491149" cy="417657"/>
              <a:chOff x="1455707" y="3731058"/>
              <a:chExt cx="1491149" cy="417657"/>
            </a:xfrm>
          </p:grpSpPr>
          <p:grpSp>
            <p:nvGrpSpPr>
              <p:cNvPr id="9060" name="Google Shape;9060;p38"/>
              <p:cNvGrpSpPr/>
              <p:nvPr/>
            </p:nvGrpSpPr>
            <p:grpSpPr>
              <a:xfrm>
                <a:off x="1472938" y="3745828"/>
                <a:ext cx="72126" cy="53788"/>
                <a:chOff x="1472938" y="3745828"/>
                <a:chExt cx="72126" cy="53788"/>
              </a:xfrm>
            </p:grpSpPr>
            <p:sp>
              <p:nvSpPr>
                <p:cNvPr id="9061" name="Google Shape;9061;p3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2" name="Google Shape;9062;p3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3" name="Google Shape;9063;p38"/>
              <p:cNvGrpSpPr/>
              <p:nvPr/>
            </p:nvGrpSpPr>
            <p:grpSpPr>
              <a:xfrm>
                <a:off x="1819181" y="4089633"/>
                <a:ext cx="72126" cy="53788"/>
                <a:chOff x="1819181" y="4089633"/>
                <a:chExt cx="72126" cy="53788"/>
              </a:xfrm>
            </p:grpSpPr>
            <p:sp>
              <p:nvSpPr>
                <p:cNvPr id="9064" name="Google Shape;9064;p3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5" name="Google Shape;9065;p3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6" name="Google Shape;9066;p38"/>
              <p:cNvGrpSpPr/>
              <p:nvPr/>
            </p:nvGrpSpPr>
            <p:grpSpPr>
              <a:xfrm>
                <a:off x="1455707" y="4084171"/>
                <a:ext cx="64320" cy="64544"/>
                <a:chOff x="1455707" y="4084171"/>
                <a:chExt cx="64320" cy="64544"/>
              </a:xfrm>
            </p:grpSpPr>
            <p:sp>
              <p:nvSpPr>
                <p:cNvPr id="9067" name="Google Shape;9067;p3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8" name="Google Shape;9068;p3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9" name="Google Shape;9069;p38"/>
              <p:cNvGrpSpPr/>
              <p:nvPr/>
            </p:nvGrpSpPr>
            <p:grpSpPr>
              <a:xfrm>
                <a:off x="1818610" y="3731058"/>
                <a:ext cx="64320" cy="64545"/>
                <a:chOff x="1818610" y="3731058"/>
                <a:chExt cx="64320" cy="64545"/>
              </a:xfrm>
            </p:grpSpPr>
            <p:sp>
              <p:nvSpPr>
                <p:cNvPr id="9070" name="Google Shape;9070;p3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1" name="Google Shape;9071;p3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72" name="Google Shape;9072;p38"/>
              <p:cNvGrpSpPr/>
              <p:nvPr/>
            </p:nvGrpSpPr>
            <p:grpSpPr>
              <a:xfrm>
                <a:off x="2172491" y="4089633"/>
                <a:ext cx="72126" cy="53788"/>
                <a:chOff x="2172491" y="4089633"/>
                <a:chExt cx="72126" cy="53788"/>
              </a:xfrm>
            </p:grpSpPr>
            <p:sp>
              <p:nvSpPr>
                <p:cNvPr id="9073" name="Google Shape;9073;p3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4" name="Google Shape;9074;p3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75" name="Google Shape;9075;p38"/>
              <p:cNvGrpSpPr/>
              <p:nvPr/>
            </p:nvGrpSpPr>
            <p:grpSpPr>
              <a:xfrm>
                <a:off x="2171920" y="3731058"/>
                <a:ext cx="64320" cy="64545"/>
                <a:chOff x="2171920" y="3731058"/>
                <a:chExt cx="64320" cy="64545"/>
              </a:xfrm>
            </p:grpSpPr>
            <p:sp>
              <p:nvSpPr>
                <p:cNvPr id="9076" name="Google Shape;9076;p3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7" name="Google Shape;9077;p3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78" name="Google Shape;9078;p38"/>
              <p:cNvGrpSpPr/>
              <p:nvPr/>
            </p:nvGrpSpPr>
            <p:grpSpPr>
              <a:xfrm>
                <a:off x="2874730" y="3745828"/>
                <a:ext cx="72126" cy="53788"/>
                <a:chOff x="2874730" y="3745828"/>
                <a:chExt cx="72126" cy="53788"/>
              </a:xfrm>
            </p:grpSpPr>
            <p:sp>
              <p:nvSpPr>
                <p:cNvPr id="9079" name="Google Shape;9079;p3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0" name="Google Shape;9080;p3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1" name="Google Shape;9081;p38"/>
              <p:cNvGrpSpPr/>
              <p:nvPr/>
            </p:nvGrpSpPr>
            <p:grpSpPr>
              <a:xfrm>
                <a:off x="2878589" y="4081481"/>
                <a:ext cx="64321" cy="64544"/>
                <a:chOff x="2878589" y="4081481"/>
                <a:chExt cx="64321" cy="64544"/>
              </a:xfrm>
            </p:grpSpPr>
            <p:sp>
              <p:nvSpPr>
                <p:cNvPr id="9082" name="Google Shape;9082;p3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3" name="Google Shape;9083;p3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4" name="Google Shape;9084;p38"/>
              <p:cNvGrpSpPr/>
              <p:nvPr/>
            </p:nvGrpSpPr>
            <p:grpSpPr>
              <a:xfrm>
                <a:off x="2525796" y="4089633"/>
                <a:ext cx="72126" cy="53788"/>
                <a:chOff x="2525796" y="4089633"/>
                <a:chExt cx="72126" cy="53788"/>
              </a:xfrm>
            </p:grpSpPr>
            <p:sp>
              <p:nvSpPr>
                <p:cNvPr id="9085" name="Google Shape;9085;p3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6" name="Google Shape;9086;p3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7" name="Google Shape;9087;p38"/>
              <p:cNvGrpSpPr/>
              <p:nvPr/>
            </p:nvGrpSpPr>
            <p:grpSpPr>
              <a:xfrm>
                <a:off x="2525225" y="3731058"/>
                <a:ext cx="64320" cy="64545"/>
                <a:chOff x="2525225" y="3731058"/>
                <a:chExt cx="64320" cy="64545"/>
              </a:xfrm>
            </p:grpSpPr>
            <p:sp>
              <p:nvSpPr>
                <p:cNvPr id="9088" name="Google Shape;9088;p3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9" name="Google Shape;9089;p3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3" name="Shape 9093"/>
        <p:cNvGrpSpPr/>
        <p:nvPr/>
      </p:nvGrpSpPr>
      <p:grpSpPr>
        <a:xfrm>
          <a:off x="0" y="0"/>
          <a:ext cx="0" cy="0"/>
          <a:chOff x="0" y="0"/>
          <a:chExt cx="0" cy="0"/>
        </a:xfrm>
      </p:grpSpPr>
      <p:grpSp>
        <p:nvGrpSpPr>
          <p:cNvPr id="9094" name="Google Shape;9094;p39"/>
          <p:cNvGrpSpPr/>
          <p:nvPr/>
        </p:nvGrpSpPr>
        <p:grpSpPr>
          <a:xfrm>
            <a:off x="716991" y="971306"/>
            <a:ext cx="845921" cy="690752"/>
            <a:chOff x="732428" y="1198513"/>
            <a:chExt cx="845921" cy="690752"/>
          </a:xfrm>
        </p:grpSpPr>
        <p:grpSp>
          <p:nvGrpSpPr>
            <p:cNvPr id="9095" name="Google Shape;9095;p39"/>
            <p:cNvGrpSpPr/>
            <p:nvPr/>
          </p:nvGrpSpPr>
          <p:grpSpPr>
            <a:xfrm>
              <a:off x="823030" y="1198513"/>
              <a:ext cx="755319" cy="690752"/>
              <a:chOff x="823030" y="1198513"/>
              <a:chExt cx="755319" cy="690752"/>
            </a:xfrm>
          </p:grpSpPr>
          <p:sp>
            <p:nvSpPr>
              <p:cNvPr id="9096" name="Google Shape;9096;p3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7" name="Google Shape;9097;p3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98" name="Google Shape;9098;p39"/>
            <p:cNvGrpSpPr/>
            <p:nvPr/>
          </p:nvGrpSpPr>
          <p:grpSpPr>
            <a:xfrm>
              <a:off x="732428" y="1239937"/>
              <a:ext cx="739912" cy="607886"/>
              <a:chOff x="732428" y="1239937"/>
              <a:chExt cx="739912" cy="607886"/>
            </a:xfrm>
          </p:grpSpPr>
          <p:sp>
            <p:nvSpPr>
              <p:cNvPr id="9099" name="Google Shape;9099;p3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0" name="Google Shape;9100;p3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01" name="Google Shape;9101;p39"/>
            <p:cNvGrpSpPr/>
            <p:nvPr/>
          </p:nvGrpSpPr>
          <p:grpSpPr>
            <a:xfrm>
              <a:off x="732428" y="1277018"/>
              <a:ext cx="702832" cy="533758"/>
              <a:chOff x="732428" y="1277018"/>
              <a:chExt cx="702832" cy="533758"/>
            </a:xfrm>
          </p:grpSpPr>
          <p:sp>
            <p:nvSpPr>
              <p:cNvPr id="9102" name="Google Shape;9102;p3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3" name="Google Shape;9103;p3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04" name="Google Shape;9104;p39"/>
            <p:cNvGrpSpPr/>
            <p:nvPr/>
          </p:nvGrpSpPr>
          <p:grpSpPr>
            <a:xfrm>
              <a:off x="931170" y="1306653"/>
              <a:ext cx="647179" cy="474455"/>
              <a:chOff x="931170" y="1306653"/>
              <a:chExt cx="647179" cy="474455"/>
            </a:xfrm>
          </p:grpSpPr>
          <p:sp>
            <p:nvSpPr>
              <p:cNvPr id="9105" name="Google Shape;9105;p3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6" name="Google Shape;9106;p3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07" name="Google Shape;9107;p3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08" name="Google Shape;9108;p39"/>
          <p:cNvGrpSpPr/>
          <p:nvPr/>
        </p:nvGrpSpPr>
        <p:grpSpPr>
          <a:xfrm>
            <a:off x="3948600" y="971313"/>
            <a:ext cx="634656" cy="699982"/>
            <a:chOff x="5985650" y="2860025"/>
            <a:chExt cx="1396075" cy="1539775"/>
          </a:xfrm>
        </p:grpSpPr>
        <p:sp>
          <p:nvSpPr>
            <p:cNvPr id="9109" name="Google Shape;9109;p3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0" name="Google Shape;9110;p3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1" name="Google Shape;9111;p3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2" name="Google Shape;9112;p3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3" name="Google Shape;9113;p3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4" name="Google Shape;9114;p3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5" name="Google Shape;9115;p3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6" name="Google Shape;9116;p3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7" name="Google Shape;9117;p3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8" name="Google Shape;9118;p3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9" name="Google Shape;9119;p3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0" name="Google Shape;9120;p3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p3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2" name="Google Shape;9122;p3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3" name="Google Shape;9123;p3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4" name="Google Shape;9124;p3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5" name="Google Shape;9125;p3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6" name="Google Shape;9126;p3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7" name="Google Shape;9127;p3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8" name="Google Shape;9128;p3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p3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0" name="Google Shape;9130;p3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1" name="Google Shape;9131;p3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2" name="Google Shape;9132;p3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3" name="Google Shape;9133;p3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4" name="Google Shape;9134;p3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5" name="Google Shape;9135;p3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6" name="Google Shape;9136;p3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p3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8" name="Google Shape;9138;p3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9" name="Google Shape;9139;p3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0" name="Google Shape;9140;p3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41" name="Google Shape;9141;p39"/>
          <p:cNvGrpSpPr/>
          <p:nvPr/>
        </p:nvGrpSpPr>
        <p:grpSpPr>
          <a:xfrm>
            <a:off x="4704250" y="971306"/>
            <a:ext cx="725845" cy="699975"/>
            <a:chOff x="4249973" y="1201875"/>
            <a:chExt cx="1958567" cy="1888763"/>
          </a:xfrm>
        </p:grpSpPr>
        <p:sp>
          <p:nvSpPr>
            <p:cNvPr id="9142" name="Google Shape;9142;p3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43" name="Google Shape;9143;p39"/>
            <p:cNvGrpSpPr/>
            <p:nvPr/>
          </p:nvGrpSpPr>
          <p:grpSpPr>
            <a:xfrm>
              <a:off x="5853086" y="1789142"/>
              <a:ext cx="355454" cy="1047937"/>
              <a:chOff x="5576108" y="2016725"/>
              <a:chExt cx="565200" cy="1666302"/>
            </a:xfrm>
          </p:grpSpPr>
          <p:sp>
            <p:nvSpPr>
              <p:cNvPr id="9144" name="Google Shape;9144;p3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145" name="Google Shape;9145;p3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46" name="Google Shape;9146;p39"/>
            <p:cNvGrpSpPr/>
            <p:nvPr/>
          </p:nvGrpSpPr>
          <p:grpSpPr>
            <a:xfrm>
              <a:off x="4869725" y="2691676"/>
              <a:ext cx="1013627" cy="398962"/>
              <a:chOff x="4012487" y="3451825"/>
              <a:chExt cx="1611746" cy="634381"/>
            </a:xfrm>
          </p:grpSpPr>
          <p:sp>
            <p:nvSpPr>
              <p:cNvPr id="9147" name="Google Shape;9147;p3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148" name="Google Shape;9148;p3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49" name="Google Shape;9149;p39"/>
            <p:cNvGrpSpPr/>
            <p:nvPr/>
          </p:nvGrpSpPr>
          <p:grpSpPr>
            <a:xfrm>
              <a:off x="4276993" y="2155787"/>
              <a:ext cx="651909" cy="891532"/>
              <a:chOff x="3069997" y="2599721"/>
              <a:chExt cx="1036586" cy="1417604"/>
            </a:xfrm>
          </p:grpSpPr>
          <p:sp>
            <p:nvSpPr>
              <p:cNvPr id="9150" name="Google Shape;9150;p3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151" name="Google Shape;9151;p3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52" name="Google Shape;9152;p39"/>
            <p:cNvGrpSpPr/>
            <p:nvPr/>
          </p:nvGrpSpPr>
          <p:grpSpPr>
            <a:xfrm>
              <a:off x="5054918" y="1201875"/>
              <a:ext cx="999521" cy="602731"/>
              <a:chOff x="4306958" y="1082925"/>
              <a:chExt cx="1589315" cy="958389"/>
            </a:xfrm>
          </p:grpSpPr>
          <p:sp>
            <p:nvSpPr>
              <p:cNvPr id="9153" name="Google Shape;9153;p3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154" name="Google Shape;9154;p3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55" name="Google Shape;9155;p39"/>
            <p:cNvGrpSpPr/>
            <p:nvPr/>
          </p:nvGrpSpPr>
          <p:grpSpPr>
            <a:xfrm>
              <a:off x="4249973" y="1303601"/>
              <a:ext cx="799524" cy="841184"/>
              <a:chOff x="3027033" y="1244677"/>
              <a:chExt cx="1271307" cy="1337548"/>
            </a:xfrm>
          </p:grpSpPr>
          <p:sp>
            <p:nvSpPr>
              <p:cNvPr id="9156" name="Google Shape;9156;p3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157" name="Google Shape;9157;p3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58" name="Google Shape;9158;p39"/>
          <p:cNvGrpSpPr/>
          <p:nvPr/>
        </p:nvGrpSpPr>
        <p:grpSpPr>
          <a:xfrm>
            <a:off x="4057114" y="1858087"/>
            <a:ext cx="750769" cy="683785"/>
            <a:chOff x="4204684" y="2104422"/>
            <a:chExt cx="699822" cy="637383"/>
          </a:xfrm>
        </p:grpSpPr>
        <p:grpSp>
          <p:nvGrpSpPr>
            <p:cNvPr id="9159" name="Google Shape;9159;p39"/>
            <p:cNvGrpSpPr/>
            <p:nvPr/>
          </p:nvGrpSpPr>
          <p:grpSpPr>
            <a:xfrm>
              <a:off x="4204684" y="2430067"/>
              <a:ext cx="342957" cy="311738"/>
              <a:chOff x="4204684" y="2430067"/>
              <a:chExt cx="342957" cy="311738"/>
            </a:xfrm>
          </p:grpSpPr>
          <p:sp>
            <p:nvSpPr>
              <p:cNvPr id="9160" name="Google Shape;9160;p3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1" name="Google Shape;9161;p3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62" name="Google Shape;9162;p39"/>
            <p:cNvGrpSpPr/>
            <p:nvPr/>
          </p:nvGrpSpPr>
          <p:grpSpPr>
            <a:xfrm>
              <a:off x="4561586" y="2430067"/>
              <a:ext cx="342920" cy="311738"/>
              <a:chOff x="4561586" y="2430067"/>
              <a:chExt cx="342920" cy="311738"/>
            </a:xfrm>
          </p:grpSpPr>
          <p:sp>
            <p:nvSpPr>
              <p:cNvPr id="9163" name="Google Shape;9163;p3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4" name="Google Shape;9164;p3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65" name="Google Shape;9165;p39"/>
            <p:cNvGrpSpPr/>
            <p:nvPr/>
          </p:nvGrpSpPr>
          <p:grpSpPr>
            <a:xfrm>
              <a:off x="4561586" y="2104422"/>
              <a:ext cx="342920" cy="311738"/>
              <a:chOff x="4561586" y="2104422"/>
              <a:chExt cx="342920" cy="311738"/>
            </a:xfrm>
          </p:grpSpPr>
          <p:sp>
            <p:nvSpPr>
              <p:cNvPr id="9166" name="Google Shape;9166;p3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7" name="Google Shape;9167;p3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68" name="Google Shape;9168;p39"/>
            <p:cNvGrpSpPr/>
            <p:nvPr/>
          </p:nvGrpSpPr>
          <p:grpSpPr>
            <a:xfrm>
              <a:off x="4204684" y="2104422"/>
              <a:ext cx="342957" cy="311664"/>
              <a:chOff x="4204684" y="2104422"/>
              <a:chExt cx="342957" cy="311664"/>
            </a:xfrm>
          </p:grpSpPr>
          <p:sp>
            <p:nvSpPr>
              <p:cNvPr id="9169" name="Google Shape;9169;p3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0" name="Google Shape;9170;p3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71" name="Google Shape;9171;p39"/>
          <p:cNvGrpSpPr/>
          <p:nvPr/>
        </p:nvGrpSpPr>
        <p:grpSpPr>
          <a:xfrm>
            <a:off x="5521547" y="971301"/>
            <a:ext cx="660591" cy="688868"/>
            <a:chOff x="5830645" y="1267368"/>
            <a:chExt cx="530340" cy="553041"/>
          </a:xfrm>
        </p:grpSpPr>
        <p:sp>
          <p:nvSpPr>
            <p:cNvPr id="9172" name="Google Shape;9172;p3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73" name="Google Shape;9173;p39"/>
            <p:cNvGrpSpPr/>
            <p:nvPr/>
          </p:nvGrpSpPr>
          <p:grpSpPr>
            <a:xfrm>
              <a:off x="5830645" y="1267368"/>
              <a:ext cx="259743" cy="269909"/>
              <a:chOff x="5830645" y="1267368"/>
              <a:chExt cx="259743" cy="269909"/>
            </a:xfrm>
          </p:grpSpPr>
          <p:sp>
            <p:nvSpPr>
              <p:cNvPr id="9174" name="Google Shape;9174;p3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5" name="Google Shape;9175;p3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6" name="Google Shape;9176;p39"/>
            <p:cNvGrpSpPr/>
            <p:nvPr/>
          </p:nvGrpSpPr>
          <p:grpSpPr>
            <a:xfrm>
              <a:off x="6101293" y="1267368"/>
              <a:ext cx="259692" cy="269909"/>
              <a:chOff x="6101293" y="1267368"/>
              <a:chExt cx="259692" cy="269909"/>
            </a:xfrm>
          </p:grpSpPr>
          <p:sp>
            <p:nvSpPr>
              <p:cNvPr id="9177" name="Google Shape;9177;p3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8" name="Google Shape;9178;p3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9" name="Google Shape;9179;p39"/>
            <p:cNvGrpSpPr/>
            <p:nvPr/>
          </p:nvGrpSpPr>
          <p:grpSpPr>
            <a:xfrm>
              <a:off x="5830645" y="1550500"/>
              <a:ext cx="259692" cy="269909"/>
              <a:chOff x="5830645" y="1550500"/>
              <a:chExt cx="259692" cy="269909"/>
            </a:xfrm>
          </p:grpSpPr>
          <p:sp>
            <p:nvSpPr>
              <p:cNvPr id="9180" name="Google Shape;9180;p3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1" name="Google Shape;9181;p3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82" name="Google Shape;9182;p39"/>
            <p:cNvGrpSpPr/>
            <p:nvPr/>
          </p:nvGrpSpPr>
          <p:grpSpPr>
            <a:xfrm>
              <a:off x="6101293" y="1550500"/>
              <a:ext cx="259692" cy="269909"/>
              <a:chOff x="6101293" y="1550500"/>
              <a:chExt cx="259692" cy="269909"/>
            </a:xfrm>
          </p:grpSpPr>
          <p:sp>
            <p:nvSpPr>
              <p:cNvPr id="9183" name="Google Shape;9183;p3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4" name="Google Shape;9184;p3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85" name="Google Shape;9185;p39"/>
          <p:cNvGrpSpPr/>
          <p:nvPr/>
        </p:nvGrpSpPr>
        <p:grpSpPr>
          <a:xfrm>
            <a:off x="723700" y="1861760"/>
            <a:ext cx="697154" cy="679574"/>
            <a:chOff x="2679875" y="2361475"/>
            <a:chExt cx="780425" cy="760575"/>
          </a:xfrm>
        </p:grpSpPr>
        <p:sp>
          <p:nvSpPr>
            <p:cNvPr id="9186" name="Google Shape;9186;p3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7" name="Google Shape;9187;p3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8" name="Google Shape;9188;p3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9" name="Google Shape;9189;p3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0" name="Google Shape;9190;p3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p3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92" name="Google Shape;9192;p39"/>
          <p:cNvGrpSpPr/>
          <p:nvPr/>
        </p:nvGrpSpPr>
        <p:grpSpPr>
          <a:xfrm>
            <a:off x="3122859" y="971352"/>
            <a:ext cx="735829" cy="684546"/>
            <a:chOff x="3351965" y="1148808"/>
            <a:chExt cx="750770" cy="698374"/>
          </a:xfrm>
        </p:grpSpPr>
        <p:grpSp>
          <p:nvGrpSpPr>
            <p:cNvPr id="9193" name="Google Shape;9193;p39"/>
            <p:cNvGrpSpPr/>
            <p:nvPr/>
          </p:nvGrpSpPr>
          <p:grpSpPr>
            <a:xfrm>
              <a:off x="3586796" y="1148808"/>
              <a:ext cx="294857" cy="286830"/>
              <a:chOff x="3750225" y="1774000"/>
              <a:chExt cx="149575" cy="145525"/>
            </a:xfrm>
          </p:grpSpPr>
          <p:sp>
            <p:nvSpPr>
              <p:cNvPr id="9194" name="Google Shape;9194;p3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3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96" name="Google Shape;9196;p39"/>
            <p:cNvGrpSpPr/>
            <p:nvPr/>
          </p:nvGrpSpPr>
          <p:grpSpPr>
            <a:xfrm>
              <a:off x="3779245" y="1375768"/>
              <a:ext cx="323490" cy="286978"/>
              <a:chOff x="3847850" y="1889150"/>
              <a:chExt cx="164100" cy="145600"/>
            </a:xfrm>
          </p:grpSpPr>
          <p:sp>
            <p:nvSpPr>
              <p:cNvPr id="9197" name="Google Shape;9197;p3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p3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99" name="Google Shape;9199;p39"/>
            <p:cNvGrpSpPr/>
            <p:nvPr/>
          </p:nvGrpSpPr>
          <p:grpSpPr>
            <a:xfrm>
              <a:off x="3351965" y="1330435"/>
              <a:ext cx="295449" cy="285401"/>
              <a:chOff x="3631100" y="1866150"/>
              <a:chExt cx="149875" cy="144800"/>
            </a:xfrm>
          </p:grpSpPr>
          <p:sp>
            <p:nvSpPr>
              <p:cNvPr id="9200" name="Google Shape;9200;p3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p3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02" name="Google Shape;9202;p39"/>
            <p:cNvGrpSpPr/>
            <p:nvPr/>
          </p:nvGrpSpPr>
          <p:grpSpPr>
            <a:xfrm>
              <a:off x="3548208" y="1560352"/>
              <a:ext cx="294808" cy="286830"/>
              <a:chOff x="3730650" y="1982800"/>
              <a:chExt cx="149550" cy="145525"/>
            </a:xfrm>
          </p:grpSpPr>
          <p:sp>
            <p:nvSpPr>
              <p:cNvPr id="9203" name="Google Shape;9203;p3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p3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205" name="Google Shape;9205;p39"/>
          <p:cNvGrpSpPr/>
          <p:nvPr/>
        </p:nvGrpSpPr>
        <p:grpSpPr>
          <a:xfrm>
            <a:off x="7624512" y="971306"/>
            <a:ext cx="804565" cy="677795"/>
            <a:chOff x="7636443" y="1204988"/>
            <a:chExt cx="804565" cy="677795"/>
          </a:xfrm>
        </p:grpSpPr>
        <p:grpSp>
          <p:nvGrpSpPr>
            <p:cNvPr id="9206" name="Google Shape;9206;p39"/>
            <p:cNvGrpSpPr/>
            <p:nvPr/>
          </p:nvGrpSpPr>
          <p:grpSpPr>
            <a:xfrm>
              <a:off x="7636443" y="1509705"/>
              <a:ext cx="804565" cy="373078"/>
              <a:chOff x="7636443" y="1509705"/>
              <a:chExt cx="804565" cy="373078"/>
            </a:xfrm>
          </p:grpSpPr>
          <p:sp>
            <p:nvSpPr>
              <p:cNvPr id="9207" name="Google Shape;9207;p3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8" name="Google Shape;9208;p3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09" name="Google Shape;9209;p39"/>
            <p:cNvGrpSpPr/>
            <p:nvPr/>
          </p:nvGrpSpPr>
          <p:grpSpPr>
            <a:xfrm>
              <a:off x="7636443" y="1408133"/>
              <a:ext cx="804565" cy="373078"/>
              <a:chOff x="7636443" y="1408133"/>
              <a:chExt cx="804565" cy="373078"/>
            </a:xfrm>
          </p:grpSpPr>
          <p:sp>
            <p:nvSpPr>
              <p:cNvPr id="9210" name="Google Shape;9210;p3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1" name="Google Shape;9211;p3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12" name="Google Shape;9212;p39"/>
            <p:cNvGrpSpPr/>
            <p:nvPr/>
          </p:nvGrpSpPr>
          <p:grpSpPr>
            <a:xfrm>
              <a:off x="7636443" y="1306560"/>
              <a:ext cx="804565" cy="373078"/>
              <a:chOff x="7636443" y="1306560"/>
              <a:chExt cx="804565" cy="373078"/>
            </a:xfrm>
          </p:grpSpPr>
          <p:sp>
            <p:nvSpPr>
              <p:cNvPr id="9213" name="Google Shape;9213;p3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4" name="Google Shape;9214;p3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15" name="Google Shape;9215;p39"/>
            <p:cNvGrpSpPr/>
            <p:nvPr/>
          </p:nvGrpSpPr>
          <p:grpSpPr>
            <a:xfrm>
              <a:off x="7636443" y="1204988"/>
              <a:ext cx="804565" cy="373078"/>
              <a:chOff x="7636443" y="1204988"/>
              <a:chExt cx="804565" cy="373078"/>
            </a:xfrm>
          </p:grpSpPr>
          <p:sp>
            <p:nvSpPr>
              <p:cNvPr id="9216" name="Google Shape;9216;p3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7" name="Google Shape;9217;p3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218" name="Google Shape;9218;p39"/>
          <p:cNvGrpSpPr/>
          <p:nvPr/>
        </p:nvGrpSpPr>
        <p:grpSpPr>
          <a:xfrm>
            <a:off x="4963358" y="1878721"/>
            <a:ext cx="661339" cy="661188"/>
            <a:chOff x="3990000" y="975400"/>
            <a:chExt cx="3934200" cy="3933300"/>
          </a:xfrm>
        </p:grpSpPr>
        <p:sp>
          <p:nvSpPr>
            <p:cNvPr id="9219" name="Google Shape;9219;p3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0" name="Google Shape;9220;p3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1" name="Google Shape;9221;p3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2" name="Google Shape;9222;p3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23" name="Google Shape;9223;p39"/>
          <p:cNvGrpSpPr/>
          <p:nvPr/>
        </p:nvGrpSpPr>
        <p:grpSpPr>
          <a:xfrm>
            <a:off x="6607006" y="1857359"/>
            <a:ext cx="868881" cy="684240"/>
            <a:chOff x="6598259" y="2078634"/>
            <a:chExt cx="868881" cy="684240"/>
          </a:xfrm>
        </p:grpSpPr>
        <p:sp>
          <p:nvSpPr>
            <p:cNvPr id="9224" name="Google Shape;9224;p3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5" name="Google Shape;9225;p3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6" name="Google Shape;9226;p3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7" name="Google Shape;9227;p3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8" name="Google Shape;9228;p3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9" name="Google Shape;9229;p3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30" name="Google Shape;9230;p39"/>
            <p:cNvGrpSpPr/>
            <p:nvPr/>
          </p:nvGrpSpPr>
          <p:grpSpPr>
            <a:xfrm>
              <a:off x="6808175" y="2078634"/>
              <a:ext cx="452229" cy="684240"/>
              <a:chOff x="6808175" y="2078634"/>
              <a:chExt cx="452229" cy="684240"/>
            </a:xfrm>
          </p:grpSpPr>
          <p:sp>
            <p:nvSpPr>
              <p:cNvPr id="9231" name="Google Shape;9231;p3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2" name="Google Shape;9232;p3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3" name="Google Shape;9233;p3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4" name="Google Shape;9234;p3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5" name="Google Shape;9235;p3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6" name="Google Shape;9236;p3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37" name="Google Shape;9237;p39"/>
              <p:cNvGrpSpPr/>
              <p:nvPr/>
            </p:nvGrpSpPr>
            <p:grpSpPr>
              <a:xfrm>
                <a:off x="6821586" y="2078634"/>
                <a:ext cx="426871" cy="684240"/>
                <a:chOff x="6821586" y="2078634"/>
                <a:chExt cx="426871" cy="684240"/>
              </a:xfrm>
            </p:grpSpPr>
            <p:grpSp>
              <p:nvGrpSpPr>
                <p:cNvPr id="9238" name="Google Shape;9238;p39"/>
                <p:cNvGrpSpPr/>
                <p:nvPr/>
              </p:nvGrpSpPr>
              <p:grpSpPr>
                <a:xfrm>
                  <a:off x="6821586" y="2078634"/>
                  <a:ext cx="426871" cy="684240"/>
                  <a:chOff x="6821586" y="2078634"/>
                  <a:chExt cx="426871" cy="684240"/>
                </a:xfrm>
              </p:grpSpPr>
              <p:sp>
                <p:nvSpPr>
                  <p:cNvPr id="9239" name="Google Shape;9239;p3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0" name="Google Shape;9240;p3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1" name="Google Shape;9241;p3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2" name="Google Shape;9242;p3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3" name="Google Shape;9243;p3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4" name="Google Shape;9244;p3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5" name="Google Shape;9245;p3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6" name="Google Shape;9246;p3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7" name="Google Shape;9247;p3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8" name="Google Shape;9248;p3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9" name="Google Shape;9249;p3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0" name="Google Shape;9250;p3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1" name="Google Shape;9251;p3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2" name="Google Shape;9252;p3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3" name="Google Shape;9253;p3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p3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5" name="Google Shape;9255;p3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6" name="Google Shape;9256;p3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7" name="Google Shape;9257;p3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58" name="Google Shape;9258;p3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9" name="Google Shape;9259;p3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0" name="Google Shape;9260;p3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1" name="Google Shape;9261;p3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2" name="Google Shape;9262;p3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3" name="Google Shape;9263;p3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264" name="Google Shape;9264;p39"/>
          <p:cNvGrpSpPr/>
          <p:nvPr/>
        </p:nvGrpSpPr>
        <p:grpSpPr>
          <a:xfrm>
            <a:off x="5780173" y="1862968"/>
            <a:ext cx="671358" cy="671358"/>
            <a:chOff x="6535625" y="760425"/>
            <a:chExt cx="1665900" cy="1665900"/>
          </a:xfrm>
        </p:grpSpPr>
        <p:sp>
          <p:nvSpPr>
            <p:cNvPr id="9265" name="Google Shape;9265;p3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6" name="Google Shape;9266;p3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7" name="Google Shape;9267;p3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8" name="Google Shape;9268;p3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69" name="Google Shape;9269;p39"/>
          <p:cNvGrpSpPr/>
          <p:nvPr/>
        </p:nvGrpSpPr>
        <p:grpSpPr>
          <a:xfrm>
            <a:off x="716989" y="3531368"/>
            <a:ext cx="1340789" cy="640830"/>
            <a:chOff x="238125" y="1151100"/>
            <a:chExt cx="7139450" cy="3412300"/>
          </a:xfrm>
        </p:grpSpPr>
        <p:sp>
          <p:nvSpPr>
            <p:cNvPr id="9270" name="Google Shape;9270;p3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1" name="Google Shape;9271;p3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2" name="Google Shape;9272;p3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3" name="Google Shape;9273;p3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4" name="Google Shape;9274;p3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5" name="Google Shape;9275;p3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6" name="Google Shape;9276;p3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p3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p3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9" name="Google Shape;9279;p3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0" name="Google Shape;9280;p3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1" name="Google Shape;9281;p3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82" name="Google Shape;9282;p39"/>
          <p:cNvGrpSpPr/>
          <p:nvPr/>
        </p:nvGrpSpPr>
        <p:grpSpPr>
          <a:xfrm>
            <a:off x="5584212" y="2734649"/>
            <a:ext cx="985357" cy="585763"/>
            <a:chOff x="5145061" y="2881789"/>
            <a:chExt cx="1107641" cy="658457"/>
          </a:xfrm>
        </p:grpSpPr>
        <p:grpSp>
          <p:nvGrpSpPr>
            <p:cNvPr id="9283" name="Google Shape;9283;p39"/>
            <p:cNvGrpSpPr/>
            <p:nvPr/>
          </p:nvGrpSpPr>
          <p:grpSpPr>
            <a:xfrm>
              <a:off x="5722989" y="3244587"/>
              <a:ext cx="529713" cy="295659"/>
              <a:chOff x="5722989" y="3244587"/>
              <a:chExt cx="529713" cy="295659"/>
            </a:xfrm>
          </p:grpSpPr>
          <p:sp>
            <p:nvSpPr>
              <p:cNvPr id="9284" name="Google Shape;9284;p3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285" name="Google Shape;9285;p3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286" name="Google Shape;9286;p39"/>
            <p:cNvGrpSpPr/>
            <p:nvPr/>
          </p:nvGrpSpPr>
          <p:grpSpPr>
            <a:xfrm>
              <a:off x="5145061" y="3244587"/>
              <a:ext cx="536807" cy="295659"/>
              <a:chOff x="5145061" y="3244587"/>
              <a:chExt cx="536807" cy="295659"/>
            </a:xfrm>
          </p:grpSpPr>
          <p:sp>
            <p:nvSpPr>
              <p:cNvPr id="9287" name="Google Shape;9287;p3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288" name="Google Shape;9288;p3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289" name="Google Shape;9289;p39"/>
            <p:cNvGrpSpPr/>
            <p:nvPr/>
          </p:nvGrpSpPr>
          <p:grpSpPr>
            <a:xfrm>
              <a:off x="5341327" y="2898245"/>
              <a:ext cx="532309" cy="614890"/>
              <a:chOff x="5341327" y="2898245"/>
              <a:chExt cx="532309" cy="614890"/>
            </a:xfrm>
          </p:grpSpPr>
          <p:sp>
            <p:nvSpPr>
              <p:cNvPr id="9290" name="Google Shape;9290;p3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291" name="Google Shape;9291;p3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292" name="Google Shape;9292;p39"/>
            <p:cNvGrpSpPr/>
            <p:nvPr/>
          </p:nvGrpSpPr>
          <p:grpSpPr>
            <a:xfrm>
              <a:off x="5532290" y="2881789"/>
              <a:ext cx="620516" cy="305456"/>
              <a:chOff x="5532290" y="2881789"/>
              <a:chExt cx="620516" cy="305456"/>
            </a:xfrm>
          </p:grpSpPr>
          <p:sp>
            <p:nvSpPr>
              <p:cNvPr id="9293" name="Google Shape;9293;p3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294" name="Google Shape;9294;p3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9295" name="Google Shape;9295;p39"/>
          <p:cNvGrpSpPr/>
          <p:nvPr/>
        </p:nvGrpSpPr>
        <p:grpSpPr>
          <a:xfrm>
            <a:off x="8163135" y="3526707"/>
            <a:ext cx="269068" cy="645492"/>
            <a:chOff x="7026852" y="3311869"/>
            <a:chExt cx="434331" cy="1041955"/>
          </a:xfrm>
        </p:grpSpPr>
        <p:sp>
          <p:nvSpPr>
            <p:cNvPr id="9296" name="Google Shape;9296;p3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7" name="Google Shape;9297;p3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8" name="Google Shape;9298;p3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99" name="Google Shape;9299;p39"/>
          <p:cNvGrpSpPr/>
          <p:nvPr/>
        </p:nvGrpSpPr>
        <p:grpSpPr>
          <a:xfrm>
            <a:off x="6179716" y="3565945"/>
            <a:ext cx="293882" cy="293836"/>
            <a:chOff x="4873519" y="3311869"/>
            <a:chExt cx="499374" cy="499296"/>
          </a:xfrm>
        </p:grpSpPr>
        <p:sp>
          <p:nvSpPr>
            <p:cNvPr id="9300" name="Google Shape;9300;p3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1" name="Google Shape;9301;p3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02" name="Google Shape;9302;p39"/>
          <p:cNvGrpSpPr/>
          <p:nvPr/>
        </p:nvGrpSpPr>
        <p:grpSpPr>
          <a:xfrm>
            <a:off x="6179716" y="3878316"/>
            <a:ext cx="293882" cy="293882"/>
            <a:chOff x="4873519" y="3875839"/>
            <a:chExt cx="499374" cy="499374"/>
          </a:xfrm>
        </p:grpSpPr>
        <p:sp>
          <p:nvSpPr>
            <p:cNvPr id="9303" name="Google Shape;9303;p3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4" name="Google Shape;9304;p3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05" name="Google Shape;9305;p39"/>
          <p:cNvGrpSpPr/>
          <p:nvPr/>
        </p:nvGrpSpPr>
        <p:grpSpPr>
          <a:xfrm>
            <a:off x="2410244" y="1850269"/>
            <a:ext cx="698105" cy="698207"/>
            <a:chOff x="2565073" y="2075876"/>
            <a:chExt cx="672483" cy="672517"/>
          </a:xfrm>
        </p:grpSpPr>
        <p:sp>
          <p:nvSpPr>
            <p:cNvPr id="9306" name="Google Shape;9306;p3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7" name="Google Shape;9307;p3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8" name="Google Shape;9308;p3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9" name="Google Shape;9309;p3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0" name="Google Shape;9310;p3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1" name="Google Shape;9311;p3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12" name="Google Shape;9312;p39"/>
          <p:cNvGrpSpPr/>
          <p:nvPr/>
        </p:nvGrpSpPr>
        <p:grpSpPr>
          <a:xfrm>
            <a:off x="5633655" y="3534869"/>
            <a:ext cx="438354" cy="637329"/>
            <a:chOff x="1697726" y="3244179"/>
            <a:chExt cx="788124" cy="1146069"/>
          </a:xfrm>
        </p:grpSpPr>
        <p:sp>
          <p:nvSpPr>
            <p:cNvPr id="9313" name="Google Shape;9313;p3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4" name="Google Shape;9314;p3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15" name="Google Shape;9315;p39"/>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16" name="Google Shape;9316;p39"/>
          <p:cNvGrpSpPr/>
          <p:nvPr/>
        </p:nvGrpSpPr>
        <p:grpSpPr>
          <a:xfrm>
            <a:off x="7634869" y="1863232"/>
            <a:ext cx="799565" cy="670282"/>
            <a:chOff x="7617850" y="2063282"/>
            <a:chExt cx="799565" cy="670282"/>
          </a:xfrm>
        </p:grpSpPr>
        <p:cxnSp>
          <p:nvCxnSpPr>
            <p:cNvPr id="9317" name="Google Shape;9317;p39"/>
            <p:cNvCxnSpPr/>
            <p:nvPr/>
          </p:nvCxnSpPr>
          <p:spPr>
            <a:xfrm flipH="1" rot="5400000">
              <a:off x="7629118" y="2104714"/>
              <a:ext cx="129900" cy="111300"/>
            </a:xfrm>
            <a:prstGeom prst="bentConnector3">
              <a:avLst>
                <a:gd fmla="val -104003" name="adj1"/>
              </a:avLst>
            </a:prstGeom>
            <a:noFill/>
            <a:ln cap="flat" cmpd="sng" w="9525">
              <a:solidFill>
                <a:srgbClr val="667E92"/>
              </a:solidFill>
              <a:prstDash val="solid"/>
              <a:round/>
              <a:headEnd len="sm" w="sm" type="none"/>
              <a:tailEnd len="sm" w="sm" type="none"/>
            </a:ln>
          </p:spPr>
        </p:cxnSp>
        <p:cxnSp>
          <p:nvCxnSpPr>
            <p:cNvPr id="9318" name="Google Shape;9318;p39"/>
            <p:cNvCxnSpPr/>
            <p:nvPr/>
          </p:nvCxnSpPr>
          <p:spPr>
            <a:xfrm rot="-5400000">
              <a:off x="8276270" y="2104714"/>
              <a:ext cx="129900" cy="111300"/>
            </a:xfrm>
            <a:prstGeom prst="bentConnector3">
              <a:avLst>
                <a:gd fmla="val -104003" name="adj1"/>
              </a:avLst>
            </a:prstGeom>
            <a:noFill/>
            <a:ln cap="flat" cmpd="sng" w="9525">
              <a:solidFill>
                <a:srgbClr val="667E92"/>
              </a:solidFill>
              <a:prstDash val="solid"/>
              <a:round/>
              <a:headEnd len="sm" w="sm" type="none"/>
              <a:tailEnd len="sm" w="sm" type="none"/>
            </a:ln>
          </p:spPr>
        </p:cxnSp>
        <p:cxnSp>
          <p:nvCxnSpPr>
            <p:cNvPr id="9319" name="Google Shape;9319;p39"/>
            <p:cNvCxnSpPr/>
            <p:nvPr/>
          </p:nvCxnSpPr>
          <p:spPr>
            <a:xfrm rot="5400000">
              <a:off x="7629118" y="2612964"/>
              <a:ext cx="129900" cy="111300"/>
            </a:xfrm>
            <a:prstGeom prst="bentConnector3">
              <a:avLst>
                <a:gd fmla="val 204003" name="adj1"/>
              </a:avLst>
            </a:prstGeom>
            <a:noFill/>
            <a:ln cap="flat" cmpd="sng" w="9525">
              <a:solidFill>
                <a:srgbClr val="667E92"/>
              </a:solidFill>
              <a:prstDash val="solid"/>
              <a:round/>
              <a:headEnd len="sm" w="sm" type="none"/>
              <a:tailEnd len="sm" w="sm" type="none"/>
            </a:ln>
          </p:spPr>
        </p:cxnSp>
        <p:cxnSp>
          <p:nvCxnSpPr>
            <p:cNvPr id="9320" name="Google Shape;9320;p39"/>
            <p:cNvCxnSpPr/>
            <p:nvPr/>
          </p:nvCxnSpPr>
          <p:spPr>
            <a:xfrm flipH="1" rot="-5400000">
              <a:off x="8276270" y="2612964"/>
              <a:ext cx="129900" cy="111300"/>
            </a:xfrm>
            <a:prstGeom prst="bentConnector3">
              <a:avLst>
                <a:gd fmla="val 204003" name="adj1"/>
              </a:avLst>
            </a:prstGeom>
            <a:noFill/>
            <a:ln cap="flat" cmpd="sng" w="9525">
              <a:solidFill>
                <a:srgbClr val="667E92"/>
              </a:solidFill>
              <a:prstDash val="solid"/>
              <a:round/>
              <a:headEnd len="sm" w="sm" type="none"/>
              <a:tailEnd len="sm" w="sm" type="none"/>
            </a:ln>
          </p:spPr>
        </p:cxnSp>
        <p:cxnSp>
          <p:nvCxnSpPr>
            <p:cNvPr id="9321" name="Google Shape;9321;p39"/>
            <p:cNvCxnSpPr/>
            <p:nvPr/>
          </p:nvCxnSpPr>
          <p:spPr>
            <a:xfrm rot="10800000">
              <a:off x="7617850" y="2393356"/>
              <a:ext cx="83400" cy="0"/>
            </a:xfrm>
            <a:prstGeom prst="straightConnector1">
              <a:avLst/>
            </a:prstGeom>
            <a:noFill/>
            <a:ln cap="flat" cmpd="sng" w="9525">
              <a:solidFill>
                <a:srgbClr val="667E92"/>
              </a:solidFill>
              <a:prstDash val="solid"/>
              <a:round/>
              <a:headEnd len="sm" w="sm" type="none"/>
              <a:tailEnd len="sm" w="sm" type="none"/>
            </a:ln>
          </p:spPr>
        </p:cxnSp>
        <p:cxnSp>
          <p:nvCxnSpPr>
            <p:cNvPr id="9322" name="Google Shape;9322;p39"/>
            <p:cNvCxnSpPr/>
            <p:nvPr/>
          </p:nvCxnSpPr>
          <p:spPr>
            <a:xfrm rot="10800000">
              <a:off x="8334015" y="2393356"/>
              <a:ext cx="83400" cy="0"/>
            </a:xfrm>
            <a:prstGeom prst="straightConnector1">
              <a:avLst/>
            </a:prstGeom>
            <a:noFill/>
            <a:ln cap="flat" cmpd="sng" w="9525">
              <a:solidFill>
                <a:srgbClr val="667E92"/>
              </a:solidFill>
              <a:prstDash val="solid"/>
              <a:round/>
              <a:headEnd len="sm" w="sm" type="none"/>
              <a:tailEnd len="sm" w="sm" type="none"/>
            </a:ln>
          </p:spPr>
        </p:cxnSp>
        <p:grpSp>
          <p:nvGrpSpPr>
            <p:cNvPr id="9323" name="Google Shape;9323;p39"/>
            <p:cNvGrpSpPr/>
            <p:nvPr/>
          </p:nvGrpSpPr>
          <p:grpSpPr>
            <a:xfrm>
              <a:off x="7734309" y="2063282"/>
              <a:ext cx="570957" cy="620096"/>
              <a:chOff x="7734309" y="2063282"/>
              <a:chExt cx="570957" cy="620096"/>
            </a:xfrm>
          </p:grpSpPr>
          <p:grpSp>
            <p:nvGrpSpPr>
              <p:cNvPr id="9324" name="Google Shape;9324;p39"/>
              <p:cNvGrpSpPr/>
              <p:nvPr/>
            </p:nvGrpSpPr>
            <p:grpSpPr>
              <a:xfrm>
                <a:off x="8031573" y="2063282"/>
                <a:ext cx="273693" cy="620096"/>
                <a:chOff x="8031573" y="2063282"/>
                <a:chExt cx="273693" cy="620096"/>
              </a:xfrm>
            </p:grpSpPr>
            <p:sp>
              <p:nvSpPr>
                <p:cNvPr id="9325" name="Google Shape;9325;p3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6" name="Google Shape;9326;p3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7" name="Google Shape;9327;p3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8" name="Google Shape;9328;p3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29" name="Google Shape;9329;p39"/>
              <p:cNvGrpSpPr/>
              <p:nvPr/>
            </p:nvGrpSpPr>
            <p:grpSpPr>
              <a:xfrm flipH="1">
                <a:off x="7734309" y="2063282"/>
                <a:ext cx="273693" cy="620096"/>
                <a:chOff x="8031573" y="2063282"/>
                <a:chExt cx="273693" cy="620096"/>
              </a:xfrm>
            </p:grpSpPr>
            <p:sp>
              <p:nvSpPr>
                <p:cNvPr id="9330" name="Google Shape;9330;p3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1" name="Google Shape;9331;p3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2" name="Google Shape;9332;p3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3" name="Google Shape;9333;p3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
        <p:nvSpPr>
          <p:cNvPr id="9334" name="Google Shape;9334;p39"/>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5" name="Google Shape;9335;p39"/>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36" name="Google Shape;9336;p39"/>
          <p:cNvGrpSpPr/>
          <p:nvPr/>
        </p:nvGrpSpPr>
        <p:grpSpPr>
          <a:xfrm>
            <a:off x="7821475" y="2716715"/>
            <a:ext cx="602567" cy="601884"/>
            <a:chOff x="1186975" y="238125"/>
            <a:chExt cx="5244275" cy="5238325"/>
          </a:xfrm>
        </p:grpSpPr>
        <p:sp>
          <p:nvSpPr>
            <p:cNvPr id="9337" name="Google Shape;9337;p3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8" name="Google Shape;9338;p3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9" name="Google Shape;9339;p3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0" name="Google Shape;9340;p3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41" name="Google Shape;9341;p39"/>
          <p:cNvGrpSpPr/>
          <p:nvPr/>
        </p:nvGrpSpPr>
        <p:grpSpPr>
          <a:xfrm>
            <a:off x="3264213" y="1856199"/>
            <a:ext cx="651848" cy="687338"/>
            <a:chOff x="3400515" y="2056248"/>
            <a:chExt cx="698134" cy="735987"/>
          </a:xfrm>
        </p:grpSpPr>
        <p:grpSp>
          <p:nvGrpSpPr>
            <p:cNvPr id="9342" name="Google Shape;9342;p39"/>
            <p:cNvGrpSpPr/>
            <p:nvPr/>
          </p:nvGrpSpPr>
          <p:grpSpPr>
            <a:xfrm>
              <a:off x="3400515" y="2283913"/>
              <a:ext cx="312919" cy="219900"/>
              <a:chOff x="3400515" y="2283913"/>
              <a:chExt cx="312919" cy="219900"/>
            </a:xfrm>
          </p:grpSpPr>
          <p:sp>
            <p:nvSpPr>
              <p:cNvPr id="9343" name="Google Shape;9343;p3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344" name="Google Shape;9344;p39"/>
              <p:cNvCxnSpPr/>
              <p:nvPr/>
            </p:nvCxnSpPr>
            <p:spPr>
              <a:xfrm rot="10800000">
                <a:off x="3400515" y="2393804"/>
                <a:ext cx="95400" cy="0"/>
              </a:xfrm>
              <a:prstGeom prst="straightConnector1">
                <a:avLst/>
              </a:prstGeom>
              <a:noFill/>
              <a:ln cap="flat" cmpd="sng" w="28575">
                <a:solidFill>
                  <a:srgbClr val="435D74"/>
                </a:solidFill>
                <a:prstDash val="solid"/>
                <a:round/>
                <a:headEnd len="sm" w="sm" type="none"/>
                <a:tailEnd len="sm" w="sm" type="none"/>
              </a:ln>
            </p:spPr>
          </p:cxnSp>
        </p:grpSp>
        <p:grpSp>
          <p:nvGrpSpPr>
            <p:cNvPr id="9345" name="Google Shape;9345;p39"/>
            <p:cNvGrpSpPr/>
            <p:nvPr/>
          </p:nvGrpSpPr>
          <p:grpSpPr>
            <a:xfrm>
              <a:off x="3547823" y="2461089"/>
              <a:ext cx="219900" cy="331146"/>
              <a:chOff x="3547823" y="2461089"/>
              <a:chExt cx="219900" cy="331146"/>
            </a:xfrm>
          </p:grpSpPr>
          <p:sp>
            <p:nvSpPr>
              <p:cNvPr id="9346" name="Google Shape;9346;p3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347" name="Google Shape;9347;p39"/>
              <p:cNvCxnSpPr/>
              <p:nvPr/>
            </p:nvCxnSpPr>
            <p:spPr>
              <a:xfrm rot="10800000">
                <a:off x="3657701" y="2678535"/>
                <a:ext cx="0" cy="113700"/>
              </a:xfrm>
              <a:prstGeom prst="straightConnector1">
                <a:avLst/>
              </a:prstGeom>
              <a:noFill/>
              <a:ln cap="flat" cmpd="sng" w="28575">
                <a:solidFill>
                  <a:srgbClr val="5F7D95"/>
                </a:solidFill>
                <a:prstDash val="solid"/>
                <a:round/>
                <a:headEnd len="sm" w="sm" type="none"/>
                <a:tailEnd len="sm" w="sm" type="none"/>
              </a:ln>
            </p:spPr>
          </p:cxnSp>
        </p:grpSp>
        <p:grpSp>
          <p:nvGrpSpPr>
            <p:cNvPr id="9348" name="Google Shape;9348;p39"/>
            <p:cNvGrpSpPr/>
            <p:nvPr/>
          </p:nvGrpSpPr>
          <p:grpSpPr>
            <a:xfrm>
              <a:off x="3734138" y="2461089"/>
              <a:ext cx="219900" cy="331146"/>
              <a:chOff x="3734138" y="2461089"/>
              <a:chExt cx="219900" cy="331146"/>
            </a:xfrm>
          </p:grpSpPr>
          <p:sp>
            <p:nvSpPr>
              <p:cNvPr id="9349" name="Google Shape;9349;p3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350" name="Google Shape;9350;p39"/>
              <p:cNvCxnSpPr/>
              <p:nvPr/>
            </p:nvCxnSpPr>
            <p:spPr>
              <a:xfrm rot="10800000">
                <a:off x="3844020" y="2678535"/>
                <a:ext cx="0" cy="113700"/>
              </a:xfrm>
              <a:prstGeom prst="straightConnector1">
                <a:avLst/>
              </a:prstGeom>
              <a:noFill/>
              <a:ln cap="flat" cmpd="sng" w="28575">
                <a:solidFill>
                  <a:srgbClr val="869FB2"/>
                </a:solidFill>
                <a:prstDash val="solid"/>
                <a:round/>
                <a:headEnd len="sm" w="sm" type="none"/>
                <a:tailEnd len="sm" w="sm" type="none"/>
              </a:ln>
            </p:spPr>
          </p:cxnSp>
        </p:grpSp>
        <p:grpSp>
          <p:nvGrpSpPr>
            <p:cNvPr id="9351" name="Google Shape;9351;p39"/>
            <p:cNvGrpSpPr/>
            <p:nvPr/>
          </p:nvGrpSpPr>
          <p:grpSpPr>
            <a:xfrm>
              <a:off x="3787560" y="2281742"/>
              <a:ext cx="311089" cy="219900"/>
              <a:chOff x="3787560" y="2281742"/>
              <a:chExt cx="311089" cy="219900"/>
            </a:xfrm>
          </p:grpSpPr>
          <p:sp>
            <p:nvSpPr>
              <p:cNvPr id="9352" name="Google Shape;9352;p3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353" name="Google Shape;9353;p39"/>
              <p:cNvCxnSpPr/>
              <p:nvPr/>
            </p:nvCxnSpPr>
            <p:spPr>
              <a:xfrm rot="10800000">
                <a:off x="4003849" y="2393795"/>
                <a:ext cx="94800" cy="0"/>
              </a:xfrm>
              <a:prstGeom prst="straightConnector1">
                <a:avLst/>
              </a:prstGeom>
              <a:noFill/>
              <a:ln cap="flat" cmpd="sng" w="28575">
                <a:solidFill>
                  <a:srgbClr val="A5B7C6"/>
                </a:solidFill>
                <a:prstDash val="solid"/>
                <a:round/>
                <a:headEnd len="sm" w="sm" type="none"/>
                <a:tailEnd len="sm" w="sm" type="none"/>
              </a:ln>
            </p:spPr>
          </p:cxnSp>
        </p:grpSp>
        <p:grpSp>
          <p:nvGrpSpPr>
            <p:cNvPr id="9354" name="Google Shape;9354;p39"/>
            <p:cNvGrpSpPr/>
            <p:nvPr/>
          </p:nvGrpSpPr>
          <p:grpSpPr>
            <a:xfrm>
              <a:off x="3637290" y="2056248"/>
              <a:ext cx="219900" cy="330737"/>
              <a:chOff x="3637290" y="2056248"/>
              <a:chExt cx="219900" cy="330737"/>
            </a:xfrm>
          </p:grpSpPr>
          <p:sp>
            <p:nvSpPr>
              <p:cNvPr id="9355" name="Google Shape;9355;p3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9356" name="Google Shape;9356;p39"/>
              <p:cNvCxnSpPr/>
              <p:nvPr/>
            </p:nvCxnSpPr>
            <p:spPr>
              <a:xfrm rot="10800000">
                <a:off x="3747169" y="2056248"/>
                <a:ext cx="0" cy="113700"/>
              </a:xfrm>
              <a:prstGeom prst="straightConnector1">
                <a:avLst/>
              </a:prstGeom>
              <a:noFill/>
              <a:ln cap="flat" cmpd="sng" w="28575">
                <a:solidFill>
                  <a:srgbClr val="BAC8D3"/>
                </a:solidFill>
                <a:prstDash val="solid"/>
                <a:round/>
                <a:headEnd len="sm" w="sm" type="none"/>
                <a:tailEnd len="sm" w="sm" type="none"/>
              </a:ln>
            </p:spPr>
          </p:cxnSp>
        </p:grpSp>
      </p:grpSp>
      <p:grpSp>
        <p:nvGrpSpPr>
          <p:cNvPr id="9357" name="Google Shape;9357;p39"/>
          <p:cNvGrpSpPr/>
          <p:nvPr/>
        </p:nvGrpSpPr>
        <p:grpSpPr>
          <a:xfrm>
            <a:off x="2555919" y="2726205"/>
            <a:ext cx="1268144" cy="592394"/>
            <a:chOff x="238125" y="1188750"/>
            <a:chExt cx="7140450" cy="3335550"/>
          </a:xfrm>
        </p:grpSpPr>
        <p:sp>
          <p:nvSpPr>
            <p:cNvPr id="9358" name="Google Shape;9358;p3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9" name="Google Shape;9359;p3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0" name="Google Shape;9360;p3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1" name="Google Shape;9361;p3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2" name="Google Shape;9362;p3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63" name="Google Shape;9363;p39"/>
          <p:cNvGrpSpPr/>
          <p:nvPr/>
        </p:nvGrpSpPr>
        <p:grpSpPr>
          <a:xfrm>
            <a:off x="6663819" y="2728360"/>
            <a:ext cx="1053944" cy="590147"/>
            <a:chOff x="238125" y="1335475"/>
            <a:chExt cx="5418735" cy="3034175"/>
          </a:xfrm>
        </p:grpSpPr>
        <p:sp>
          <p:nvSpPr>
            <p:cNvPr id="9364" name="Google Shape;9364;p3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5" name="Google Shape;9365;p3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6" name="Google Shape;9366;p3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67" name="Google Shape;9367;p39"/>
          <p:cNvGrpSpPr/>
          <p:nvPr/>
        </p:nvGrpSpPr>
        <p:grpSpPr>
          <a:xfrm>
            <a:off x="4094628" y="3533259"/>
            <a:ext cx="1268207" cy="638939"/>
            <a:chOff x="3967651" y="3645904"/>
            <a:chExt cx="1479304" cy="745292"/>
          </a:xfrm>
        </p:grpSpPr>
        <p:grpSp>
          <p:nvGrpSpPr>
            <p:cNvPr id="9368" name="Google Shape;9368;p39"/>
            <p:cNvGrpSpPr/>
            <p:nvPr/>
          </p:nvGrpSpPr>
          <p:grpSpPr>
            <a:xfrm>
              <a:off x="3967651" y="4009026"/>
              <a:ext cx="1479304" cy="382170"/>
              <a:chOff x="3967651" y="4009026"/>
              <a:chExt cx="1479304" cy="382170"/>
            </a:xfrm>
          </p:grpSpPr>
          <p:grpSp>
            <p:nvGrpSpPr>
              <p:cNvPr id="9369" name="Google Shape;9369;p39"/>
              <p:cNvGrpSpPr/>
              <p:nvPr/>
            </p:nvGrpSpPr>
            <p:grpSpPr>
              <a:xfrm>
                <a:off x="4892216" y="4195630"/>
                <a:ext cx="554739" cy="195566"/>
                <a:chOff x="3604375" y="4892160"/>
                <a:chExt cx="1651500" cy="582215"/>
              </a:xfrm>
            </p:grpSpPr>
            <p:sp>
              <p:nvSpPr>
                <p:cNvPr id="9370" name="Google Shape;9370;p3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1" name="Google Shape;9371;p3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72" name="Google Shape;9372;p39"/>
              <p:cNvGrpSpPr/>
              <p:nvPr/>
            </p:nvGrpSpPr>
            <p:grpSpPr>
              <a:xfrm>
                <a:off x="3967651" y="4146303"/>
                <a:ext cx="579402" cy="244893"/>
                <a:chOff x="851875" y="4745310"/>
                <a:chExt cx="1724925" cy="729065"/>
              </a:xfrm>
            </p:grpSpPr>
            <p:sp>
              <p:nvSpPr>
                <p:cNvPr id="9373" name="Google Shape;9373;p3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4" name="Google Shape;9374;p3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75" name="Google Shape;9375;p39"/>
              <p:cNvGrpSpPr/>
              <p:nvPr/>
            </p:nvGrpSpPr>
            <p:grpSpPr>
              <a:xfrm>
                <a:off x="4460753" y="4009026"/>
                <a:ext cx="493110" cy="382170"/>
                <a:chOff x="2319875" y="4336625"/>
                <a:chExt cx="1468025" cy="1137750"/>
              </a:xfrm>
            </p:grpSpPr>
            <p:sp>
              <p:nvSpPr>
                <p:cNvPr id="9376" name="Google Shape;9376;p3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7" name="Google Shape;9377;p3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78" name="Google Shape;9378;p39"/>
            <p:cNvGrpSpPr/>
            <p:nvPr/>
          </p:nvGrpSpPr>
          <p:grpSpPr>
            <a:xfrm>
              <a:off x="4479443" y="3645904"/>
              <a:ext cx="455965" cy="388789"/>
              <a:chOff x="2957425" y="238100"/>
              <a:chExt cx="1910200" cy="1628775"/>
            </a:xfrm>
          </p:grpSpPr>
          <p:sp>
            <p:nvSpPr>
              <p:cNvPr id="9379" name="Google Shape;9379;p3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0" name="Google Shape;9380;p3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1" name="Google Shape;9381;p3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2" name="Google Shape;9382;p3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3" name="Google Shape;9383;p3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4" name="Google Shape;9384;p3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5" name="Google Shape;9385;p3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6" name="Google Shape;9386;p3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7" name="Google Shape;9387;p3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8" name="Google Shape;9388;p3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89" name="Google Shape;9389;p39"/>
          <p:cNvGrpSpPr/>
          <p:nvPr/>
        </p:nvGrpSpPr>
        <p:grpSpPr>
          <a:xfrm>
            <a:off x="2480742" y="3534460"/>
            <a:ext cx="1243127" cy="637739"/>
            <a:chOff x="2496310" y="3693351"/>
            <a:chExt cx="1342905" cy="688926"/>
          </a:xfrm>
        </p:grpSpPr>
        <p:grpSp>
          <p:nvGrpSpPr>
            <p:cNvPr id="9390" name="Google Shape;9390;p39"/>
            <p:cNvGrpSpPr/>
            <p:nvPr/>
          </p:nvGrpSpPr>
          <p:grpSpPr>
            <a:xfrm>
              <a:off x="2496310" y="3693351"/>
              <a:ext cx="1342905" cy="688875"/>
              <a:chOff x="2496310" y="3693351"/>
              <a:chExt cx="1342905" cy="688875"/>
            </a:xfrm>
          </p:grpSpPr>
          <p:sp>
            <p:nvSpPr>
              <p:cNvPr id="9391" name="Google Shape;9391;p3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2" name="Google Shape;9392;p3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3" name="Google Shape;9393;p3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4" name="Google Shape;9394;p3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5" name="Google Shape;9395;p3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6" name="Google Shape;9396;p3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397" name="Google Shape;9397;p39"/>
              <p:cNvCxnSpPr>
                <a:stCxn id="9395" idx="0"/>
              </p:cNvCxnSpPr>
              <p:nvPr/>
            </p:nvCxnSpPr>
            <p:spPr>
              <a:xfrm flipH="1" rot="5400000">
                <a:off x="2741958" y="3724116"/>
                <a:ext cx="68700" cy="200100"/>
              </a:xfrm>
              <a:prstGeom prst="bentConnector2">
                <a:avLst/>
              </a:prstGeom>
              <a:noFill/>
              <a:ln cap="flat" cmpd="sng" w="19050">
                <a:solidFill>
                  <a:srgbClr val="869FB2"/>
                </a:solidFill>
                <a:prstDash val="solid"/>
                <a:round/>
                <a:headEnd len="sm" w="sm" type="none"/>
                <a:tailEnd len="sm" w="sm" type="none"/>
              </a:ln>
            </p:spPr>
          </p:cxnSp>
          <p:cxnSp>
            <p:nvCxnSpPr>
              <p:cNvPr id="9398" name="Google Shape;9398;p39"/>
              <p:cNvCxnSpPr>
                <a:stCxn id="9392" idx="0"/>
              </p:cNvCxnSpPr>
              <p:nvPr/>
            </p:nvCxnSpPr>
            <p:spPr>
              <a:xfrm rot="-5400000">
                <a:off x="3512338" y="3723516"/>
                <a:ext cx="75900" cy="194100"/>
              </a:xfrm>
              <a:prstGeom prst="bentConnector2">
                <a:avLst/>
              </a:prstGeom>
              <a:noFill/>
              <a:ln cap="flat" cmpd="sng" w="19050">
                <a:solidFill>
                  <a:srgbClr val="869FB2"/>
                </a:solidFill>
                <a:prstDash val="solid"/>
                <a:round/>
                <a:headEnd len="sm" w="sm" type="none"/>
                <a:tailEnd len="sm" w="sm" type="none"/>
              </a:ln>
            </p:spPr>
          </p:cxnSp>
          <p:cxnSp>
            <p:nvCxnSpPr>
              <p:cNvPr id="9399" name="Google Shape;9399;p39"/>
              <p:cNvCxnSpPr>
                <a:stCxn id="939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sm" w="sm" type="none"/>
                <a:tailEnd len="sm" w="sm" type="none"/>
              </a:ln>
            </p:spPr>
          </p:cxnSp>
          <p:cxnSp>
            <p:nvCxnSpPr>
              <p:cNvPr id="9400" name="Google Shape;9400;p39"/>
              <p:cNvCxnSpPr>
                <a:stCxn id="939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sm" w="sm" type="none"/>
                <a:tailEnd len="sm" w="sm" type="none"/>
              </a:ln>
            </p:spPr>
          </p:cxnSp>
          <p:cxnSp>
            <p:nvCxnSpPr>
              <p:cNvPr id="9401" name="Google Shape;9401;p39"/>
              <p:cNvCxnSpPr>
                <a:stCxn id="939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402" name="Google Shape;9402;p39"/>
            <p:cNvGrpSpPr/>
            <p:nvPr/>
          </p:nvGrpSpPr>
          <p:grpSpPr>
            <a:xfrm>
              <a:off x="2675275" y="3930557"/>
              <a:ext cx="1003306" cy="451720"/>
              <a:chOff x="2675275" y="4174282"/>
              <a:chExt cx="1003306" cy="451720"/>
            </a:xfrm>
          </p:grpSpPr>
          <p:sp>
            <p:nvSpPr>
              <p:cNvPr id="9403" name="Google Shape;9403;p3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4" name="Google Shape;9404;p3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5" name="Google Shape;9405;p3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406" name="Google Shape;9406;p39"/>
          <p:cNvGrpSpPr/>
          <p:nvPr/>
        </p:nvGrpSpPr>
        <p:grpSpPr>
          <a:xfrm>
            <a:off x="1654412" y="971306"/>
            <a:ext cx="574511" cy="874710"/>
            <a:chOff x="1715404" y="1112080"/>
            <a:chExt cx="642270" cy="977985"/>
          </a:xfrm>
        </p:grpSpPr>
        <p:grpSp>
          <p:nvGrpSpPr>
            <p:cNvPr id="9407" name="Google Shape;9407;p39"/>
            <p:cNvGrpSpPr/>
            <p:nvPr/>
          </p:nvGrpSpPr>
          <p:grpSpPr>
            <a:xfrm>
              <a:off x="1715404" y="1112080"/>
              <a:ext cx="642270" cy="977985"/>
              <a:chOff x="1715404" y="1112080"/>
              <a:chExt cx="642270" cy="977985"/>
            </a:xfrm>
          </p:grpSpPr>
          <p:sp>
            <p:nvSpPr>
              <p:cNvPr id="9408" name="Google Shape;9408;p3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9" name="Google Shape;9409;p3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10" name="Google Shape;9410;p39"/>
            <p:cNvGrpSpPr/>
            <p:nvPr/>
          </p:nvGrpSpPr>
          <p:grpSpPr>
            <a:xfrm>
              <a:off x="1768927" y="1165603"/>
              <a:ext cx="535225" cy="851366"/>
              <a:chOff x="1768927" y="1165603"/>
              <a:chExt cx="535225" cy="851366"/>
            </a:xfrm>
          </p:grpSpPr>
          <p:sp>
            <p:nvSpPr>
              <p:cNvPr id="9411" name="Google Shape;9411;p3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2" name="Google Shape;9412;p3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13" name="Google Shape;9413;p39"/>
            <p:cNvGrpSpPr/>
            <p:nvPr/>
          </p:nvGrpSpPr>
          <p:grpSpPr>
            <a:xfrm>
              <a:off x="1822449" y="1219125"/>
              <a:ext cx="428180" cy="718859"/>
              <a:chOff x="1822449" y="1219125"/>
              <a:chExt cx="428180" cy="718859"/>
            </a:xfrm>
          </p:grpSpPr>
          <p:sp>
            <p:nvSpPr>
              <p:cNvPr id="9414" name="Google Shape;9414;p3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5" name="Google Shape;9415;p3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16" name="Google Shape;9416;p39"/>
            <p:cNvGrpSpPr/>
            <p:nvPr/>
          </p:nvGrpSpPr>
          <p:grpSpPr>
            <a:xfrm>
              <a:off x="1875972" y="1272648"/>
              <a:ext cx="321135" cy="586938"/>
              <a:chOff x="1875972" y="1272648"/>
              <a:chExt cx="321135" cy="586938"/>
            </a:xfrm>
          </p:grpSpPr>
          <p:sp>
            <p:nvSpPr>
              <p:cNvPr id="9417" name="Google Shape;9417;p3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8" name="Google Shape;9418;p3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419" name="Google Shape;9419;p39"/>
          <p:cNvGrpSpPr/>
          <p:nvPr/>
        </p:nvGrpSpPr>
        <p:grpSpPr>
          <a:xfrm>
            <a:off x="7761573" y="3528028"/>
            <a:ext cx="293855" cy="644170"/>
            <a:chOff x="241025" y="3151575"/>
            <a:chExt cx="293855" cy="644170"/>
          </a:xfrm>
        </p:grpSpPr>
        <p:sp>
          <p:nvSpPr>
            <p:cNvPr id="9420" name="Google Shape;9420;p3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1" name="Google Shape;9421;p3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22" name="Google Shape;9422;p39"/>
          <p:cNvGrpSpPr/>
          <p:nvPr/>
        </p:nvGrpSpPr>
        <p:grpSpPr>
          <a:xfrm>
            <a:off x="709557" y="2728028"/>
            <a:ext cx="1779649" cy="591620"/>
            <a:chOff x="246070" y="1983375"/>
            <a:chExt cx="1855347" cy="616849"/>
          </a:xfrm>
        </p:grpSpPr>
        <p:sp>
          <p:nvSpPr>
            <p:cNvPr id="9423" name="Google Shape;9423;p3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4" name="Google Shape;9424;p3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5" name="Google Shape;9425;p3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6" name="Google Shape;9426;p3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7" name="Google Shape;9427;p3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8" name="Google Shape;9428;p3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9" name="Google Shape;9429;p3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0" name="Google Shape;9430;p3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1" name="Google Shape;9431;p3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32" name="Google Shape;9432;p39"/>
          <p:cNvGrpSpPr/>
          <p:nvPr/>
        </p:nvGrpSpPr>
        <p:grpSpPr>
          <a:xfrm>
            <a:off x="2320424" y="971306"/>
            <a:ext cx="711055" cy="745992"/>
            <a:chOff x="2496269" y="1171698"/>
            <a:chExt cx="761953" cy="799391"/>
          </a:xfrm>
        </p:grpSpPr>
        <p:grpSp>
          <p:nvGrpSpPr>
            <p:cNvPr id="9433" name="Google Shape;9433;p39"/>
            <p:cNvGrpSpPr/>
            <p:nvPr/>
          </p:nvGrpSpPr>
          <p:grpSpPr>
            <a:xfrm>
              <a:off x="2496269" y="1171698"/>
              <a:ext cx="761953" cy="723022"/>
              <a:chOff x="2496269" y="1171698"/>
              <a:chExt cx="761953" cy="723022"/>
            </a:xfrm>
          </p:grpSpPr>
          <p:sp>
            <p:nvSpPr>
              <p:cNvPr id="9434" name="Google Shape;9434;p3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5" name="Google Shape;9435;p3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36" name="Google Shape;9436;p39"/>
              <p:cNvGrpSpPr/>
              <p:nvPr/>
            </p:nvGrpSpPr>
            <p:grpSpPr>
              <a:xfrm>
                <a:off x="2496269" y="1171698"/>
                <a:ext cx="761953" cy="723022"/>
                <a:chOff x="2496269" y="1120652"/>
                <a:chExt cx="761953" cy="723022"/>
              </a:xfrm>
            </p:grpSpPr>
            <p:grpSp>
              <p:nvGrpSpPr>
                <p:cNvPr id="9437" name="Google Shape;9437;p39"/>
                <p:cNvGrpSpPr/>
                <p:nvPr/>
              </p:nvGrpSpPr>
              <p:grpSpPr>
                <a:xfrm>
                  <a:off x="2496269" y="1120652"/>
                  <a:ext cx="761953" cy="723022"/>
                  <a:chOff x="2496269" y="1120652"/>
                  <a:chExt cx="761953" cy="723022"/>
                </a:xfrm>
              </p:grpSpPr>
              <p:grpSp>
                <p:nvGrpSpPr>
                  <p:cNvPr id="9438" name="Google Shape;9438;p39"/>
                  <p:cNvGrpSpPr/>
                  <p:nvPr/>
                </p:nvGrpSpPr>
                <p:grpSpPr>
                  <a:xfrm>
                    <a:off x="2496269" y="1304589"/>
                    <a:ext cx="407089" cy="305057"/>
                    <a:chOff x="2496269" y="1304589"/>
                    <a:chExt cx="407089" cy="305057"/>
                  </a:xfrm>
                </p:grpSpPr>
                <p:sp>
                  <p:nvSpPr>
                    <p:cNvPr id="9439" name="Google Shape;9439;p3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0" name="Google Shape;9440;p3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41" name="Google Shape;9441;p39"/>
                  <p:cNvGrpSpPr/>
                  <p:nvPr/>
                </p:nvGrpSpPr>
                <p:grpSpPr>
                  <a:xfrm>
                    <a:off x="2586468" y="1493376"/>
                    <a:ext cx="358850" cy="349656"/>
                    <a:chOff x="2586468" y="1493376"/>
                    <a:chExt cx="358850" cy="349656"/>
                  </a:xfrm>
                </p:grpSpPr>
                <p:sp>
                  <p:nvSpPr>
                    <p:cNvPr id="9442" name="Google Shape;9442;p3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3" name="Google Shape;9443;p3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44" name="Google Shape;9444;p39"/>
                  <p:cNvGrpSpPr/>
                  <p:nvPr/>
                </p:nvGrpSpPr>
                <p:grpSpPr>
                  <a:xfrm>
                    <a:off x="2807939" y="1494024"/>
                    <a:ext cx="358857" cy="349650"/>
                    <a:chOff x="2807939" y="1494024"/>
                    <a:chExt cx="358857" cy="349650"/>
                  </a:xfrm>
                </p:grpSpPr>
                <p:sp>
                  <p:nvSpPr>
                    <p:cNvPr id="9445" name="Google Shape;9445;p3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6" name="Google Shape;9446;p3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47" name="Google Shape;9447;p39"/>
                  <p:cNvGrpSpPr/>
                  <p:nvPr/>
                </p:nvGrpSpPr>
                <p:grpSpPr>
                  <a:xfrm>
                    <a:off x="2851133" y="1305635"/>
                    <a:ext cx="407089" cy="305057"/>
                    <a:chOff x="2851133" y="1305635"/>
                    <a:chExt cx="407089" cy="305057"/>
                  </a:xfrm>
                </p:grpSpPr>
                <p:sp>
                  <p:nvSpPr>
                    <p:cNvPr id="9448" name="Google Shape;9448;p3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9" name="Google Shape;9449;p3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0" name="Google Shape;9450;p39"/>
                  <p:cNvGrpSpPr/>
                  <p:nvPr/>
                </p:nvGrpSpPr>
                <p:grpSpPr>
                  <a:xfrm>
                    <a:off x="2727495" y="1120652"/>
                    <a:ext cx="300271" cy="396358"/>
                    <a:chOff x="2727495" y="1120652"/>
                    <a:chExt cx="300271" cy="396358"/>
                  </a:xfrm>
                </p:grpSpPr>
                <p:sp>
                  <p:nvSpPr>
                    <p:cNvPr id="9451" name="Google Shape;9451;p3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2" name="Google Shape;9452;p3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453" name="Google Shape;9453;p39"/>
                <p:cNvGrpSpPr/>
                <p:nvPr/>
              </p:nvGrpSpPr>
              <p:grpSpPr>
                <a:xfrm>
                  <a:off x="2722305" y="1350460"/>
                  <a:ext cx="308357" cy="308344"/>
                  <a:chOff x="2722305" y="1350460"/>
                  <a:chExt cx="308357" cy="308344"/>
                </a:xfrm>
              </p:grpSpPr>
              <p:sp>
                <p:nvSpPr>
                  <p:cNvPr id="9454" name="Google Shape;9454;p3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55" name="Google Shape;9455;p39"/>
                  <p:cNvGrpSpPr/>
                  <p:nvPr/>
                </p:nvGrpSpPr>
                <p:grpSpPr>
                  <a:xfrm>
                    <a:off x="2725064" y="1364529"/>
                    <a:ext cx="297953" cy="280182"/>
                    <a:chOff x="2725064" y="1364529"/>
                    <a:chExt cx="297953" cy="280182"/>
                  </a:xfrm>
                </p:grpSpPr>
                <p:sp>
                  <p:nvSpPr>
                    <p:cNvPr id="9456" name="Google Shape;9456;p3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7" name="Google Shape;9457;p3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8" name="Google Shape;9458;p3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9" name="Google Shape;9459;p3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0" name="Google Shape;9460;p3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9461" name="Google Shape;9461;p3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2" name="Google Shape;9462;p3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3" name="Google Shape;9463;p3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4" name="Google Shape;9464;p3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5" name="Google Shape;9465;p3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66" name="Google Shape;9466;p39"/>
          <p:cNvGrpSpPr/>
          <p:nvPr/>
        </p:nvGrpSpPr>
        <p:grpSpPr>
          <a:xfrm>
            <a:off x="3909124" y="2727412"/>
            <a:ext cx="1569143" cy="591015"/>
            <a:chOff x="3820100" y="3023049"/>
            <a:chExt cx="1303925" cy="491162"/>
          </a:xfrm>
        </p:grpSpPr>
        <p:grpSp>
          <p:nvGrpSpPr>
            <p:cNvPr id="9467" name="Google Shape;9467;p39"/>
            <p:cNvGrpSpPr/>
            <p:nvPr/>
          </p:nvGrpSpPr>
          <p:grpSpPr>
            <a:xfrm>
              <a:off x="3820100" y="3023072"/>
              <a:ext cx="1303925" cy="491139"/>
              <a:chOff x="3820100" y="3023072"/>
              <a:chExt cx="1303925" cy="491139"/>
            </a:xfrm>
          </p:grpSpPr>
          <p:sp>
            <p:nvSpPr>
              <p:cNvPr id="9468" name="Google Shape;9468;p3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9" name="Google Shape;9469;p3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70" name="Google Shape;9470;p39"/>
            <p:cNvGrpSpPr/>
            <p:nvPr/>
          </p:nvGrpSpPr>
          <p:grpSpPr>
            <a:xfrm>
              <a:off x="4132439" y="3023645"/>
              <a:ext cx="393633" cy="177096"/>
              <a:chOff x="4132439" y="3023645"/>
              <a:chExt cx="393633" cy="177096"/>
            </a:xfrm>
          </p:grpSpPr>
          <p:sp>
            <p:nvSpPr>
              <p:cNvPr id="9471" name="Google Shape;9471;p3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2" name="Google Shape;9472;p3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73" name="Google Shape;9473;p39"/>
            <p:cNvGrpSpPr/>
            <p:nvPr/>
          </p:nvGrpSpPr>
          <p:grpSpPr>
            <a:xfrm>
              <a:off x="3921811" y="3023049"/>
              <a:ext cx="1002396" cy="388943"/>
              <a:chOff x="3921811" y="3023049"/>
              <a:chExt cx="1002396" cy="388943"/>
            </a:xfrm>
          </p:grpSpPr>
          <p:sp>
            <p:nvSpPr>
              <p:cNvPr id="9474" name="Google Shape;9474;p3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5" name="Google Shape;9475;p3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76" name="Google Shape;9476;p39"/>
            <p:cNvGrpSpPr/>
            <p:nvPr/>
          </p:nvGrpSpPr>
          <p:grpSpPr>
            <a:xfrm>
              <a:off x="4023645" y="3023049"/>
              <a:ext cx="683032" cy="286722"/>
              <a:chOff x="4023645" y="3023049"/>
              <a:chExt cx="683032" cy="286722"/>
            </a:xfrm>
          </p:grpSpPr>
          <p:sp>
            <p:nvSpPr>
              <p:cNvPr id="9477" name="Google Shape;9477;p3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8" name="Google Shape;9478;p3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479" name="Google Shape;9479;p39"/>
          <p:cNvGrpSpPr/>
          <p:nvPr/>
        </p:nvGrpSpPr>
        <p:grpSpPr>
          <a:xfrm>
            <a:off x="1541246" y="1854257"/>
            <a:ext cx="713522" cy="688025"/>
            <a:chOff x="1706078" y="2092648"/>
            <a:chExt cx="660913" cy="637296"/>
          </a:xfrm>
        </p:grpSpPr>
        <p:sp>
          <p:nvSpPr>
            <p:cNvPr id="9480" name="Google Shape;9480;p3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81" name="Google Shape;9481;p39"/>
            <p:cNvGrpSpPr/>
            <p:nvPr/>
          </p:nvGrpSpPr>
          <p:grpSpPr>
            <a:xfrm>
              <a:off x="1706078" y="2092648"/>
              <a:ext cx="660913" cy="575241"/>
              <a:chOff x="1706078" y="2092648"/>
              <a:chExt cx="660913" cy="575241"/>
            </a:xfrm>
          </p:grpSpPr>
          <p:sp>
            <p:nvSpPr>
              <p:cNvPr id="9482" name="Google Shape;9482;p3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3" name="Google Shape;9483;p3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p3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485" name="Google Shape;9485;p39"/>
          <p:cNvGrpSpPr/>
          <p:nvPr/>
        </p:nvGrpSpPr>
        <p:grpSpPr>
          <a:xfrm>
            <a:off x="6303104" y="971806"/>
            <a:ext cx="1317459" cy="684168"/>
            <a:chOff x="238125" y="999450"/>
            <a:chExt cx="7140700" cy="3708225"/>
          </a:xfrm>
        </p:grpSpPr>
        <p:sp>
          <p:nvSpPr>
            <p:cNvPr id="9486" name="Google Shape;9486;p3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7" name="Google Shape;9487;p3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8" name="Google Shape;9488;p3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9" name="Google Shape;9489;p3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0" name="Google Shape;9490;p3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1" name="Google Shape;9491;p3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2" name="Google Shape;9492;p3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3" name="Google Shape;9493;p3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4" name="Google Shape;9494;p3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8" name="Shape 9498"/>
        <p:cNvGrpSpPr/>
        <p:nvPr/>
      </p:nvGrpSpPr>
      <p:grpSpPr>
        <a:xfrm>
          <a:off x="0" y="0"/>
          <a:ext cx="0" cy="0"/>
          <a:chOff x="0" y="0"/>
          <a:chExt cx="0" cy="0"/>
        </a:xfrm>
      </p:grpSpPr>
      <p:grpSp>
        <p:nvGrpSpPr>
          <p:cNvPr id="9499" name="Google Shape;9499;p40"/>
          <p:cNvGrpSpPr/>
          <p:nvPr/>
        </p:nvGrpSpPr>
        <p:grpSpPr>
          <a:xfrm>
            <a:off x="717025" y="967615"/>
            <a:ext cx="1636117" cy="1526144"/>
            <a:chOff x="729238" y="1179665"/>
            <a:chExt cx="1636117" cy="1526144"/>
          </a:xfrm>
        </p:grpSpPr>
        <p:grpSp>
          <p:nvGrpSpPr>
            <p:cNvPr id="9500" name="Google Shape;9500;p40"/>
            <p:cNvGrpSpPr/>
            <p:nvPr/>
          </p:nvGrpSpPr>
          <p:grpSpPr>
            <a:xfrm>
              <a:off x="729238" y="1179665"/>
              <a:ext cx="80700" cy="1526144"/>
              <a:chOff x="729238" y="1179665"/>
              <a:chExt cx="80700" cy="1526144"/>
            </a:xfrm>
          </p:grpSpPr>
          <p:sp>
            <p:nvSpPr>
              <p:cNvPr id="9501" name="Google Shape;9501;p4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2" name="Google Shape;9502;p4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3" name="Google Shape;9503;p4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4" name="Google Shape;9504;p4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5" name="Google Shape;9505;p4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6" name="Google Shape;9506;p4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7" name="Google Shape;9507;p4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8" name="Google Shape;9508;p4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9" name="Google Shape;9509;p4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0" name="Google Shape;9510;p4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11" name="Google Shape;9511;p40"/>
            <p:cNvGrpSpPr/>
            <p:nvPr/>
          </p:nvGrpSpPr>
          <p:grpSpPr>
            <a:xfrm>
              <a:off x="903098" y="1179665"/>
              <a:ext cx="80700" cy="1526144"/>
              <a:chOff x="903098" y="1179665"/>
              <a:chExt cx="80700" cy="1526144"/>
            </a:xfrm>
          </p:grpSpPr>
          <p:sp>
            <p:nvSpPr>
              <p:cNvPr id="9512" name="Google Shape;9512;p4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3" name="Google Shape;9513;p4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4" name="Google Shape;9514;p4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5" name="Google Shape;9515;p4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6" name="Google Shape;9516;p4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7" name="Google Shape;9517;p4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8" name="Google Shape;9518;p4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9" name="Google Shape;9519;p4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0" name="Google Shape;9520;p4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1" name="Google Shape;9521;p4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22" name="Google Shape;9522;p40"/>
            <p:cNvGrpSpPr/>
            <p:nvPr/>
          </p:nvGrpSpPr>
          <p:grpSpPr>
            <a:xfrm>
              <a:off x="1076958" y="1179665"/>
              <a:ext cx="80700" cy="1526144"/>
              <a:chOff x="1076958" y="1179665"/>
              <a:chExt cx="80700" cy="1526144"/>
            </a:xfrm>
          </p:grpSpPr>
          <p:sp>
            <p:nvSpPr>
              <p:cNvPr id="9523" name="Google Shape;9523;p4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4" name="Google Shape;9524;p4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5" name="Google Shape;9525;p4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6" name="Google Shape;9526;p4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7" name="Google Shape;9527;p4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8" name="Google Shape;9528;p4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9" name="Google Shape;9529;p4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0" name="Google Shape;9530;p4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1" name="Google Shape;9531;p4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2" name="Google Shape;9532;p4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33" name="Google Shape;9533;p40"/>
            <p:cNvGrpSpPr/>
            <p:nvPr/>
          </p:nvGrpSpPr>
          <p:grpSpPr>
            <a:xfrm>
              <a:off x="1247707" y="1179665"/>
              <a:ext cx="80700" cy="1526144"/>
              <a:chOff x="1247707" y="1179665"/>
              <a:chExt cx="80700" cy="1526144"/>
            </a:xfrm>
          </p:grpSpPr>
          <p:sp>
            <p:nvSpPr>
              <p:cNvPr id="9534" name="Google Shape;9534;p4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5" name="Google Shape;9535;p4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6" name="Google Shape;9536;p4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7" name="Google Shape;9537;p4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8" name="Google Shape;9538;p4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9" name="Google Shape;9539;p4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0" name="Google Shape;9540;p4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1" name="Google Shape;9541;p4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2" name="Google Shape;9542;p4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3" name="Google Shape;9543;p4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44" name="Google Shape;9544;p40"/>
            <p:cNvGrpSpPr/>
            <p:nvPr/>
          </p:nvGrpSpPr>
          <p:grpSpPr>
            <a:xfrm>
              <a:off x="1421567" y="1179665"/>
              <a:ext cx="80700" cy="1526144"/>
              <a:chOff x="1421567" y="1179665"/>
              <a:chExt cx="80700" cy="1526144"/>
            </a:xfrm>
          </p:grpSpPr>
          <p:sp>
            <p:nvSpPr>
              <p:cNvPr id="9545" name="Google Shape;9545;p4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6" name="Google Shape;9546;p4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7" name="Google Shape;9547;p4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8" name="Google Shape;9548;p4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9" name="Google Shape;9549;p4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0" name="Google Shape;9550;p4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1" name="Google Shape;9551;p4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2" name="Google Shape;9552;p4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3" name="Google Shape;9553;p4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4" name="Google Shape;9554;p4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55" name="Google Shape;9555;p40"/>
            <p:cNvGrpSpPr/>
            <p:nvPr/>
          </p:nvGrpSpPr>
          <p:grpSpPr>
            <a:xfrm>
              <a:off x="1592327" y="1179665"/>
              <a:ext cx="80700" cy="1526144"/>
              <a:chOff x="1592327" y="1179665"/>
              <a:chExt cx="80700" cy="1526144"/>
            </a:xfrm>
          </p:grpSpPr>
          <p:sp>
            <p:nvSpPr>
              <p:cNvPr id="9556" name="Google Shape;9556;p4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7" name="Google Shape;9557;p4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8" name="Google Shape;9558;p4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9" name="Google Shape;9559;p4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0" name="Google Shape;9560;p4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1" name="Google Shape;9561;p4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2" name="Google Shape;9562;p4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3" name="Google Shape;9563;p4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4" name="Google Shape;9564;p4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5" name="Google Shape;9565;p4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66" name="Google Shape;9566;p40"/>
            <p:cNvGrpSpPr/>
            <p:nvPr/>
          </p:nvGrpSpPr>
          <p:grpSpPr>
            <a:xfrm>
              <a:off x="1766187" y="1179665"/>
              <a:ext cx="80700" cy="1526144"/>
              <a:chOff x="1766187" y="1179665"/>
              <a:chExt cx="80700" cy="1526144"/>
            </a:xfrm>
          </p:grpSpPr>
          <p:sp>
            <p:nvSpPr>
              <p:cNvPr id="9567" name="Google Shape;9567;p4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8" name="Google Shape;9568;p4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9" name="Google Shape;9569;p4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0" name="Google Shape;9570;p4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1" name="Google Shape;9571;p4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2" name="Google Shape;9572;p4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3" name="Google Shape;9573;p4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4" name="Google Shape;9574;p4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5" name="Google Shape;9575;p4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6" name="Google Shape;9576;p4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77" name="Google Shape;9577;p40"/>
            <p:cNvGrpSpPr/>
            <p:nvPr/>
          </p:nvGrpSpPr>
          <p:grpSpPr>
            <a:xfrm>
              <a:off x="1936935" y="1179665"/>
              <a:ext cx="80700" cy="1526144"/>
              <a:chOff x="1936935" y="1179665"/>
              <a:chExt cx="80700" cy="1526144"/>
            </a:xfrm>
          </p:grpSpPr>
          <p:sp>
            <p:nvSpPr>
              <p:cNvPr id="9578" name="Google Shape;9578;p4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9" name="Google Shape;9579;p4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0" name="Google Shape;9580;p4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1" name="Google Shape;9581;p4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2" name="Google Shape;9582;p4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3" name="Google Shape;9583;p4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4" name="Google Shape;9584;p4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5" name="Google Shape;9585;p4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6" name="Google Shape;9586;p4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7" name="Google Shape;9587;p4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88" name="Google Shape;9588;p40"/>
            <p:cNvGrpSpPr/>
            <p:nvPr/>
          </p:nvGrpSpPr>
          <p:grpSpPr>
            <a:xfrm>
              <a:off x="2110795" y="1179665"/>
              <a:ext cx="80700" cy="1526144"/>
              <a:chOff x="2110795" y="1179665"/>
              <a:chExt cx="80700" cy="1526144"/>
            </a:xfrm>
          </p:grpSpPr>
          <p:sp>
            <p:nvSpPr>
              <p:cNvPr id="9589" name="Google Shape;9589;p4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0" name="Google Shape;9590;p4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1" name="Google Shape;9591;p4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2" name="Google Shape;9592;p4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3" name="Google Shape;9593;p4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4" name="Google Shape;9594;p4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5" name="Google Shape;9595;p4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6" name="Google Shape;9596;p4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7" name="Google Shape;9597;p4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8" name="Google Shape;9598;p4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99" name="Google Shape;9599;p40"/>
            <p:cNvGrpSpPr/>
            <p:nvPr/>
          </p:nvGrpSpPr>
          <p:grpSpPr>
            <a:xfrm>
              <a:off x="2284655" y="1179665"/>
              <a:ext cx="80700" cy="1526144"/>
              <a:chOff x="2284655" y="1179665"/>
              <a:chExt cx="80700" cy="1526144"/>
            </a:xfrm>
          </p:grpSpPr>
          <p:sp>
            <p:nvSpPr>
              <p:cNvPr id="9600" name="Google Shape;9600;p4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1" name="Google Shape;9601;p4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2" name="Google Shape;9602;p4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3" name="Google Shape;9603;p4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4" name="Google Shape;9604;p4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5" name="Google Shape;9605;p4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6" name="Google Shape;9606;p4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7" name="Google Shape;9607;p4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8" name="Google Shape;9608;p4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9" name="Google Shape;9609;p4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610" name="Google Shape;9610;p40"/>
          <p:cNvGrpSpPr/>
          <p:nvPr/>
        </p:nvGrpSpPr>
        <p:grpSpPr>
          <a:xfrm>
            <a:off x="2611692" y="986753"/>
            <a:ext cx="1364248" cy="1102133"/>
            <a:chOff x="2623904" y="1198803"/>
            <a:chExt cx="1364248" cy="1102133"/>
          </a:xfrm>
        </p:grpSpPr>
        <p:grpSp>
          <p:nvGrpSpPr>
            <p:cNvPr id="9611" name="Google Shape;9611;p40"/>
            <p:cNvGrpSpPr/>
            <p:nvPr/>
          </p:nvGrpSpPr>
          <p:grpSpPr>
            <a:xfrm>
              <a:off x="2623907" y="1198803"/>
              <a:ext cx="1364245" cy="273000"/>
              <a:chOff x="2623907" y="1198803"/>
              <a:chExt cx="1364245" cy="273000"/>
            </a:xfrm>
          </p:grpSpPr>
          <p:sp>
            <p:nvSpPr>
              <p:cNvPr id="9612" name="Google Shape;9612;p4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3" name="Google Shape;9613;p4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4" name="Google Shape;9614;p4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5" name="Google Shape;9615;p4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6" name="Google Shape;9616;p4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17" name="Google Shape;9617;p40"/>
            <p:cNvGrpSpPr/>
            <p:nvPr/>
          </p:nvGrpSpPr>
          <p:grpSpPr>
            <a:xfrm>
              <a:off x="2623904" y="1476964"/>
              <a:ext cx="1364245" cy="273000"/>
              <a:chOff x="2623904" y="1476964"/>
              <a:chExt cx="1364245" cy="273000"/>
            </a:xfrm>
          </p:grpSpPr>
          <p:sp>
            <p:nvSpPr>
              <p:cNvPr id="9618" name="Google Shape;9618;p4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9" name="Google Shape;9619;p4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0" name="Google Shape;9620;p4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1" name="Google Shape;9621;p4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2" name="Google Shape;9622;p4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23" name="Google Shape;9623;p40"/>
            <p:cNvGrpSpPr/>
            <p:nvPr/>
          </p:nvGrpSpPr>
          <p:grpSpPr>
            <a:xfrm>
              <a:off x="2623907" y="1749775"/>
              <a:ext cx="1364245" cy="273000"/>
              <a:chOff x="2623907" y="1749775"/>
              <a:chExt cx="1364245" cy="273000"/>
            </a:xfrm>
          </p:grpSpPr>
          <p:sp>
            <p:nvSpPr>
              <p:cNvPr id="9624" name="Google Shape;9624;p4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5" name="Google Shape;9625;p4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6" name="Google Shape;9626;p4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7" name="Google Shape;9627;p4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8" name="Google Shape;9628;p4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29" name="Google Shape;9629;p40"/>
            <p:cNvGrpSpPr/>
            <p:nvPr/>
          </p:nvGrpSpPr>
          <p:grpSpPr>
            <a:xfrm>
              <a:off x="2623904" y="2027936"/>
              <a:ext cx="1364245" cy="273000"/>
              <a:chOff x="2623904" y="2027936"/>
              <a:chExt cx="1364245" cy="273000"/>
            </a:xfrm>
          </p:grpSpPr>
          <p:sp>
            <p:nvSpPr>
              <p:cNvPr id="9630" name="Google Shape;9630;p4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1" name="Google Shape;9631;p4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2" name="Google Shape;9632;p4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3" name="Google Shape;9633;p4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4" name="Google Shape;9634;p4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635" name="Google Shape;9635;p40"/>
          <p:cNvGrpSpPr/>
          <p:nvPr/>
        </p:nvGrpSpPr>
        <p:grpSpPr>
          <a:xfrm>
            <a:off x="2601153" y="2445826"/>
            <a:ext cx="1387540" cy="159124"/>
            <a:chOff x="3200660" y="2180272"/>
            <a:chExt cx="2563823" cy="378237"/>
          </a:xfrm>
        </p:grpSpPr>
        <p:sp>
          <p:nvSpPr>
            <p:cNvPr id="9636" name="Google Shape;9636;p4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7" name="Google Shape;9637;p4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8" name="Google Shape;9638;p4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9" name="Google Shape;9639;p4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0" name="Google Shape;9640;p4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1" name="Google Shape;9641;p4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2" name="Google Shape;9642;p4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3" name="Google Shape;9643;p4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4" name="Google Shape;9644;p4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5" name="Google Shape;9645;p4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6" name="Google Shape;9646;p4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7" name="Google Shape;9647;p4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8" name="Google Shape;9648;p4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9" name="Google Shape;9649;p4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0" name="Google Shape;9650;p4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1" name="Google Shape;9651;p4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2" name="Google Shape;9652;p4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3" name="Google Shape;9653;p4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4" name="Google Shape;9654;p40"/>
          <p:cNvGrpSpPr/>
          <p:nvPr/>
        </p:nvGrpSpPr>
        <p:grpSpPr>
          <a:xfrm>
            <a:off x="2597677" y="2723590"/>
            <a:ext cx="1390502" cy="159625"/>
            <a:chOff x="3530150" y="2790075"/>
            <a:chExt cx="1962600" cy="225300"/>
          </a:xfrm>
        </p:grpSpPr>
        <p:sp>
          <p:nvSpPr>
            <p:cNvPr id="9655" name="Google Shape;9655;p4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6" name="Google Shape;9656;p4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7" name="Google Shape;9657;p40"/>
          <p:cNvGrpSpPr/>
          <p:nvPr/>
        </p:nvGrpSpPr>
        <p:grpSpPr>
          <a:xfrm>
            <a:off x="2597735" y="3001855"/>
            <a:ext cx="1411629" cy="154175"/>
            <a:chOff x="3558802" y="4011244"/>
            <a:chExt cx="1866000" cy="111600"/>
          </a:xfrm>
        </p:grpSpPr>
        <p:sp>
          <p:nvSpPr>
            <p:cNvPr id="9658" name="Google Shape;9658;p4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9" name="Google Shape;9659;p4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60" name="Google Shape;9660;p40"/>
          <p:cNvGrpSpPr/>
          <p:nvPr/>
        </p:nvGrpSpPr>
        <p:grpSpPr>
          <a:xfrm>
            <a:off x="2598023" y="2207425"/>
            <a:ext cx="1383504" cy="119761"/>
            <a:chOff x="3465975" y="2270258"/>
            <a:chExt cx="1986365" cy="171947"/>
          </a:xfrm>
        </p:grpSpPr>
        <p:sp>
          <p:nvSpPr>
            <p:cNvPr id="9661" name="Google Shape;9661;p4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2" name="Google Shape;9662;p4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3" name="Google Shape;9663;p4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4" name="Google Shape;9664;p4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5" name="Google Shape;9665;p4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6" name="Google Shape;9666;p4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7" name="Google Shape;9667;p4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8" name="Google Shape;9668;p4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69" name="Google Shape;9669;p40"/>
          <p:cNvGrpSpPr/>
          <p:nvPr/>
        </p:nvGrpSpPr>
        <p:grpSpPr>
          <a:xfrm>
            <a:off x="2609030" y="3571198"/>
            <a:ext cx="1369531" cy="195460"/>
            <a:chOff x="723300" y="4253549"/>
            <a:chExt cx="2276482" cy="324900"/>
          </a:xfrm>
        </p:grpSpPr>
        <p:sp>
          <p:nvSpPr>
            <p:cNvPr id="9670" name="Google Shape;9670;p4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1" name="Google Shape;9671;p4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2" name="Google Shape;9672;p4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3" name="Google Shape;9673;p4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4" name="Google Shape;9674;p4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75" name="Google Shape;9675;p40"/>
          <p:cNvGrpSpPr/>
          <p:nvPr/>
        </p:nvGrpSpPr>
        <p:grpSpPr>
          <a:xfrm>
            <a:off x="2598591" y="3272439"/>
            <a:ext cx="1389065" cy="180119"/>
            <a:chOff x="705948" y="3788465"/>
            <a:chExt cx="2308952" cy="299400"/>
          </a:xfrm>
        </p:grpSpPr>
        <p:sp>
          <p:nvSpPr>
            <p:cNvPr id="9676" name="Google Shape;9676;p4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7" name="Google Shape;9677;p4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8" name="Google Shape;9678;p4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9" name="Google Shape;9679;p4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0" name="Google Shape;9680;p4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81" name="Google Shape;9681;p40"/>
          <p:cNvGrpSpPr/>
          <p:nvPr/>
        </p:nvGrpSpPr>
        <p:grpSpPr>
          <a:xfrm>
            <a:off x="4195581" y="1876393"/>
            <a:ext cx="1433821" cy="191501"/>
            <a:chOff x="4273350" y="2088443"/>
            <a:chExt cx="1433821" cy="191501"/>
          </a:xfrm>
        </p:grpSpPr>
        <p:grpSp>
          <p:nvGrpSpPr>
            <p:cNvPr id="9682" name="Google Shape;9682;p40"/>
            <p:cNvGrpSpPr/>
            <p:nvPr/>
          </p:nvGrpSpPr>
          <p:grpSpPr>
            <a:xfrm>
              <a:off x="4273350" y="2088443"/>
              <a:ext cx="1433821" cy="0"/>
              <a:chOff x="5224975" y="2962250"/>
              <a:chExt cx="1544400" cy="0"/>
            </a:xfrm>
          </p:grpSpPr>
          <p:cxnSp>
            <p:nvCxnSpPr>
              <p:cNvPr id="9683" name="Google Shape;9683;p40"/>
              <p:cNvCxnSpPr/>
              <p:nvPr/>
            </p:nvCxnSpPr>
            <p:spPr>
              <a:xfrm>
                <a:off x="5224975" y="2962250"/>
                <a:ext cx="1544400" cy="0"/>
              </a:xfrm>
              <a:prstGeom prst="straightConnector1">
                <a:avLst/>
              </a:prstGeom>
              <a:noFill/>
              <a:ln cap="flat" cmpd="sng" w="19050">
                <a:solidFill>
                  <a:srgbClr val="E3E9ED"/>
                </a:solidFill>
                <a:prstDash val="solid"/>
                <a:round/>
                <a:headEnd len="sm" w="sm" type="none"/>
                <a:tailEnd len="sm" w="sm" type="none"/>
              </a:ln>
            </p:spPr>
          </p:cxnSp>
          <p:cxnSp>
            <p:nvCxnSpPr>
              <p:cNvPr id="9684" name="Google Shape;9684;p40"/>
              <p:cNvCxnSpPr/>
              <p:nvPr/>
            </p:nvCxnSpPr>
            <p:spPr>
              <a:xfrm>
                <a:off x="5225150" y="2962250"/>
                <a:ext cx="453300" cy="0"/>
              </a:xfrm>
              <a:prstGeom prst="straightConnector1">
                <a:avLst/>
              </a:prstGeom>
              <a:noFill/>
              <a:ln cap="flat" cmpd="sng" w="19050">
                <a:solidFill>
                  <a:srgbClr val="7994A9"/>
                </a:solidFill>
                <a:prstDash val="solid"/>
                <a:round/>
                <a:headEnd len="sm" w="sm" type="none"/>
                <a:tailEnd len="med" w="med" type="oval"/>
              </a:ln>
            </p:spPr>
          </p:cxnSp>
        </p:grpSp>
        <p:grpSp>
          <p:nvGrpSpPr>
            <p:cNvPr id="9685" name="Google Shape;9685;p40"/>
            <p:cNvGrpSpPr/>
            <p:nvPr/>
          </p:nvGrpSpPr>
          <p:grpSpPr>
            <a:xfrm>
              <a:off x="4273350" y="2279944"/>
              <a:ext cx="1433821" cy="0"/>
              <a:chOff x="5224975" y="2962250"/>
              <a:chExt cx="1544400" cy="0"/>
            </a:xfrm>
          </p:grpSpPr>
          <p:cxnSp>
            <p:nvCxnSpPr>
              <p:cNvPr id="9686" name="Google Shape;9686;p40"/>
              <p:cNvCxnSpPr/>
              <p:nvPr/>
            </p:nvCxnSpPr>
            <p:spPr>
              <a:xfrm>
                <a:off x="5224975" y="2962250"/>
                <a:ext cx="1544400" cy="0"/>
              </a:xfrm>
              <a:prstGeom prst="straightConnector1">
                <a:avLst/>
              </a:prstGeom>
              <a:noFill/>
              <a:ln cap="flat" cmpd="sng" w="19050">
                <a:solidFill>
                  <a:srgbClr val="E3E9ED"/>
                </a:solidFill>
                <a:prstDash val="solid"/>
                <a:round/>
                <a:headEnd len="sm" w="sm" type="none"/>
                <a:tailEnd len="sm" w="sm" type="none"/>
              </a:ln>
            </p:spPr>
          </p:cxnSp>
          <p:cxnSp>
            <p:nvCxnSpPr>
              <p:cNvPr id="9687" name="Google Shape;9687;p40"/>
              <p:cNvCxnSpPr/>
              <p:nvPr/>
            </p:nvCxnSpPr>
            <p:spPr>
              <a:xfrm>
                <a:off x="5225150" y="2962250"/>
                <a:ext cx="998700" cy="0"/>
              </a:xfrm>
              <a:prstGeom prst="straightConnector1">
                <a:avLst/>
              </a:prstGeom>
              <a:noFill/>
              <a:ln cap="flat" cmpd="sng" w="19050">
                <a:solidFill>
                  <a:srgbClr val="7994A9"/>
                </a:solidFill>
                <a:prstDash val="solid"/>
                <a:round/>
                <a:headEnd len="sm" w="sm" type="none"/>
                <a:tailEnd len="med" w="med" type="oval"/>
              </a:ln>
            </p:spPr>
          </p:cxnSp>
        </p:grpSp>
      </p:grpSp>
      <p:grpSp>
        <p:nvGrpSpPr>
          <p:cNvPr id="9688" name="Google Shape;9688;p40"/>
          <p:cNvGrpSpPr/>
          <p:nvPr/>
        </p:nvGrpSpPr>
        <p:grpSpPr>
          <a:xfrm>
            <a:off x="2646528" y="3885297"/>
            <a:ext cx="1304609" cy="294074"/>
            <a:chOff x="2658741" y="4097347"/>
            <a:chExt cx="1304609" cy="294074"/>
          </a:xfrm>
        </p:grpSpPr>
        <p:grpSp>
          <p:nvGrpSpPr>
            <p:cNvPr id="9689" name="Google Shape;9689;p40"/>
            <p:cNvGrpSpPr/>
            <p:nvPr/>
          </p:nvGrpSpPr>
          <p:grpSpPr>
            <a:xfrm>
              <a:off x="2658741" y="4097347"/>
              <a:ext cx="118572" cy="294074"/>
              <a:chOff x="3343310" y="4475555"/>
              <a:chExt cx="127717" cy="316753"/>
            </a:xfrm>
          </p:grpSpPr>
          <p:sp>
            <p:nvSpPr>
              <p:cNvPr id="9690" name="Google Shape;9690;p4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1" name="Google Shape;9691;p4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92" name="Google Shape;9692;p40"/>
            <p:cNvGrpSpPr/>
            <p:nvPr/>
          </p:nvGrpSpPr>
          <p:grpSpPr>
            <a:xfrm>
              <a:off x="3815519" y="4098388"/>
              <a:ext cx="147831" cy="291991"/>
              <a:chOff x="3527539" y="4476677"/>
              <a:chExt cx="159232" cy="314510"/>
            </a:xfrm>
          </p:grpSpPr>
          <p:sp>
            <p:nvSpPr>
              <p:cNvPr id="9693" name="Google Shape;9693;p4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4" name="Google Shape;9694;p4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95" name="Google Shape;9695;p40"/>
            <p:cNvGrpSpPr/>
            <p:nvPr/>
          </p:nvGrpSpPr>
          <p:grpSpPr>
            <a:xfrm>
              <a:off x="3511696" y="4098388"/>
              <a:ext cx="147831" cy="291991"/>
              <a:chOff x="3527539" y="4476677"/>
              <a:chExt cx="159232" cy="314510"/>
            </a:xfrm>
          </p:grpSpPr>
          <p:sp>
            <p:nvSpPr>
              <p:cNvPr id="9696" name="Google Shape;9696;p4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7" name="Google Shape;9697;p4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98" name="Google Shape;9698;p40"/>
            <p:cNvGrpSpPr/>
            <p:nvPr/>
          </p:nvGrpSpPr>
          <p:grpSpPr>
            <a:xfrm>
              <a:off x="3207874" y="4098388"/>
              <a:ext cx="147831" cy="291991"/>
              <a:chOff x="3527539" y="4476677"/>
              <a:chExt cx="159232" cy="314510"/>
            </a:xfrm>
          </p:grpSpPr>
          <p:sp>
            <p:nvSpPr>
              <p:cNvPr id="9699" name="Google Shape;9699;p4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0" name="Google Shape;9700;p4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01" name="Google Shape;9701;p40"/>
            <p:cNvGrpSpPr/>
            <p:nvPr/>
          </p:nvGrpSpPr>
          <p:grpSpPr>
            <a:xfrm>
              <a:off x="2933305" y="4097347"/>
              <a:ext cx="118572" cy="294074"/>
              <a:chOff x="3343310" y="4475555"/>
              <a:chExt cx="127717" cy="316753"/>
            </a:xfrm>
          </p:grpSpPr>
          <p:sp>
            <p:nvSpPr>
              <p:cNvPr id="9702" name="Google Shape;9702;p4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3" name="Google Shape;9703;p4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04" name="Google Shape;9704;p40"/>
          <p:cNvGrpSpPr/>
          <p:nvPr/>
        </p:nvGrpSpPr>
        <p:grpSpPr>
          <a:xfrm>
            <a:off x="4197136" y="963991"/>
            <a:ext cx="1430711" cy="751237"/>
            <a:chOff x="5159450" y="1919950"/>
            <a:chExt cx="1541050" cy="862500"/>
          </a:xfrm>
        </p:grpSpPr>
        <p:sp>
          <p:nvSpPr>
            <p:cNvPr id="9705" name="Google Shape;9705;p4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6" name="Google Shape;9706;p40"/>
            <p:cNvGrpSpPr/>
            <p:nvPr/>
          </p:nvGrpSpPr>
          <p:grpSpPr>
            <a:xfrm>
              <a:off x="5159450" y="1919950"/>
              <a:ext cx="1541050" cy="862500"/>
              <a:chOff x="5159450" y="1919950"/>
              <a:chExt cx="1541050" cy="862500"/>
            </a:xfrm>
          </p:grpSpPr>
          <p:cxnSp>
            <p:nvCxnSpPr>
              <p:cNvPr id="9707" name="Google Shape;9707;p40"/>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9708" name="Google Shape;9708;p40"/>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9709" name="Google Shape;9709;p40"/>
          <p:cNvGrpSpPr/>
          <p:nvPr/>
        </p:nvGrpSpPr>
        <p:grpSpPr>
          <a:xfrm>
            <a:off x="4245274" y="2227761"/>
            <a:ext cx="1334436" cy="967914"/>
            <a:chOff x="4294923" y="2439811"/>
            <a:chExt cx="1334436" cy="967914"/>
          </a:xfrm>
        </p:grpSpPr>
        <p:grpSp>
          <p:nvGrpSpPr>
            <p:cNvPr id="9710" name="Google Shape;9710;p40"/>
            <p:cNvGrpSpPr/>
            <p:nvPr/>
          </p:nvGrpSpPr>
          <p:grpSpPr>
            <a:xfrm>
              <a:off x="4960455" y="2469658"/>
              <a:ext cx="668904" cy="885523"/>
              <a:chOff x="4960455" y="2469658"/>
              <a:chExt cx="668904" cy="885523"/>
            </a:xfrm>
          </p:grpSpPr>
          <p:sp>
            <p:nvSpPr>
              <p:cNvPr id="9711" name="Google Shape;9711;p4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2" name="Google Shape;9712;p4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3" name="Google Shape;9713;p4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4" name="Google Shape;9714;p4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5" name="Google Shape;9715;p4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6" name="Google Shape;9716;p4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17" name="Google Shape;9717;p40"/>
            <p:cNvGrpSpPr/>
            <p:nvPr/>
          </p:nvGrpSpPr>
          <p:grpSpPr>
            <a:xfrm>
              <a:off x="4294923" y="2469658"/>
              <a:ext cx="668951" cy="885523"/>
              <a:chOff x="4294923" y="2469658"/>
              <a:chExt cx="668951" cy="885523"/>
            </a:xfrm>
          </p:grpSpPr>
          <p:sp>
            <p:nvSpPr>
              <p:cNvPr id="9718" name="Google Shape;9718;p4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9" name="Google Shape;9719;p4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0" name="Google Shape;9720;p4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1" name="Google Shape;9721;p4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2" name="Google Shape;9722;p4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3" name="Google Shape;9723;p4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24" name="Google Shape;9724;p4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25" name="Google Shape;9725;p40"/>
          <p:cNvGrpSpPr/>
          <p:nvPr/>
        </p:nvGrpSpPr>
        <p:grpSpPr>
          <a:xfrm>
            <a:off x="4231477" y="3282206"/>
            <a:ext cx="1430948" cy="897289"/>
            <a:chOff x="4351371" y="3547942"/>
            <a:chExt cx="1345129" cy="843475"/>
          </a:xfrm>
        </p:grpSpPr>
        <p:grpSp>
          <p:nvGrpSpPr>
            <p:cNvPr id="9726" name="Google Shape;9726;p40"/>
            <p:cNvGrpSpPr/>
            <p:nvPr/>
          </p:nvGrpSpPr>
          <p:grpSpPr>
            <a:xfrm>
              <a:off x="4351371" y="4209917"/>
              <a:ext cx="1345129" cy="181500"/>
              <a:chOff x="4351371" y="4209917"/>
              <a:chExt cx="1345129" cy="181500"/>
            </a:xfrm>
          </p:grpSpPr>
          <p:sp>
            <p:nvSpPr>
              <p:cNvPr id="9727" name="Google Shape;9727;p4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728" name="Google Shape;9728;p40"/>
              <p:cNvCxnSpPr/>
              <p:nvPr/>
            </p:nvCxnSpPr>
            <p:spPr>
              <a:xfrm>
                <a:off x="5551000" y="4298797"/>
                <a:ext cx="145500" cy="0"/>
              </a:xfrm>
              <a:prstGeom prst="straightConnector1">
                <a:avLst/>
              </a:prstGeom>
              <a:noFill/>
              <a:ln cap="flat" cmpd="sng" w="28575">
                <a:solidFill>
                  <a:srgbClr val="435D74"/>
                </a:solidFill>
                <a:prstDash val="solid"/>
                <a:round/>
                <a:headEnd len="sm" w="sm" type="none"/>
                <a:tailEnd len="sm" w="sm" type="none"/>
              </a:ln>
            </p:spPr>
          </p:cxnSp>
        </p:grpSp>
        <p:grpSp>
          <p:nvGrpSpPr>
            <p:cNvPr id="9729" name="Google Shape;9729;p40"/>
            <p:cNvGrpSpPr/>
            <p:nvPr/>
          </p:nvGrpSpPr>
          <p:grpSpPr>
            <a:xfrm>
              <a:off x="4403010" y="3985221"/>
              <a:ext cx="1109519" cy="181500"/>
              <a:chOff x="4403010" y="3985221"/>
              <a:chExt cx="1109519" cy="181500"/>
            </a:xfrm>
          </p:grpSpPr>
          <p:sp>
            <p:nvSpPr>
              <p:cNvPr id="9730" name="Google Shape;9730;p4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731" name="Google Shape;9731;p40"/>
              <p:cNvCxnSpPr/>
              <p:nvPr/>
            </p:nvCxnSpPr>
            <p:spPr>
              <a:xfrm>
                <a:off x="4403010" y="4075993"/>
                <a:ext cx="145500" cy="0"/>
              </a:xfrm>
              <a:prstGeom prst="straightConnector1">
                <a:avLst/>
              </a:prstGeom>
              <a:noFill/>
              <a:ln cap="flat" cmpd="sng" w="28575">
                <a:solidFill>
                  <a:srgbClr val="5F7D95"/>
                </a:solidFill>
                <a:prstDash val="solid"/>
                <a:round/>
                <a:headEnd len="sm" w="sm" type="none"/>
                <a:tailEnd len="sm" w="sm" type="none"/>
              </a:ln>
            </p:spPr>
          </p:cxnSp>
        </p:grpSp>
        <p:grpSp>
          <p:nvGrpSpPr>
            <p:cNvPr id="9732" name="Google Shape;9732;p40"/>
            <p:cNvGrpSpPr/>
            <p:nvPr/>
          </p:nvGrpSpPr>
          <p:grpSpPr>
            <a:xfrm>
              <a:off x="4618704" y="3766582"/>
              <a:ext cx="807858" cy="181500"/>
              <a:chOff x="4618704" y="3766582"/>
              <a:chExt cx="807858" cy="181500"/>
            </a:xfrm>
          </p:grpSpPr>
          <p:sp>
            <p:nvSpPr>
              <p:cNvPr id="9733" name="Google Shape;9733;p4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734" name="Google Shape;9734;p40"/>
              <p:cNvCxnSpPr/>
              <p:nvPr/>
            </p:nvCxnSpPr>
            <p:spPr>
              <a:xfrm>
                <a:off x="5281062" y="3855291"/>
                <a:ext cx="145500" cy="0"/>
              </a:xfrm>
              <a:prstGeom prst="straightConnector1">
                <a:avLst/>
              </a:prstGeom>
              <a:noFill/>
              <a:ln cap="flat" cmpd="sng" w="28575">
                <a:solidFill>
                  <a:srgbClr val="869FB2"/>
                </a:solidFill>
                <a:prstDash val="solid"/>
                <a:round/>
                <a:headEnd len="sm" w="sm" type="none"/>
                <a:tailEnd len="sm" w="sm" type="none"/>
              </a:ln>
            </p:spPr>
          </p:cxnSp>
        </p:grpSp>
        <p:grpSp>
          <p:nvGrpSpPr>
            <p:cNvPr id="9735" name="Google Shape;9735;p40"/>
            <p:cNvGrpSpPr/>
            <p:nvPr/>
          </p:nvGrpSpPr>
          <p:grpSpPr>
            <a:xfrm>
              <a:off x="4735238" y="3547942"/>
              <a:ext cx="462839" cy="181500"/>
              <a:chOff x="4735238" y="3547942"/>
              <a:chExt cx="462839" cy="181500"/>
            </a:xfrm>
          </p:grpSpPr>
          <p:sp>
            <p:nvSpPr>
              <p:cNvPr id="9736" name="Google Shape;9736;p4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737" name="Google Shape;9737;p40"/>
              <p:cNvCxnSpPr/>
              <p:nvPr/>
            </p:nvCxnSpPr>
            <p:spPr>
              <a:xfrm>
                <a:off x="4735238" y="3636872"/>
                <a:ext cx="145500" cy="0"/>
              </a:xfrm>
              <a:prstGeom prst="straightConnector1">
                <a:avLst/>
              </a:prstGeom>
              <a:noFill/>
              <a:ln cap="flat" cmpd="sng" w="28575">
                <a:solidFill>
                  <a:srgbClr val="BAC8D3"/>
                </a:solidFill>
                <a:prstDash val="solid"/>
                <a:round/>
                <a:headEnd len="sm" w="sm" type="none"/>
                <a:tailEnd len="sm" w="sm" type="none"/>
              </a:ln>
            </p:spPr>
          </p:cxnSp>
        </p:grpSp>
      </p:grpSp>
      <p:grpSp>
        <p:nvGrpSpPr>
          <p:cNvPr id="9738" name="Google Shape;9738;p40"/>
          <p:cNvGrpSpPr/>
          <p:nvPr/>
        </p:nvGrpSpPr>
        <p:grpSpPr>
          <a:xfrm>
            <a:off x="7407835" y="2217530"/>
            <a:ext cx="1020955" cy="928853"/>
            <a:chOff x="926675" y="238125"/>
            <a:chExt cx="5755100" cy="5232975"/>
          </a:xfrm>
        </p:grpSpPr>
        <p:sp>
          <p:nvSpPr>
            <p:cNvPr id="9739" name="Google Shape;9739;p4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0" name="Google Shape;9740;p4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1" name="Google Shape;9741;p4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2" name="Google Shape;9742;p4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43" name="Google Shape;9743;p40"/>
          <p:cNvGrpSpPr/>
          <p:nvPr/>
        </p:nvGrpSpPr>
        <p:grpSpPr>
          <a:xfrm>
            <a:off x="715208" y="2616265"/>
            <a:ext cx="1695374" cy="1560837"/>
            <a:chOff x="727421" y="2828315"/>
            <a:chExt cx="1695374" cy="1560837"/>
          </a:xfrm>
        </p:grpSpPr>
        <p:grpSp>
          <p:nvGrpSpPr>
            <p:cNvPr id="9744" name="Google Shape;9744;p40"/>
            <p:cNvGrpSpPr/>
            <p:nvPr/>
          </p:nvGrpSpPr>
          <p:grpSpPr>
            <a:xfrm>
              <a:off x="727421" y="2828315"/>
              <a:ext cx="1695374" cy="1560837"/>
              <a:chOff x="734799" y="2782450"/>
              <a:chExt cx="1571100" cy="1577400"/>
            </a:xfrm>
          </p:grpSpPr>
          <p:cxnSp>
            <p:nvCxnSpPr>
              <p:cNvPr id="9745" name="Google Shape;9745;p40"/>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9746" name="Google Shape;9746;p40"/>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9747" name="Google Shape;9747;p40"/>
            <p:cNvGrpSpPr/>
            <p:nvPr/>
          </p:nvGrpSpPr>
          <p:grpSpPr>
            <a:xfrm>
              <a:off x="819108" y="2882501"/>
              <a:ext cx="1556791" cy="1426186"/>
              <a:chOff x="819108" y="2882501"/>
              <a:chExt cx="1556791" cy="1426186"/>
            </a:xfrm>
          </p:grpSpPr>
          <p:grpSp>
            <p:nvGrpSpPr>
              <p:cNvPr id="9748" name="Google Shape;9748;p40"/>
              <p:cNvGrpSpPr/>
              <p:nvPr/>
            </p:nvGrpSpPr>
            <p:grpSpPr>
              <a:xfrm>
                <a:off x="819108" y="2882501"/>
                <a:ext cx="103104" cy="1426186"/>
                <a:chOff x="4674013" y="3100904"/>
                <a:chExt cx="122758" cy="1698043"/>
              </a:xfrm>
            </p:grpSpPr>
            <p:sp>
              <p:nvSpPr>
                <p:cNvPr id="9749" name="Google Shape;9749;p4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0" name="Google Shape;9750;p4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1" name="Google Shape;9751;p4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2" name="Google Shape;9752;p4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3" name="Google Shape;9753;p4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4" name="Google Shape;9754;p4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5" name="Google Shape;9755;p4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56" name="Google Shape;9756;p40"/>
              <p:cNvGrpSpPr/>
              <p:nvPr/>
            </p:nvGrpSpPr>
            <p:grpSpPr>
              <a:xfrm>
                <a:off x="1062475" y="2882501"/>
                <a:ext cx="103104" cy="1426186"/>
                <a:chOff x="4940438" y="3100904"/>
                <a:chExt cx="122758" cy="1698043"/>
              </a:xfrm>
            </p:grpSpPr>
            <p:sp>
              <p:nvSpPr>
                <p:cNvPr id="9757" name="Google Shape;9757;p4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8" name="Google Shape;9758;p4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9" name="Google Shape;9759;p4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0" name="Google Shape;9760;p4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1" name="Google Shape;9761;p4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2" name="Google Shape;9762;p4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3" name="Google Shape;9763;p4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64" name="Google Shape;9764;p40"/>
              <p:cNvGrpSpPr/>
              <p:nvPr/>
            </p:nvGrpSpPr>
            <p:grpSpPr>
              <a:xfrm>
                <a:off x="1299324" y="2882501"/>
                <a:ext cx="103104" cy="1426186"/>
                <a:chOff x="5206863" y="3100904"/>
                <a:chExt cx="122758" cy="1698043"/>
              </a:xfrm>
            </p:grpSpPr>
            <p:sp>
              <p:nvSpPr>
                <p:cNvPr id="9765" name="Google Shape;9765;p4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6" name="Google Shape;9766;p4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7" name="Google Shape;9767;p4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8" name="Google Shape;9768;p4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9" name="Google Shape;9769;p4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0" name="Google Shape;9770;p4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1" name="Google Shape;9771;p4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72" name="Google Shape;9772;p40"/>
              <p:cNvGrpSpPr/>
              <p:nvPr/>
            </p:nvGrpSpPr>
            <p:grpSpPr>
              <a:xfrm>
                <a:off x="1786057" y="2882501"/>
                <a:ext cx="103104" cy="1426186"/>
                <a:chOff x="6006138" y="3143629"/>
                <a:chExt cx="122758" cy="1698043"/>
              </a:xfrm>
            </p:grpSpPr>
            <p:sp>
              <p:nvSpPr>
                <p:cNvPr id="9773" name="Google Shape;9773;p4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4" name="Google Shape;9774;p4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5" name="Google Shape;9775;p4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6" name="Google Shape;9776;p4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7" name="Google Shape;9777;p4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8" name="Google Shape;9778;p4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9" name="Google Shape;9779;p4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80" name="Google Shape;9780;p40"/>
              <p:cNvGrpSpPr/>
              <p:nvPr/>
            </p:nvGrpSpPr>
            <p:grpSpPr>
              <a:xfrm>
                <a:off x="2029422" y="2882501"/>
                <a:ext cx="103104" cy="1426186"/>
                <a:chOff x="6805413" y="3100904"/>
                <a:chExt cx="122758" cy="1698043"/>
              </a:xfrm>
            </p:grpSpPr>
            <p:sp>
              <p:nvSpPr>
                <p:cNvPr id="9781" name="Google Shape;9781;p4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2" name="Google Shape;9782;p4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3" name="Google Shape;9783;p4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4" name="Google Shape;9784;p4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5" name="Google Shape;9785;p4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6" name="Google Shape;9786;p4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7" name="Google Shape;9787;p4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88" name="Google Shape;9788;p40"/>
              <p:cNvGrpSpPr/>
              <p:nvPr/>
            </p:nvGrpSpPr>
            <p:grpSpPr>
              <a:xfrm>
                <a:off x="2272795" y="2882501"/>
                <a:ext cx="103104" cy="1426186"/>
                <a:chOff x="5206863" y="3100904"/>
                <a:chExt cx="122758" cy="1698043"/>
              </a:xfrm>
            </p:grpSpPr>
            <p:sp>
              <p:nvSpPr>
                <p:cNvPr id="9789" name="Google Shape;9789;p4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0" name="Google Shape;9790;p4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1" name="Google Shape;9791;p4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2" name="Google Shape;9792;p4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3" name="Google Shape;9793;p4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4" name="Google Shape;9794;p4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5" name="Google Shape;9795;p4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96" name="Google Shape;9796;p40"/>
              <p:cNvGrpSpPr/>
              <p:nvPr/>
            </p:nvGrpSpPr>
            <p:grpSpPr>
              <a:xfrm>
                <a:off x="1542694" y="2882501"/>
                <a:ext cx="103104" cy="1426186"/>
                <a:chOff x="6006138" y="3143629"/>
                <a:chExt cx="122758" cy="1698043"/>
              </a:xfrm>
            </p:grpSpPr>
            <p:sp>
              <p:nvSpPr>
                <p:cNvPr id="9797" name="Google Shape;9797;p4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8" name="Google Shape;9798;p4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9" name="Google Shape;9799;p4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0" name="Google Shape;9800;p4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1" name="Google Shape;9801;p4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2" name="Google Shape;9802;p4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3" name="Google Shape;9803;p4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804" name="Google Shape;9804;p40"/>
          <p:cNvGrpSpPr/>
          <p:nvPr/>
        </p:nvGrpSpPr>
        <p:grpSpPr>
          <a:xfrm>
            <a:off x="5671259" y="3305987"/>
            <a:ext cx="2749952" cy="870677"/>
            <a:chOff x="238125" y="1725700"/>
            <a:chExt cx="7139025" cy="2260325"/>
          </a:xfrm>
        </p:grpSpPr>
        <p:sp>
          <p:nvSpPr>
            <p:cNvPr id="9805" name="Google Shape;9805;p4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2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6" name="Google Shape;9806;p4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7" name="Google Shape;9807;p4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8" name="Google Shape;9808;p4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9" name="Google Shape;9809;p40"/>
            <p:cNvSpPr/>
            <p:nvPr/>
          </p:nvSpPr>
          <p:spPr>
            <a:xfrm>
              <a:off x="6838275" y="1725700"/>
              <a:ext cx="150" cy="0"/>
            </a:xfrm>
            <a:custGeom>
              <a:rect b="b" l="l" r="r" t="t"/>
              <a:pathLst>
                <a:path extrusionOk="0" h="12000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0" name="Google Shape;9810;p4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1" name="Google Shape;9811;p4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2" name="Google Shape;9812;p4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3" name="Google Shape;9813;p4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4" name="Google Shape;9814;p4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15" name="Google Shape;9815;p40"/>
          <p:cNvGrpSpPr/>
          <p:nvPr/>
        </p:nvGrpSpPr>
        <p:grpSpPr>
          <a:xfrm>
            <a:off x="5941423" y="2247733"/>
            <a:ext cx="1105452" cy="916747"/>
            <a:chOff x="5249100" y="1210600"/>
            <a:chExt cx="3502700" cy="2904775"/>
          </a:xfrm>
        </p:grpSpPr>
        <p:sp>
          <p:nvSpPr>
            <p:cNvPr id="9816" name="Google Shape;9816;p4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7" name="Google Shape;9817;p4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8" name="Google Shape;9818;p4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9" name="Google Shape;9819;p4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20" name="Google Shape;9820;p4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sm" w="sm" type="none"/>
            </a:ln>
          </p:spPr>
        </p:cxnSp>
        <p:cxnSp>
          <p:nvCxnSpPr>
            <p:cNvPr id="9821" name="Google Shape;9821;p4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sm" w="sm" type="none"/>
            </a:ln>
          </p:spPr>
        </p:cxnSp>
        <p:cxnSp>
          <p:nvCxnSpPr>
            <p:cNvPr id="9822" name="Google Shape;9822;p4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sm" w="sm" type="none"/>
            </a:ln>
          </p:spPr>
        </p:cxnSp>
        <p:cxnSp>
          <p:nvCxnSpPr>
            <p:cNvPr id="9823" name="Google Shape;9823;p4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sm" w="sm" type="none"/>
            </a:ln>
          </p:spPr>
        </p:cxnSp>
        <p:sp>
          <p:nvSpPr>
            <p:cNvPr id="9824" name="Google Shape;9824;p4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25" name="Google Shape;9825;p40"/>
          <p:cNvGrpSpPr/>
          <p:nvPr/>
        </p:nvGrpSpPr>
        <p:grpSpPr>
          <a:xfrm>
            <a:off x="7123971" y="967151"/>
            <a:ext cx="1304650" cy="1124856"/>
            <a:chOff x="7287122" y="1165658"/>
            <a:chExt cx="1219413" cy="1051365"/>
          </a:xfrm>
        </p:grpSpPr>
        <p:grpSp>
          <p:nvGrpSpPr>
            <p:cNvPr id="9826" name="Google Shape;9826;p40"/>
            <p:cNvGrpSpPr/>
            <p:nvPr/>
          </p:nvGrpSpPr>
          <p:grpSpPr>
            <a:xfrm>
              <a:off x="7287122" y="1969723"/>
              <a:ext cx="1219413" cy="247300"/>
              <a:chOff x="7287122" y="1969723"/>
              <a:chExt cx="1219413" cy="247300"/>
            </a:xfrm>
          </p:grpSpPr>
          <p:sp>
            <p:nvSpPr>
              <p:cNvPr id="9827" name="Google Shape;9827;p4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28" name="Google Shape;9828;p40"/>
              <p:cNvGrpSpPr/>
              <p:nvPr/>
            </p:nvGrpSpPr>
            <p:grpSpPr>
              <a:xfrm>
                <a:off x="7287122" y="2063892"/>
                <a:ext cx="1151753" cy="73428"/>
                <a:chOff x="7287122" y="2063892"/>
                <a:chExt cx="1151753" cy="73428"/>
              </a:xfrm>
            </p:grpSpPr>
            <p:sp>
              <p:nvSpPr>
                <p:cNvPr id="9829" name="Google Shape;9829;p4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30" name="Google Shape;9830;p40"/>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9831" name="Google Shape;9831;p40"/>
            <p:cNvGrpSpPr/>
            <p:nvPr/>
          </p:nvGrpSpPr>
          <p:grpSpPr>
            <a:xfrm>
              <a:off x="7287122" y="1712201"/>
              <a:ext cx="1219403" cy="246767"/>
              <a:chOff x="7287122" y="1712201"/>
              <a:chExt cx="1219403" cy="246767"/>
            </a:xfrm>
          </p:grpSpPr>
          <p:sp>
            <p:nvSpPr>
              <p:cNvPr id="9832" name="Google Shape;9832;p4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33" name="Google Shape;9833;p40"/>
              <p:cNvGrpSpPr/>
              <p:nvPr/>
            </p:nvGrpSpPr>
            <p:grpSpPr>
              <a:xfrm>
                <a:off x="7287122" y="1842861"/>
                <a:ext cx="1005303" cy="73419"/>
                <a:chOff x="7287122" y="1842861"/>
                <a:chExt cx="1005303" cy="73419"/>
              </a:xfrm>
            </p:grpSpPr>
            <p:sp>
              <p:nvSpPr>
                <p:cNvPr id="9834" name="Google Shape;9834;p4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35" name="Google Shape;9835;p40"/>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9836" name="Google Shape;9836;p40"/>
            <p:cNvGrpSpPr/>
            <p:nvPr/>
          </p:nvGrpSpPr>
          <p:grpSpPr>
            <a:xfrm>
              <a:off x="7287122" y="1447520"/>
              <a:ext cx="1219403" cy="286667"/>
              <a:chOff x="7287122" y="1447520"/>
              <a:chExt cx="1219403" cy="286667"/>
            </a:xfrm>
          </p:grpSpPr>
          <p:sp>
            <p:nvSpPr>
              <p:cNvPr id="9837" name="Google Shape;9837;p4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38" name="Google Shape;9838;p40"/>
              <p:cNvGrpSpPr/>
              <p:nvPr/>
            </p:nvGrpSpPr>
            <p:grpSpPr>
              <a:xfrm>
                <a:off x="7287122" y="1581977"/>
                <a:ext cx="852803" cy="73428"/>
                <a:chOff x="7287122" y="1581977"/>
                <a:chExt cx="852803" cy="73428"/>
              </a:xfrm>
            </p:grpSpPr>
            <p:sp>
              <p:nvSpPr>
                <p:cNvPr id="9839" name="Google Shape;9839;p4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40" name="Google Shape;9840;p40"/>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9841" name="Google Shape;9841;p40"/>
            <p:cNvGrpSpPr/>
            <p:nvPr/>
          </p:nvGrpSpPr>
          <p:grpSpPr>
            <a:xfrm>
              <a:off x="7287122" y="1165658"/>
              <a:ext cx="1219403" cy="344253"/>
              <a:chOff x="7287122" y="1165658"/>
              <a:chExt cx="1219403" cy="344253"/>
            </a:xfrm>
          </p:grpSpPr>
          <p:sp>
            <p:nvSpPr>
              <p:cNvPr id="9842" name="Google Shape;9842;p4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43" name="Google Shape;9843;p40"/>
              <p:cNvGrpSpPr/>
              <p:nvPr/>
            </p:nvGrpSpPr>
            <p:grpSpPr>
              <a:xfrm>
                <a:off x="7287122" y="1341025"/>
                <a:ext cx="695703" cy="73419"/>
                <a:chOff x="7287122" y="1341025"/>
                <a:chExt cx="695703" cy="73419"/>
              </a:xfrm>
            </p:grpSpPr>
            <p:sp>
              <p:nvSpPr>
                <p:cNvPr id="9844" name="Google Shape;9844;p4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45" name="Google Shape;9845;p40"/>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grpSp>
        <p:nvGrpSpPr>
          <p:cNvPr id="9846" name="Google Shape;9846;p40"/>
          <p:cNvGrpSpPr/>
          <p:nvPr/>
        </p:nvGrpSpPr>
        <p:grpSpPr>
          <a:xfrm>
            <a:off x="5790463" y="973174"/>
            <a:ext cx="1397728" cy="1098540"/>
            <a:chOff x="5900602" y="1193063"/>
            <a:chExt cx="1299850" cy="1021707"/>
          </a:xfrm>
        </p:grpSpPr>
        <p:grpSp>
          <p:nvGrpSpPr>
            <p:cNvPr id="9847" name="Google Shape;9847;p40"/>
            <p:cNvGrpSpPr/>
            <p:nvPr/>
          </p:nvGrpSpPr>
          <p:grpSpPr>
            <a:xfrm>
              <a:off x="6520338" y="1193063"/>
              <a:ext cx="341813" cy="799959"/>
              <a:chOff x="6520338" y="1193063"/>
              <a:chExt cx="341813" cy="799959"/>
            </a:xfrm>
          </p:grpSpPr>
          <p:grpSp>
            <p:nvGrpSpPr>
              <p:cNvPr id="9848" name="Google Shape;9848;p40"/>
              <p:cNvGrpSpPr/>
              <p:nvPr/>
            </p:nvGrpSpPr>
            <p:grpSpPr>
              <a:xfrm>
                <a:off x="6520337" y="1589527"/>
                <a:ext cx="213949" cy="403494"/>
                <a:chOff x="6520338" y="1589528"/>
                <a:chExt cx="213949" cy="403494"/>
              </a:xfrm>
            </p:grpSpPr>
            <p:sp>
              <p:nvSpPr>
                <p:cNvPr id="9849" name="Google Shape;9849;p4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0" name="Google Shape;9850;p4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51" name="Google Shape;9851;p40"/>
              <p:cNvGrpSpPr/>
              <p:nvPr/>
            </p:nvGrpSpPr>
            <p:grpSpPr>
              <a:xfrm>
                <a:off x="6577204" y="1193063"/>
                <a:ext cx="284947" cy="464512"/>
                <a:chOff x="6577204" y="1193063"/>
                <a:chExt cx="284947" cy="464512"/>
              </a:xfrm>
            </p:grpSpPr>
            <p:sp>
              <p:nvSpPr>
                <p:cNvPr id="9852" name="Google Shape;9852;p4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53" name="Google Shape;9853;p40"/>
                <p:cNvCxnSpPr/>
                <p:nvPr/>
              </p:nvCxnSpPr>
              <p:spPr>
                <a:xfrm rot="10800000">
                  <a:off x="6677825" y="1279575"/>
                  <a:ext cx="0" cy="378000"/>
                </a:xfrm>
                <a:prstGeom prst="straightConnector1">
                  <a:avLst/>
                </a:prstGeom>
                <a:noFill/>
                <a:ln cap="flat" cmpd="sng" w="9525">
                  <a:solidFill>
                    <a:srgbClr val="A5B7C6"/>
                  </a:solidFill>
                  <a:prstDash val="solid"/>
                  <a:round/>
                  <a:headEnd len="sm" w="sm" type="none"/>
                  <a:tailEnd len="med" w="med" type="oval"/>
                </a:ln>
              </p:spPr>
            </p:cxnSp>
          </p:grpSp>
        </p:grpSp>
        <p:grpSp>
          <p:nvGrpSpPr>
            <p:cNvPr id="9854" name="Google Shape;9854;p40"/>
            <p:cNvGrpSpPr/>
            <p:nvPr/>
          </p:nvGrpSpPr>
          <p:grpSpPr>
            <a:xfrm>
              <a:off x="6238903" y="1193063"/>
              <a:ext cx="300476" cy="900152"/>
              <a:chOff x="6238903" y="1193063"/>
              <a:chExt cx="300476" cy="900152"/>
            </a:xfrm>
          </p:grpSpPr>
          <p:grpSp>
            <p:nvGrpSpPr>
              <p:cNvPr id="9855" name="Google Shape;9855;p40"/>
              <p:cNvGrpSpPr/>
              <p:nvPr/>
            </p:nvGrpSpPr>
            <p:grpSpPr>
              <a:xfrm>
                <a:off x="6290865" y="1489315"/>
                <a:ext cx="248514" cy="603900"/>
                <a:chOff x="6290865" y="1489315"/>
                <a:chExt cx="248514" cy="603900"/>
              </a:xfrm>
            </p:grpSpPr>
            <p:sp>
              <p:nvSpPr>
                <p:cNvPr id="9856" name="Google Shape;9856;p4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7" name="Google Shape;9857;p4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58" name="Google Shape;9858;p40"/>
              <p:cNvGrpSpPr/>
              <p:nvPr/>
            </p:nvGrpSpPr>
            <p:grpSpPr>
              <a:xfrm>
                <a:off x="6238903" y="1193063"/>
                <a:ext cx="284947" cy="333087"/>
                <a:chOff x="6238903" y="1193063"/>
                <a:chExt cx="284947" cy="333087"/>
              </a:xfrm>
            </p:grpSpPr>
            <p:sp>
              <p:nvSpPr>
                <p:cNvPr id="9859" name="Google Shape;9859;p4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60" name="Google Shape;9860;p40"/>
                <p:cNvCxnSpPr/>
                <p:nvPr/>
              </p:nvCxnSpPr>
              <p:spPr>
                <a:xfrm rot="10800000">
                  <a:off x="6431250" y="1279250"/>
                  <a:ext cx="0" cy="246900"/>
                </a:xfrm>
                <a:prstGeom prst="straightConnector1">
                  <a:avLst/>
                </a:prstGeom>
                <a:noFill/>
                <a:ln cap="flat" cmpd="sng" w="9525">
                  <a:solidFill>
                    <a:srgbClr val="869FB2"/>
                  </a:solidFill>
                  <a:prstDash val="solid"/>
                  <a:round/>
                  <a:headEnd len="sm" w="sm" type="none"/>
                  <a:tailEnd len="med" w="med" type="oval"/>
                </a:ln>
              </p:spPr>
            </p:cxnSp>
          </p:grpSp>
        </p:grpSp>
        <p:grpSp>
          <p:nvGrpSpPr>
            <p:cNvPr id="9861" name="Google Shape;9861;p40"/>
            <p:cNvGrpSpPr/>
            <p:nvPr/>
          </p:nvGrpSpPr>
          <p:grpSpPr>
            <a:xfrm>
              <a:off x="5900602" y="1193063"/>
              <a:ext cx="444346" cy="1021707"/>
              <a:chOff x="5900602" y="1193063"/>
              <a:chExt cx="444346" cy="1021707"/>
            </a:xfrm>
          </p:grpSpPr>
          <p:grpSp>
            <p:nvGrpSpPr>
              <p:cNvPr id="9862" name="Google Shape;9862;p40"/>
              <p:cNvGrpSpPr/>
              <p:nvPr/>
            </p:nvGrpSpPr>
            <p:grpSpPr>
              <a:xfrm>
                <a:off x="6046502" y="1367784"/>
                <a:ext cx="298446" cy="846986"/>
                <a:chOff x="6046502" y="1367784"/>
                <a:chExt cx="298446" cy="846986"/>
              </a:xfrm>
            </p:grpSpPr>
            <p:sp>
              <p:nvSpPr>
                <p:cNvPr id="9863" name="Google Shape;9863;p4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4" name="Google Shape;9864;p4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65" name="Google Shape;9865;p40"/>
              <p:cNvGrpSpPr/>
              <p:nvPr/>
            </p:nvGrpSpPr>
            <p:grpSpPr>
              <a:xfrm>
                <a:off x="5900602" y="1193063"/>
                <a:ext cx="284947" cy="182312"/>
                <a:chOff x="5900602" y="1193063"/>
                <a:chExt cx="284947" cy="182312"/>
              </a:xfrm>
            </p:grpSpPr>
            <p:sp>
              <p:nvSpPr>
                <p:cNvPr id="9866" name="Google Shape;9866;p4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67" name="Google Shape;9867;p40"/>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nvGrpSpPr>
            <p:cNvPr id="9868" name="Google Shape;9868;p40"/>
            <p:cNvGrpSpPr/>
            <p:nvPr/>
          </p:nvGrpSpPr>
          <p:grpSpPr>
            <a:xfrm>
              <a:off x="6738300" y="1193063"/>
              <a:ext cx="462152" cy="707634"/>
              <a:chOff x="6738300" y="1193063"/>
              <a:chExt cx="462152" cy="707634"/>
            </a:xfrm>
          </p:grpSpPr>
          <p:grpSp>
            <p:nvGrpSpPr>
              <p:cNvPr id="9869" name="Google Shape;9869;p40"/>
              <p:cNvGrpSpPr/>
              <p:nvPr/>
            </p:nvGrpSpPr>
            <p:grpSpPr>
              <a:xfrm>
                <a:off x="6915505" y="1193063"/>
                <a:ext cx="284947" cy="597387"/>
                <a:chOff x="6915505" y="1193063"/>
                <a:chExt cx="284947" cy="597387"/>
              </a:xfrm>
            </p:grpSpPr>
            <p:sp>
              <p:nvSpPr>
                <p:cNvPr id="9870" name="Google Shape;9870;p4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71" name="Google Shape;9871;p40"/>
                <p:cNvCxnSpPr/>
                <p:nvPr/>
              </p:nvCxnSpPr>
              <p:spPr>
                <a:xfrm rot="10800000">
                  <a:off x="6938275" y="1279850"/>
                  <a:ext cx="0" cy="510600"/>
                </a:xfrm>
                <a:prstGeom prst="straightConnector1">
                  <a:avLst/>
                </a:prstGeom>
                <a:noFill/>
                <a:ln cap="flat" cmpd="sng" w="9525">
                  <a:solidFill>
                    <a:srgbClr val="E3E7EA"/>
                  </a:solidFill>
                  <a:prstDash val="solid"/>
                  <a:round/>
                  <a:headEnd len="sm" w="sm" type="none"/>
                  <a:tailEnd len="med" w="med" type="oval"/>
                </a:ln>
              </p:spPr>
            </p:cxnSp>
          </p:grpSp>
          <p:grpSp>
            <p:nvGrpSpPr>
              <p:cNvPr id="9872" name="Google Shape;9872;p40"/>
              <p:cNvGrpSpPr/>
              <p:nvPr/>
            </p:nvGrpSpPr>
            <p:grpSpPr>
              <a:xfrm>
                <a:off x="6738300" y="1684726"/>
                <a:ext cx="230066" cy="215971"/>
                <a:chOff x="6738300" y="1684726"/>
                <a:chExt cx="230066" cy="215971"/>
              </a:xfrm>
            </p:grpSpPr>
            <p:sp>
              <p:nvSpPr>
                <p:cNvPr id="9873" name="Google Shape;9873;p4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4" name="Google Shape;9874;p4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78" name="Shape 9878"/>
        <p:cNvGrpSpPr/>
        <p:nvPr/>
      </p:nvGrpSpPr>
      <p:grpSpPr>
        <a:xfrm>
          <a:off x="0" y="0"/>
          <a:ext cx="0" cy="0"/>
          <a:chOff x="0" y="0"/>
          <a:chExt cx="0" cy="0"/>
        </a:xfrm>
      </p:grpSpPr>
      <p:grpSp>
        <p:nvGrpSpPr>
          <p:cNvPr id="9879" name="Google Shape;9879;p41"/>
          <p:cNvGrpSpPr/>
          <p:nvPr/>
        </p:nvGrpSpPr>
        <p:grpSpPr>
          <a:xfrm>
            <a:off x="839307" y="2318098"/>
            <a:ext cx="387992" cy="329326"/>
            <a:chOff x="839307" y="2318098"/>
            <a:chExt cx="387992" cy="329326"/>
          </a:xfrm>
        </p:grpSpPr>
        <p:sp>
          <p:nvSpPr>
            <p:cNvPr id="9880" name="Google Shape;9880;p41"/>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1" name="Google Shape;9881;p41"/>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2" name="Google Shape;9882;p41"/>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3" name="Google Shape;9883;p41"/>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4" name="Google Shape;9884;p41"/>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5" name="Google Shape;9885;p41"/>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6" name="Google Shape;9886;p41"/>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7" name="Google Shape;9887;p41"/>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8" name="Google Shape;9888;p41"/>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9" name="Google Shape;9889;p41"/>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90" name="Google Shape;9890;p41"/>
          <p:cNvGrpSpPr/>
          <p:nvPr/>
        </p:nvGrpSpPr>
        <p:grpSpPr>
          <a:xfrm>
            <a:off x="1414990" y="2289671"/>
            <a:ext cx="387073" cy="385996"/>
            <a:chOff x="1414990" y="2289671"/>
            <a:chExt cx="387073" cy="385996"/>
          </a:xfrm>
        </p:grpSpPr>
        <p:sp>
          <p:nvSpPr>
            <p:cNvPr id="9891" name="Google Shape;9891;p41"/>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2" name="Google Shape;9892;p41"/>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3" name="Google Shape;9893;p41"/>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4" name="Google Shape;9894;p41"/>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5" name="Google Shape;9895;p41"/>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6" name="Google Shape;9896;p41"/>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7" name="Google Shape;9897;p41"/>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8" name="Google Shape;9898;p41"/>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9" name="Google Shape;9899;p41"/>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0" name="Google Shape;9900;p41"/>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1" name="Google Shape;9901;p41"/>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2" name="Google Shape;9902;p41"/>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3" name="Google Shape;9903;p41"/>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4" name="Google Shape;9904;p41"/>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5" name="Google Shape;9905;p41"/>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6" name="Google Shape;9906;p41"/>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7" name="Google Shape;9907;p41"/>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8" name="Google Shape;9908;p41"/>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9" name="Google Shape;9909;p41"/>
          <p:cNvGrpSpPr/>
          <p:nvPr/>
        </p:nvGrpSpPr>
        <p:grpSpPr>
          <a:xfrm>
            <a:off x="1989911" y="2306065"/>
            <a:ext cx="387099" cy="353207"/>
            <a:chOff x="1989911" y="2306065"/>
            <a:chExt cx="387099" cy="353207"/>
          </a:xfrm>
        </p:grpSpPr>
        <p:sp>
          <p:nvSpPr>
            <p:cNvPr id="9910" name="Google Shape;9910;p41"/>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1" name="Google Shape;9911;p41"/>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2" name="Google Shape;9912;p41"/>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3" name="Google Shape;9913;p41"/>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4" name="Google Shape;9914;p41"/>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5" name="Google Shape;9915;p41"/>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6" name="Google Shape;9916;p41"/>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17" name="Google Shape;9917;p41"/>
          <p:cNvGrpSpPr/>
          <p:nvPr/>
        </p:nvGrpSpPr>
        <p:grpSpPr>
          <a:xfrm>
            <a:off x="2593102" y="2288778"/>
            <a:ext cx="204663" cy="363007"/>
            <a:chOff x="2593102" y="2288778"/>
            <a:chExt cx="204663" cy="363007"/>
          </a:xfrm>
        </p:grpSpPr>
        <p:sp>
          <p:nvSpPr>
            <p:cNvPr id="9918" name="Google Shape;9918;p41"/>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9" name="Google Shape;9919;p41"/>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0" name="Google Shape;9920;p41"/>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1" name="Google Shape;9921;p41"/>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2" name="Google Shape;9922;p41"/>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3" name="Google Shape;9923;p41"/>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4" name="Google Shape;9924;p41"/>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5" name="Google Shape;9925;p41"/>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6" name="Google Shape;9926;p41"/>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27" name="Google Shape;9927;p41"/>
          <p:cNvGrpSpPr/>
          <p:nvPr/>
        </p:nvGrpSpPr>
        <p:grpSpPr>
          <a:xfrm>
            <a:off x="2970874" y="2329763"/>
            <a:ext cx="403651" cy="305996"/>
            <a:chOff x="2970874" y="2329763"/>
            <a:chExt cx="403651" cy="305996"/>
          </a:xfrm>
        </p:grpSpPr>
        <p:sp>
          <p:nvSpPr>
            <p:cNvPr id="9928" name="Google Shape;9928;p41"/>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9" name="Google Shape;9929;p41"/>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0" name="Google Shape;9930;p41"/>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1" name="Google Shape;9931;p41"/>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2" name="Google Shape;9932;p41"/>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3" name="Google Shape;9933;p41"/>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4" name="Google Shape;9934;p41"/>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5" name="Google Shape;9935;p41"/>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6" name="Google Shape;9936;p41"/>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37" name="Google Shape;9937;p41"/>
          <p:cNvGrpSpPr/>
          <p:nvPr/>
        </p:nvGrpSpPr>
        <p:grpSpPr>
          <a:xfrm>
            <a:off x="3545795" y="2318755"/>
            <a:ext cx="387834" cy="327933"/>
            <a:chOff x="3545795" y="2318755"/>
            <a:chExt cx="387834" cy="327933"/>
          </a:xfrm>
        </p:grpSpPr>
        <p:sp>
          <p:nvSpPr>
            <p:cNvPr id="9938" name="Google Shape;9938;p41"/>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9" name="Google Shape;9939;p41"/>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0" name="Google Shape;9940;p41"/>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41" name="Google Shape;9941;p41"/>
            <p:cNvGrpSpPr/>
            <p:nvPr/>
          </p:nvGrpSpPr>
          <p:grpSpPr>
            <a:xfrm>
              <a:off x="3545795" y="2322301"/>
              <a:ext cx="387834" cy="324387"/>
              <a:chOff x="3545795" y="2322301"/>
              <a:chExt cx="387834" cy="324387"/>
            </a:xfrm>
          </p:grpSpPr>
          <p:sp>
            <p:nvSpPr>
              <p:cNvPr id="9942" name="Google Shape;9942;p41"/>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3" name="Google Shape;9943;p41"/>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4" name="Google Shape;9944;p41"/>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5" name="Google Shape;9945;p41"/>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6" name="Google Shape;9946;p41"/>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7" name="Google Shape;9947;p41"/>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8" name="Google Shape;9948;p41"/>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949" name="Google Shape;9949;p41"/>
          <p:cNvGrpSpPr/>
          <p:nvPr/>
        </p:nvGrpSpPr>
        <p:grpSpPr>
          <a:xfrm>
            <a:off x="4718468" y="2306984"/>
            <a:ext cx="364294" cy="351553"/>
            <a:chOff x="4718468" y="2306984"/>
            <a:chExt cx="364294" cy="351553"/>
          </a:xfrm>
        </p:grpSpPr>
        <p:sp>
          <p:nvSpPr>
            <p:cNvPr id="9950" name="Google Shape;9950;p41"/>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1" name="Google Shape;9951;p41"/>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2" name="Google Shape;9952;p41"/>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3" name="Google Shape;9953;p41"/>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4" name="Google Shape;9954;p41"/>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5" name="Google Shape;9955;p41"/>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6" name="Google Shape;9956;p41"/>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7" name="Google Shape;9957;p41"/>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8" name="Google Shape;9958;p41"/>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9" name="Google Shape;9959;p41"/>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60" name="Google Shape;9960;p41"/>
          <p:cNvGrpSpPr/>
          <p:nvPr/>
        </p:nvGrpSpPr>
        <p:grpSpPr>
          <a:xfrm>
            <a:off x="4147908" y="2303017"/>
            <a:ext cx="361194" cy="359355"/>
            <a:chOff x="4147908" y="2303017"/>
            <a:chExt cx="361194" cy="359355"/>
          </a:xfrm>
        </p:grpSpPr>
        <p:sp>
          <p:nvSpPr>
            <p:cNvPr id="9961" name="Google Shape;9961;p41"/>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2" name="Google Shape;9962;p41"/>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3" name="Google Shape;9963;p41"/>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4" name="Google Shape;9964;p41"/>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5" name="Google Shape;9965;p41"/>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6" name="Google Shape;9966;p41"/>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7" name="Google Shape;9967;p41"/>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8" name="Google Shape;9968;p41"/>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9" name="Google Shape;9969;p41"/>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0" name="Google Shape;9970;p41"/>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1" name="Google Shape;9971;p41"/>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2" name="Google Shape;9972;p41"/>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3" name="Google Shape;9973;p41"/>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4" name="Google Shape;9974;p41"/>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75" name="Google Shape;9975;p41"/>
          <p:cNvGrpSpPr/>
          <p:nvPr/>
        </p:nvGrpSpPr>
        <p:grpSpPr>
          <a:xfrm>
            <a:off x="5292128" y="2299891"/>
            <a:ext cx="367027" cy="365214"/>
            <a:chOff x="5292128" y="2299891"/>
            <a:chExt cx="367027" cy="365214"/>
          </a:xfrm>
        </p:grpSpPr>
        <p:sp>
          <p:nvSpPr>
            <p:cNvPr id="9976" name="Google Shape;9976;p41"/>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7" name="Google Shape;9977;p41"/>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8" name="Google Shape;9978;p41"/>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9" name="Google Shape;9979;p41"/>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0" name="Google Shape;9980;p41"/>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1" name="Google Shape;9981;p41"/>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2" name="Google Shape;9982;p41"/>
          <p:cNvGrpSpPr/>
          <p:nvPr/>
        </p:nvGrpSpPr>
        <p:grpSpPr>
          <a:xfrm>
            <a:off x="5873617" y="2309901"/>
            <a:ext cx="345720" cy="345720"/>
            <a:chOff x="5873617" y="2309901"/>
            <a:chExt cx="345720" cy="345720"/>
          </a:xfrm>
        </p:grpSpPr>
        <p:sp>
          <p:nvSpPr>
            <p:cNvPr id="9983" name="Google Shape;9983;p41"/>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4" name="Google Shape;9984;p41"/>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5" name="Google Shape;9985;p41"/>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6" name="Google Shape;9986;p41"/>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7" name="Google Shape;9987;p41"/>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8" name="Google Shape;9988;p41"/>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9" name="Google Shape;9989;p41"/>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0" name="Google Shape;9990;p41"/>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1" name="Google Shape;9991;p41"/>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2" name="Google Shape;9992;p41"/>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3" name="Google Shape;9993;p41"/>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4" name="Google Shape;9994;p41"/>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5" name="Google Shape;9995;p41"/>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6" name="Google Shape;9996;p41"/>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7" name="Google Shape;9997;p41"/>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8" name="Google Shape;9998;p41"/>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9" name="Google Shape;9999;p41"/>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0" name="Google Shape;10000;p41"/>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1" name="Google Shape;10001;p41"/>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02" name="Google Shape;10002;p41"/>
          <p:cNvGrpSpPr/>
          <p:nvPr/>
        </p:nvGrpSpPr>
        <p:grpSpPr>
          <a:xfrm>
            <a:off x="6863329" y="2297710"/>
            <a:ext cx="391460" cy="370127"/>
            <a:chOff x="6863329" y="2297710"/>
            <a:chExt cx="391460" cy="370127"/>
          </a:xfrm>
        </p:grpSpPr>
        <p:sp>
          <p:nvSpPr>
            <p:cNvPr id="10003" name="Google Shape;10003;p41"/>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4" name="Google Shape;10004;p41"/>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5" name="Google Shape;10005;p41"/>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6" name="Google Shape;10006;p41"/>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7" name="Google Shape;10007;p41"/>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8" name="Google Shape;10008;p41"/>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9" name="Google Shape;10009;p41"/>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0" name="Google Shape;10010;p41"/>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1" name="Google Shape;10011;p41"/>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12" name="Google Shape;10012;p41"/>
          <p:cNvGrpSpPr/>
          <p:nvPr/>
        </p:nvGrpSpPr>
        <p:grpSpPr>
          <a:xfrm>
            <a:off x="7421488" y="2318518"/>
            <a:ext cx="342620" cy="328459"/>
            <a:chOff x="7421488" y="2318518"/>
            <a:chExt cx="342620" cy="328459"/>
          </a:xfrm>
        </p:grpSpPr>
        <p:sp>
          <p:nvSpPr>
            <p:cNvPr id="10013" name="Google Shape;10013;p41"/>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4" name="Google Shape;10014;p41"/>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5" name="Google Shape;10015;p41"/>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6" name="Google Shape;10016;p41"/>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7" name="Google Shape;10017;p41"/>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8" name="Google Shape;10018;p41"/>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9" name="Google Shape;10019;p41"/>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20" name="Google Shape;10020;p41"/>
          <p:cNvGrpSpPr/>
          <p:nvPr/>
        </p:nvGrpSpPr>
        <p:grpSpPr>
          <a:xfrm>
            <a:off x="2508373" y="2779889"/>
            <a:ext cx="337523" cy="337680"/>
            <a:chOff x="2508373" y="2779889"/>
            <a:chExt cx="337523" cy="337680"/>
          </a:xfrm>
        </p:grpSpPr>
        <p:sp>
          <p:nvSpPr>
            <p:cNvPr id="10021" name="Google Shape;10021;p41"/>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2" name="Google Shape;10022;p41"/>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3" name="Google Shape;10023;p41"/>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4" name="Google Shape;10024;p41"/>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5" name="Google Shape;10025;p41"/>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6" name="Google Shape;10026;p41"/>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27" name="Google Shape;10027;p41"/>
          <p:cNvGrpSpPr/>
          <p:nvPr/>
        </p:nvGrpSpPr>
        <p:grpSpPr>
          <a:xfrm>
            <a:off x="1884401" y="4141593"/>
            <a:ext cx="410613" cy="372229"/>
            <a:chOff x="1884401" y="4141593"/>
            <a:chExt cx="410613" cy="372229"/>
          </a:xfrm>
        </p:grpSpPr>
        <p:sp>
          <p:nvSpPr>
            <p:cNvPr id="10028" name="Google Shape;10028;p41"/>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9" name="Google Shape;10029;p41"/>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0" name="Google Shape;10030;p41"/>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1" name="Google Shape;10031;p41"/>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2" name="Google Shape;10032;p41"/>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3" name="Google Shape;10033;p41"/>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4" name="Google Shape;10034;p41"/>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35" name="Google Shape;10035;p41"/>
          <p:cNvGrpSpPr/>
          <p:nvPr/>
        </p:nvGrpSpPr>
        <p:grpSpPr>
          <a:xfrm>
            <a:off x="1430832" y="2773689"/>
            <a:ext cx="294515" cy="349898"/>
            <a:chOff x="1430832" y="2773689"/>
            <a:chExt cx="294515" cy="349898"/>
          </a:xfrm>
        </p:grpSpPr>
        <p:sp>
          <p:nvSpPr>
            <p:cNvPr id="10036" name="Google Shape;10036;p41"/>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7" name="Google Shape;10037;p41"/>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8" name="Google Shape;10038;p41"/>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9" name="Google Shape;10039;p41"/>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0" name="Google Shape;10040;p41"/>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1" name="Google Shape;10041;p41"/>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2" name="Google Shape;10042;p41"/>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3" name="Google Shape;10043;p41"/>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4" name="Google Shape;10044;p41"/>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5" name="Google Shape;10045;p41"/>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6" name="Google Shape;10046;p41"/>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7" name="Google Shape;10047;p41"/>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8" name="Google Shape;10048;p41"/>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49" name="Google Shape;10049;p41"/>
          <p:cNvGrpSpPr/>
          <p:nvPr/>
        </p:nvGrpSpPr>
        <p:grpSpPr>
          <a:xfrm>
            <a:off x="3082217" y="2788586"/>
            <a:ext cx="288866" cy="320235"/>
            <a:chOff x="3082217" y="2788586"/>
            <a:chExt cx="288866" cy="320235"/>
          </a:xfrm>
        </p:grpSpPr>
        <p:sp>
          <p:nvSpPr>
            <p:cNvPr id="10050" name="Google Shape;10050;p41"/>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1" name="Google Shape;10051;p41"/>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2" name="Google Shape;10052;p41"/>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3" name="Google Shape;10053;p41"/>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4" name="Google Shape;10054;p41"/>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5" name="Google Shape;10055;p41"/>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6" name="Google Shape;10056;p41"/>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57" name="Google Shape;10057;p41"/>
          <p:cNvGrpSpPr/>
          <p:nvPr/>
        </p:nvGrpSpPr>
        <p:grpSpPr>
          <a:xfrm>
            <a:off x="3610557" y="2780704"/>
            <a:ext cx="325017" cy="336051"/>
            <a:chOff x="3610557" y="2780704"/>
            <a:chExt cx="325017" cy="336051"/>
          </a:xfrm>
        </p:grpSpPr>
        <p:sp>
          <p:nvSpPr>
            <p:cNvPr id="10058" name="Google Shape;10058;p41"/>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9" name="Google Shape;10059;p41"/>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0" name="Google Shape;10060;p41"/>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61" name="Google Shape;10061;p41"/>
          <p:cNvGrpSpPr/>
          <p:nvPr/>
        </p:nvGrpSpPr>
        <p:grpSpPr>
          <a:xfrm>
            <a:off x="4179067" y="2811495"/>
            <a:ext cx="286476" cy="274390"/>
            <a:chOff x="4179067" y="2811495"/>
            <a:chExt cx="286476" cy="274390"/>
          </a:xfrm>
        </p:grpSpPr>
        <p:sp>
          <p:nvSpPr>
            <p:cNvPr id="10062" name="Google Shape;10062;p41"/>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3" name="Google Shape;10063;p41"/>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4" name="Google Shape;10064;p41"/>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5" name="Google Shape;10065;p41"/>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6" name="Google Shape;10066;p41"/>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7" name="Google Shape;10067;p41"/>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8" name="Google Shape;10068;p41"/>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9" name="Google Shape;10069;p41"/>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0" name="Google Shape;10070;p41"/>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1" name="Google Shape;10071;p41"/>
          <p:cNvGrpSpPr/>
          <p:nvPr/>
        </p:nvGrpSpPr>
        <p:grpSpPr>
          <a:xfrm>
            <a:off x="4686757" y="2762156"/>
            <a:ext cx="371047" cy="374199"/>
            <a:chOff x="4686757" y="2762156"/>
            <a:chExt cx="371047" cy="374199"/>
          </a:xfrm>
        </p:grpSpPr>
        <p:sp>
          <p:nvSpPr>
            <p:cNvPr id="10072" name="Google Shape;10072;p41"/>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3" name="Google Shape;10073;p41"/>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4" name="Google Shape;10074;p41"/>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5" name="Google Shape;10075;p41"/>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6" name="Google Shape;10076;p41"/>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7" name="Google Shape;10077;p41"/>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8" name="Google Shape;10078;p41"/>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9" name="Google Shape;10079;p41"/>
          <p:cNvGrpSpPr/>
          <p:nvPr/>
        </p:nvGrpSpPr>
        <p:grpSpPr>
          <a:xfrm>
            <a:off x="5221613" y="2784802"/>
            <a:ext cx="406567" cy="327855"/>
            <a:chOff x="5221613" y="2784802"/>
            <a:chExt cx="406567" cy="327855"/>
          </a:xfrm>
        </p:grpSpPr>
        <p:sp>
          <p:nvSpPr>
            <p:cNvPr id="10080" name="Google Shape;10080;p41"/>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1" name="Google Shape;10081;p41"/>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2" name="Google Shape;10082;p41"/>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3" name="Google Shape;10083;p41"/>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4" name="Google Shape;10084;p41"/>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5" name="Google Shape;10085;p41"/>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6" name="Google Shape;10086;p41"/>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7" name="Google Shape;10087;p41"/>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8" name="Google Shape;10088;p41"/>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9" name="Google Shape;10089;p41"/>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0" name="Google Shape;10090;p41"/>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1" name="Google Shape;10091;p41"/>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2" name="Google Shape;10092;p41"/>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3" name="Google Shape;10093;p41"/>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4" name="Google Shape;10094;p41"/>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5" name="Google Shape;10095;p41"/>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6" name="Google Shape;10096;p41"/>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7" name="Google Shape;10097;p41"/>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8" name="Google Shape;10098;p41"/>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9" name="Google Shape;10099;p41"/>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0" name="Google Shape;10100;p41"/>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1" name="Google Shape;10101;p41"/>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2" name="Google Shape;10102;p41"/>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3" name="Google Shape;10103;p41"/>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4" name="Google Shape;10104;p41"/>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5" name="Google Shape;10105;p41"/>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6" name="Google Shape;10106;p41"/>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7" name="Google Shape;10107;p41"/>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8" name="Google Shape;10108;p41"/>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9" name="Google Shape;10109;p41"/>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10" name="Google Shape;10110;p41"/>
          <p:cNvGrpSpPr/>
          <p:nvPr/>
        </p:nvGrpSpPr>
        <p:grpSpPr>
          <a:xfrm>
            <a:off x="5812586" y="2760921"/>
            <a:ext cx="303606" cy="375434"/>
            <a:chOff x="5812586" y="2760921"/>
            <a:chExt cx="303606" cy="375434"/>
          </a:xfrm>
        </p:grpSpPr>
        <p:sp>
          <p:nvSpPr>
            <p:cNvPr id="10111" name="Google Shape;10111;p41"/>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2" name="Google Shape;10112;p41"/>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3" name="Google Shape;10113;p41"/>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4" name="Google Shape;10114;p41"/>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5" name="Google Shape;10115;p41"/>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6" name="Google Shape;10116;p41"/>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7" name="Google Shape;10117;p41"/>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8" name="Google Shape;10118;p41"/>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9" name="Google Shape;10119;p41"/>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0" name="Google Shape;10120;p41"/>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1" name="Google Shape;10121;p41"/>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22" name="Google Shape;10122;p41"/>
          <p:cNvGrpSpPr/>
          <p:nvPr/>
        </p:nvGrpSpPr>
        <p:grpSpPr>
          <a:xfrm>
            <a:off x="6334673" y="2759633"/>
            <a:ext cx="378508" cy="378167"/>
            <a:chOff x="6334673" y="2759633"/>
            <a:chExt cx="378508" cy="378167"/>
          </a:xfrm>
        </p:grpSpPr>
        <p:sp>
          <p:nvSpPr>
            <p:cNvPr id="10123" name="Google Shape;10123;p41"/>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4" name="Google Shape;10124;p41"/>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5" name="Google Shape;10125;p41"/>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6" name="Google Shape;10126;p41"/>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27" name="Google Shape;10127;p41"/>
          <p:cNvGrpSpPr/>
          <p:nvPr/>
        </p:nvGrpSpPr>
        <p:grpSpPr>
          <a:xfrm>
            <a:off x="8012645" y="2806477"/>
            <a:ext cx="319763" cy="284506"/>
            <a:chOff x="8012645" y="2806477"/>
            <a:chExt cx="319763" cy="284506"/>
          </a:xfrm>
        </p:grpSpPr>
        <p:sp>
          <p:nvSpPr>
            <p:cNvPr id="10128" name="Google Shape;10128;p41"/>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9" name="Google Shape;10129;p41"/>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0" name="Google Shape;10130;p41"/>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1" name="Google Shape;10131;p41"/>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2" name="Google Shape;10132;p41"/>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3" name="Google Shape;10133;p41"/>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4" name="Google Shape;10134;p41"/>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5" name="Google Shape;10135;p41"/>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6" name="Google Shape;10136;p41"/>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7" name="Google Shape;10137;p41"/>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38" name="Google Shape;10138;p41"/>
          <p:cNvGrpSpPr/>
          <p:nvPr/>
        </p:nvGrpSpPr>
        <p:grpSpPr>
          <a:xfrm>
            <a:off x="2454435" y="4162138"/>
            <a:ext cx="385339" cy="388071"/>
            <a:chOff x="2454435" y="4162138"/>
            <a:chExt cx="385339" cy="388071"/>
          </a:xfrm>
        </p:grpSpPr>
        <p:sp>
          <p:nvSpPr>
            <p:cNvPr id="10139" name="Google Shape;10139;p41"/>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0" name="Google Shape;10140;p41"/>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1" name="Google Shape;10141;p41"/>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2" name="Google Shape;10142;p41"/>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3" name="Google Shape;10143;p41"/>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4" name="Google Shape;10144;p41"/>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5" name="Google Shape;10145;p41"/>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6" name="Google Shape;10146;p41"/>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7" name="Google Shape;10147;p41"/>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8" name="Google Shape;10148;p41"/>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9" name="Google Shape;10149;p41"/>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50" name="Google Shape;10150;p41"/>
          <p:cNvGrpSpPr/>
          <p:nvPr/>
        </p:nvGrpSpPr>
        <p:grpSpPr>
          <a:xfrm>
            <a:off x="3601939" y="4161192"/>
            <a:ext cx="275179" cy="388912"/>
            <a:chOff x="3601939" y="4161192"/>
            <a:chExt cx="275179" cy="388912"/>
          </a:xfrm>
        </p:grpSpPr>
        <p:sp>
          <p:nvSpPr>
            <p:cNvPr id="10151" name="Google Shape;10151;p41"/>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2" name="Google Shape;10152;p41"/>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3" name="Google Shape;10153;p41"/>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4" name="Google Shape;10154;p41"/>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5" name="Google Shape;10155;p41"/>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6" name="Google Shape;10156;p41"/>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7" name="Google Shape;10157;p41"/>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8" name="Google Shape;10158;p41"/>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9" name="Google Shape;10159;p41"/>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0" name="Google Shape;10160;p41"/>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1" name="Google Shape;10161;p41"/>
          <p:cNvGrpSpPr/>
          <p:nvPr/>
        </p:nvGrpSpPr>
        <p:grpSpPr>
          <a:xfrm>
            <a:off x="836023" y="3215146"/>
            <a:ext cx="375802" cy="371677"/>
            <a:chOff x="836023" y="3215146"/>
            <a:chExt cx="375802" cy="371677"/>
          </a:xfrm>
        </p:grpSpPr>
        <p:sp>
          <p:nvSpPr>
            <p:cNvPr id="10162" name="Google Shape;10162;p41"/>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3" name="Google Shape;10163;p41"/>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4" name="Google Shape;10164;p41"/>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5" name="Google Shape;10165;p41"/>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6" name="Google Shape;10166;p41"/>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7" name="Google Shape;10167;p41"/>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8" name="Google Shape;10168;p41"/>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9" name="Google Shape;10169;p41"/>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0" name="Google Shape;10170;p41"/>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1" name="Google Shape;10171;p41"/>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2" name="Google Shape;10172;p41"/>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3" name="Google Shape;10173;p41"/>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4" name="Google Shape;10174;p41"/>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5" name="Google Shape;10175;p41"/>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6" name="Google Shape;10176;p41"/>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7" name="Google Shape;10177;p41"/>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78" name="Google Shape;10178;p41"/>
          <p:cNvGrpSpPr/>
          <p:nvPr/>
        </p:nvGrpSpPr>
        <p:grpSpPr>
          <a:xfrm>
            <a:off x="1356297" y="3210890"/>
            <a:ext cx="431368" cy="380189"/>
            <a:chOff x="1356297" y="3210890"/>
            <a:chExt cx="431368" cy="380189"/>
          </a:xfrm>
        </p:grpSpPr>
        <p:sp>
          <p:nvSpPr>
            <p:cNvPr id="10179" name="Google Shape;10179;p41"/>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0" name="Google Shape;10180;p41"/>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1" name="Google Shape;10181;p41"/>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2" name="Google Shape;10182;p41"/>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3" name="Google Shape;10183;p41"/>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4" name="Google Shape;10184;p41"/>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5" name="Google Shape;10185;p41"/>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6" name="Google Shape;10186;p41"/>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7" name="Google Shape;10187;p41"/>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8" name="Google Shape;10188;p41"/>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9" name="Google Shape;10189;p41"/>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0" name="Google Shape;10190;p41"/>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1" name="Google Shape;10191;p41"/>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92" name="Google Shape;10192;p41"/>
          <p:cNvGrpSpPr/>
          <p:nvPr/>
        </p:nvGrpSpPr>
        <p:grpSpPr>
          <a:xfrm>
            <a:off x="1903737" y="3215540"/>
            <a:ext cx="411874" cy="370731"/>
            <a:chOff x="1903737" y="3215540"/>
            <a:chExt cx="411874" cy="370731"/>
          </a:xfrm>
        </p:grpSpPr>
        <p:sp>
          <p:nvSpPr>
            <p:cNvPr id="10193" name="Google Shape;10193;p41"/>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4" name="Google Shape;10194;p41"/>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5" name="Google Shape;10195;p41"/>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6" name="Google Shape;10196;p41"/>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7" name="Google Shape;10197;p41"/>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8" name="Google Shape;10198;p41"/>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9" name="Google Shape;10199;p41"/>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0" name="Google Shape;10200;p41"/>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1" name="Google Shape;10201;p41"/>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2" name="Google Shape;10202;p41"/>
          <p:cNvGrpSpPr/>
          <p:nvPr/>
        </p:nvGrpSpPr>
        <p:grpSpPr>
          <a:xfrm>
            <a:off x="2468465" y="3248854"/>
            <a:ext cx="397818" cy="304078"/>
            <a:chOff x="2468465" y="3248854"/>
            <a:chExt cx="397818" cy="304078"/>
          </a:xfrm>
        </p:grpSpPr>
        <p:sp>
          <p:nvSpPr>
            <p:cNvPr id="10203" name="Google Shape;10203;p41"/>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4" name="Google Shape;10204;p41"/>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5" name="Google Shape;10205;p41"/>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6" name="Google Shape;10206;p41"/>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7" name="Google Shape;10207;p41"/>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8" name="Google Shape;10208;p41"/>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9" name="Google Shape;10209;p41"/>
          <p:cNvGrpSpPr/>
          <p:nvPr/>
        </p:nvGrpSpPr>
        <p:grpSpPr>
          <a:xfrm>
            <a:off x="3017166" y="3216013"/>
            <a:ext cx="394376" cy="369812"/>
            <a:chOff x="3017166" y="3216013"/>
            <a:chExt cx="394376" cy="369812"/>
          </a:xfrm>
        </p:grpSpPr>
        <p:sp>
          <p:nvSpPr>
            <p:cNvPr id="10210" name="Google Shape;10210;p41"/>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1" name="Google Shape;10211;p41"/>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12" name="Google Shape;10212;p41"/>
          <p:cNvGrpSpPr/>
          <p:nvPr/>
        </p:nvGrpSpPr>
        <p:grpSpPr>
          <a:xfrm>
            <a:off x="4210043" y="3213228"/>
            <a:ext cx="199014" cy="375408"/>
            <a:chOff x="4210043" y="3213228"/>
            <a:chExt cx="199014" cy="375408"/>
          </a:xfrm>
        </p:grpSpPr>
        <p:sp>
          <p:nvSpPr>
            <p:cNvPr id="10213" name="Google Shape;10213;p41"/>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4" name="Google Shape;10214;p41"/>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5" name="Google Shape;10215;p41"/>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6" name="Google Shape;10216;p41"/>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7" name="Google Shape;10217;p41"/>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8" name="Google Shape;10218;p41"/>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9" name="Google Shape;10219;p41"/>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0" name="Google Shape;10220;p41"/>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1" name="Google Shape;10221;p41"/>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2" name="Google Shape;10222;p41"/>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23" name="Google Shape;10223;p41"/>
          <p:cNvGrpSpPr/>
          <p:nvPr/>
        </p:nvGrpSpPr>
        <p:grpSpPr>
          <a:xfrm>
            <a:off x="4818146" y="3203323"/>
            <a:ext cx="77846" cy="395165"/>
            <a:chOff x="4818146" y="3203323"/>
            <a:chExt cx="77846" cy="395165"/>
          </a:xfrm>
        </p:grpSpPr>
        <p:sp>
          <p:nvSpPr>
            <p:cNvPr id="10224" name="Google Shape;10224;p41"/>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5" name="Google Shape;10225;p41"/>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6" name="Google Shape;10226;p41"/>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7" name="Google Shape;10227;p41"/>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8" name="Google Shape;10228;p41"/>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9" name="Google Shape;10229;p41"/>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0" name="Google Shape;10230;p41"/>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1" name="Google Shape;10231;p41"/>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32" name="Google Shape;10232;p41"/>
          <p:cNvGrpSpPr/>
          <p:nvPr/>
        </p:nvGrpSpPr>
        <p:grpSpPr>
          <a:xfrm>
            <a:off x="5228890" y="3235428"/>
            <a:ext cx="344091" cy="332768"/>
            <a:chOff x="5228890" y="3235428"/>
            <a:chExt cx="344091" cy="332768"/>
          </a:xfrm>
        </p:grpSpPr>
        <p:sp>
          <p:nvSpPr>
            <p:cNvPr id="10233" name="Google Shape;10233;p41"/>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4" name="Google Shape;10234;p41"/>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5" name="Google Shape;10235;p41"/>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6" name="Google Shape;10236;p41"/>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7" name="Google Shape;10237;p41"/>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38" name="Google Shape;10238;p41"/>
          <p:cNvGrpSpPr/>
          <p:nvPr/>
        </p:nvGrpSpPr>
        <p:grpSpPr>
          <a:xfrm>
            <a:off x="5757913" y="3227047"/>
            <a:ext cx="388544" cy="347927"/>
            <a:chOff x="5757913" y="3227047"/>
            <a:chExt cx="388544" cy="347927"/>
          </a:xfrm>
        </p:grpSpPr>
        <p:sp>
          <p:nvSpPr>
            <p:cNvPr id="10239" name="Google Shape;10239;p41"/>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0" name="Google Shape;10240;p41"/>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41" name="Google Shape;10241;p41"/>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2" name="Google Shape;10242;p41"/>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3" name="Google Shape;10243;p41"/>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4" name="Google Shape;10244;p41"/>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5" name="Google Shape;10245;p41"/>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6" name="Google Shape;10246;p41"/>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7" name="Google Shape;10247;p41"/>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8" name="Google Shape;10248;p41"/>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9" name="Google Shape;10249;p41"/>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0" name="Google Shape;10250;p41"/>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1" name="Google Shape;10251;p41"/>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2" name="Google Shape;10252;p41"/>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3" name="Google Shape;10253;p41"/>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4" name="Google Shape;10254;p41"/>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5" name="Google Shape;10255;p41"/>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6" name="Google Shape;10256;p41"/>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57" name="Google Shape;10257;p41"/>
          <p:cNvGrpSpPr/>
          <p:nvPr/>
        </p:nvGrpSpPr>
        <p:grpSpPr>
          <a:xfrm>
            <a:off x="7414946" y="3220873"/>
            <a:ext cx="360091" cy="360118"/>
            <a:chOff x="7414946" y="3220873"/>
            <a:chExt cx="360091" cy="360118"/>
          </a:xfrm>
        </p:grpSpPr>
        <p:sp>
          <p:nvSpPr>
            <p:cNvPr id="10258" name="Google Shape;10258;p41"/>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9" name="Google Shape;10259;p41"/>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0" name="Google Shape;10260;p41"/>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1" name="Google Shape;10261;p41"/>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2" name="Google Shape;10262;p41"/>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3" name="Google Shape;10263;p41"/>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4" name="Google Shape;10264;p41"/>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5" name="Google Shape;10265;p41"/>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6" name="Google Shape;10266;p41"/>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7" name="Google Shape;10267;p41"/>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8" name="Google Shape;10268;p41"/>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69" name="Google Shape;10269;p41"/>
          <p:cNvGrpSpPr/>
          <p:nvPr/>
        </p:nvGrpSpPr>
        <p:grpSpPr>
          <a:xfrm>
            <a:off x="8027227" y="3215041"/>
            <a:ext cx="231829" cy="371782"/>
            <a:chOff x="8027227" y="3215041"/>
            <a:chExt cx="231829" cy="371782"/>
          </a:xfrm>
        </p:grpSpPr>
        <p:sp>
          <p:nvSpPr>
            <p:cNvPr id="10270" name="Google Shape;10270;p41"/>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1" name="Google Shape;10271;p41"/>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2" name="Google Shape;10272;p41"/>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3" name="Google Shape;10273;p41"/>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4" name="Google Shape;10274;p41"/>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5" name="Google Shape;10275;p41"/>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6" name="Google Shape;10276;p41"/>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7" name="Google Shape;10277;p41"/>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8" name="Google Shape;10278;p41"/>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9" name="Google Shape;10279;p41"/>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80" name="Google Shape;10280;p41"/>
          <p:cNvGrpSpPr/>
          <p:nvPr/>
        </p:nvGrpSpPr>
        <p:grpSpPr>
          <a:xfrm>
            <a:off x="4093603" y="4146138"/>
            <a:ext cx="395637" cy="420544"/>
            <a:chOff x="4093603" y="4146138"/>
            <a:chExt cx="395637" cy="420544"/>
          </a:xfrm>
        </p:grpSpPr>
        <p:sp>
          <p:nvSpPr>
            <p:cNvPr id="10281" name="Google Shape;10281;p41"/>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2" name="Google Shape;10282;p41"/>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3" name="Google Shape;10283;p41"/>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4" name="Google Shape;10284;p41"/>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5" name="Google Shape;10285;p41"/>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6" name="Google Shape;10286;p41"/>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7" name="Google Shape;10287;p41"/>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8" name="Google Shape;10288;p41"/>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9" name="Google Shape;10289;p41"/>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0" name="Google Shape;10290;p41"/>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1" name="Google Shape;10291;p41"/>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2" name="Google Shape;10292;p41"/>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3" name="Google Shape;10293;p41"/>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4" name="Google Shape;10294;p41"/>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5" name="Google Shape;10295;p41"/>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6" name="Google Shape;10296;p41"/>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7" name="Google Shape;10297;p41"/>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98" name="Google Shape;10298;p41"/>
          <p:cNvGrpSpPr/>
          <p:nvPr/>
        </p:nvGrpSpPr>
        <p:grpSpPr>
          <a:xfrm>
            <a:off x="4644406" y="4162322"/>
            <a:ext cx="392064" cy="387887"/>
            <a:chOff x="4644406" y="4162322"/>
            <a:chExt cx="392064" cy="387887"/>
          </a:xfrm>
        </p:grpSpPr>
        <p:sp>
          <p:nvSpPr>
            <p:cNvPr id="10299" name="Google Shape;10299;p41"/>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0" name="Google Shape;10300;p41"/>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1" name="Google Shape;10301;p41"/>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2" name="Google Shape;10302;p41"/>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3" name="Google Shape;10303;p41"/>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4" name="Google Shape;10304;p41"/>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05" name="Google Shape;10305;p41"/>
          <p:cNvGrpSpPr/>
          <p:nvPr/>
        </p:nvGrpSpPr>
        <p:grpSpPr>
          <a:xfrm>
            <a:off x="5728383" y="4221698"/>
            <a:ext cx="417128" cy="269162"/>
            <a:chOff x="5728383" y="4221698"/>
            <a:chExt cx="417128" cy="269162"/>
          </a:xfrm>
        </p:grpSpPr>
        <p:sp>
          <p:nvSpPr>
            <p:cNvPr id="10306" name="Google Shape;10306;p41"/>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7" name="Google Shape;10307;p41"/>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8" name="Google Shape;10308;p41"/>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9" name="Google Shape;10309;p41"/>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0" name="Google Shape;10310;p41"/>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1" name="Google Shape;10311;p41"/>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2" name="Google Shape;10312;p41"/>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3" name="Google Shape;10313;p41"/>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4" name="Google Shape;10314;p41"/>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5" name="Google Shape;10315;p41"/>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6" name="Google Shape;10316;p41"/>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7" name="Google Shape;10317;p41"/>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18" name="Google Shape;10318;p41"/>
          <p:cNvGrpSpPr/>
          <p:nvPr/>
        </p:nvGrpSpPr>
        <p:grpSpPr>
          <a:xfrm>
            <a:off x="834210" y="3696905"/>
            <a:ext cx="371782" cy="342751"/>
            <a:chOff x="834210" y="3696905"/>
            <a:chExt cx="371782" cy="342751"/>
          </a:xfrm>
        </p:grpSpPr>
        <p:sp>
          <p:nvSpPr>
            <p:cNvPr id="10319" name="Google Shape;10319;p41"/>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0" name="Google Shape;10320;p41"/>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1" name="Google Shape;10321;p41"/>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2" name="Google Shape;10322;p41"/>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3" name="Google Shape;10323;p41"/>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4" name="Google Shape;10324;p41"/>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5" name="Google Shape;10325;p41"/>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6" name="Google Shape;10326;p41"/>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7" name="Google Shape;10327;p41"/>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8" name="Google Shape;10328;p41"/>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9" name="Google Shape;10329;p41"/>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0" name="Google Shape;10330;p41"/>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1" name="Google Shape;10331;p41"/>
          <p:cNvGrpSpPr/>
          <p:nvPr/>
        </p:nvGrpSpPr>
        <p:grpSpPr>
          <a:xfrm>
            <a:off x="1359398" y="3682271"/>
            <a:ext cx="395295" cy="371966"/>
            <a:chOff x="1359398" y="3682271"/>
            <a:chExt cx="395295" cy="371966"/>
          </a:xfrm>
        </p:grpSpPr>
        <p:sp>
          <p:nvSpPr>
            <p:cNvPr id="10332" name="Google Shape;10332;p41"/>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3" name="Google Shape;10333;p41"/>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4" name="Google Shape;10334;p41"/>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5" name="Google Shape;10335;p41"/>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6" name="Google Shape;10336;p41"/>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7" name="Google Shape;10337;p41"/>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8" name="Google Shape;10338;p41"/>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9" name="Google Shape;10339;p41"/>
          <p:cNvGrpSpPr/>
          <p:nvPr/>
        </p:nvGrpSpPr>
        <p:grpSpPr>
          <a:xfrm>
            <a:off x="1908099" y="3682271"/>
            <a:ext cx="395296" cy="371966"/>
            <a:chOff x="1908099" y="3682271"/>
            <a:chExt cx="395296" cy="371966"/>
          </a:xfrm>
        </p:grpSpPr>
        <p:sp>
          <p:nvSpPr>
            <p:cNvPr id="10340" name="Google Shape;10340;p41"/>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1" name="Google Shape;10341;p41"/>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2" name="Google Shape;10342;p41"/>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3" name="Google Shape;10343;p41"/>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4" name="Google Shape;10344;p41"/>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5" name="Google Shape;10345;p41"/>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6" name="Google Shape;10346;p41"/>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47" name="Google Shape;10347;p41"/>
          <p:cNvGrpSpPr/>
          <p:nvPr/>
        </p:nvGrpSpPr>
        <p:grpSpPr>
          <a:xfrm>
            <a:off x="2456800" y="3682271"/>
            <a:ext cx="395270" cy="371966"/>
            <a:chOff x="2456800" y="3682271"/>
            <a:chExt cx="395270" cy="371966"/>
          </a:xfrm>
        </p:grpSpPr>
        <p:sp>
          <p:nvSpPr>
            <p:cNvPr id="10348" name="Google Shape;10348;p41"/>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9" name="Google Shape;10349;p41"/>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0" name="Google Shape;10350;p41"/>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1" name="Google Shape;10351;p41"/>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2" name="Google Shape;10352;p41"/>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3" name="Google Shape;10353;p41"/>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4" name="Google Shape;10354;p41"/>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5" name="Google Shape;10355;p41"/>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6" name="Google Shape;10356;p41"/>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7" name="Google Shape;10357;p41"/>
          <p:cNvGrpSpPr/>
          <p:nvPr/>
        </p:nvGrpSpPr>
        <p:grpSpPr>
          <a:xfrm>
            <a:off x="3014250" y="3682271"/>
            <a:ext cx="391092" cy="371940"/>
            <a:chOff x="3014250" y="3682271"/>
            <a:chExt cx="391092" cy="371940"/>
          </a:xfrm>
        </p:grpSpPr>
        <p:sp>
          <p:nvSpPr>
            <p:cNvPr id="10358" name="Google Shape;10358;p41"/>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9" name="Google Shape;10359;p41"/>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0" name="Google Shape;10360;p41"/>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61" name="Google Shape;10361;p41"/>
          <p:cNvGrpSpPr/>
          <p:nvPr/>
        </p:nvGrpSpPr>
        <p:grpSpPr>
          <a:xfrm>
            <a:off x="3569125" y="3702947"/>
            <a:ext cx="388728" cy="330692"/>
            <a:chOff x="3569125" y="3702947"/>
            <a:chExt cx="388728" cy="330692"/>
          </a:xfrm>
        </p:grpSpPr>
        <p:sp>
          <p:nvSpPr>
            <p:cNvPr id="10362" name="Google Shape;10362;p41"/>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3" name="Google Shape;10363;p41"/>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4" name="Google Shape;10364;p41"/>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5" name="Google Shape;10365;p41"/>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66" name="Google Shape;10366;p41"/>
          <p:cNvGrpSpPr/>
          <p:nvPr/>
        </p:nvGrpSpPr>
        <p:grpSpPr>
          <a:xfrm>
            <a:off x="4111994" y="3682455"/>
            <a:ext cx="387992" cy="371625"/>
            <a:chOff x="4111994" y="3682455"/>
            <a:chExt cx="387992" cy="371625"/>
          </a:xfrm>
        </p:grpSpPr>
        <p:sp>
          <p:nvSpPr>
            <p:cNvPr id="10367" name="Google Shape;10367;p41"/>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8" name="Google Shape;10368;p41"/>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69" name="Google Shape;10369;p41"/>
          <p:cNvGrpSpPr/>
          <p:nvPr/>
        </p:nvGrpSpPr>
        <p:grpSpPr>
          <a:xfrm>
            <a:off x="4674908" y="3682271"/>
            <a:ext cx="371966" cy="371966"/>
            <a:chOff x="4674908" y="3682271"/>
            <a:chExt cx="371966" cy="371966"/>
          </a:xfrm>
        </p:grpSpPr>
        <p:sp>
          <p:nvSpPr>
            <p:cNvPr id="10370" name="Google Shape;10370;p41"/>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1" name="Google Shape;10371;p41"/>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2" name="Google Shape;10372;p41"/>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3" name="Google Shape;10373;p41"/>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74" name="Google Shape;10374;p41"/>
          <p:cNvGrpSpPr/>
          <p:nvPr/>
        </p:nvGrpSpPr>
        <p:grpSpPr>
          <a:xfrm>
            <a:off x="5223609" y="3731112"/>
            <a:ext cx="371782" cy="274285"/>
            <a:chOff x="5223609" y="3731112"/>
            <a:chExt cx="371782" cy="274285"/>
          </a:xfrm>
        </p:grpSpPr>
        <p:sp>
          <p:nvSpPr>
            <p:cNvPr id="10375" name="Google Shape;10375;p41"/>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6" name="Google Shape;10376;p41"/>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377" name="Google Shape;10377;p41"/>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78" name="Google Shape;10378;p41"/>
          <p:cNvGrpSpPr/>
          <p:nvPr/>
        </p:nvGrpSpPr>
        <p:grpSpPr>
          <a:xfrm>
            <a:off x="6319908" y="3696721"/>
            <a:ext cx="373963" cy="343119"/>
            <a:chOff x="6319908" y="3696721"/>
            <a:chExt cx="373963" cy="343119"/>
          </a:xfrm>
        </p:grpSpPr>
        <p:sp>
          <p:nvSpPr>
            <p:cNvPr id="10379" name="Google Shape;10379;p41"/>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0" name="Google Shape;10380;p41"/>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1" name="Google Shape;10381;p41"/>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2" name="Google Shape;10382;p41"/>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3" name="Google Shape;10383;p41"/>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4" name="Google Shape;10384;p41"/>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5" name="Google Shape;10385;p41"/>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6" name="Google Shape;10386;p41"/>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7" name="Google Shape;10387;p41"/>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88" name="Google Shape;10388;p41"/>
          <p:cNvGrpSpPr/>
          <p:nvPr/>
        </p:nvGrpSpPr>
        <p:grpSpPr>
          <a:xfrm>
            <a:off x="6871342" y="3740044"/>
            <a:ext cx="371966" cy="256420"/>
            <a:chOff x="6871342" y="3740044"/>
            <a:chExt cx="371966" cy="256420"/>
          </a:xfrm>
        </p:grpSpPr>
        <p:sp>
          <p:nvSpPr>
            <p:cNvPr id="10389" name="Google Shape;10389;p41"/>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0" name="Google Shape;10390;p41"/>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1" name="Google Shape;10391;p41"/>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2" name="Google Shape;10392;p41"/>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3" name="Google Shape;10393;p41"/>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4" name="Google Shape;10394;p41"/>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5" name="Google Shape;10395;p41"/>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6" name="Google Shape;10396;p41"/>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7" name="Google Shape;10397;p41"/>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8" name="Google Shape;10398;p41"/>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9" name="Google Shape;10399;p41"/>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0" name="Google Shape;10400;p41"/>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01" name="Google Shape;10401;p41"/>
          <p:cNvGrpSpPr/>
          <p:nvPr/>
        </p:nvGrpSpPr>
        <p:grpSpPr>
          <a:xfrm>
            <a:off x="7402362" y="3681535"/>
            <a:ext cx="402757" cy="372729"/>
            <a:chOff x="7402362" y="3681535"/>
            <a:chExt cx="402757" cy="372729"/>
          </a:xfrm>
        </p:grpSpPr>
        <p:sp>
          <p:nvSpPr>
            <p:cNvPr id="10402" name="Google Shape;10402;p41"/>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3" name="Google Shape;10403;p41"/>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4" name="Google Shape;10404;p41"/>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5" name="Google Shape;10405;p41"/>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6" name="Google Shape;10406;p41"/>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7" name="Google Shape;10407;p41"/>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8" name="Google Shape;10408;p41"/>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9" name="Google Shape;10409;p41"/>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0" name="Google Shape;10410;p41"/>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1" name="Google Shape;10411;p41"/>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2" name="Google Shape;10412;p41"/>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3" name="Google Shape;10413;p41"/>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4" name="Google Shape;10414;p41"/>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5" name="Google Shape;10415;p41"/>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6" name="Google Shape;10416;p41"/>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7" name="Google Shape;10417;p41"/>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18" name="Google Shape;10418;p41"/>
          <p:cNvGrpSpPr/>
          <p:nvPr/>
        </p:nvGrpSpPr>
        <p:grpSpPr>
          <a:xfrm>
            <a:off x="7960705" y="3736235"/>
            <a:ext cx="378902" cy="264064"/>
            <a:chOff x="7960705" y="3736235"/>
            <a:chExt cx="378902" cy="264064"/>
          </a:xfrm>
        </p:grpSpPr>
        <p:sp>
          <p:nvSpPr>
            <p:cNvPr id="10419" name="Google Shape;10419;p41"/>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0" name="Google Shape;10420;p41"/>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1" name="Google Shape;10421;p41"/>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2" name="Google Shape;10422;p41"/>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3" name="Google Shape;10423;p41"/>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4" name="Google Shape;10424;p41"/>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5" name="Google Shape;10425;p41"/>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6" name="Google Shape;10426;p41"/>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7" name="Google Shape;10427;p41"/>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8" name="Google Shape;10428;p41"/>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9" name="Google Shape;10429;p41"/>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0" name="Google Shape;10430;p41"/>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1" name="Google Shape;10431;p41"/>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2" name="Google Shape;10432;p41"/>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33" name="Google Shape;10433;p41"/>
          <p:cNvGrpSpPr/>
          <p:nvPr/>
        </p:nvGrpSpPr>
        <p:grpSpPr>
          <a:xfrm>
            <a:off x="6400828" y="4162270"/>
            <a:ext cx="166200" cy="388018"/>
            <a:chOff x="6400828" y="4162270"/>
            <a:chExt cx="166200" cy="388018"/>
          </a:xfrm>
        </p:grpSpPr>
        <p:sp>
          <p:nvSpPr>
            <p:cNvPr id="10434" name="Google Shape;10434;p41"/>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5" name="Google Shape;10435;p41"/>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6" name="Google Shape;10436;p41"/>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7" name="Google Shape;10437;p41"/>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8" name="Google Shape;10438;p41"/>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9" name="Google Shape;10439;p41"/>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0" name="Google Shape;10440;p41"/>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41" name="Google Shape;10441;p41"/>
          <p:cNvGrpSpPr/>
          <p:nvPr/>
        </p:nvGrpSpPr>
        <p:grpSpPr>
          <a:xfrm>
            <a:off x="6919815" y="4162270"/>
            <a:ext cx="225260" cy="388018"/>
            <a:chOff x="6919815" y="4162270"/>
            <a:chExt cx="225260" cy="388018"/>
          </a:xfrm>
        </p:grpSpPr>
        <p:sp>
          <p:nvSpPr>
            <p:cNvPr id="10442" name="Google Shape;10442;p41"/>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3" name="Google Shape;10443;p41"/>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4" name="Google Shape;10444;p41"/>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5" name="Google Shape;10445;p41"/>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6" name="Google Shape;10446;p41"/>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7" name="Google Shape;10447;p41"/>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8" name="Google Shape;10448;p41"/>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9" name="Google Shape;10449;p41"/>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50" name="Google Shape;10450;p41"/>
          <p:cNvGrpSpPr/>
          <p:nvPr/>
        </p:nvGrpSpPr>
        <p:grpSpPr>
          <a:xfrm>
            <a:off x="7385600" y="4177035"/>
            <a:ext cx="388728" cy="358383"/>
            <a:chOff x="7385600" y="4177035"/>
            <a:chExt cx="388728" cy="358383"/>
          </a:xfrm>
        </p:grpSpPr>
        <p:sp>
          <p:nvSpPr>
            <p:cNvPr id="10451" name="Google Shape;10451;p41"/>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2" name="Google Shape;10452;p41"/>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3" name="Google Shape;10453;p41"/>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4" name="Google Shape;10454;p41"/>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5" name="Google Shape;10455;p41"/>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6" name="Google Shape;10456;p41"/>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7" name="Google Shape;10457;p41"/>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58" name="Google Shape;10458;p41"/>
          <p:cNvGrpSpPr/>
          <p:nvPr/>
        </p:nvGrpSpPr>
        <p:grpSpPr>
          <a:xfrm>
            <a:off x="3625085" y="3259862"/>
            <a:ext cx="369207" cy="258259"/>
            <a:chOff x="3625085" y="3259862"/>
            <a:chExt cx="369207" cy="258259"/>
          </a:xfrm>
        </p:grpSpPr>
        <p:sp>
          <p:nvSpPr>
            <p:cNvPr id="10459" name="Google Shape;10459;p41"/>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0" name="Google Shape;10460;p41"/>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1" name="Google Shape;10461;p41"/>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2" name="Google Shape;10462;p41"/>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3" name="Google Shape;10463;p41"/>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4" name="Google Shape;10464;p41"/>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5" name="Google Shape;10465;p41"/>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6" name="Google Shape;10466;p41"/>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7" name="Google Shape;10467;p41"/>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8" name="Google Shape;10468;p41"/>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9" name="Google Shape;10469;p41"/>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0" name="Google Shape;10470;p41"/>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1" name="Google Shape;10471;p41"/>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72" name="Google Shape;10472;p41"/>
          <p:cNvGrpSpPr/>
          <p:nvPr/>
        </p:nvGrpSpPr>
        <p:grpSpPr>
          <a:xfrm>
            <a:off x="6317360" y="3276808"/>
            <a:ext cx="363217" cy="248590"/>
            <a:chOff x="6317360" y="3276808"/>
            <a:chExt cx="363217" cy="248590"/>
          </a:xfrm>
        </p:grpSpPr>
        <p:sp>
          <p:nvSpPr>
            <p:cNvPr id="10473" name="Google Shape;10473;p41"/>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4" name="Google Shape;10474;p41"/>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5" name="Google Shape;10475;p41"/>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6" name="Google Shape;10476;p41"/>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7" name="Google Shape;10477;p41"/>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8" name="Google Shape;10478;p41"/>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9" name="Google Shape;10479;p41"/>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0" name="Google Shape;10480;p41"/>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1" name="Google Shape;10481;p41"/>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2" name="Google Shape;10482;p41"/>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3" name="Google Shape;10483;p41"/>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4" name="Google Shape;10484;p41"/>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5" name="Google Shape;10485;p41"/>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6" name="Google Shape;10486;p41"/>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7" name="Google Shape;10487;p41"/>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8" name="Google Shape;10488;p41"/>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9" name="Google Shape;10489;p41"/>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0" name="Google Shape;10490;p41"/>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1" name="Google Shape;10491;p41"/>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2" name="Google Shape;10492;p41"/>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3" name="Google Shape;10493;p41"/>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4" name="Google Shape;10494;p41"/>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5" name="Google Shape;10495;p41"/>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6" name="Google Shape;10496;p41"/>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7" name="Google Shape;10497;p41"/>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8" name="Google Shape;10498;p41"/>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9" name="Google Shape;10499;p41"/>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00" name="Google Shape;10500;p41"/>
          <p:cNvGrpSpPr/>
          <p:nvPr/>
        </p:nvGrpSpPr>
        <p:grpSpPr>
          <a:xfrm>
            <a:off x="5084391" y="4183682"/>
            <a:ext cx="504064" cy="325595"/>
            <a:chOff x="5084391" y="4183682"/>
            <a:chExt cx="504064" cy="325595"/>
          </a:xfrm>
        </p:grpSpPr>
        <p:sp>
          <p:nvSpPr>
            <p:cNvPr id="10501" name="Google Shape;10501;p41"/>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2" name="Google Shape;10502;p41"/>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3" name="Google Shape;10503;p41"/>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4" name="Google Shape;10504;p41"/>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5" name="Google Shape;10505;p41"/>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6" name="Google Shape;10506;p41"/>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7" name="Google Shape;10507;p41"/>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8" name="Google Shape;10508;p41"/>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9" name="Google Shape;10509;p41"/>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0" name="Google Shape;10510;p41"/>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1" name="Google Shape;10511;p41"/>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2" name="Google Shape;10512;p41"/>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3" name="Google Shape;10513;p41"/>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4" name="Google Shape;10514;p41"/>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5" name="Google Shape;10515;p41"/>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6" name="Google Shape;10516;p41"/>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17" name="Google Shape;10517;p41"/>
          <p:cNvGrpSpPr/>
          <p:nvPr/>
        </p:nvGrpSpPr>
        <p:grpSpPr>
          <a:xfrm>
            <a:off x="7947595" y="2347996"/>
            <a:ext cx="379795" cy="267164"/>
            <a:chOff x="7947595" y="2347996"/>
            <a:chExt cx="379795" cy="267164"/>
          </a:xfrm>
        </p:grpSpPr>
        <p:sp>
          <p:nvSpPr>
            <p:cNvPr id="10518" name="Google Shape;10518;p41"/>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9" name="Google Shape;10519;p41"/>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0" name="Google Shape;10520;p41"/>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1" name="Google Shape;10521;p41"/>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2" name="Google Shape;10522;p41"/>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3" name="Google Shape;10523;p41"/>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4" name="Google Shape;10524;p41"/>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5" name="Google Shape;10525;p41"/>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6" name="Google Shape;10526;p41"/>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27" name="Google Shape;10527;p41"/>
          <p:cNvGrpSpPr/>
          <p:nvPr/>
        </p:nvGrpSpPr>
        <p:grpSpPr>
          <a:xfrm>
            <a:off x="6400644" y="2310269"/>
            <a:ext cx="275362" cy="338784"/>
            <a:chOff x="6400644" y="2310269"/>
            <a:chExt cx="275362" cy="338784"/>
          </a:xfrm>
        </p:grpSpPr>
        <p:sp>
          <p:nvSpPr>
            <p:cNvPr id="10528" name="Google Shape;10528;p41"/>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9" name="Google Shape;10529;p41"/>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0" name="Google Shape;10530;p41"/>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1" name="Google Shape;10531;p41"/>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2" name="Google Shape;10532;p41"/>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3" name="Google Shape;10533;p41"/>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4" name="Google Shape;10534;p41"/>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5" name="Google Shape;10535;p41"/>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6" name="Google Shape;10536;p41"/>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7" name="Google Shape;10537;p41"/>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8" name="Google Shape;10538;p41"/>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9" name="Google Shape;10539;p41"/>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0" name="Google Shape;10540;p41"/>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41" name="Google Shape;10541;p41"/>
          <p:cNvGrpSpPr/>
          <p:nvPr/>
        </p:nvGrpSpPr>
        <p:grpSpPr>
          <a:xfrm>
            <a:off x="1342268" y="4161009"/>
            <a:ext cx="359565" cy="358094"/>
            <a:chOff x="1342268" y="4161009"/>
            <a:chExt cx="359565" cy="358094"/>
          </a:xfrm>
        </p:grpSpPr>
        <p:sp>
          <p:nvSpPr>
            <p:cNvPr id="10542" name="Google Shape;10542;p41"/>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3" name="Google Shape;10543;p41"/>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4" name="Google Shape;10544;p41"/>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5" name="Google Shape;10545;p41"/>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6" name="Google Shape;10546;p41"/>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7" name="Google Shape;10547;p41"/>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8" name="Google Shape;10548;p41"/>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9" name="Google Shape;10549;p41"/>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0" name="Google Shape;10550;p41"/>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51" name="Google Shape;10551;p41"/>
          <p:cNvGrpSpPr/>
          <p:nvPr/>
        </p:nvGrpSpPr>
        <p:grpSpPr>
          <a:xfrm>
            <a:off x="1913012" y="2764940"/>
            <a:ext cx="417522" cy="374252"/>
            <a:chOff x="1913012" y="2764940"/>
            <a:chExt cx="417522" cy="374252"/>
          </a:xfrm>
        </p:grpSpPr>
        <p:sp>
          <p:nvSpPr>
            <p:cNvPr id="10552" name="Google Shape;10552;p41"/>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3" name="Google Shape;10553;p41"/>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4" name="Google Shape;10554;p41"/>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5" name="Google Shape;10555;p41"/>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6" name="Google Shape;10556;p41"/>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7" name="Google Shape;10557;p41"/>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8" name="Google Shape;10558;p41"/>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9" name="Google Shape;10559;p41"/>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0" name="Google Shape;10560;p41"/>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1" name="Google Shape;10561;p41"/>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2" name="Google Shape;10562;p41"/>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3" name="Google Shape;10563;p41"/>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64" name="Google Shape;10564;p41"/>
          <p:cNvGrpSpPr/>
          <p:nvPr/>
        </p:nvGrpSpPr>
        <p:grpSpPr>
          <a:xfrm>
            <a:off x="830742" y="2763601"/>
            <a:ext cx="384735" cy="381555"/>
            <a:chOff x="830742" y="2763601"/>
            <a:chExt cx="384735" cy="381555"/>
          </a:xfrm>
        </p:grpSpPr>
        <p:sp>
          <p:nvSpPr>
            <p:cNvPr id="10565" name="Google Shape;10565;p41"/>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6" name="Google Shape;10566;p41"/>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7" name="Google Shape;10567;p41"/>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8" name="Google Shape;10568;p41"/>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9" name="Google Shape;10569;p41"/>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0" name="Google Shape;10570;p41"/>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1" name="Google Shape;10571;p41"/>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2" name="Google Shape;10572;p41"/>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3" name="Google Shape;10573;p41"/>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4" name="Google Shape;10574;p41"/>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5" name="Google Shape;10575;p41"/>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6" name="Google Shape;10576;p41"/>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7" name="Google Shape;10577;p41"/>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8" name="Google Shape;10578;p41"/>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9" name="Google Shape;10579;p41"/>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0" name="Google Shape;10580;p41"/>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1" name="Google Shape;10581;p41"/>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2" name="Google Shape;10582;p41"/>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3" name="Google Shape;10583;p4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4" name="Google Shape;10584;p4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5" name="Google Shape;10585;p41"/>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86" name="Google Shape;10586;p41"/>
          <p:cNvGrpSpPr/>
          <p:nvPr/>
        </p:nvGrpSpPr>
        <p:grpSpPr>
          <a:xfrm>
            <a:off x="3007498" y="4183419"/>
            <a:ext cx="375433" cy="329667"/>
            <a:chOff x="3007498" y="4183419"/>
            <a:chExt cx="375433" cy="329667"/>
          </a:xfrm>
        </p:grpSpPr>
        <p:sp>
          <p:nvSpPr>
            <p:cNvPr id="10587" name="Google Shape;10587;p41"/>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8" name="Google Shape;10588;p41"/>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9" name="Google Shape;10589;p41"/>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0" name="Google Shape;10590;p41"/>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1" name="Google Shape;10591;p41"/>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2" name="Google Shape;10592;p41"/>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3" name="Google Shape;10593;p41"/>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4" name="Google Shape;10594;p41"/>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5" name="Google Shape;10595;p41"/>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6" name="Google Shape;10596;p41"/>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7" name="Google Shape;10597;p41"/>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8" name="Google Shape;10598;p41"/>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9" name="Google Shape;10599;p41"/>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0" name="Google Shape;10600;p41"/>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1" name="Google Shape;10601;p41"/>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2" name="Google Shape;10602;p41"/>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3" name="Google Shape;10603;p41"/>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4" name="Google Shape;10604;p41"/>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5" name="Google Shape;10605;p41"/>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6" name="Google Shape;10606;p41"/>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07" name="Google Shape;10607;p41"/>
          <p:cNvGrpSpPr/>
          <p:nvPr/>
        </p:nvGrpSpPr>
        <p:grpSpPr>
          <a:xfrm>
            <a:off x="6919276" y="2766990"/>
            <a:ext cx="274550" cy="354729"/>
            <a:chOff x="7606826" y="2419290"/>
            <a:chExt cx="274550" cy="354729"/>
          </a:xfrm>
        </p:grpSpPr>
        <p:sp>
          <p:nvSpPr>
            <p:cNvPr id="10608" name="Google Shape;10608;p4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9" name="Google Shape;10609;p4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0" name="Google Shape;10610;p4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1" name="Google Shape;10611;p4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2" name="Google Shape;10612;p4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3" name="Google Shape;10613;p4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4" name="Google Shape;10614;p4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5" name="Google Shape;10615;p4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6" name="Google Shape;10616;p4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7" name="Google Shape;10617;p4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8" name="Google Shape;10618;p4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9" name="Google Shape;10619;p4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0" name="Google Shape;10620;p4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1" name="Google Shape;10621;p4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2" name="Google Shape;10622;p4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23" name="Google Shape;10623;p41"/>
          <p:cNvGrpSpPr/>
          <p:nvPr/>
        </p:nvGrpSpPr>
        <p:grpSpPr>
          <a:xfrm>
            <a:off x="7550168" y="2777003"/>
            <a:ext cx="263316" cy="354729"/>
            <a:chOff x="8062968" y="2419290"/>
            <a:chExt cx="263316" cy="354729"/>
          </a:xfrm>
        </p:grpSpPr>
        <p:sp>
          <p:nvSpPr>
            <p:cNvPr id="10624" name="Google Shape;10624;p4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5" name="Google Shape;10625;p4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6" name="Google Shape;10626;p4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7" name="Google Shape;10627;p4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8" name="Google Shape;10628;p4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9" name="Google Shape;10629;p4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0" name="Google Shape;10630;p4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1" name="Google Shape;10631;p4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2" name="Google Shape;10632;p4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3" name="Google Shape;10633;p4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4" name="Google Shape;10634;p4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5" name="Google Shape;10635;p4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6" name="Google Shape;10636;p4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7" name="Google Shape;10637;p4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8" name="Google Shape;10638;p4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9" name="Google Shape;10639;p4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0" name="Google Shape;10640;p4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41" name="Google Shape;10641;p41"/>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You can</a:t>
            </a:r>
            <a:r>
              <a:rPr b="0" i="0" lang="en" sz="1100" u="none" cap="none" strike="noStrike">
                <a:solidFill>
                  <a:srgbClr val="435D74"/>
                </a:solidFill>
                <a:latin typeface="Arial"/>
                <a:ea typeface="Arial"/>
                <a:cs typeface="Arial"/>
                <a:sym typeface="Arial"/>
              </a:rPr>
              <a:t> </a:t>
            </a:r>
            <a:r>
              <a:rPr b="0" i="0" lang="en" sz="1100" u="none" cap="none" strike="noStrike">
                <a:solidFill>
                  <a:srgbClr val="869FB2"/>
                </a:solidFill>
                <a:latin typeface="Arial"/>
                <a:ea typeface="Arial"/>
                <a:cs typeface="Arial"/>
                <a:sym typeface="Arial"/>
              </a:rPr>
              <a:t>resize</a:t>
            </a:r>
            <a:r>
              <a:rPr b="0" i="0" lang="en" sz="1100" u="none" cap="none" strike="noStrike">
                <a:solidFill>
                  <a:srgbClr val="435D74"/>
                </a:solidFill>
                <a:latin typeface="Arial"/>
                <a:ea typeface="Arial"/>
                <a:cs typeface="Arial"/>
                <a:sym typeface="Arial"/>
              </a:rPr>
              <a:t> </a:t>
            </a:r>
            <a:r>
              <a:rPr b="0" i="0" lang="en" sz="1100" u="none" cap="none" strike="noStrike">
                <a:solidFill>
                  <a:srgbClr val="FFFFFF"/>
                </a:solidFill>
                <a:latin typeface="Arial"/>
                <a:ea typeface="Arial"/>
                <a:cs typeface="Arial"/>
                <a:sym typeface="Arial"/>
              </a:rPr>
              <a:t>these icons without losing quality.</a:t>
            </a:r>
            <a:endParaRPr b="0" i="0" sz="1100" u="none" cap="none" strike="noStrike">
              <a:solidFill>
                <a:srgbClr val="FFFFFF"/>
              </a:solidFill>
              <a:latin typeface="Arial"/>
              <a:ea typeface="Arial"/>
              <a:cs typeface="Arial"/>
              <a:sym typeface="Arial"/>
            </a:endParaRPr>
          </a:p>
          <a:p>
            <a:pPr indent="0" lvl="0" marL="0" marR="0" rtl="0" algn="ctr">
              <a:lnSpc>
                <a:spcPct val="115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You can </a:t>
            </a:r>
            <a:r>
              <a:rPr b="0" i="0" lang="en" sz="1100" u="none" cap="none" strike="noStrike">
                <a:solidFill>
                  <a:srgbClr val="869FB2"/>
                </a:solidFill>
                <a:latin typeface="Arial"/>
                <a:ea typeface="Arial"/>
                <a:cs typeface="Arial"/>
                <a:sym typeface="Arial"/>
              </a:rPr>
              <a:t>change the stroke and fill color</a:t>
            </a:r>
            <a:r>
              <a:rPr b="0" i="0" lang="en" sz="1100" u="none" cap="none" strike="noStrike">
                <a:solidFill>
                  <a:srgbClr val="FFFFFF"/>
                </a:solidFill>
                <a:latin typeface="Arial"/>
                <a:ea typeface="Arial"/>
                <a:cs typeface="Arial"/>
                <a:sym typeface="Arial"/>
              </a:rPr>
              <a:t>; just select the icon and click on the</a:t>
            </a:r>
            <a:r>
              <a:rPr b="0" i="0" lang="en" sz="1100" u="none" cap="none" strike="noStrike">
                <a:solidFill>
                  <a:srgbClr val="435D74"/>
                </a:solidFill>
                <a:latin typeface="Arial"/>
                <a:ea typeface="Arial"/>
                <a:cs typeface="Arial"/>
                <a:sym typeface="Arial"/>
              </a:rPr>
              <a:t> </a:t>
            </a:r>
            <a:r>
              <a:rPr b="0" i="0" lang="en" sz="1100" u="none" cap="none" strike="noStrike">
                <a:solidFill>
                  <a:srgbClr val="869FB2"/>
                </a:solidFill>
                <a:latin typeface="Arial"/>
                <a:ea typeface="Arial"/>
                <a:cs typeface="Arial"/>
                <a:sym typeface="Arial"/>
              </a:rPr>
              <a:t>paint bucket/pen</a:t>
            </a:r>
            <a:r>
              <a:rPr b="0" i="0" lang="en" sz="1100" u="none" cap="none" strike="noStrike">
                <a:solidFill>
                  <a:srgbClr val="FFFFFF"/>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a:p>
            <a:pPr indent="0" lvl="0" marL="0" marR="0" rtl="0" algn="ctr">
              <a:lnSpc>
                <a:spcPct val="115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In Google Slides, you can also use </a:t>
            </a:r>
            <a:r>
              <a:rPr b="0" i="0" lang="en" sz="1100" u="none" cap="none" strike="noStrike">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b="0" i="0" lang="en" sz="1100" u="none" cap="none" strike="noStrike">
                <a:solidFill>
                  <a:srgbClr val="FFFFFF"/>
                </a:solidFill>
                <a:latin typeface="Arial"/>
                <a:ea typeface="Arial"/>
                <a:cs typeface="Arial"/>
                <a:sym typeface="Arial"/>
              </a:rPr>
              <a:t>, allowing you to customize and add even more icons.</a:t>
            </a:r>
            <a:br>
              <a:rPr b="0" i="0" lang="en" sz="1100" u="none" cap="none" strike="noStrike">
                <a:solidFill>
                  <a:srgbClr val="435D74"/>
                </a:solidFill>
                <a:latin typeface="Arial"/>
                <a:ea typeface="Arial"/>
                <a:cs typeface="Arial"/>
                <a:sym typeface="Arial"/>
              </a:rPr>
            </a:br>
            <a:endParaRPr b="0" i="0" sz="1100" u="none" cap="none" strike="noStrike">
              <a:solidFill>
                <a:srgbClr val="435D74"/>
              </a:solidFill>
              <a:latin typeface="Arial"/>
              <a:ea typeface="Arial"/>
              <a:cs typeface="Arial"/>
              <a:sym typeface="Arial"/>
            </a:endParaRPr>
          </a:p>
        </p:txBody>
      </p:sp>
      <p:sp>
        <p:nvSpPr>
          <p:cNvPr id="10642" name="Google Shape;10642;p41"/>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...and our sets of editable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46" name="Shape 10646"/>
        <p:cNvGrpSpPr/>
        <p:nvPr/>
      </p:nvGrpSpPr>
      <p:grpSpPr>
        <a:xfrm>
          <a:off x="0" y="0"/>
          <a:ext cx="0" cy="0"/>
          <a:chOff x="0" y="0"/>
          <a:chExt cx="0" cy="0"/>
        </a:xfrm>
      </p:grpSpPr>
      <p:grpSp>
        <p:nvGrpSpPr>
          <p:cNvPr id="10647" name="Google Shape;10647;p42"/>
          <p:cNvGrpSpPr/>
          <p:nvPr/>
        </p:nvGrpSpPr>
        <p:grpSpPr>
          <a:xfrm>
            <a:off x="7075663" y="2261129"/>
            <a:ext cx="362163" cy="347098"/>
            <a:chOff x="7075663" y="2444129"/>
            <a:chExt cx="362163" cy="347098"/>
          </a:xfrm>
        </p:grpSpPr>
        <p:sp>
          <p:nvSpPr>
            <p:cNvPr id="10648" name="Google Shape;10648;p42"/>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9" name="Google Shape;10649;p42"/>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0" name="Google Shape;10650;p42"/>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1" name="Google Shape;10651;p42"/>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2" name="Google Shape;10652;p42"/>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3" name="Google Shape;10653;p42"/>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4" name="Google Shape;10654;p42"/>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5" name="Google Shape;10655;p42"/>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56" name="Google Shape;10656;p42"/>
          <p:cNvGrpSpPr/>
          <p:nvPr/>
        </p:nvGrpSpPr>
        <p:grpSpPr>
          <a:xfrm>
            <a:off x="6638175" y="2253584"/>
            <a:ext cx="372198" cy="362163"/>
            <a:chOff x="6638175" y="2436584"/>
            <a:chExt cx="372198" cy="362163"/>
          </a:xfrm>
        </p:grpSpPr>
        <p:sp>
          <p:nvSpPr>
            <p:cNvPr id="10657" name="Google Shape;10657;p42"/>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8" name="Google Shape;10658;p42"/>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9" name="Google Shape;10659;p42"/>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0" name="Google Shape;10660;p42"/>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1" name="Google Shape;10661;p42"/>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2" name="Google Shape;10662;p42"/>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3" name="Google Shape;10663;p42"/>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4" name="Google Shape;10664;p42"/>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5" name="Google Shape;10665;p42"/>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6" name="Google Shape;10666;p42"/>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7" name="Google Shape;10667;p42"/>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8" name="Google Shape;10668;p42"/>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9" name="Google Shape;10669;p42"/>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70" name="Google Shape;10670;p42"/>
          <p:cNvGrpSpPr/>
          <p:nvPr/>
        </p:nvGrpSpPr>
        <p:grpSpPr>
          <a:xfrm>
            <a:off x="6192906" y="2256440"/>
            <a:ext cx="371700" cy="356084"/>
            <a:chOff x="6192906" y="2439440"/>
            <a:chExt cx="371700" cy="356084"/>
          </a:xfrm>
        </p:grpSpPr>
        <p:sp>
          <p:nvSpPr>
            <p:cNvPr id="10671" name="Google Shape;10671;p42"/>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2" name="Google Shape;10672;p42"/>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3" name="Google Shape;10673;p42"/>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4" name="Google Shape;10674;p42"/>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5" name="Google Shape;10675;p42"/>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6" name="Google Shape;10676;p42"/>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7" name="Google Shape;10677;p42"/>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8" name="Google Shape;10678;p42"/>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9" name="Google Shape;10679;p42"/>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0" name="Google Shape;10680;p42"/>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1" name="Google Shape;10681;p42"/>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2" name="Google Shape;10682;p42"/>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3" name="Google Shape;10683;p42"/>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4" name="Google Shape;10684;p42"/>
          <p:cNvGrpSpPr/>
          <p:nvPr/>
        </p:nvGrpSpPr>
        <p:grpSpPr>
          <a:xfrm>
            <a:off x="5762467" y="2253584"/>
            <a:ext cx="362163" cy="362162"/>
            <a:chOff x="5762467" y="2436584"/>
            <a:chExt cx="362163" cy="362162"/>
          </a:xfrm>
        </p:grpSpPr>
        <p:sp>
          <p:nvSpPr>
            <p:cNvPr id="10685" name="Google Shape;10685;p42"/>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6" name="Google Shape;10686;p42"/>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7" name="Google Shape;10687;p42"/>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8" name="Google Shape;10688;p42"/>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9" name="Google Shape;10689;p42"/>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0" name="Google Shape;10690;p42"/>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1" name="Google Shape;10691;p4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2" name="Google Shape;10692;p4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3" name="Google Shape;10693;p42"/>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4" name="Google Shape;10694;p42"/>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5" name="Google Shape;10695;p42"/>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6" name="Google Shape;10696;p4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7" name="Google Shape;10697;p4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8" name="Google Shape;10698;p42"/>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9" name="Google Shape;10699;p42"/>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0" name="Google Shape;10700;p42"/>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1" name="Google Shape;10701;p42"/>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2" name="Google Shape;10702;p42"/>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3" name="Google Shape;10703;p42"/>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4" name="Google Shape;10704;p42"/>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5" name="Google Shape;10705;p42"/>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6" name="Google Shape;10706;p42"/>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7" name="Google Shape;10707;p42"/>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8" name="Google Shape;10708;p42"/>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9" name="Google Shape;10709;p42"/>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10" name="Google Shape;10710;p42"/>
          <p:cNvGrpSpPr/>
          <p:nvPr/>
        </p:nvGrpSpPr>
        <p:grpSpPr>
          <a:xfrm>
            <a:off x="5323721" y="2254029"/>
            <a:ext cx="362922" cy="361220"/>
            <a:chOff x="5323721" y="2437029"/>
            <a:chExt cx="362922" cy="361220"/>
          </a:xfrm>
        </p:grpSpPr>
        <p:sp>
          <p:nvSpPr>
            <p:cNvPr id="10711" name="Google Shape;10711;p42"/>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2" name="Google Shape;10712;p42"/>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3" name="Google Shape;10713;p42"/>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4" name="Google Shape;10714;p42"/>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5" name="Google Shape;10715;p42"/>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6" name="Google Shape;10716;p42"/>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7" name="Google Shape;10717;p42"/>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8" name="Google Shape;10718;p42"/>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9" name="Google Shape;10719;p42"/>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0" name="Google Shape;10720;p42"/>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1" name="Google Shape;10721;p42"/>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2" name="Google Shape;10722;p42"/>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3" name="Google Shape;10723;p42"/>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4" name="Google Shape;10724;p42"/>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5" name="Google Shape;10725;p42"/>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6" name="Google Shape;10726;p42"/>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7" name="Google Shape;10727;p42"/>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28" name="Google Shape;10728;p42"/>
          <p:cNvGrpSpPr/>
          <p:nvPr/>
        </p:nvGrpSpPr>
        <p:grpSpPr>
          <a:xfrm>
            <a:off x="4875937" y="2285731"/>
            <a:ext cx="407122" cy="315448"/>
            <a:chOff x="4875937" y="2468731"/>
            <a:chExt cx="407122" cy="315448"/>
          </a:xfrm>
        </p:grpSpPr>
        <p:sp>
          <p:nvSpPr>
            <p:cNvPr id="10729" name="Google Shape;10729;p42"/>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0" name="Google Shape;10730;p42"/>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1" name="Google Shape;10731;p42"/>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2" name="Google Shape;10732;p42"/>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3" name="Google Shape;10733;p42"/>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4" name="Google Shape;10734;p42"/>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5" name="Google Shape;10735;p42"/>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6" name="Google Shape;10736;p42"/>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7" name="Google Shape;10737;p42"/>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8" name="Google Shape;10738;p42"/>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9" name="Google Shape;10739;p42"/>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0" name="Google Shape;10740;p42"/>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1" name="Google Shape;10741;p42"/>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2" name="Google Shape;10742;p42"/>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3" name="Google Shape;10743;p42"/>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4" name="Google Shape;10744;p42"/>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5" name="Google Shape;10745;p42"/>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6" name="Google Shape;10746;p42"/>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7" name="Google Shape;10747;p42"/>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8" name="Google Shape;10748;p42"/>
          <p:cNvGrpSpPr/>
          <p:nvPr/>
        </p:nvGrpSpPr>
        <p:grpSpPr>
          <a:xfrm>
            <a:off x="4893282" y="3621774"/>
            <a:ext cx="242114" cy="362163"/>
            <a:chOff x="4893282" y="3804774"/>
            <a:chExt cx="242114" cy="362163"/>
          </a:xfrm>
        </p:grpSpPr>
        <p:sp>
          <p:nvSpPr>
            <p:cNvPr id="10749" name="Google Shape;10749;p42"/>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0" name="Google Shape;10750;p42"/>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1" name="Google Shape;10751;p42"/>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2" name="Google Shape;10752;p42"/>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3" name="Google Shape;10753;p42"/>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4" name="Google Shape;10754;p42"/>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5" name="Google Shape;10755;p42"/>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6" name="Google Shape;10756;p42"/>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7" name="Google Shape;10757;p42"/>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8" name="Google Shape;10758;p42"/>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9" name="Google Shape;10759;p42"/>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0" name="Google Shape;10760;p42"/>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1" name="Google Shape;10761;p42"/>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2" name="Google Shape;10762;p42"/>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3" name="Google Shape;10763;p42"/>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4" name="Google Shape;10764;p42"/>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5" name="Google Shape;10765;p42"/>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6" name="Google Shape;10766;p42"/>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7" name="Google Shape;10767;p42"/>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8" name="Google Shape;10768;p42"/>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9" name="Google Shape;10769;p42"/>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0" name="Google Shape;10770;p42"/>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1" name="Google Shape;10771;p42"/>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2" name="Google Shape;10772;p42"/>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3" name="Google Shape;10773;p42"/>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4" name="Google Shape;10774;p42"/>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75" name="Google Shape;10775;p42"/>
          <p:cNvGrpSpPr/>
          <p:nvPr/>
        </p:nvGrpSpPr>
        <p:grpSpPr>
          <a:xfrm>
            <a:off x="6248162" y="3621774"/>
            <a:ext cx="231058" cy="362425"/>
            <a:chOff x="6248162" y="3804774"/>
            <a:chExt cx="231058" cy="362425"/>
          </a:xfrm>
        </p:grpSpPr>
        <p:sp>
          <p:nvSpPr>
            <p:cNvPr id="10776" name="Google Shape;10776;p42"/>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7" name="Google Shape;10777;p42"/>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8" name="Google Shape;10778;p42"/>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9" name="Google Shape;10779;p42"/>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80" name="Google Shape;10780;p42"/>
          <p:cNvGrpSpPr/>
          <p:nvPr/>
        </p:nvGrpSpPr>
        <p:grpSpPr>
          <a:xfrm>
            <a:off x="5346568" y="3621774"/>
            <a:ext cx="233337" cy="362163"/>
            <a:chOff x="5346568" y="3804774"/>
            <a:chExt cx="233337" cy="362163"/>
          </a:xfrm>
        </p:grpSpPr>
        <p:sp>
          <p:nvSpPr>
            <p:cNvPr id="10781" name="Google Shape;10781;p42"/>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2" name="Google Shape;10782;p42"/>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3" name="Google Shape;10783;p42"/>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4" name="Google Shape;10784;p42"/>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5" name="Google Shape;10785;p42"/>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6" name="Google Shape;10786;p42"/>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7" name="Google Shape;10787;p42"/>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8" name="Google Shape;10788;p42"/>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9" name="Google Shape;10789;p42"/>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0" name="Google Shape;10790;p42"/>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1" name="Google Shape;10791;p42"/>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2" name="Google Shape;10792;p42"/>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3" name="Google Shape;10793;p42"/>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4" name="Google Shape;10794;p42"/>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5" name="Google Shape;10795;p42"/>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6" name="Google Shape;10796;p42"/>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7" name="Google Shape;10797;p42"/>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8" name="Google Shape;10798;p42"/>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9" name="Google Shape;10799;p42"/>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0" name="Google Shape;10800;p42"/>
          <p:cNvGrpSpPr/>
          <p:nvPr/>
        </p:nvGrpSpPr>
        <p:grpSpPr>
          <a:xfrm>
            <a:off x="6704985" y="3622141"/>
            <a:ext cx="209967" cy="361638"/>
            <a:chOff x="6704985" y="3805141"/>
            <a:chExt cx="209967" cy="361638"/>
          </a:xfrm>
        </p:grpSpPr>
        <p:sp>
          <p:nvSpPr>
            <p:cNvPr id="10801" name="Google Shape;10801;p42"/>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2" name="Google Shape;10802;p42"/>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3" name="Google Shape;10803;p42"/>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4" name="Google Shape;10804;p42"/>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5" name="Google Shape;10805;p42"/>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6" name="Google Shape;10806;p42"/>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7" name="Google Shape;10807;p42"/>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8" name="Google Shape;10808;p42"/>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9" name="Google Shape;10809;p42"/>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0" name="Google Shape;10810;p42"/>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1" name="Google Shape;10811;p42"/>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2" name="Google Shape;10812;p42"/>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13" name="Google Shape;10813;p42"/>
          <p:cNvGrpSpPr/>
          <p:nvPr/>
        </p:nvGrpSpPr>
        <p:grpSpPr>
          <a:xfrm>
            <a:off x="7513884" y="2265269"/>
            <a:ext cx="363185" cy="338792"/>
            <a:chOff x="7513884" y="2448269"/>
            <a:chExt cx="363185" cy="338792"/>
          </a:xfrm>
        </p:grpSpPr>
        <p:sp>
          <p:nvSpPr>
            <p:cNvPr id="10814" name="Google Shape;10814;p42"/>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5" name="Google Shape;10815;p42"/>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6" name="Google Shape;10816;p42"/>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7" name="Google Shape;10817;p42"/>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8" name="Google Shape;10818;p42"/>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9" name="Google Shape;10819;p42"/>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20" name="Google Shape;10820;p42"/>
          <p:cNvGrpSpPr/>
          <p:nvPr/>
        </p:nvGrpSpPr>
        <p:grpSpPr>
          <a:xfrm>
            <a:off x="5777767" y="3621826"/>
            <a:ext cx="258699" cy="362136"/>
            <a:chOff x="5777767" y="3804826"/>
            <a:chExt cx="258699" cy="362136"/>
          </a:xfrm>
        </p:grpSpPr>
        <p:sp>
          <p:nvSpPr>
            <p:cNvPr id="10821" name="Google Shape;10821;p42"/>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2" name="Google Shape;10822;p42"/>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3" name="Google Shape;10823;p42"/>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24" name="Google Shape;10824;p42"/>
          <p:cNvGrpSpPr/>
          <p:nvPr/>
        </p:nvGrpSpPr>
        <p:grpSpPr>
          <a:xfrm>
            <a:off x="7953101" y="2253584"/>
            <a:ext cx="361691" cy="362162"/>
            <a:chOff x="7953101" y="2436584"/>
            <a:chExt cx="361691" cy="362162"/>
          </a:xfrm>
        </p:grpSpPr>
        <p:sp>
          <p:nvSpPr>
            <p:cNvPr id="10825" name="Google Shape;10825;p42"/>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6" name="Google Shape;10826;p42"/>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7" name="Google Shape;10827;p42"/>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8" name="Google Shape;10828;p42"/>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9" name="Google Shape;10829;p42"/>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0" name="Google Shape;10830;p42"/>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1" name="Google Shape;10831;p42"/>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2" name="Google Shape;10832;p42"/>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3" name="Google Shape;10833;p42"/>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34" name="Google Shape;10834;p42"/>
          <p:cNvGrpSpPr/>
          <p:nvPr/>
        </p:nvGrpSpPr>
        <p:grpSpPr>
          <a:xfrm>
            <a:off x="4859353" y="3172130"/>
            <a:ext cx="373481" cy="362267"/>
            <a:chOff x="4859353" y="3355130"/>
            <a:chExt cx="373481" cy="362267"/>
          </a:xfrm>
        </p:grpSpPr>
        <p:sp>
          <p:nvSpPr>
            <p:cNvPr id="10835" name="Google Shape;10835;p42"/>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6" name="Google Shape;10836;p42"/>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7" name="Google Shape;10837;p42"/>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8" name="Google Shape;10838;p42"/>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9" name="Google Shape;10839;p42"/>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0" name="Google Shape;10840;p42"/>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1" name="Google Shape;10841;p42"/>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2" name="Google Shape;10842;p42"/>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3" name="Google Shape;10843;p42"/>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4" name="Google Shape;10844;p42"/>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5" name="Google Shape;10845;p42"/>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6" name="Google Shape;10846;p42"/>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7" name="Google Shape;10847;p42"/>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8" name="Google Shape;10848;p42"/>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49" name="Google Shape;10849;p42"/>
          <p:cNvGrpSpPr/>
          <p:nvPr/>
        </p:nvGrpSpPr>
        <p:grpSpPr>
          <a:xfrm>
            <a:off x="6637678" y="1317982"/>
            <a:ext cx="378721" cy="362005"/>
            <a:chOff x="6637678" y="1500982"/>
            <a:chExt cx="378721" cy="362005"/>
          </a:xfrm>
        </p:grpSpPr>
        <p:sp>
          <p:nvSpPr>
            <p:cNvPr id="10850" name="Google Shape;10850;p42"/>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1" name="Google Shape;10851;p42"/>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2" name="Google Shape;10852;p42"/>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3" name="Google Shape;10853;p42"/>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4" name="Google Shape;10854;p42"/>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5" name="Google Shape;10855;p42"/>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6" name="Google Shape;10856;p42"/>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7" name="Google Shape;10857;p42"/>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8" name="Google Shape;10858;p42"/>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9" name="Google Shape;10859;p42"/>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0" name="Google Shape;10860;p42"/>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1" name="Google Shape;10861;p42"/>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2" name="Google Shape;10862;p42"/>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3" name="Google Shape;10863;p42"/>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4" name="Google Shape;10864;p42"/>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5" name="Google Shape;10865;p42"/>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66" name="Google Shape;10866;p42"/>
          <p:cNvGrpSpPr/>
          <p:nvPr/>
        </p:nvGrpSpPr>
        <p:grpSpPr>
          <a:xfrm>
            <a:off x="5827993" y="3172496"/>
            <a:ext cx="223041" cy="362163"/>
            <a:chOff x="5827993" y="3355496"/>
            <a:chExt cx="223041" cy="362163"/>
          </a:xfrm>
        </p:grpSpPr>
        <p:sp>
          <p:nvSpPr>
            <p:cNvPr id="10867" name="Google Shape;10867;p42"/>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8" name="Google Shape;10868;p42"/>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9" name="Google Shape;10869;p4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0" name="Google Shape;10870;p4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1" name="Google Shape;10871;p42"/>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2" name="Google Shape;10872;p42"/>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3" name="Google Shape;10873;p42"/>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4" name="Google Shape;10874;p42"/>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5" name="Google Shape;10875;p42"/>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6" name="Google Shape;10876;p42"/>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7" name="Google Shape;10877;p42"/>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8" name="Google Shape;10878;p42"/>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9" name="Google Shape;10879;p42"/>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0" name="Google Shape;10880;p42"/>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1" name="Google Shape;10881;p42"/>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82" name="Google Shape;10882;p42"/>
          <p:cNvGrpSpPr/>
          <p:nvPr/>
        </p:nvGrpSpPr>
        <p:grpSpPr>
          <a:xfrm>
            <a:off x="7528713" y="1317641"/>
            <a:ext cx="370521" cy="361586"/>
            <a:chOff x="7528713" y="1500641"/>
            <a:chExt cx="370521" cy="361586"/>
          </a:xfrm>
        </p:grpSpPr>
        <p:sp>
          <p:nvSpPr>
            <p:cNvPr id="10883" name="Google Shape;10883;p42"/>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4" name="Google Shape;10884;p42"/>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5" name="Google Shape;10885;p4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6" name="Google Shape;10886;p4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7" name="Google Shape;10887;p42"/>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8" name="Google Shape;10888;p42"/>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9" name="Google Shape;10889;p42"/>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0" name="Google Shape;10890;p42"/>
          <p:cNvGrpSpPr/>
          <p:nvPr/>
        </p:nvGrpSpPr>
        <p:grpSpPr>
          <a:xfrm>
            <a:off x="5317198" y="3172496"/>
            <a:ext cx="367429" cy="362163"/>
            <a:chOff x="5317198" y="3355496"/>
            <a:chExt cx="367429" cy="362163"/>
          </a:xfrm>
        </p:grpSpPr>
        <p:sp>
          <p:nvSpPr>
            <p:cNvPr id="10891" name="Google Shape;10891;p42"/>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2" name="Google Shape;10892;p42"/>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3" name="Google Shape;10893;p42"/>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4" name="Google Shape;10894;p42"/>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5" name="Google Shape;10895;p42"/>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6" name="Google Shape;10896;p42"/>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7" name="Google Shape;10897;p42"/>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8" name="Google Shape;10898;p42"/>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9" name="Google Shape;10899;p42"/>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0" name="Google Shape;10900;p42"/>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1" name="Google Shape;10901;p42"/>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2" name="Google Shape;10902;p42"/>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3" name="Google Shape;10903;p42"/>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4" name="Google Shape;10904;p42"/>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5" name="Google Shape;10905;p42"/>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6" name="Google Shape;10906;p42"/>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07" name="Google Shape;10907;p42"/>
          <p:cNvGrpSpPr/>
          <p:nvPr/>
        </p:nvGrpSpPr>
        <p:grpSpPr>
          <a:xfrm>
            <a:off x="5302971" y="1317563"/>
            <a:ext cx="383175" cy="362241"/>
            <a:chOff x="5302971" y="1500563"/>
            <a:chExt cx="383175" cy="362241"/>
          </a:xfrm>
        </p:grpSpPr>
        <p:sp>
          <p:nvSpPr>
            <p:cNvPr id="10908" name="Google Shape;10908;p42"/>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9" name="Google Shape;10909;p42"/>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10" name="Google Shape;10910;p42"/>
          <p:cNvGrpSpPr/>
          <p:nvPr/>
        </p:nvGrpSpPr>
        <p:grpSpPr>
          <a:xfrm>
            <a:off x="6202705" y="1342453"/>
            <a:ext cx="364180" cy="312461"/>
            <a:chOff x="6202705" y="1525453"/>
            <a:chExt cx="364180" cy="312461"/>
          </a:xfrm>
        </p:grpSpPr>
        <p:sp>
          <p:nvSpPr>
            <p:cNvPr id="10911" name="Google Shape;10911;p42"/>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2" name="Google Shape;10912;p42"/>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3" name="Google Shape;10913;p42"/>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4" name="Google Shape;10914;p42"/>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5" name="Google Shape;10915;p42"/>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6" name="Google Shape;10916;p42"/>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7" name="Google Shape;10917;p42"/>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18" name="Google Shape;10918;p42"/>
          <p:cNvGrpSpPr/>
          <p:nvPr/>
        </p:nvGrpSpPr>
        <p:grpSpPr>
          <a:xfrm>
            <a:off x="7087217" y="1320602"/>
            <a:ext cx="362399" cy="356163"/>
            <a:chOff x="7087217" y="1503602"/>
            <a:chExt cx="362399" cy="356163"/>
          </a:xfrm>
        </p:grpSpPr>
        <p:sp>
          <p:nvSpPr>
            <p:cNvPr id="10919" name="Google Shape;10919;p42"/>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0" name="Google Shape;10920;p42"/>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1" name="Google Shape;10921;p42"/>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2" name="Google Shape;10922;p42"/>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3" name="Google Shape;10923;p42"/>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4" name="Google Shape;10924;p42"/>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5" name="Google Shape;10925;p42"/>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6" name="Google Shape;10926;p42"/>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7" name="Google Shape;10927;p42"/>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8" name="Google Shape;10928;p42"/>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9" name="Google Shape;10929;p42"/>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0" name="Google Shape;10930;p42"/>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1" name="Google Shape;10931;p42"/>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2" name="Google Shape;10932;p42"/>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3" name="Google Shape;10933;p42"/>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4" name="Google Shape;10934;p42"/>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5" name="Google Shape;10935;p42"/>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6" name="Google Shape;10936;p42"/>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7" name="Google Shape;10937;p42"/>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8" name="Google Shape;10938;p42"/>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9" name="Google Shape;10939;p42"/>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40" name="Google Shape;10940;p42"/>
          <p:cNvGrpSpPr/>
          <p:nvPr/>
        </p:nvGrpSpPr>
        <p:grpSpPr>
          <a:xfrm>
            <a:off x="7968952" y="1317877"/>
            <a:ext cx="378748" cy="361455"/>
            <a:chOff x="7968952" y="1500877"/>
            <a:chExt cx="378748" cy="361455"/>
          </a:xfrm>
        </p:grpSpPr>
        <p:sp>
          <p:nvSpPr>
            <p:cNvPr id="10941" name="Google Shape;10941;p42"/>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2" name="Google Shape;10942;p42"/>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3" name="Google Shape;10943;p42"/>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4" name="Google Shape;10944;p42"/>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5" name="Google Shape;10945;p42"/>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6" name="Google Shape;10946;p42"/>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7" name="Google Shape;10947;p42"/>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8" name="Google Shape;10948;p42"/>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9" name="Google Shape;10949;p42"/>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0" name="Google Shape;10950;p42"/>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1" name="Google Shape;10951;p42"/>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2" name="Google Shape;10952;p42"/>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3" name="Google Shape;10953;p42"/>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4" name="Google Shape;10954;p42"/>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5" name="Google Shape;10955;p42"/>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56" name="Google Shape;10956;p42"/>
          <p:cNvGrpSpPr/>
          <p:nvPr/>
        </p:nvGrpSpPr>
        <p:grpSpPr>
          <a:xfrm>
            <a:off x="5761445" y="1358723"/>
            <a:ext cx="362162" cy="279737"/>
            <a:chOff x="5761445" y="1541723"/>
            <a:chExt cx="362162" cy="279737"/>
          </a:xfrm>
        </p:grpSpPr>
        <p:sp>
          <p:nvSpPr>
            <p:cNvPr id="10957" name="Google Shape;10957;p42"/>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8" name="Google Shape;10958;p42"/>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9" name="Google Shape;10959;p42"/>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0" name="Google Shape;10960;p42"/>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1" name="Google Shape;10961;p42"/>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2" name="Google Shape;10962;p42"/>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63" name="Google Shape;10963;p42"/>
          <p:cNvGrpSpPr/>
          <p:nvPr/>
        </p:nvGrpSpPr>
        <p:grpSpPr>
          <a:xfrm>
            <a:off x="6204958" y="3172575"/>
            <a:ext cx="358390" cy="362320"/>
            <a:chOff x="6204958" y="3355575"/>
            <a:chExt cx="358390" cy="362320"/>
          </a:xfrm>
        </p:grpSpPr>
        <p:sp>
          <p:nvSpPr>
            <p:cNvPr id="10964" name="Google Shape;10964;p42"/>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5" name="Google Shape;10965;p42"/>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6" name="Google Shape;10966;p42"/>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7" name="Google Shape;10967;p42"/>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8" name="Google Shape;10968;p42"/>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9" name="Google Shape;10969;p42"/>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0" name="Google Shape;10970;p42"/>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1" name="Google Shape;10971;p42"/>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2" name="Google Shape;10972;p42"/>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3" name="Google Shape;10973;p42"/>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4" name="Google Shape;10974;p42"/>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5" name="Google Shape;10975;p42"/>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6" name="Google Shape;10976;p42"/>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7" name="Google Shape;10977;p42"/>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8" name="Google Shape;10978;p42"/>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9" name="Google Shape;10979;p42"/>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0" name="Google Shape;10980;p42"/>
          <p:cNvGrpSpPr/>
          <p:nvPr/>
        </p:nvGrpSpPr>
        <p:grpSpPr>
          <a:xfrm>
            <a:off x="4939970" y="1316855"/>
            <a:ext cx="242978" cy="362661"/>
            <a:chOff x="4939970" y="1499855"/>
            <a:chExt cx="242978" cy="362661"/>
          </a:xfrm>
        </p:grpSpPr>
        <p:sp>
          <p:nvSpPr>
            <p:cNvPr id="10981" name="Google Shape;10981;p42"/>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2" name="Google Shape;10982;p42"/>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3" name="Google Shape;10983;p42"/>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4" name="Google Shape;10984;p42"/>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5" name="Google Shape;10985;p42"/>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6" name="Google Shape;10986;p42"/>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7" name="Google Shape;10987;p42"/>
          <p:cNvGrpSpPr/>
          <p:nvPr/>
        </p:nvGrpSpPr>
        <p:grpSpPr>
          <a:xfrm>
            <a:off x="8023448" y="3172496"/>
            <a:ext cx="284323" cy="362163"/>
            <a:chOff x="8023448" y="3355496"/>
            <a:chExt cx="284323" cy="362163"/>
          </a:xfrm>
        </p:grpSpPr>
        <p:sp>
          <p:nvSpPr>
            <p:cNvPr id="10988" name="Google Shape;10988;p42"/>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9" name="Google Shape;10989;p42"/>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0" name="Google Shape;10990;p42"/>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1" name="Google Shape;10991;p42"/>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2" name="Google Shape;10992;p42"/>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3" name="Google Shape;10993;p42"/>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4" name="Google Shape;10994;p42"/>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5" name="Google Shape;10995;p42"/>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6" name="Google Shape;10996;p42"/>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97" name="Google Shape;10997;p42"/>
          <p:cNvGrpSpPr/>
          <p:nvPr/>
        </p:nvGrpSpPr>
        <p:grpSpPr>
          <a:xfrm>
            <a:off x="6644201" y="3172496"/>
            <a:ext cx="366695" cy="361979"/>
            <a:chOff x="6644201" y="3355496"/>
            <a:chExt cx="366695" cy="361979"/>
          </a:xfrm>
        </p:grpSpPr>
        <p:sp>
          <p:nvSpPr>
            <p:cNvPr id="10998" name="Google Shape;10998;p42"/>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9" name="Google Shape;10999;p42"/>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0" name="Google Shape;11000;p42"/>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1" name="Google Shape;11001;p42"/>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2" name="Google Shape;11002;p42"/>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3" name="Google Shape;11003;p42"/>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4" name="Google Shape;11004;p42"/>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5" name="Google Shape;11005;p42"/>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6" name="Google Shape;11006;p42"/>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7" name="Google Shape;11007;p42"/>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8" name="Google Shape;11008;p42"/>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9" name="Google Shape;11009;p42"/>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0" name="Google Shape;11010;p42"/>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1" name="Google Shape;11011;p42"/>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2" name="Google Shape;11012;p42"/>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3" name="Google Shape;11013;p42"/>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4" name="Google Shape;11014;p42"/>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5" name="Google Shape;11015;p42"/>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6" name="Google Shape;11016;p42"/>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7" name="Google Shape;11017;p42"/>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8" name="Google Shape;11018;p42"/>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9" name="Google Shape;11019;p42"/>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0" name="Google Shape;11020;p42"/>
          <p:cNvGrpSpPr/>
          <p:nvPr/>
        </p:nvGrpSpPr>
        <p:grpSpPr>
          <a:xfrm>
            <a:off x="7955145" y="1836192"/>
            <a:ext cx="365175" cy="271013"/>
            <a:chOff x="7955145" y="2019192"/>
            <a:chExt cx="365175" cy="271013"/>
          </a:xfrm>
        </p:grpSpPr>
        <p:sp>
          <p:nvSpPr>
            <p:cNvPr id="11021" name="Google Shape;11021;p42"/>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2" name="Google Shape;11022;p42"/>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3" name="Google Shape;11023;p42"/>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4" name="Google Shape;11024;p42"/>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5" name="Google Shape;11025;p42"/>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6" name="Google Shape;11026;p42"/>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7" name="Google Shape;11027;p42"/>
          <p:cNvGrpSpPr/>
          <p:nvPr/>
        </p:nvGrpSpPr>
        <p:grpSpPr>
          <a:xfrm>
            <a:off x="7518155" y="1826471"/>
            <a:ext cx="361926" cy="290270"/>
            <a:chOff x="7518155" y="2009471"/>
            <a:chExt cx="361926" cy="290270"/>
          </a:xfrm>
        </p:grpSpPr>
        <p:sp>
          <p:nvSpPr>
            <p:cNvPr id="11028" name="Google Shape;11028;p42"/>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9" name="Google Shape;11029;p42"/>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0" name="Google Shape;11030;p42"/>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1" name="Google Shape;11031;p42"/>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2" name="Google Shape;11032;p42"/>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3" name="Google Shape;11033;p42"/>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4" name="Google Shape;11034;p42"/>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5" name="Google Shape;11035;p42"/>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6" name="Google Shape;11036;p42"/>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7" name="Google Shape;11037;p42"/>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8" name="Google Shape;11038;p42"/>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9" name="Google Shape;11039;p42"/>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0" name="Google Shape;11040;p42"/>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1" name="Google Shape;11041;p42"/>
          <p:cNvGrpSpPr/>
          <p:nvPr/>
        </p:nvGrpSpPr>
        <p:grpSpPr>
          <a:xfrm>
            <a:off x="7079672" y="1808053"/>
            <a:ext cx="362162" cy="327264"/>
            <a:chOff x="7079672" y="1991053"/>
            <a:chExt cx="362162" cy="327264"/>
          </a:xfrm>
        </p:grpSpPr>
        <p:sp>
          <p:nvSpPr>
            <p:cNvPr id="11042" name="Google Shape;11042;p42"/>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3" name="Google Shape;11043;p42"/>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4" name="Google Shape;11044;p42"/>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5" name="Google Shape;11045;p42"/>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6" name="Google Shape;11046;p42"/>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7" name="Google Shape;11047;p42"/>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8" name="Google Shape;11048;p42"/>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9" name="Google Shape;11049;p42"/>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0" name="Google Shape;11050;p42"/>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1" name="Google Shape;11051;p42"/>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2" name="Google Shape;11052;p42"/>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3" name="Google Shape;11053;p42"/>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4" name="Google Shape;11054;p42"/>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5" name="Google Shape;11055;p42"/>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6" name="Google Shape;11056;p42"/>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7" name="Google Shape;11057;p42"/>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8" name="Google Shape;11058;p42"/>
          <p:cNvGrpSpPr/>
          <p:nvPr/>
        </p:nvGrpSpPr>
        <p:grpSpPr>
          <a:xfrm>
            <a:off x="6641188" y="1852514"/>
            <a:ext cx="361901" cy="238132"/>
            <a:chOff x="6641188" y="2035514"/>
            <a:chExt cx="361901" cy="238132"/>
          </a:xfrm>
        </p:grpSpPr>
        <p:sp>
          <p:nvSpPr>
            <p:cNvPr id="11059" name="Google Shape;11059;p42"/>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0" name="Google Shape;11060;p42"/>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1" name="Google Shape;11061;p42"/>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2" name="Google Shape;11062;p42"/>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3" name="Google Shape;11063;p42"/>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4" name="Google Shape;11064;p42"/>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5" name="Google Shape;11065;p42"/>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6" name="Google Shape;11066;p42"/>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7" name="Google Shape;11067;p42"/>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8" name="Google Shape;11068;p42"/>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9" name="Google Shape;11069;p42"/>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0" name="Google Shape;11070;p42"/>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1" name="Google Shape;11071;p42"/>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2" name="Google Shape;11072;p42"/>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3" name="Google Shape;11073;p42"/>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4" name="Google Shape;11074;p42"/>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5" name="Google Shape;11075;p42"/>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6" name="Google Shape;11076;p42"/>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7" name="Google Shape;11077;p42"/>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8" name="Google Shape;11078;p42"/>
          <p:cNvGrpSpPr/>
          <p:nvPr/>
        </p:nvGrpSpPr>
        <p:grpSpPr>
          <a:xfrm>
            <a:off x="6202443" y="1803677"/>
            <a:ext cx="362425" cy="335885"/>
            <a:chOff x="6202443" y="1986677"/>
            <a:chExt cx="362425" cy="335885"/>
          </a:xfrm>
        </p:grpSpPr>
        <p:sp>
          <p:nvSpPr>
            <p:cNvPr id="11079" name="Google Shape;11079;p42"/>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0" name="Google Shape;11080;p42"/>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1" name="Google Shape;11081;p42"/>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2" name="Google Shape;11082;p42"/>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3" name="Google Shape;11083;p42"/>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4" name="Google Shape;11084;p42"/>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5" name="Google Shape;11085;p42"/>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6" name="Google Shape;11086;p42"/>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7" name="Google Shape;11087;p42"/>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8" name="Google Shape;11088;p42"/>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9" name="Google Shape;11089;p42"/>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0" name="Google Shape;11090;p42"/>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1" name="Google Shape;11091;p42"/>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2" name="Google Shape;11092;p42"/>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3" name="Google Shape;11093;p42"/>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4" name="Google Shape;11094;p42"/>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5" name="Google Shape;11095;p42"/>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6" name="Google Shape;11096;p42"/>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7" name="Google Shape;11097;p42"/>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8" name="Google Shape;11098;p42"/>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9" name="Google Shape;11099;p42"/>
          <p:cNvGrpSpPr/>
          <p:nvPr/>
        </p:nvGrpSpPr>
        <p:grpSpPr>
          <a:xfrm>
            <a:off x="5764222" y="1833598"/>
            <a:ext cx="374293" cy="276069"/>
            <a:chOff x="5764222" y="2016598"/>
            <a:chExt cx="374293" cy="276069"/>
          </a:xfrm>
        </p:grpSpPr>
        <p:sp>
          <p:nvSpPr>
            <p:cNvPr id="11100" name="Google Shape;11100;p42"/>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1" name="Google Shape;11101;p42"/>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2" name="Google Shape;11102;p42"/>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3" name="Google Shape;11103;p42"/>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4" name="Google Shape;11104;p42"/>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5" name="Google Shape;11105;p42"/>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6" name="Google Shape;11106;p42"/>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7" name="Google Shape;11107;p42"/>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8" name="Google Shape;11108;p42"/>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9" name="Google Shape;11109;p42"/>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0" name="Google Shape;11110;p42"/>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11" name="Google Shape;11111;p42"/>
          <p:cNvGrpSpPr/>
          <p:nvPr/>
        </p:nvGrpSpPr>
        <p:grpSpPr>
          <a:xfrm>
            <a:off x="5325477" y="1833441"/>
            <a:ext cx="361927" cy="276515"/>
            <a:chOff x="5325477" y="2016441"/>
            <a:chExt cx="361927" cy="276515"/>
          </a:xfrm>
        </p:grpSpPr>
        <p:sp>
          <p:nvSpPr>
            <p:cNvPr id="11112" name="Google Shape;11112;p42"/>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3" name="Google Shape;11113;p42"/>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4" name="Google Shape;11114;p42"/>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5" name="Google Shape;11115;p42"/>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6" name="Google Shape;11116;p42"/>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7" name="Google Shape;11117;p42"/>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8" name="Google Shape;11118;p42"/>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9" name="Google Shape;11119;p42"/>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0" name="Google Shape;11120;p42"/>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1" name="Google Shape;11121;p42"/>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2" name="Google Shape;11122;p42"/>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3" name="Google Shape;11123;p42"/>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4" name="Google Shape;11124;p42"/>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5" name="Google Shape;11125;p42"/>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6" name="Google Shape;11126;p42"/>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7" name="Google Shape;11127;p42"/>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8" name="Google Shape;11128;p42"/>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9" name="Google Shape;11129;p42"/>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0" name="Google Shape;11130;p42"/>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1" name="Google Shape;11131;p42"/>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2" name="Google Shape;11132;p42"/>
          <p:cNvGrpSpPr/>
          <p:nvPr/>
        </p:nvGrpSpPr>
        <p:grpSpPr>
          <a:xfrm>
            <a:off x="4870671" y="1834200"/>
            <a:ext cx="364180" cy="274813"/>
            <a:chOff x="4870671" y="2017200"/>
            <a:chExt cx="364180" cy="274813"/>
          </a:xfrm>
        </p:grpSpPr>
        <p:sp>
          <p:nvSpPr>
            <p:cNvPr id="11133" name="Google Shape;11133;p42"/>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4" name="Google Shape;11134;p42"/>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5" name="Google Shape;11135;p42"/>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6" name="Google Shape;11136;p42"/>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7" name="Google Shape;11137;p42"/>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8" name="Google Shape;11138;p42"/>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9" name="Google Shape;11139;p42"/>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0" name="Google Shape;11140;p42"/>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1" name="Google Shape;11141;p42"/>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2" name="Google Shape;11142;p42"/>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3" name="Google Shape;11143;p42"/>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4" name="Google Shape;11144;p42"/>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5" name="Google Shape;11145;p42"/>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6" name="Google Shape;11146;p42"/>
          <p:cNvGrpSpPr/>
          <p:nvPr/>
        </p:nvGrpSpPr>
        <p:grpSpPr>
          <a:xfrm>
            <a:off x="7144726" y="3172496"/>
            <a:ext cx="260690" cy="362032"/>
            <a:chOff x="7144726" y="3355496"/>
            <a:chExt cx="260690" cy="362032"/>
          </a:xfrm>
        </p:grpSpPr>
        <p:sp>
          <p:nvSpPr>
            <p:cNvPr id="11147" name="Google Shape;11147;p42"/>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8" name="Google Shape;11148;p42"/>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9" name="Google Shape;11149;p42"/>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0" name="Google Shape;11150;p42"/>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1" name="Google Shape;11151;p42"/>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2" name="Google Shape;11152;p42"/>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53" name="Google Shape;11153;p42"/>
          <p:cNvGrpSpPr/>
          <p:nvPr/>
        </p:nvGrpSpPr>
        <p:grpSpPr>
          <a:xfrm>
            <a:off x="6705719" y="4095051"/>
            <a:ext cx="261712" cy="361769"/>
            <a:chOff x="6705719" y="4278051"/>
            <a:chExt cx="261712" cy="361769"/>
          </a:xfrm>
        </p:grpSpPr>
        <p:sp>
          <p:nvSpPr>
            <p:cNvPr id="11154" name="Google Shape;11154;p42"/>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5" name="Google Shape;11155;p42"/>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6" name="Google Shape;11156;p42"/>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7" name="Google Shape;11157;p42"/>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8" name="Google Shape;11158;p42"/>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9" name="Google Shape;11159;p42"/>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0" name="Google Shape;11160;p42"/>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1" name="Google Shape;11161;p42"/>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2" name="Google Shape;11162;p42"/>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3" name="Google Shape;11163;p42"/>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4" name="Google Shape;11164;p42"/>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5" name="Google Shape;11165;p42"/>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6" name="Google Shape;11166;p42"/>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7" name="Google Shape;11167;p42"/>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8" name="Google Shape;11168;p42"/>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69" name="Google Shape;11169;p42"/>
          <p:cNvGrpSpPr/>
          <p:nvPr/>
        </p:nvGrpSpPr>
        <p:grpSpPr>
          <a:xfrm>
            <a:off x="5750650" y="2708652"/>
            <a:ext cx="320217" cy="361402"/>
            <a:chOff x="5750650" y="2891652"/>
            <a:chExt cx="320217" cy="361402"/>
          </a:xfrm>
        </p:grpSpPr>
        <p:sp>
          <p:nvSpPr>
            <p:cNvPr id="11170" name="Google Shape;11170;p42"/>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1" name="Google Shape;11171;p42"/>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2" name="Google Shape;11172;p42"/>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3" name="Google Shape;11173;p42"/>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4" name="Google Shape;11174;p42"/>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5" name="Google Shape;11175;p42"/>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6" name="Google Shape;11176;p42"/>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7" name="Google Shape;11177;p42"/>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8" name="Google Shape;11178;p42"/>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9" name="Google Shape;11179;p42"/>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0" name="Google Shape;11180;p42"/>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1" name="Google Shape;11181;p42"/>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2" name="Google Shape;11182;p42"/>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3" name="Google Shape;11183;p42"/>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4" name="Google Shape;11184;p42"/>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85" name="Google Shape;11185;p42"/>
          <p:cNvGrpSpPr/>
          <p:nvPr/>
        </p:nvGrpSpPr>
        <p:grpSpPr>
          <a:xfrm>
            <a:off x="6658009" y="2708390"/>
            <a:ext cx="315972" cy="361927"/>
            <a:chOff x="6658009" y="2891390"/>
            <a:chExt cx="315972" cy="361927"/>
          </a:xfrm>
        </p:grpSpPr>
        <p:sp>
          <p:nvSpPr>
            <p:cNvPr id="11186" name="Google Shape;11186;p42"/>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7" name="Google Shape;11187;p42"/>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8" name="Google Shape;11188;p42"/>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9" name="Google Shape;11189;p42"/>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0" name="Google Shape;11190;p42"/>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1" name="Google Shape;11191;p42"/>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2" name="Google Shape;11192;p42"/>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3" name="Google Shape;11193;p42"/>
          <p:cNvGrpSpPr/>
          <p:nvPr/>
        </p:nvGrpSpPr>
        <p:grpSpPr>
          <a:xfrm>
            <a:off x="6203465" y="2708206"/>
            <a:ext cx="320478" cy="362111"/>
            <a:chOff x="6203465" y="2891206"/>
            <a:chExt cx="320478" cy="362111"/>
          </a:xfrm>
        </p:grpSpPr>
        <p:sp>
          <p:nvSpPr>
            <p:cNvPr id="11194" name="Google Shape;11194;p42"/>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5" name="Google Shape;11195;p42"/>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6" name="Google Shape;11196;p42"/>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7" name="Google Shape;11197;p42"/>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8" name="Google Shape;11198;p42"/>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9" name="Google Shape;11199;p42"/>
          <p:cNvGrpSpPr/>
          <p:nvPr/>
        </p:nvGrpSpPr>
        <p:grpSpPr>
          <a:xfrm>
            <a:off x="7567280" y="2708259"/>
            <a:ext cx="307116" cy="362293"/>
            <a:chOff x="7567280" y="2891259"/>
            <a:chExt cx="307116" cy="362293"/>
          </a:xfrm>
        </p:grpSpPr>
        <p:sp>
          <p:nvSpPr>
            <p:cNvPr id="11200" name="Google Shape;11200;p42"/>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1" name="Google Shape;11201;p42"/>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2" name="Google Shape;11202;p42"/>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3" name="Google Shape;11203;p42"/>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4" name="Google Shape;11204;p42"/>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5" name="Google Shape;11205;p42"/>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6" name="Google Shape;11206;p42"/>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7" name="Google Shape;11207;p42"/>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8" name="Google Shape;11208;p42"/>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9" name="Google Shape;11209;p42"/>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0" name="Google Shape;11210;p42"/>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1" name="Google Shape;11211;p42"/>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2" name="Google Shape;11212;p42"/>
          <p:cNvGrpSpPr/>
          <p:nvPr/>
        </p:nvGrpSpPr>
        <p:grpSpPr>
          <a:xfrm>
            <a:off x="7112579" y="2708521"/>
            <a:ext cx="338556" cy="361534"/>
            <a:chOff x="7112579" y="2891521"/>
            <a:chExt cx="338556" cy="361534"/>
          </a:xfrm>
        </p:grpSpPr>
        <p:sp>
          <p:nvSpPr>
            <p:cNvPr id="11213" name="Google Shape;11213;p42"/>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4" name="Google Shape;11214;p42"/>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5" name="Google Shape;11215;p42"/>
          <p:cNvGrpSpPr/>
          <p:nvPr/>
        </p:nvGrpSpPr>
        <p:grpSpPr>
          <a:xfrm>
            <a:off x="7155259" y="3622036"/>
            <a:ext cx="207478" cy="361272"/>
            <a:chOff x="7155259" y="3805036"/>
            <a:chExt cx="207478" cy="361272"/>
          </a:xfrm>
        </p:grpSpPr>
        <p:sp>
          <p:nvSpPr>
            <p:cNvPr id="11216" name="Google Shape;11216;p42"/>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7" name="Google Shape;11217;p42"/>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8" name="Google Shape;11218;p42"/>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9" name="Google Shape;11219;p42"/>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0" name="Google Shape;11220;p42"/>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1" name="Google Shape;11221;p42"/>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2" name="Google Shape;11222;p42"/>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3" name="Google Shape;11223;p42"/>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4" name="Google Shape;11224;p42"/>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5" name="Google Shape;11225;p42"/>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6" name="Google Shape;11226;p42"/>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7" name="Google Shape;11227;p42"/>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28" name="Google Shape;11228;p42"/>
          <p:cNvGrpSpPr/>
          <p:nvPr/>
        </p:nvGrpSpPr>
        <p:grpSpPr>
          <a:xfrm>
            <a:off x="4915368" y="2708390"/>
            <a:ext cx="182850" cy="361926"/>
            <a:chOff x="4915368" y="2891390"/>
            <a:chExt cx="182850" cy="361926"/>
          </a:xfrm>
        </p:grpSpPr>
        <p:sp>
          <p:nvSpPr>
            <p:cNvPr id="11229" name="Google Shape;11229;p42"/>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0" name="Google Shape;11230;p42"/>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1" name="Google Shape;11231;p42"/>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2" name="Google Shape;11232;p42"/>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3" name="Google Shape;11233;p42"/>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4" name="Google Shape;11234;p42"/>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5" name="Google Shape;11235;p42"/>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6" name="Google Shape;11236;p42"/>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7" name="Google Shape;11237;p42"/>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8" name="Google Shape;11238;p42"/>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9" name="Google Shape;11239;p42"/>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40" name="Google Shape;11240;p42"/>
          <p:cNvGrpSpPr/>
          <p:nvPr/>
        </p:nvGrpSpPr>
        <p:grpSpPr>
          <a:xfrm>
            <a:off x="8028714" y="2708652"/>
            <a:ext cx="289589" cy="361402"/>
            <a:chOff x="8028714" y="2891652"/>
            <a:chExt cx="289589" cy="361402"/>
          </a:xfrm>
        </p:grpSpPr>
        <p:sp>
          <p:nvSpPr>
            <p:cNvPr id="11241" name="Google Shape;11241;p42"/>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2" name="Google Shape;11242;p42"/>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3" name="Google Shape;11243;p42"/>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4" name="Google Shape;11244;p42"/>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5" name="Google Shape;11245;p42"/>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6" name="Google Shape;11246;p42"/>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7" name="Google Shape;11247;p42"/>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8" name="Google Shape;11248;p42"/>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9" name="Google Shape;11249;p42"/>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0" name="Google Shape;11250;p42"/>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1" name="Google Shape;11251;p42"/>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2" name="Google Shape;11252;p42"/>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3" name="Google Shape;11253;p42"/>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4" name="Google Shape;11254;p42"/>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5" name="Google Shape;11255;p42"/>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6" name="Google Shape;11256;p42"/>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7" name="Google Shape;11257;p42"/>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8" name="Google Shape;11258;p42"/>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9" name="Google Shape;11259;p42"/>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0" name="Google Shape;11260;p42"/>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61" name="Google Shape;11261;p42"/>
          <p:cNvGrpSpPr/>
          <p:nvPr/>
        </p:nvGrpSpPr>
        <p:grpSpPr>
          <a:xfrm>
            <a:off x="7551822" y="3621774"/>
            <a:ext cx="293335" cy="361927"/>
            <a:chOff x="7551822" y="3804774"/>
            <a:chExt cx="293335" cy="361927"/>
          </a:xfrm>
        </p:grpSpPr>
        <p:sp>
          <p:nvSpPr>
            <p:cNvPr id="11262" name="Google Shape;11262;p42"/>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3" name="Google Shape;11263;p42"/>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4" name="Google Shape;11264;p42"/>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5" name="Google Shape;11265;p42"/>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6" name="Google Shape;11266;p42"/>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7" name="Google Shape;11267;p42"/>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8" name="Google Shape;11268;p42"/>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9" name="Google Shape;11269;p42"/>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0" name="Google Shape;11270;p42"/>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1" name="Google Shape;11271;p42"/>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2" name="Google Shape;11272;p42"/>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3" name="Google Shape;11273;p42"/>
          <p:cNvGrpSpPr/>
          <p:nvPr/>
        </p:nvGrpSpPr>
        <p:grpSpPr>
          <a:xfrm>
            <a:off x="6263725" y="4094658"/>
            <a:ext cx="210491" cy="362163"/>
            <a:chOff x="6263725" y="4277658"/>
            <a:chExt cx="210491" cy="362163"/>
          </a:xfrm>
        </p:grpSpPr>
        <p:sp>
          <p:nvSpPr>
            <p:cNvPr id="11274" name="Google Shape;11274;p42"/>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5" name="Google Shape;11275;p42"/>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6" name="Google Shape;11276;p42"/>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7" name="Google Shape;11277;p42"/>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8" name="Google Shape;11278;p42"/>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9" name="Google Shape;11279;p42"/>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0" name="Google Shape;11280;p42"/>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1" name="Google Shape;11281;p42"/>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2" name="Google Shape;11282;p42"/>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3" name="Google Shape;11283;p42"/>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4" name="Google Shape;11284;p42"/>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5" name="Google Shape;11285;p42"/>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6" name="Google Shape;11286;p42"/>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7" name="Google Shape;11287;p42"/>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8" name="Google Shape;11288;p42"/>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9" name="Google Shape;11289;p42"/>
          <p:cNvGrpSpPr/>
          <p:nvPr/>
        </p:nvGrpSpPr>
        <p:grpSpPr>
          <a:xfrm>
            <a:off x="7987790" y="3621695"/>
            <a:ext cx="336303" cy="362005"/>
            <a:chOff x="7987790" y="3804695"/>
            <a:chExt cx="336303" cy="362005"/>
          </a:xfrm>
        </p:grpSpPr>
        <p:sp>
          <p:nvSpPr>
            <p:cNvPr id="11290" name="Google Shape;11290;p42"/>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1" name="Google Shape;11291;p42"/>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2" name="Google Shape;11292;p42"/>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3" name="Google Shape;11293;p42"/>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4" name="Google Shape;11294;p42"/>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5" name="Google Shape;11295;p42"/>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6" name="Google Shape;11296;p42"/>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7" name="Google Shape;11297;p42"/>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8" name="Google Shape;11298;p42"/>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9" name="Google Shape;11299;p42"/>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00" name="Google Shape;11300;p42"/>
          <p:cNvGrpSpPr/>
          <p:nvPr/>
        </p:nvGrpSpPr>
        <p:grpSpPr>
          <a:xfrm>
            <a:off x="5273444" y="2708285"/>
            <a:ext cx="371123" cy="362267"/>
            <a:chOff x="5273444" y="2891285"/>
            <a:chExt cx="371123" cy="362267"/>
          </a:xfrm>
        </p:grpSpPr>
        <p:sp>
          <p:nvSpPr>
            <p:cNvPr id="11301" name="Google Shape;11301;p42"/>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2" name="Google Shape;11302;p42"/>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3" name="Google Shape;11303;p42"/>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4" name="Google Shape;11304;p42"/>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5" name="Google Shape;11305;p42"/>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6" name="Google Shape;11306;p42"/>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7" name="Google Shape;11307;p42"/>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8" name="Google Shape;11308;p42"/>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9" name="Google Shape;11309;p42"/>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0" name="Google Shape;11310;p42"/>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1" name="Google Shape;11311;p42"/>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2" name="Google Shape;11312;p42"/>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3" name="Google Shape;11313;p42"/>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4" name="Google Shape;11314;p42"/>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5" name="Google Shape;11315;p42"/>
          <p:cNvGrpSpPr/>
          <p:nvPr/>
        </p:nvGrpSpPr>
        <p:grpSpPr>
          <a:xfrm>
            <a:off x="7630397" y="3175399"/>
            <a:ext cx="214759" cy="357030"/>
            <a:chOff x="2235125" y="238075"/>
            <a:chExt cx="3144350" cy="5227375"/>
          </a:xfrm>
        </p:grpSpPr>
        <p:sp>
          <p:nvSpPr>
            <p:cNvPr id="11316" name="Google Shape;11316;p42"/>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7" name="Google Shape;11317;p42"/>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8" name="Google Shape;11318;p42"/>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9" name="Google Shape;11319;p42"/>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0" name="Google Shape;11320;p42"/>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1" name="Google Shape;11321;p42"/>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2" name="Google Shape;11322;p42"/>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3" name="Google Shape;11323;p42"/>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4" name="Google Shape;11324;p42"/>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25" name="Google Shape;11325;p42"/>
          <p:cNvGrpSpPr/>
          <p:nvPr/>
        </p:nvGrpSpPr>
        <p:grpSpPr>
          <a:xfrm>
            <a:off x="2810729" y="4084107"/>
            <a:ext cx="342496" cy="351944"/>
            <a:chOff x="2810729" y="4267107"/>
            <a:chExt cx="342496" cy="351944"/>
          </a:xfrm>
        </p:grpSpPr>
        <p:sp>
          <p:nvSpPr>
            <p:cNvPr id="11326" name="Google Shape;11326;p42"/>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7" name="Google Shape;11327;p42"/>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8" name="Google Shape;11328;p42"/>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9" name="Google Shape;11329;p42"/>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0" name="Google Shape;11330;p42"/>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1" name="Google Shape;11331;p42"/>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2" name="Google Shape;11332;p42"/>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3" name="Google Shape;11333;p42"/>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4" name="Google Shape;11334;p42"/>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5" name="Google Shape;11335;p42"/>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6" name="Google Shape;11336;p42"/>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7" name="Google Shape;11337;p42"/>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8" name="Google Shape;11338;p42"/>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9" name="Google Shape;11339;p42"/>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0" name="Google Shape;11340;p42"/>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1" name="Google Shape;11341;p42"/>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2" name="Google Shape;11342;p42"/>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3" name="Google Shape;11343;p42"/>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4" name="Google Shape;11344;p42"/>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5" name="Google Shape;11345;p42"/>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6" name="Google Shape;11346;p42"/>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7" name="Google Shape;11347;p42"/>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8" name="Google Shape;11348;p42"/>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9" name="Google Shape;11349;p42"/>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0" name="Google Shape;11350;p42"/>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1" name="Google Shape;11351;p42"/>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2" name="Google Shape;11352;p42"/>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3" name="Google Shape;11353;p42"/>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4" name="Google Shape;11354;p42"/>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5" name="Google Shape;11355;p42"/>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6" name="Google Shape;11356;p42"/>
          <p:cNvGrpSpPr/>
          <p:nvPr/>
        </p:nvGrpSpPr>
        <p:grpSpPr>
          <a:xfrm>
            <a:off x="1779168" y="3622625"/>
            <a:ext cx="282381" cy="343454"/>
            <a:chOff x="1779168" y="3805625"/>
            <a:chExt cx="282381" cy="343454"/>
          </a:xfrm>
        </p:grpSpPr>
        <p:sp>
          <p:nvSpPr>
            <p:cNvPr id="11357" name="Google Shape;11357;p42"/>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8" name="Google Shape;11358;p42"/>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9" name="Google Shape;11359;p42"/>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0" name="Google Shape;11360;p42"/>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1" name="Google Shape;11361;p42"/>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2" name="Google Shape;11362;p42"/>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3" name="Google Shape;11363;p42"/>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4" name="Google Shape;11364;p42"/>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5" name="Google Shape;11365;p42"/>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6" name="Google Shape;11366;p42"/>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7" name="Google Shape;11367;p42"/>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8" name="Google Shape;11368;p42"/>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9" name="Google Shape;11369;p42"/>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0" name="Google Shape;11370;p42"/>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1" name="Google Shape;11371;p42"/>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2" name="Google Shape;11372;p42"/>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3" name="Google Shape;11373;p42"/>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4" name="Google Shape;11374;p42"/>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5" name="Google Shape;11375;p42"/>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6" name="Google Shape;11376;p42"/>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7" name="Google Shape;11377;p42"/>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8" name="Google Shape;11378;p42"/>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9" name="Google Shape;11379;p42"/>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0" name="Google Shape;11380;p42"/>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1" name="Google Shape;11381;p42"/>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2" name="Google Shape;11382;p42"/>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3" name="Google Shape;11383;p42"/>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4" name="Google Shape;11384;p42"/>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85" name="Google Shape;11385;p42"/>
          <p:cNvGrpSpPr/>
          <p:nvPr/>
        </p:nvGrpSpPr>
        <p:grpSpPr>
          <a:xfrm>
            <a:off x="2593522" y="2224029"/>
            <a:ext cx="391607" cy="364535"/>
            <a:chOff x="2593522" y="2407029"/>
            <a:chExt cx="391607" cy="364535"/>
          </a:xfrm>
        </p:grpSpPr>
        <p:sp>
          <p:nvSpPr>
            <p:cNvPr id="11386" name="Google Shape;11386;p42"/>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7" name="Google Shape;11387;p42"/>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8" name="Google Shape;11388;p42"/>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9" name="Google Shape;11389;p42"/>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0" name="Google Shape;11390;p42"/>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1" name="Google Shape;11391;p42"/>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2" name="Google Shape;11392;p42"/>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3" name="Google Shape;11393;p42"/>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4" name="Google Shape;11394;p42"/>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5" name="Google Shape;11395;p42"/>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6" name="Google Shape;11396;p42"/>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7" name="Google Shape;11397;p42"/>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8" name="Google Shape;11398;p42"/>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9" name="Google Shape;11399;p42"/>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0" name="Google Shape;11400;p42"/>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1" name="Google Shape;11401;p42"/>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2" name="Google Shape;11402;p42"/>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3" name="Google Shape;11403;p42"/>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4" name="Google Shape;11404;p42"/>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5" name="Google Shape;11405;p42"/>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6" name="Google Shape;11406;p42"/>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7" name="Google Shape;11407;p42"/>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8" name="Google Shape;11408;p42"/>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9" name="Google Shape;11409;p42"/>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0" name="Google Shape;11410;p42"/>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1" name="Google Shape;11411;p42"/>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2" name="Google Shape;11412;p42"/>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3" name="Google Shape;11413;p42"/>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4" name="Google Shape;11414;p42"/>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5" name="Google Shape;11415;p42"/>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6" name="Google Shape;11416;p42"/>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7" name="Google Shape;11417;p42"/>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8" name="Google Shape;11418;p42"/>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9" name="Google Shape;11419;p42"/>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0" name="Google Shape;11420;p42"/>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1" name="Google Shape;11421;p42"/>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2" name="Google Shape;11422;p42"/>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3" name="Google Shape;11423;p42"/>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4" name="Google Shape;11424;p42"/>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5" name="Google Shape;11425;p42"/>
          <p:cNvGrpSpPr/>
          <p:nvPr/>
        </p:nvGrpSpPr>
        <p:grpSpPr>
          <a:xfrm>
            <a:off x="3955047" y="2249242"/>
            <a:ext cx="322912" cy="334396"/>
            <a:chOff x="3955047" y="2432242"/>
            <a:chExt cx="322912" cy="334396"/>
          </a:xfrm>
        </p:grpSpPr>
        <p:sp>
          <p:nvSpPr>
            <p:cNvPr id="11426" name="Google Shape;11426;p42"/>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7" name="Google Shape;11427;p42"/>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8" name="Google Shape;11428;p42"/>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9" name="Google Shape;11429;p42"/>
          <p:cNvGrpSpPr/>
          <p:nvPr/>
        </p:nvGrpSpPr>
        <p:grpSpPr>
          <a:xfrm>
            <a:off x="1802465" y="1779854"/>
            <a:ext cx="265373" cy="351944"/>
            <a:chOff x="1802465" y="1962854"/>
            <a:chExt cx="265373" cy="351944"/>
          </a:xfrm>
        </p:grpSpPr>
        <p:sp>
          <p:nvSpPr>
            <p:cNvPr id="11430" name="Google Shape;11430;p42"/>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1" name="Google Shape;11431;p42"/>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2" name="Google Shape;11432;p42"/>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3" name="Google Shape;11433;p42"/>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4" name="Google Shape;11434;p42"/>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5" name="Google Shape;11435;p42"/>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6" name="Google Shape;11436;p42"/>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7" name="Google Shape;11437;p42"/>
          <p:cNvGrpSpPr/>
          <p:nvPr/>
        </p:nvGrpSpPr>
        <p:grpSpPr>
          <a:xfrm>
            <a:off x="3512070" y="1773222"/>
            <a:ext cx="373984" cy="363622"/>
            <a:chOff x="3512070" y="1956222"/>
            <a:chExt cx="373984" cy="363622"/>
          </a:xfrm>
        </p:grpSpPr>
        <p:sp>
          <p:nvSpPr>
            <p:cNvPr id="11438" name="Google Shape;11438;p42"/>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9" name="Google Shape;11439;p42"/>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0" name="Google Shape;11440;p42"/>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1" name="Google Shape;11441;p42"/>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2" name="Google Shape;11442;p42"/>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3" name="Google Shape;11443;p42"/>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4" name="Google Shape;11444;p42"/>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5" name="Google Shape;11445;p42"/>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6" name="Google Shape;11446;p42"/>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7" name="Google Shape;11447;p42"/>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8" name="Google Shape;11448;p42"/>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9" name="Google Shape;11449;p42"/>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0" name="Google Shape;11450;p42"/>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1" name="Google Shape;11451;p42"/>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2" name="Google Shape;11452;p42"/>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3" name="Google Shape;11453;p42"/>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4" name="Google Shape;11454;p42"/>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55" name="Google Shape;11455;p42"/>
          <p:cNvGrpSpPr/>
          <p:nvPr/>
        </p:nvGrpSpPr>
        <p:grpSpPr>
          <a:xfrm>
            <a:off x="842683" y="2211751"/>
            <a:ext cx="345641" cy="356660"/>
            <a:chOff x="842683" y="2394751"/>
            <a:chExt cx="345641" cy="356660"/>
          </a:xfrm>
        </p:grpSpPr>
        <p:sp>
          <p:nvSpPr>
            <p:cNvPr id="11456" name="Google Shape;11456;p42"/>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7" name="Google Shape;11457;p42"/>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8" name="Google Shape;11458;p42"/>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9" name="Google Shape;11459;p42"/>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0" name="Google Shape;11460;p42"/>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1" name="Google Shape;11461;p42"/>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2" name="Google Shape;11462;p42"/>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3" name="Google Shape;11463;p42"/>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4" name="Google Shape;11464;p42"/>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5" name="Google Shape;11465;p42"/>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6" name="Google Shape;11466;p42"/>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7" name="Google Shape;11467;p42"/>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8" name="Google Shape;11468;p42"/>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9" name="Google Shape;11469;p42"/>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0" name="Google Shape;11470;p42"/>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1" name="Google Shape;11471;p42"/>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2" name="Google Shape;11472;p42"/>
          <p:cNvGrpSpPr/>
          <p:nvPr/>
        </p:nvGrpSpPr>
        <p:grpSpPr>
          <a:xfrm>
            <a:off x="1290615" y="2216467"/>
            <a:ext cx="336837" cy="342511"/>
            <a:chOff x="1290615" y="2399467"/>
            <a:chExt cx="336837" cy="342511"/>
          </a:xfrm>
        </p:grpSpPr>
        <p:sp>
          <p:nvSpPr>
            <p:cNvPr id="11473" name="Google Shape;11473;p42"/>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4" name="Google Shape;11474;p42"/>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5" name="Google Shape;11475;p42"/>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6" name="Google Shape;11476;p42"/>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7" name="Google Shape;11477;p42"/>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8" name="Google Shape;11478;p42"/>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9" name="Google Shape;11479;p42"/>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0" name="Google Shape;11480;p42"/>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1" name="Google Shape;11481;p42"/>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2" name="Google Shape;11482;p42"/>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3" name="Google Shape;11483;p42"/>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4" name="Google Shape;11484;p42"/>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5" name="Google Shape;11485;p42"/>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6" name="Google Shape;11486;p42"/>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7" name="Google Shape;11487;p42"/>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8" name="Google Shape;11488;p42"/>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9" name="Google Shape;11489;p42"/>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0" name="Google Shape;11490;p42"/>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1" name="Google Shape;11491;p42"/>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2" name="Google Shape;11492;p42"/>
          <p:cNvGrpSpPr/>
          <p:nvPr/>
        </p:nvGrpSpPr>
        <p:grpSpPr>
          <a:xfrm>
            <a:off x="1748310" y="2225601"/>
            <a:ext cx="308508" cy="333377"/>
            <a:chOff x="1748310" y="2408601"/>
            <a:chExt cx="308508" cy="333377"/>
          </a:xfrm>
        </p:grpSpPr>
        <p:sp>
          <p:nvSpPr>
            <p:cNvPr id="11493" name="Google Shape;11493;p42"/>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4" name="Google Shape;11494;p42"/>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5" name="Google Shape;11495;p42"/>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6" name="Google Shape;11496;p42"/>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7" name="Google Shape;11497;p42"/>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8" name="Google Shape;11498;p42"/>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9" name="Google Shape;11499;p42"/>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0" name="Google Shape;11500;p42"/>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1" name="Google Shape;11501;p42"/>
          <p:cNvGrpSpPr/>
          <p:nvPr/>
        </p:nvGrpSpPr>
        <p:grpSpPr>
          <a:xfrm>
            <a:off x="3044614" y="2235033"/>
            <a:ext cx="376184" cy="315141"/>
            <a:chOff x="3044614" y="2418033"/>
            <a:chExt cx="376184" cy="315141"/>
          </a:xfrm>
        </p:grpSpPr>
        <p:sp>
          <p:nvSpPr>
            <p:cNvPr id="11502" name="Google Shape;11502;p42"/>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3" name="Google Shape;11503;p42"/>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4" name="Google Shape;11504;p42"/>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5" name="Google Shape;11505;p42"/>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6" name="Google Shape;11506;p42"/>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7" name="Google Shape;11507;p42"/>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8" name="Google Shape;11508;p42"/>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9" name="Google Shape;11509;p42"/>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0" name="Google Shape;11510;p42"/>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1" name="Google Shape;11511;p42"/>
          <p:cNvGrpSpPr/>
          <p:nvPr/>
        </p:nvGrpSpPr>
        <p:grpSpPr>
          <a:xfrm>
            <a:off x="3943638" y="3632072"/>
            <a:ext cx="357932" cy="342676"/>
            <a:chOff x="3943638" y="3815072"/>
            <a:chExt cx="357932" cy="342676"/>
          </a:xfrm>
        </p:grpSpPr>
        <p:sp>
          <p:nvSpPr>
            <p:cNvPr id="11512" name="Google Shape;11512;p42"/>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3" name="Google Shape;11513;p42"/>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4" name="Google Shape;11514;p42"/>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5" name="Google Shape;11515;p42"/>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6" name="Google Shape;11516;p42"/>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7" name="Google Shape;11517;p42"/>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8" name="Google Shape;11518;p42"/>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9" name="Google Shape;11519;p42"/>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0" name="Google Shape;11520;p42"/>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1" name="Google Shape;11521;p42"/>
          <p:cNvGrpSpPr/>
          <p:nvPr/>
        </p:nvGrpSpPr>
        <p:grpSpPr>
          <a:xfrm>
            <a:off x="3508282" y="3627341"/>
            <a:ext cx="351645" cy="351959"/>
            <a:chOff x="3508282" y="3810341"/>
            <a:chExt cx="351645" cy="351959"/>
          </a:xfrm>
        </p:grpSpPr>
        <p:sp>
          <p:nvSpPr>
            <p:cNvPr id="11522" name="Google Shape;11522;p42"/>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3" name="Google Shape;11523;p42"/>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4" name="Google Shape;11524;p42"/>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5" name="Google Shape;11525;p42"/>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6" name="Google Shape;11526;p42"/>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7" name="Google Shape;11527;p42"/>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8" name="Google Shape;11528;p42"/>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9" name="Google Shape;11529;p42"/>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0" name="Google Shape;11530;p42"/>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1" name="Google Shape;11531;p42"/>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2" name="Google Shape;11532;p42"/>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3" name="Google Shape;11533;p42"/>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4" name="Google Shape;11534;p42"/>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5" name="Google Shape;11535;p42"/>
          <p:cNvGrpSpPr/>
          <p:nvPr/>
        </p:nvGrpSpPr>
        <p:grpSpPr>
          <a:xfrm>
            <a:off x="2224585" y="1779854"/>
            <a:ext cx="303163" cy="351809"/>
            <a:chOff x="2224585" y="1962854"/>
            <a:chExt cx="303163" cy="351809"/>
          </a:xfrm>
        </p:grpSpPr>
        <p:sp>
          <p:nvSpPr>
            <p:cNvPr id="11536" name="Google Shape;11536;p42"/>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7" name="Google Shape;11537;p42"/>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8" name="Google Shape;11538;p42"/>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9" name="Google Shape;11539;p42"/>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0" name="Google Shape;11540;p42"/>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1" name="Google Shape;11541;p42"/>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2" name="Google Shape;11542;p42"/>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3" name="Google Shape;11543;p42"/>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4" name="Google Shape;11544;p42"/>
          <p:cNvGrpSpPr/>
          <p:nvPr/>
        </p:nvGrpSpPr>
        <p:grpSpPr>
          <a:xfrm>
            <a:off x="2622794" y="1807868"/>
            <a:ext cx="389090" cy="296230"/>
            <a:chOff x="2622794" y="1990868"/>
            <a:chExt cx="389090" cy="296230"/>
          </a:xfrm>
        </p:grpSpPr>
        <p:sp>
          <p:nvSpPr>
            <p:cNvPr id="11545" name="Google Shape;11545;p42"/>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6" name="Google Shape;11546;p42"/>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7" name="Google Shape;11547;p42"/>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8" name="Google Shape;11548;p42"/>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9" name="Google Shape;11549;p42"/>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0" name="Google Shape;11550;p42"/>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1" name="Google Shape;11551;p42"/>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2" name="Google Shape;11552;p42"/>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3" name="Google Shape;11553;p42"/>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4" name="Google Shape;11554;p42"/>
          <p:cNvGrpSpPr/>
          <p:nvPr/>
        </p:nvGrpSpPr>
        <p:grpSpPr>
          <a:xfrm>
            <a:off x="3977326" y="1769149"/>
            <a:ext cx="327074" cy="375241"/>
            <a:chOff x="3977326" y="1952149"/>
            <a:chExt cx="327074" cy="375241"/>
          </a:xfrm>
        </p:grpSpPr>
        <p:sp>
          <p:nvSpPr>
            <p:cNvPr id="11555" name="Google Shape;11555;p42"/>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6" name="Google Shape;11556;p42"/>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7" name="Google Shape;11557;p42"/>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8" name="Google Shape;11558;p42"/>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9" name="Google Shape;11559;p42"/>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0" name="Google Shape;11560;p42"/>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1" name="Google Shape;11561;p42"/>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2" name="Google Shape;11562;p42"/>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3" name="Google Shape;11563;p42"/>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4" name="Google Shape;11564;p42"/>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5" name="Google Shape;11565;p42"/>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6" name="Google Shape;11566;p42"/>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7" name="Google Shape;11567;p42"/>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8" name="Google Shape;11568;p42"/>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9" name="Google Shape;11569;p42"/>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0" name="Google Shape;11570;p42"/>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1" name="Google Shape;11571;p42"/>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2" name="Google Shape;11572;p42"/>
          <p:cNvGrpSpPr/>
          <p:nvPr/>
        </p:nvGrpSpPr>
        <p:grpSpPr>
          <a:xfrm>
            <a:off x="1341612" y="3157055"/>
            <a:ext cx="259399" cy="370525"/>
            <a:chOff x="1341612" y="3340055"/>
            <a:chExt cx="259399" cy="370525"/>
          </a:xfrm>
        </p:grpSpPr>
        <p:sp>
          <p:nvSpPr>
            <p:cNvPr id="11573" name="Google Shape;11573;p42"/>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4" name="Google Shape;11574;p42"/>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5" name="Google Shape;11575;p42"/>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6" name="Google Shape;11576;p42"/>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7" name="Google Shape;11577;p42"/>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8" name="Google Shape;11578;p42"/>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9" name="Google Shape;11579;p42"/>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0" name="Google Shape;11580;p42"/>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1" name="Google Shape;11581;p42"/>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2" name="Google Shape;11582;p42"/>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3" name="Google Shape;11583;p42"/>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4" name="Google Shape;11584;p42"/>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5" name="Google Shape;11585;p42"/>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6" name="Google Shape;11586;p42"/>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7" name="Google Shape;11587;p42"/>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8" name="Google Shape;11588;p42"/>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9" name="Google Shape;11589;p42"/>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0" name="Google Shape;11590;p42"/>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91" name="Google Shape;11591;p42"/>
          <p:cNvGrpSpPr/>
          <p:nvPr/>
        </p:nvGrpSpPr>
        <p:grpSpPr>
          <a:xfrm>
            <a:off x="2179892" y="3661972"/>
            <a:ext cx="351629" cy="282382"/>
            <a:chOff x="2179892" y="3844972"/>
            <a:chExt cx="351629" cy="282382"/>
          </a:xfrm>
        </p:grpSpPr>
        <p:sp>
          <p:nvSpPr>
            <p:cNvPr id="11592" name="Google Shape;11592;p42"/>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3" name="Google Shape;11593;p42"/>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4" name="Google Shape;11594;p42"/>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5" name="Google Shape;11595;p42"/>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6" name="Google Shape;11596;p42"/>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7" name="Google Shape;11597;p42"/>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8" name="Google Shape;11598;p42"/>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9" name="Google Shape;11599;p42"/>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0" name="Google Shape;11600;p42"/>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1" name="Google Shape;11601;p42"/>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2" name="Google Shape;11602;p42"/>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3" name="Google Shape;11603;p42"/>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4" name="Google Shape;11604;p42"/>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5" name="Google Shape;11605;p42"/>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6" name="Google Shape;11606;p42"/>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7" name="Google Shape;11607;p42"/>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8" name="Google Shape;11608;p42"/>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9" name="Google Shape;11609;p42"/>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0" name="Google Shape;11610;p42"/>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1" name="Google Shape;11611;p42"/>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12" name="Google Shape;11612;p42"/>
          <p:cNvGrpSpPr/>
          <p:nvPr/>
        </p:nvGrpSpPr>
        <p:grpSpPr>
          <a:xfrm>
            <a:off x="3131170" y="3633884"/>
            <a:ext cx="220051" cy="338168"/>
            <a:chOff x="3131170" y="3816884"/>
            <a:chExt cx="220051" cy="338168"/>
          </a:xfrm>
        </p:grpSpPr>
        <p:sp>
          <p:nvSpPr>
            <p:cNvPr id="11613" name="Google Shape;11613;p42"/>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4" name="Google Shape;11614;p42"/>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5" name="Google Shape;11615;p42"/>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6" name="Google Shape;11616;p42"/>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7" name="Google Shape;11617;p42"/>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8" name="Google Shape;11618;p42"/>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9" name="Google Shape;11619;p42"/>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0" name="Google Shape;11620;p42"/>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1" name="Google Shape;11621;p42"/>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22" name="Google Shape;11622;p42"/>
          <p:cNvGrpSpPr/>
          <p:nvPr/>
        </p:nvGrpSpPr>
        <p:grpSpPr>
          <a:xfrm>
            <a:off x="903502" y="3176564"/>
            <a:ext cx="247989" cy="333393"/>
            <a:chOff x="903502" y="3359564"/>
            <a:chExt cx="247989" cy="333393"/>
          </a:xfrm>
        </p:grpSpPr>
        <p:sp>
          <p:nvSpPr>
            <p:cNvPr id="11623" name="Google Shape;11623;p42"/>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4" name="Google Shape;11624;p42"/>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5" name="Google Shape;11625;p42"/>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6" name="Google Shape;11626;p42"/>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7" name="Google Shape;11627;p42"/>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8" name="Google Shape;11628;p42"/>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9" name="Google Shape;11629;p42"/>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0" name="Google Shape;11630;p42"/>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1" name="Google Shape;11631;p42"/>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2" name="Google Shape;11632;p42"/>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3" name="Google Shape;11633;p42"/>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4" name="Google Shape;11634;p42"/>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5" name="Google Shape;11635;p42"/>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6" name="Google Shape;11636;p42"/>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7" name="Google Shape;11637;p42"/>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8" name="Google Shape;11638;p42"/>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9" name="Google Shape;11639;p42"/>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0" name="Google Shape;11640;p42"/>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1" name="Google Shape;11641;p42"/>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2" name="Google Shape;11642;p42"/>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3" name="Google Shape;11643;p42"/>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4" name="Google Shape;11644;p42"/>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5" name="Google Shape;11645;p42"/>
          <p:cNvGrpSpPr/>
          <p:nvPr/>
        </p:nvGrpSpPr>
        <p:grpSpPr>
          <a:xfrm>
            <a:off x="2616191" y="2707461"/>
            <a:ext cx="365793" cy="361151"/>
            <a:chOff x="2616191" y="2890461"/>
            <a:chExt cx="365793" cy="361151"/>
          </a:xfrm>
        </p:grpSpPr>
        <p:sp>
          <p:nvSpPr>
            <p:cNvPr id="11646" name="Google Shape;11646;p42"/>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7" name="Google Shape;11647;p42"/>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8" name="Google Shape;11648;p42"/>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9" name="Google Shape;11649;p4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0" name="Google Shape;11650;p4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1" name="Google Shape;11651;p42"/>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2" name="Google Shape;11652;p42"/>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3" name="Google Shape;11653;p42"/>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4" name="Google Shape;11654;p42"/>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5" name="Google Shape;11655;p42"/>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6" name="Google Shape;11656;p42"/>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7" name="Google Shape;11657;p42"/>
          <p:cNvGrpSpPr/>
          <p:nvPr/>
        </p:nvGrpSpPr>
        <p:grpSpPr>
          <a:xfrm>
            <a:off x="3049959" y="1762861"/>
            <a:ext cx="402940" cy="388536"/>
            <a:chOff x="3049959" y="1945861"/>
            <a:chExt cx="402940" cy="388536"/>
          </a:xfrm>
        </p:grpSpPr>
        <p:sp>
          <p:nvSpPr>
            <p:cNvPr id="11658" name="Google Shape;11658;p42"/>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9" name="Google Shape;11659;p42"/>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0" name="Google Shape;11660;p42"/>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1" name="Google Shape;11661;p42"/>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2" name="Google Shape;11662;p42"/>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3" name="Google Shape;11663;p42"/>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64" name="Google Shape;11664;p42"/>
          <p:cNvGrpSpPr/>
          <p:nvPr/>
        </p:nvGrpSpPr>
        <p:grpSpPr>
          <a:xfrm>
            <a:off x="2483025" y="4085679"/>
            <a:ext cx="202428" cy="349114"/>
            <a:chOff x="2483025" y="4268679"/>
            <a:chExt cx="202428" cy="349114"/>
          </a:xfrm>
        </p:grpSpPr>
        <p:sp>
          <p:nvSpPr>
            <p:cNvPr id="11665" name="Google Shape;11665;p42"/>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6" name="Google Shape;11666;p42"/>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7" name="Google Shape;11667;p42"/>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8" name="Google Shape;11668;p42"/>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9" name="Google Shape;11669;p42"/>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0" name="Google Shape;11670;p42"/>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1" name="Google Shape;11671;p42"/>
          <p:cNvGrpSpPr/>
          <p:nvPr/>
        </p:nvGrpSpPr>
        <p:grpSpPr>
          <a:xfrm>
            <a:off x="862507" y="2702984"/>
            <a:ext cx="329590" cy="365000"/>
            <a:chOff x="862507" y="2885984"/>
            <a:chExt cx="329590" cy="365000"/>
          </a:xfrm>
        </p:grpSpPr>
        <p:sp>
          <p:nvSpPr>
            <p:cNvPr id="11672" name="Google Shape;11672;p42"/>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3" name="Google Shape;11673;p42"/>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4" name="Google Shape;11674;p42"/>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5" name="Google Shape;11675;p42"/>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6" name="Google Shape;11676;p42"/>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7" name="Google Shape;11677;p42"/>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8" name="Google Shape;11678;p42"/>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9" name="Google Shape;11679;p42"/>
          <p:cNvGrpSpPr/>
          <p:nvPr/>
        </p:nvGrpSpPr>
        <p:grpSpPr>
          <a:xfrm>
            <a:off x="3082075" y="2688805"/>
            <a:ext cx="318884" cy="379808"/>
            <a:chOff x="3082075" y="2871805"/>
            <a:chExt cx="318884" cy="379808"/>
          </a:xfrm>
        </p:grpSpPr>
        <p:sp>
          <p:nvSpPr>
            <p:cNvPr id="11680" name="Google Shape;11680;p42"/>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1" name="Google Shape;11681;p42"/>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2" name="Google Shape;11682;p42"/>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3" name="Google Shape;11683;p42"/>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4" name="Google Shape;11684;p42"/>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5" name="Google Shape;11685;p42"/>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6" name="Google Shape;11686;p42"/>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7" name="Google Shape;11687;p42"/>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8" name="Google Shape;11688;p42"/>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9" name="Google Shape;11689;p42"/>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0" name="Google Shape;11690;p42"/>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1" name="Google Shape;11691;p42"/>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2" name="Google Shape;11692;p42"/>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3" name="Google Shape;11693;p42"/>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4" name="Google Shape;11694;p42"/>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5" name="Google Shape;11695;p42"/>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6" name="Google Shape;11696;p42"/>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7" name="Google Shape;11697;p42"/>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8" name="Google Shape;11698;p42"/>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9" name="Google Shape;11699;p42"/>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0" name="Google Shape;11700;p42"/>
          <p:cNvGrpSpPr/>
          <p:nvPr/>
        </p:nvGrpSpPr>
        <p:grpSpPr>
          <a:xfrm>
            <a:off x="2594780" y="1333494"/>
            <a:ext cx="410187" cy="324245"/>
            <a:chOff x="2594780" y="1516494"/>
            <a:chExt cx="410187" cy="324245"/>
          </a:xfrm>
        </p:grpSpPr>
        <p:sp>
          <p:nvSpPr>
            <p:cNvPr id="11701" name="Google Shape;11701;p42"/>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2" name="Google Shape;11702;p42"/>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3" name="Google Shape;11703;p42"/>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4" name="Google Shape;11704;p42"/>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5" name="Google Shape;11705;p42"/>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6" name="Google Shape;11706;p42"/>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7" name="Google Shape;11707;p42"/>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8" name="Google Shape;11708;p42"/>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9" name="Google Shape;11709;p42"/>
          <p:cNvGrpSpPr/>
          <p:nvPr/>
        </p:nvGrpSpPr>
        <p:grpSpPr>
          <a:xfrm>
            <a:off x="1742965" y="1319959"/>
            <a:ext cx="333692" cy="333363"/>
            <a:chOff x="1742965" y="1502959"/>
            <a:chExt cx="333692" cy="333363"/>
          </a:xfrm>
        </p:grpSpPr>
        <p:sp>
          <p:nvSpPr>
            <p:cNvPr id="11710" name="Google Shape;11710;p42"/>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1" name="Google Shape;11711;p42"/>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2" name="Google Shape;11712;p42"/>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3" name="Google Shape;11713;p42"/>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4" name="Google Shape;11714;p42"/>
          <p:cNvGrpSpPr/>
          <p:nvPr/>
        </p:nvGrpSpPr>
        <p:grpSpPr>
          <a:xfrm>
            <a:off x="3051531" y="1333809"/>
            <a:ext cx="390034" cy="296545"/>
            <a:chOff x="3051531" y="1516809"/>
            <a:chExt cx="390034" cy="296545"/>
          </a:xfrm>
        </p:grpSpPr>
        <p:sp>
          <p:nvSpPr>
            <p:cNvPr id="11715" name="Google Shape;11715;p42"/>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6" name="Google Shape;11716;p42"/>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7" name="Google Shape;11717;p42"/>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8" name="Google Shape;11718;p42"/>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9" name="Google Shape;11719;p42"/>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0" name="Google Shape;11720;p42"/>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1" name="Google Shape;11721;p42"/>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2" name="Google Shape;11722;p42"/>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3" name="Google Shape;11723;p42"/>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4" name="Google Shape;11724;p42"/>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5" name="Google Shape;11725;p42"/>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6" name="Google Shape;11726;p42"/>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7" name="Google Shape;11727;p42"/>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8" name="Google Shape;11728;p42"/>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9" name="Google Shape;11729;p42"/>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0" name="Google Shape;11730;p42"/>
          <p:cNvGrpSpPr/>
          <p:nvPr/>
        </p:nvGrpSpPr>
        <p:grpSpPr>
          <a:xfrm>
            <a:off x="3514900" y="1306020"/>
            <a:ext cx="354145" cy="351869"/>
            <a:chOff x="3514900" y="1489020"/>
            <a:chExt cx="354145" cy="351869"/>
          </a:xfrm>
        </p:grpSpPr>
        <p:sp>
          <p:nvSpPr>
            <p:cNvPr id="11731" name="Google Shape;11731;p42"/>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2" name="Google Shape;11732;p42"/>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3" name="Google Shape;11733;p42"/>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4" name="Google Shape;11734;p42"/>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5" name="Google Shape;11735;p42"/>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6" name="Google Shape;11736;p42"/>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7" name="Google Shape;11737;p42"/>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8" name="Google Shape;11738;p42"/>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9" name="Google Shape;11739;p42"/>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0" name="Google Shape;11740;p42"/>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1" name="Google Shape;11741;p42"/>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2" name="Google Shape;11742;p42"/>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3" name="Google Shape;11743;p42"/>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4" name="Google Shape;11744;p42"/>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5" name="Google Shape;11745;p42"/>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6" name="Google Shape;11746;p42"/>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7" name="Google Shape;11747;p42"/>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8" name="Google Shape;11748;p42"/>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9" name="Google Shape;11749;p42"/>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0" name="Google Shape;11750;p42"/>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1" name="Google Shape;11751;p42"/>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2" name="Google Shape;11752;p42"/>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3" name="Google Shape;11753;p42"/>
          <p:cNvGrpSpPr/>
          <p:nvPr/>
        </p:nvGrpSpPr>
        <p:grpSpPr>
          <a:xfrm>
            <a:off x="3066324" y="3167446"/>
            <a:ext cx="346599" cy="333183"/>
            <a:chOff x="3066324" y="3350446"/>
            <a:chExt cx="346599" cy="333183"/>
          </a:xfrm>
        </p:grpSpPr>
        <p:sp>
          <p:nvSpPr>
            <p:cNvPr id="11754" name="Google Shape;11754;p42"/>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5" name="Google Shape;11755;p42"/>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6" name="Google Shape;11756;p42"/>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7" name="Google Shape;11757;p42"/>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8" name="Google Shape;11758;p42"/>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9" name="Google Shape;11759;p42"/>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0" name="Google Shape;11760;p42"/>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1" name="Google Shape;11761;p42"/>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2" name="Google Shape;11762;p42"/>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3" name="Google Shape;11763;p42"/>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4" name="Google Shape;11764;p42"/>
          <p:cNvGrpSpPr/>
          <p:nvPr/>
        </p:nvGrpSpPr>
        <p:grpSpPr>
          <a:xfrm>
            <a:off x="1282755" y="1769089"/>
            <a:ext cx="363278" cy="363338"/>
            <a:chOff x="1282755" y="1952089"/>
            <a:chExt cx="363278" cy="363338"/>
          </a:xfrm>
        </p:grpSpPr>
        <p:sp>
          <p:nvSpPr>
            <p:cNvPr id="11765" name="Google Shape;11765;p42"/>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6" name="Google Shape;11766;p42"/>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7" name="Google Shape;11767;p42"/>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8" name="Google Shape;11768;p42"/>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9" name="Google Shape;11769;p42"/>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0" name="Google Shape;11770;p42"/>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1" name="Google Shape;11771;p42"/>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72" name="Google Shape;11772;p42"/>
          <p:cNvGrpSpPr/>
          <p:nvPr/>
        </p:nvGrpSpPr>
        <p:grpSpPr>
          <a:xfrm>
            <a:off x="3510094" y="2726281"/>
            <a:ext cx="355132" cy="343574"/>
            <a:chOff x="3510094" y="2909281"/>
            <a:chExt cx="355132" cy="343574"/>
          </a:xfrm>
        </p:grpSpPr>
        <p:sp>
          <p:nvSpPr>
            <p:cNvPr id="11773" name="Google Shape;11773;p42"/>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4" name="Google Shape;11774;p42"/>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5" name="Google Shape;11775;p42"/>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6" name="Google Shape;11776;p42"/>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7" name="Google Shape;11777;p42"/>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8" name="Google Shape;11778;p42"/>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9" name="Google Shape;11779;p42"/>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0" name="Google Shape;11780;p42"/>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1" name="Google Shape;11781;p42"/>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2" name="Google Shape;11782;p42"/>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3" name="Google Shape;11783;p42"/>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4" name="Google Shape;11784;p42"/>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5" name="Google Shape;11785;p42"/>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86" name="Google Shape;11786;p42"/>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87" name="Google Shape;11787;p42"/>
          <p:cNvGrpSpPr/>
          <p:nvPr/>
        </p:nvGrpSpPr>
        <p:grpSpPr>
          <a:xfrm>
            <a:off x="2163842" y="1323972"/>
            <a:ext cx="382787" cy="331565"/>
            <a:chOff x="2163842" y="1506972"/>
            <a:chExt cx="382787" cy="331565"/>
          </a:xfrm>
        </p:grpSpPr>
        <p:sp>
          <p:nvSpPr>
            <p:cNvPr id="11788" name="Google Shape;11788;p42"/>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9" name="Google Shape;11789;p42"/>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0" name="Google Shape;11790;p42"/>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1" name="Google Shape;11791;p42"/>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2" name="Google Shape;11792;p42"/>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3" name="Google Shape;11793;p42"/>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4" name="Google Shape;11794;p42"/>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5" name="Google Shape;11795;p42"/>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96" name="Google Shape;11796;p42"/>
          <p:cNvGrpSpPr/>
          <p:nvPr/>
        </p:nvGrpSpPr>
        <p:grpSpPr>
          <a:xfrm>
            <a:off x="1738877" y="3166652"/>
            <a:ext cx="357918" cy="350536"/>
            <a:chOff x="1738877" y="3349652"/>
            <a:chExt cx="357918" cy="350536"/>
          </a:xfrm>
        </p:grpSpPr>
        <p:sp>
          <p:nvSpPr>
            <p:cNvPr id="11797" name="Google Shape;11797;p42"/>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8" name="Google Shape;11798;p42"/>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9" name="Google Shape;11799;p42"/>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0" name="Google Shape;11800;p42"/>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1" name="Google Shape;11801;p42"/>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2" name="Google Shape;11802;p42"/>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3" name="Google Shape;11803;p42"/>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4" name="Google Shape;11804;p42"/>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5" name="Google Shape;11805;p42"/>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6" name="Google Shape;11806;p42"/>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7" name="Google Shape;11807;p42"/>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8" name="Google Shape;11808;p42"/>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9" name="Google Shape;11809;p42"/>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0" name="Google Shape;11810;p42"/>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1" name="Google Shape;11811;p42"/>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2" name="Google Shape;11812;p42"/>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3" name="Google Shape;11813;p42"/>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4" name="Google Shape;11814;p42"/>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15" name="Google Shape;11815;p42"/>
          <p:cNvGrpSpPr/>
          <p:nvPr/>
        </p:nvGrpSpPr>
        <p:grpSpPr>
          <a:xfrm>
            <a:off x="1971819" y="4093854"/>
            <a:ext cx="383281" cy="333947"/>
            <a:chOff x="1971819" y="4276854"/>
            <a:chExt cx="383281" cy="333947"/>
          </a:xfrm>
        </p:grpSpPr>
        <p:sp>
          <p:nvSpPr>
            <p:cNvPr id="11816" name="Google Shape;11816;p42"/>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7" name="Google Shape;11817;p42"/>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8" name="Google Shape;11818;p42"/>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9" name="Google Shape;11819;p42"/>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0" name="Google Shape;11820;p42"/>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1" name="Google Shape;11821;p42"/>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2" name="Google Shape;11822;p42"/>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3" name="Google Shape;11823;p42"/>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4" name="Google Shape;11824;p42"/>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5" name="Google Shape;11825;p42"/>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26" name="Google Shape;11826;p42"/>
          <p:cNvGrpSpPr/>
          <p:nvPr/>
        </p:nvGrpSpPr>
        <p:grpSpPr>
          <a:xfrm>
            <a:off x="1825119" y="2702819"/>
            <a:ext cx="175987" cy="361392"/>
            <a:chOff x="1825119" y="2885819"/>
            <a:chExt cx="175987" cy="361392"/>
          </a:xfrm>
        </p:grpSpPr>
        <p:sp>
          <p:nvSpPr>
            <p:cNvPr id="11827" name="Google Shape;11827;p42"/>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8" name="Google Shape;11828;p42"/>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9" name="Google Shape;11829;p42"/>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0" name="Google Shape;11830;p42"/>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1" name="Google Shape;11831;p42"/>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2" name="Google Shape;11832;p42"/>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3" name="Google Shape;11833;p42"/>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4" name="Google Shape;11834;p42"/>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5" name="Google Shape;11835;p42"/>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6" name="Google Shape;11836;p42"/>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37" name="Google Shape;11837;p42"/>
          <p:cNvGrpSpPr/>
          <p:nvPr/>
        </p:nvGrpSpPr>
        <p:grpSpPr>
          <a:xfrm>
            <a:off x="3504824" y="3222844"/>
            <a:ext cx="369896" cy="226339"/>
            <a:chOff x="3504824" y="3405844"/>
            <a:chExt cx="369896" cy="226339"/>
          </a:xfrm>
        </p:grpSpPr>
        <p:sp>
          <p:nvSpPr>
            <p:cNvPr id="11838" name="Google Shape;11838;p42"/>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9" name="Google Shape;11839;p42"/>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0" name="Google Shape;11840;p42"/>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1" name="Google Shape;11841;p42"/>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2" name="Google Shape;11842;p42"/>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3" name="Google Shape;11843;p42"/>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4" name="Google Shape;11844;p42"/>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5" name="Google Shape;11845;p42"/>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6" name="Google Shape;11846;p42"/>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7" name="Google Shape;11847;p42"/>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8" name="Google Shape;11848;p42"/>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9" name="Google Shape;11849;p42"/>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0" name="Google Shape;11850;p42"/>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1" name="Google Shape;11851;p42"/>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2" name="Google Shape;11852;p42"/>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3" name="Google Shape;11853;p42"/>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54" name="Google Shape;11854;p42"/>
          <p:cNvGrpSpPr/>
          <p:nvPr/>
        </p:nvGrpSpPr>
        <p:grpSpPr>
          <a:xfrm>
            <a:off x="1295661" y="3636594"/>
            <a:ext cx="345640" cy="342900"/>
            <a:chOff x="1295661" y="3819594"/>
            <a:chExt cx="345640" cy="342900"/>
          </a:xfrm>
        </p:grpSpPr>
        <p:sp>
          <p:nvSpPr>
            <p:cNvPr id="11855" name="Google Shape;11855;p42"/>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6" name="Google Shape;11856;p42"/>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7" name="Google Shape;11857;p42"/>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8" name="Google Shape;11858;p42"/>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9" name="Google Shape;11859;p42"/>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0" name="Google Shape;11860;p42"/>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1" name="Google Shape;11861;p42"/>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2" name="Google Shape;11862;p42"/>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3" name="Google Shape;11863;p42"/>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4" name="Google Shape;11864;p42"/>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5" name="Google Shape;11865;p42"/>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6" name="Google Shape;11866;p42"/>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7" name="Google Shape;11867;p42"/>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8" name="Google Shape;11868;p42"/>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9" name="Google Shape;11869;p42"/>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0" name="Google Shape;11870;p42"/>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1" name="Google Shape;11871;p42"/>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72" name="Google Shape;11872;p42"/>
          <p:cNvGrpSpPr/>
          <p:nvPr/>
        </p:nvGrpSpPr>
        <p:grpSpPr>
          <a:xfrm>
            <a:off x="3486572" y="2250470"/>
            <a:ext cx="379328" cy="281738"/>
            <a:chOff x="3486572" y="2433470"/>
            <a:chExt cx="379328" cy="281738"/>
          </a:xfrm>
        </p:grpSpPr>
        <p:sp>
          <p:nvSpPr>
            <p:cNvPr id="11873" name="Google Shape;11873;p42"/>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4" name="Google Shape;11874;p42"/>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5" name="Google Shape;11875;p42"/>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6" name="Google Shape;11876;p42"/>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7" name="Google Shape;11877;p42"/>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8" name="Google Shape;11878;p42"/>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9" name="Google Shape;11879;p42"/>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80" name="Google Shape;11880;p42"/>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81" name="Google Shape;11881;p42"/>
          <p:cNvGrpSpPr/>
          <p:nvPr/>
        </p:nvGrpSpPr>
        <p:grpSpPr>
          <a:xfrm>
            <a:off x="3997149" y="3146634"/>
            <a:ext cx="270733" cy="355761"/>
            <a:chOff x="3997149" y="3329634"/>
            <a:chExt cx="270733" cy="355761"/>
          </a:xfrm>
        </p:grpSpPr>
        <p:sp>
          <p:nvSpPr>
            <p:cNvPr id="11882" name="Google Shape;11882;p42"/>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3" name="Google Shape;11883;p42"/>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4" name="Google Shape;11884;p42"/>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5" name="Google Shape;11885;p42"/>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6" name="Google Shape;11886;p42"/>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7" name="Google Shape;11887;p42"/>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8" name="Google Shape;11888;p42"/>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9" name="Google Shape;11889;p42"/>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0" name="Google Shape;11890;p42"/>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1" name="Google Shape;11891;p42"/>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2" name="Google Shape;11892;p42"/>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3" name="Google Shape;11893;p42"/>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4" name="Google Shape;11894;p42"/>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5" name="Google Shape;11895;p42"/>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6" name="Google Shape;11896;p42"/>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7" name="Google Shape;11897;p42"/>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8" name="Google Shape;11898;p42"/>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9" name="Google Shape;11899;p42"/>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0" name="Google Shape;11900;p42"/>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1" name="Google Shape;11901;p42"/>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2" name="Google Shape;11902;p42"/>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03" name="Google Shape;11903;p42"/>
          <p:cNvGrpSpPr/>
          <p:nvPr/>
        </p:nvGrpSpPr>
        <p:grpSpPr>
          <a:xfrm>
            <a:off x="3954343" y="2716354"/>
            <a:ext cx="345655" cy="343529"/>
            <a:chOff x="3954343" y="2899354"/>
            <a:chExt cx="345655" cy="343529"/>
          </a:xfrm>
        </p:grpSpPr>
        <p:sp>
          <p:nvSpPr>
            <p:cNvPr id="11904" name="Google Shape;11904;p42"/>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5" name="Google Shape;11905;p42"/>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6" name="Google Shape;11906;p42"/>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7" name="Google Shape;11907;p42"/>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8" name="Google Shape;11908;p42"/>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9" name="Google Shape;11909;p42"/>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0" name="Google Shape;11910;p42"/>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1" name="Google Shape;11911;p42"/>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2" name="Google Shape;11912;p42"/>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3" name="Google Shape;11913;p42"/>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4" name="Google Shape;11914;p42"/>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5" name="Google Shape;11915;p42"/>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16" name="Google Shape;11916;p42"/>
          <p:cNvGrpSpPr/>
          <p:nvPr/>
        </p:nvGrpSpPr>
        <p:grpSpPr>
          <a:xfrm>
            <a:off x="2166043" y="3168344"/>
            <a:ext cx="369566" cy="349803"/>
            <a:chOff x="2166043" y="3351344"/>
            <a:chExt cx="369566" cy="349803"/>
          </a:xfrm>
        </p:grpSpPr>
        <p:sp>
          <p:nvSpPr>
            <p:cNvPr id="11917" name="Google Shape;11917;p42"/>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8" name="Google Shape;11918;p42"/>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9" name="Google Shape;11919;p42"/>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0" name="Google Shape;11920;p42"/>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1" name="Google Shape;11921;p42"/>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2" name="Google Shape;11922;p42"/>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3" name="Google Shape;11923;p42"/>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4" name="Google Shape;11924;p42"/>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5" name="Google Shape;11925;p42"/>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26" name="Google Shape;11926;p42"/>
          <p:cNvGrpSpPr/>
          <p:nvPr/>
        </p:nvGrpSpPr>
        <p:grpSpPr>
          <a:xfrm>
            <a:off x="2619649" y="3169332"/>
            <a:ext cx="365793" cy="329276"/>
            <a:chOff x="2619649" y="3352332"/>
            <a:chExt cx="365793" cy="329276"/>
          </a:xfrm>
        </p:grpSpPr>
        <p:sp>
          <p:nvSpPr>
            <p:cNvPr id="11927" name="Google Shape;11927;p42"/>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8" name="Google Shape;11928;p42"/>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9" name="Google Shape;11929;p42"/>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0" name="Google Shape;11930;p42"/>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1" name="Google Shape;11931;p42"/>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2" name="Google Shape;11932;p42"/>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3" name="Google Shape;11933;p42"/>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4" name="Google Shape;11934;p42"/>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5" name="Google Shape;11935;p42"/>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6" name="Google Shape;11936;p42"/>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37" name="Google Shape;11937;p42"/>
          <p:cNvGrpSpPr/>
          <p:nvPr/>
        </p:nvGrpSpPr>
        <p:grpSpPr>
          <a:xfrm>
            <a:off x="1296135" y="1332240"/>
            <a:ext cx="340624" cy="351943"/>
            <a:chOff x="1293760" y="1498228"/>
            <a:chExt cx="340624" cy="351943"/>
          </a:xfrm>
        </p:grpSpPr>
        <p:sp>
          <p:nvSpPr>
            <p:cNvPr id="11938" name="Google Shape;11938;p42"/>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9" name="Google Shape;11939;p42"/>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0" name="Google Shape;11940;p42"/>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1" name="Google Shape;11941;p42"/>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2" name="Google Shape;11942;p42"/>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3" name="Google Shape;11943;p42"/>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4" name="Google Shape;11944;p42"/>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5" name="Google Shape;11945;p42"/>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6" name="Google Shape;11946;p42"/>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7" name="Google Shape;11947;p42"/>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8" name="Google Shape;11948;p42"/>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9" name="Google Shape;11949;p42"/>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0" name="Google Shape;11950;p42"/>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1" name="Google Shape;11951;p42"/>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52" name="Google Shape;11952;p42"/>
          <p:cNvGrpSpPr/>
          <p:nvPr/>
        </p:nvGrpSpPr>
        <p:grpSpPr>
          <a:xfrm>
            <a:off x="849601" y="1769074"/>
            <a:ext cx="406712" cy="383746"/>
            <a:chOff x="849601" y="1952074"/>
            <a:chExt cx="406712" cy="383746"/>
          </a:xfrm>
        </p:grpSpPr>
        <p:sp>
          <p:nvSpPr>
            <p:cNvPr id="11953" name="Google Shape;11953;p42"/>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4" name="Google Shape;11954;p42"/>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5" name="Google Shape;11955;p42"/>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6" name="Google Shape;11956;p42"/>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7" name="Google Shape;11957;p42"/>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8" name="Google Shape;11958;p42"/>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9" name="Google Shape;11959;p42"/>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0" name="Google Shape;11960;p42"/>
          <p:cNvGrpSpPr/>
          <p:nvPr/>
        </p:nvGrpSpPr>
        <p:grpSpPr>
          <a:xfrm>
            <a:off x="2253871" y="2710365"/>
            <a:ext cx="203986" cy="355417"/>
            <a:chOff x="2253871" y="2893365"/>
            <a:chExt cx="203986" cy="355417"/>
          </a:xfrm>
        </p:grpSpPr>
        <p:sp>
          <p:nvSpPr>
            <p:cNvPr id="11961" name="Google Shape;11961;p42"/>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2" name="Google Shape;11962;p42"/>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3" name="Google Shape;11963;p42"/>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4" name="Google Shape;11964;p42"/>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5" name="Google Shape;11965;p42"/>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6" name="Google Shape;11966;p42"/>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7" name="Google Shape;11967;p42"/>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8" name="Google Shape;11968;p42"/>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9" name="Google Shape;11969;p42"/>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0" name="Google Shape;11970;p42"/>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1" name="Google Shape;11971;p42"/>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72" name="Google Shape;11972;p42"/>
          <p:cNvGrpSpPr/>
          <p:nvPr/>
        </p:nvGrpSpPr>
        <p:grpSpPr>
          <a:xfrm>
            <a:off x="2191541" y="2225601"/>
            <a:ext cx="308823" cy="342571"/>
            <a:chOff x="2191541" y="2408601"/>
            <a:chExt cx="308823" cy="342571"/>
          </a:xfrm>
        </p:grpSpPr>
        <p:sp>
          <p:nvSpPr>
            <p:cNvPr id="11973" name="Google Shape;11973;p42"/>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4" name="Google Shape;11974;p42"/>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5" name="Google Shape;11975;p42"/>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6" name="Google Shape;11976;p42"/>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7" name="Google Shape;11977;p42"/>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8" name="Google Shape;11978;p42"/>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9" name="Google Shape;11979;p42"/>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0" name="Google Shape;11980;p42"/>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1" name="Google Shape;11981;p42"/>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2" name="Google Shape;11982;p42"/>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3" name="Google Shape;11983;p42"/>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4" name="Google Shape;11984;p42"/>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5" name="Google Shape;11985;p42"/>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86" name="Google Shape;11986;p42"/>
          <p:cNvGrpSpPr/>
          <p:nvPr/>
        </p:nvGrpSpPr>
        <p:grpSpPr>
          <a:xfrm>
            <a:off x="847400" y="1320588"/>
            <a:ext cx="342496" cy="341553"/>
            <a:chOff x="847400" y="1503588"/>
            <a:chExt cx="342496" cy="341553"/>
          </a:xfrm>
        </p:grpSpPr>
        <p:sp>
          <p:nvSpPr>
            <p:cNvPr id="11987" name="Google Shape;11987;p42"/>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8" name="Google Shape;11988;p42"/>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9" name="Google Shape;11989;p42"/>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0" name="Google Shape;11990;p42"/>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1" name="Google Shape;11991;p42"/>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2" name="Google Shape;11992;p42"/>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3" name="Google Shape;11993;p42"/>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4" name="Google Shape;11994;p42"/>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5" name="Google Shape;11995;p42"/>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6" name="Google Shape;11996;p42"/>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7" name="Google Shape;11997;p42"/>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8" name="Google Shape;11998;p42"/>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9" name="Google Shape;11999;p42"/>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0" name="Google Shape;12000;p42"/>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1" name="Google Shape;12001;p42"/>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2" name="Google Shape;12002;p42"/>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3" name="Google Shape;12003;p42"/>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4" name="Google Shape;12004;p42"/>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5" name="Google Shape;12005;p42"/>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6" name="Google Shape;12006;p42"/>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07" name="Google Shape;12007;p42"/>
          <p:cNvGrpSpPr/>
          <p:nvPr/>
        </p:nvGrpSpPr>
        <p:grpSpPr>
          <a:xfrm>
            <a:off x="1329963" y="2716669"/>
            <a:ext cx="280495" cy="361077"/>
            <a:chOff x="1329963" y="2899669"/>
            <a:chExt cx="280495" cy="361077"/>
          </a:xfrm>
        </p:grpSpPr>
        <p:sp>
          <p:nvSpPr>
            <p:cNvPr id="12008" name="Google Shape;12008;p42"/>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9" name="Google Shape;12009;p42"/>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0" name="Google Shape;12010;p42"/>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1" name="Google Shape;12011;p42"/>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2" name="Google Shape;12012;p4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3" name="Google Shape;12013;p4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4" name="Google Shape;12014;p42"/>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15" name="Google Shape;12015;p42"/>
          <p:cNvGrpSpPr/>
          <p:nvPr/>
        </p:nvGrpSpPr>
        <p:grpSpPr>
          <a:xfrm>
            <a:off x="937429" y="3617908"/>
            <a:ext cx="195496" cy="343439"/>
            <a:chOff x="937429" y="3800908"/>
            <a:chExt cx="195496" cy="343439"/>
          </a:xfrm>
        </p:grpSpPr>
        <p:sp>
          <p:nvSpPr>
            <p:cNvPr id="12016" name="Google Shape;12016;p42"/>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7" name="Google Shape;12017;p42"/>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8" name="Google Shape;12018;p42"/>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9" name="Google Shape;12019;p42"/>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0" name="Google Shape;12020;p42"/>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1" name="Google Shape;12021;p42"/>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2" name="Google Shape;12022;p42"/>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3" name="Google Shape;12023;p42"/>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4" name="Google Shape;12024;p42"/>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5" name="Google Shape;12025;p42"/>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6" name="Google Shape;12026;p42"/>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7" name="Google Shape;12027;p42"/>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8" name="Google Shape;12028;p42"/>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9" name="Google Shape;12029;p42"/>
          <p:cNvGrpSpPr/>
          <p:nvPr/>
        </p:nvGrpSpPr>
        <p:grpSpPr>
          <a:xfrm>
            <a:off x="2687659" y="3627655"/>
            <a:ext cx="365165" cy="342511"/>
            <a:chOff x="2611459" y="3810655"/>
            <a:chExt cx="365165" cy="342511"/>
          </a:xfrm>
        </p:grpSpPr>
        <p:sp>
          <p:nvSpPr>
            <p:cNvPr id="12030" name="Google Shape;12030;p42"/>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1" name="Google Shape;12031;p42"/>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2" name="Google Shape;12032;p42"/>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3" name="Google Shape;12033;p42"/>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4" name="Google Shape;12034;p42"/>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5" name="Google Shape;12035;p42"/>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6" name="Google Shape;12036;p42"/>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7" name="Google Shape;12037;p42"/>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8" name="Google Shape;12038;p42"/>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9" name="Google Shape;12039;p42"/>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0" name="Google Shape;12040;p42"/>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41" name="Google Shape;12041;p42"/>
          <p:cNvGrpSpPr/>
          <p:nvPr/>
        </p:nvGrpSpPr>
        <p:grpSpPr>
          <a:xfrm>
            <a:off x="3952456" y="1341280"/>
            <a:ext cx="370196" cy="300153"/>
            <a:chOff x="3952456" y="1524280"/>
            <a:chExt cx="370196" cy="300153"/>
          </a:xfrm>
        </p:grpSpPr>
        <p:sp>
          <p:nvSpPr>
            <p:cNvPr id="12042" name="Google Shape;12042;p42"/>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3" name="Google Shape;12043;p42"/>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4" name="Google Shape;12044;p42"/>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5" name="Google Shape;12045;p42"/>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6" name="Google Shape;12046;p42"/>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7" name="Google Shape;12047;p42"/>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48" name="Google Shape;12048;p42"/>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Educational Icons</a:t>
            </a:r>
            <a:endParaRPr b="0" i="0" sz="2400" u="none" cap="none" strike="noStrike">
              <a:solidFill>
                <a:srgbClr val="FFFFFF"/>
              </a:solidFill>
              <a:latin typeface="Arial"/>
              <a:ea typeface="Arial"/>
              <a:cs typeface="Arial"/>
              <a:sym typeface="Arial"/>
            </a:endParaRPr>
          </a:p>
        </p:txBody>
      </p:sp>
      <p:sp>
        <p:nvSpPr>
          <p:cNvPr id="12049" name="Google Shape;12049;p42"/>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Medical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53" name="Shape 12053"/>
        <p:cNvGrpSpPr/>
        <p:nvPr/>
      </p:nvGrpSpPr>
      <p:grpSpPr>
        <a:xfrm>
          <a:off x="0" y="0"/>
          <a:ext cx="0" cy="0"/>
          <a:chOff x="0" y="0"/>
          <a:chExt cx="0" cy="0"/>
        </a:xfrm>
      </p:grpSpPr>
      <p:grpSp>
        <p:nvGrpSpPr>
          <p:cNvPr id="12054" name="Google Shape;12054;p43"/>
          <p:cNvGrpSpPr/>
          <p:nvPr/>
        </p:nvGrpSpPr>
        <p:grpSpPr>
          <a:xfrm>
            <a:off x="908482" y="1350185"/>
            <a:ext cx="257112" cy="362808"/>
            <a:chOff x="908482" y="1502585"/>
            <a:chExt cx="257112" cy="362808"/>
          </a:xfrm>
        </p:grpSpPr>
        <p:sp>
          <p:nvSpPr>
            <p:cNvPr id="12055" name="Google Shape;12055;p43"/>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6" name="Google Shape;12056;p43"/>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7" name="Google Shape;12057;p43"/>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8" name="Google Shape;12058;p43"/>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9" name="Google Shape;12059;p43"/>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0" name="Google Shape;12060;p43"/>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1" name="Google Shape;12061;p43"/>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2" name="Google Shape;12062;p43"/>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3" name="Google Shape;12063;p43"/>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4" name="Google Shape;12064;p43"/>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5" name="Google Shape;12065;p43"/>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6" name="Google Shape;12066;p43"/>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7" name="Google Shape;12067;p43"/>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8" name="Google Shape;12068;p43"/>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9" name="Google Shape;12069;p43"/>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0" name="Google Shape;12070;p43"/>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1" name="Google Shape;12071;p43"/>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2" name="Google Shape;12072;p43"/>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3" name="Google Shape;12073;p43"/>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4" name="Google Shape;12074;p43"/>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5" name="Google Shape;12075;p43"/>
          <p:cNvGrpSpPr/>
          <p:nvPr/>
        </p:nvGrpSpPr>
        <p:grpSpPr>
          <a:xfrm>
            <a:off x="1303537" y="1350316"/>
            <a:ext cx="362939" cy="362677"/>
            <a:chOff x="1303537" y="1502716"/>
            <a:chExt cx="362939" cy="362677"/>
          </a:xfrm>
        </p:grpSpPr>
        <p:sp>
          <p:nvSpPr>
            <p:cNvPr id="12076" name="Google Shape;12076;p43"/>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7" name="Google Shape;12077;p43"/>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8" name="Google Shape;12078;p43"/>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9" name="Google Shape;12079;p43"/>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0" name="Google Shape;12080;p43"/>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1" name="Google Shape;12081;p43"/>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2" name="Google Shape;12082;p43"/>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3" name="Google Shape;12083;p43"/>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4" name="Google Shape;12084;p43"/>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5" name="Google Shape;12085;p43"/>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6" name="Google Shape;12086;p43"/>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87" name="Google Shape;12087;p43"/>
          <p:cNvGrpSpPr/>
          <p:nvPr/>
        </p:nvGrpSpPr>
        <p:grpSpPr>
          <a:xfrm>
            <a:off x="1751901" y="1350316"/>
            <a:ext cx="362677" cy="362677"/>
            <a:chOff x="1751901" y="1502716"/>
            <a:chExt cx="362677" cy="362677"/>
          </a:xfrm>
        </p:grpSpPr>
        <p:sp>
          <p:nvSpPr>
            <p:cNvPr id="12088" name="Google Shape;12088;p43"/>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9" name="Google Shape;12089;p43"/>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0" name="Google Shape;12090;p43"/>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1" name="Google Shape;12091;p43"/>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2" name="Google Shape;12092;p43"/>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3" name="Google Shape;12093;p43"/>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4" name="Google Shape;12094;p43"/>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5" name="Google Shape;12095;p43"/>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6" name="Google Shape;12096;p43"/>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7" name="Google Shape;12097;p43"/>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8" name="Google Shape;12098;p43"/>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9" name="Google Shape;12099;p43"/>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0" name="Google Shape;12100;p43"/>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1" name="Google Shape;12101;p43"/>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2" name="Google Shape;12102;p43"/>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3" name="Google Shape;12103;p43"/>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4" name="Google Shape;12104;p43"/>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5" name="Google Shape;12105;p43"/>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6" name="Google Shape;12106;p43"/>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07" name="Google Shape;12107;p43"/>
          <p:cNvGrpSpPr/>
          <p:nvPr/>
        </p:nvGrpSpPr>
        <p:grpSpPr>
          <a:xfrm>
            <a:off x="3095178" y="1350316"/>
            <a:ext cx="334290" cy="362678"/>
            <a:chOff x="3095178" y="1502716"/>
            <a:chExt cx="334290" cy="362678"/>
          </a:xfrm>
        </p:grpSpPr>
        <p:sp>
          <p:nvSpPr>
            <p:cNvPr id="12108" name="Google Shape;12108;p43"/>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9" name="Google Shape;12109;p43"/>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0" name="Google Shape;12110;p43"/>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1" name="Google Shape;12111;p43"/>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2" name="Google Shape;12112;p43"/>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3" name="Google Shape;12113;p43"/>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4" name="Google Shape;12114;p43"/>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5" name="Google Shape;12115;p43"/>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6" name="Google Shape;12116;p43"/>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7" name="Google Shape;12117;p43"/>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8" name="Google Shape;12118;p43"/>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9" name="Google Shape;12119;p43"/>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0" name="Google Shape;12120;p43"/>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1" name="Google Shape;12121;p43"/>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2" name="Google Shape;12122;p43"/>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3" name="Google Shape;12123;p43"/>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4" name="Google Shape;12124;p43"/>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25" name="Google Shape;12125;p43"/>
          <p:cNvGrpSpPr/>
          <p:nvPr/>
        </p:nvGrpSpPr>
        <p:grpSpPr>
          <a:xfrm>
            <a:off x="3542281" y="1353205"/>
            <a:ext cx="366196" cy="357004"/>
            <a:chOff x="3542281" y="1505605"/>
            <a:chExt cx="366196" cy="357004"/>
          </a:xfrm>
        </p:grpSpPr>
        <p:sp>
          <p:nvSpPr>
            <p:cNvPr id="12126" name="Google Shape;12126;p43"/>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7" name="Google Shape;12127;p43"/>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8" name="Google Shape;12128;p43"/>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9" name="Google Shape;12129;p43"/>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0" name="Google Shape;12130;p43"/>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1" name="Google Shape;12131;p43"/>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2" name="Google Shape;12132;p43"/>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3" name="Google Shape;12133;p43"/>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4" name="Google Shape;12134;p43"/>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5" name="Google Shape;12135;p43"/>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6" name="Google Shape;12136;p43"/>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7" name="Google Shape;12137;p43"/>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8" name="Google Shape;12138;p43"/>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9" name="Google Shape;12139;p43"/>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0" name="Google Shape;12140;p43"/>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1" name="Google Shape;12141;p43"/>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2" name="Google Shape;12142;p43"/>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3" name="Google Shape;12143;p43"/>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4" name="Google Shape;12144;p43"/>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5" name="Google Shape;12145;p43"/>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6" name="Google Shape;12146;p43"/>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7" name="Google Shape;12147;p43"/>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8" name="Google Shape;12148;p43"/>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9" name="Google Shape;12149;p43"/>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0" name="Google Shape;12150;p43"/>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1" name="Google Shape;12151;p43"/>
          <p:cNvGrpSpPr/>
          <p:nvPr/>
        </p:nvGrpSpPr>
        <p:grpSpPr>
          <a:xfrm>
            <a:off x="1748382" y="3232397"/>
            <a:ext cx="364673" cy="340067"/>
            <a:chOff x="1748382" y="3384797"/>
            <a:chExt cx="364673" cy="340067"/>
          </a:xfrm>
        </p:grpSpPr>
        <p:sp>
          <p:nvSpPr>
            <p:cNvPr id="12152" name="Google Shape;12152;p43"/>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3" name="Google Shape;12153;p43"/>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4" name="Google Shape;12154;p43"/>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5" name="Google Shape;12155;p43"/>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6" name="Google Shape;12156;p43"/>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7" name="Google Shape;12157;p43"/>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8" name="Google Shape;12158;p43"/>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9" name="Google Shape;12159;p43"/>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0" name="Google Shape;12160;p43"/>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1" name="Google Shape;12161;p43"/>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2" name="Google Shape;12162;p43"/>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3" name="Google Shape;12163;p43"/>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4" name="Google Shape;12164;p43"/>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5" name="Google Shape;12165;p43"/>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6" name="Google Shape;12166;p43"/>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67" name="Google Shape;12167;p43"/>
          <p:cNvGrpSpPr/>
          <p:nvPr/>
        </p:nvGrpSpPr>
        <p:grpSpPr>
          <a:xfrm>
            <a:off x="6221064" y="3658649"/>
            <a:ext cx="364673" cy="339805"/>
            <a:chOff x="6221064" y="3811049"/>
            <a:chExt cx="364673" cy="339805"/>
          </a:xfrm>
        </p:grpSpPr>
        <p:sp>
          <p:nvSpPr>
            <p:cNvPr id="12168" name="Google Shape;12168;p43"/>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9" name="Google Shape;12169;p43"/>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0" name="Google Shape;12170;p43"/>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1" name="Google Shape;12171;p43"/>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2" name="Google Shape;12172;p43"/>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3" name="Google Shape;12173;p43"/>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4" name="Google Shape;12174;p43"/>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5" name="Google Shape;12175;p43"/>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6" name="Google Shape;12176;p43"/>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7" name="Google Shape;12177;p43"/>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8" name="Google Shape;12178;p43"/>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9" name="Google Shape;12179;p43"/>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0" name="Google Shape;12180;p43"/>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1" name="Google Shape;12181;p43"/>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2" name="Google Shape;12182;p43"/>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3" name="Google Shape;12183;p43"/>
          <p:cNvGrpSpPr/>
          <p:nvPr/>
        </p:nvGrpSpPr>
        <p:grpSpPr>
          <a:xfrm>
            <a:off x="2182643" y="3233920"/>
            <a:ext cx="382030" cy="320451"/>
            <a:chOff x="2182643" y="3386320"/>
            <a:chExt cx="382030" cy="320451"/>
          </a:xfrm>
        </p:grpSpPr>
        <p:sp>
          <p:nvSpPr>
            <p:cNvPr id="12184" name="Google Shape;12184;p43"/>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5" name="Google Shape;12185;p43"/>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6" name="Google Shape;12186;p43"/>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7" name="Google Shape;12187;p43"/>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8" name="Google Shape;12188;p43"/>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9" name="Google Shape;12189;p43"/>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0" name="Google Shape;12190;p43"/>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1" name="Google Shape;12191;p43"/>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2" name="Google Shape;12192;p43"/>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3" name="Google Shape;12193;p43"/>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4" name="Google Shape;12194;p43"/>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5" name="Google Shape;12195;p43"/>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6" name="Google Shape;12196;p43"/>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7" name="Google Shape;12197;p43"/>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8" name="Google Shape;12198;p43"/>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99" name="Google Shape;12199;p43"/>
          <p:cNvGrpSpPr/>
          <p:nvPr/>
        </p:nvGrpSpPr>
        <p:grpSpPr>
          <a:xfrm>
            <a:off x="3084386" y="3236940"/>
            <a:ext cx="353880" cy="330745"/>
            <a:chOff x="3084386" y="3389340"/>
            <a:chExt cx="353880" cy="330745"/>
          </a:xfrm>
        </p:grpSpPr>
        <p:sp>
          <p:nvSpPr>
            <p:cNvPr id="12200" name="Google Shape;12200;p43"/>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1" name="Google Shape;12201;p43"/>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2" name="Google Shape;12202;p43"/>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3" name="Google Shape;12203;p43"/>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4" name="Google Shape;12204;p43"/>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5" name="Google Shape;12205;p43"/>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6" name="Google Shape;12206;p43"/>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7" name="Google Shape;12207;p43"/>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8" name="Google Shape;12208;p43"/>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9" name="Google Shape;12209;p43"/>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0" name="Google Shape;12210;p43"/>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1" name="Google Shape;12211;p43"/>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12" name="Google Shape;12212;p43"/>
          <p:cNvGrpSpPr/>
          <p:nvPr/>
        </p:nvGrpSpPr>
        <p:grpSpPr>
          <a:xfrm>
            <a:off x="863499" y="1818506"/>
            <a:ext cx="347078" cy="364017"/>
            <a:chOff x="863499" y="1970906"/>
            <a:chExt cx="347078" cy="364017"/>
          </a:xfrm>
        </p:grpSpPr>
        <p:sp>
          <p:nvSpPr>
            <p:cNvPr id="12213" name="Google Shape;12213;p43"/>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4" name="Google Shape;12214;p43"/>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5" name="Google Shape;12215;p43"/>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6" name="Google Shape;12216;p43"/>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7" name="Google Shape;12217;p43"/>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8" name="Google Shape;12218;p43"/>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9" name="Google Shape;12219;p43"/>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0" name="Google Shape;12220;p43"/>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1" name="Google Shape;12221;p43"/>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2" name="Google Shape;12222;p43"/>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3" name="Google Shape;12223;p43"/>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4" name="Google Shape;12224;p43"/>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5" name="Google Shape;12225;p43"/>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6" name="Google Shape;12226;p43"/>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27" name="Google Shape;12227;p43"/>
          <p:cNvGrpSpPr/>
          <p:nvPr/>
        </p:nvGrpSpPr>
        <p:grpSpPr>
          <a:xfrm>
            <a:off x="1749879" y="1818506"/>
            <a:ext cx="364436" cy="364174"/>
            <a:chOff x="1749879" y="1970906"/>
            <a:chExt cx="364436" cy="364174"/>
          </a:xfrm>
        </p:grpSpPr>
        <p:sp>
          <p:nvSpPr>
            <p:cNvPr id="12228" name="Google Shape;12228;p43"/>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9" name="Google Shape;12229;p43"/>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0" name="Google Shape;12230;p43"/>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1" name="Google Shape;12231;p43"/>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2" name="Google Shape;12232;p43"/>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3" name="Google Shape;12233;p43"/>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4" name="Google Shape;12234;p43"/>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5" name="Google Shape;12235;p43"/>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6" name="Google Shape;12236;p43"/>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7" name="Google Shape;12237;p43"/>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8" name="Google Shape;12238;p43"/>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9" name="Google Shape;12239;p43"/>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0" name="Google Shape;12240;p43"/>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1" name="Google Shape;12241;p43"/>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42" name="Google Shape;12242;p43"/>
          <p:cNvGrpSpPr/>
          <p:nvPr/>
        </p:nvGrpSpPr>
        <p:grpSpPr>
          <a:xfrm>
            <a:off x="2186425" y="1823758"/>
            <a:ext cx="396105" cy="353985"/>
            <a:chOff x="2186425" y="1976158"/>
            <a:chExt cx="396105" cy="353985"/>
          </a:xfrm>
        </p:grpSpPr>
        <p:sp>
          <p:nvSpPr>
            <p:cNvPr id="12243" name="Google Shape;12243;p43"/>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4" name="Google Shape;12244;p43"/>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5" name="Google Shape;12245;p43"/>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6" name="Google Shape;12246;p43"/>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7" name="Google Shape;12247;p43"/>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8" name="Google Shape;12248;p43"/>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9" name="Google Shape;12249;p43"/>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50" name="Google Shape;12250;p43"/>
          <p:cNvGrpSpPr/>
          <p:nvPr/>
        </p:nvGrpSpPr>
        <p:grpSpPr>
          <a:xfrm>
            <a:off x="2659157" y="1865012"/>
            <a:ext cx="319191" cy="271240"/>
            <a:chOff x="2659157" y="2017412"/>
            <a:chExt cx="319191" cy="271240"/>
          </a:xfrm>
        </p:grpSpPr>
        <p:sp>
          <p:nvSpPr>
            <p:cNvPr id="12251" name="Google Shape;12251;p43"/>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2" name="Google Shape;12252;p43"/>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3" name="Google Shape;12253;p43"/>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4" name="Google Shape;12254;p43"/>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5" name="Google Shape;12255;p43"/>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6" name="Google Shape;12256;p43"/>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7" name="Google Shape;12257;p43"/>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8" name="Google Shape;12258;p43"/>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9" name="Google Shape;12259;p43"/>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0" name="Google Shape;12260;p43"/>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1" name="Google Shape;12261;p43"/>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2" name="Google Shape;12262;p43"/>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3" name="Google Shape;12263;p43"/>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4" name="Google Shape;12264;p43"/>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5" name="Google Shape;12265;p43"/>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6" name="Google Shape;12266;p43"/>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7" name="Google Shape;12267;p43"/>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8" name="Google Shape;12268;p43"/>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9" name="Google Shape;12269;p43"/>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0" name="Google Shape;12270;p43"/>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1" name="Google Shape;12271;p43"/>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2" name="Google Shape;12272;p43"/>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3" name="Google Shape;12273;p43"/>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4" name="Google Shape;12274;p43"/>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5" name="Google Shape;12275;p43"/>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6" name="Google Shape;12276;p43"/>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77" name="Google Shape;12277;p43"/>
          <p:cNvGrpSpPr/>
          <p:nvPr/>
        </p:nvGrpSpPr>
        <p:grpSpPr>
          <a:xfrm>
            <a:off x="3111775" y="1841116"/>
            <a:ext cx="318927" cy="319217"/>
            <a:chOff x="3111775" y="1993516"/>
            <a:chExt cx="318927" cy="319217"/>
          </a:xfrm>
        </p:grpSpPr>
        <p:sp>
          <p:nvSpPr>
            <p:cNvPr id="12278" name="Google Shape;12278;p43"/>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9" name="Google Shape;12279;p43"/>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0" name="Google Shape;12280;p43"/>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1" name="Google Shape;12281;p43"/>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2" name="Google Shape;12282;p43"/>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3" name="Google Shape;12283;p43"/>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4" name="Google Shape;12284;p43"/>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5" name="Google Shape;12285;p43"/>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6" name="Google Shape;12286;p43"/>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7" name="Google Shape;12287;p43"/>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8" name="Google Shape;12288;p43"/>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9" name="Google Shape;12289;p43"/>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0" name="Google Shape;12290;p43"/>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1" name="Google Shape;12291;p43"/>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2" name="Google Shape;12292;p43"/>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3" name="Google Shape;12293;p43"/>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4" name="Google Shape;12294;p43"/>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5" name="Google Shape;12295;p43"/>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6" name="Google Shape;12296;p43"/>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7" name="Google Shape;12297;p43"/>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8" name="Google Shape;12298;p43"/>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9" name="Google Shape;12299;p43"/>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0" name="Google Shape;12300;p43"/>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1" name="Google Shape;12301;p43"/>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2" name="Google Shape;12302;p43"/>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3" name="Google Shape;12303;p43"/>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4" name="Google Shape;12304;p43"/>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5" name="Google Shape;12305;p43"/>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6" name="Google Shape;12306;p43"/>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7" name="Google Shape;12307;p43"/>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08" name="Google Shape;12308;p43"/>
          <p:cNvGrpSpPr/>
          <p:nvPr/>
        </p:nvGrpSpPr>
        <p:grpSpPr>
          <a:xfrm>
            <a:off x="4023785" y="1818007"/>
            <a:ext cx="288807" cy="355376"/>
            <a:chOff x="4023785" y="1970407"/>
            <a:chExt cx="288807" cy="355376"/>
          </a:xfrm>
        </p:grpSpPr>
        <p:sp>
          <p:nvSpPr>
            <p:cNvPr id="12309" name="Google Shape;12309;p43"/>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0" name="Google Shape;12310;p43"/>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1" name="Google Shape;12311;p43"/>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2" name="Google Shape;12312;p43"/>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3" name="Google Shape;12313;p43"/>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4" name="Google Shape;12314;p43"/>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5" name="Google Shape;12315;p43"/>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6" name="Google Shape;12316;p43"/>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7" name="Google Shape;12317;p43"/>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8" name="Google Shape;12318;p43"/>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9" name="Google Shape;12319;p43"/>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0" name="Google Shape;12320;p43"/>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1" name="Google Shape;12321;p43"/>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2" name="Google Shape;12322;p43"/>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3" name="Google Shape;12323;p43"/>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4" name="Google Shape;12324;p43"/>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5" name="Google Shape;12325;p43"/>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6" name="Google Shape;12326;p43"/>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7" name="Google Shape;12327;p43"/>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8" name="Google Shape;12328;p43"/>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9" name="Google Shape;12329;p43"/>
          <p:cNvGrpSpPr/>
          <p:nvPr/>
        </p:nvGrpSpPr>
        <p:grpSpPr>
          <a:xfrm>
            <a:off x="3544540" y="3228563"/>
            <a:ext cx="320188" cy="319269"/>
            <a:chOff x="3544540" y="3380963"/>
            <a:chExt cx="320188" cy="319269"/>
          </a:xfrm>
        </p:grpSpPr>
        <p:sp>
          <p:nvSpPr>
            <p:cNvPr id="12330" name="Google Shape;12330;p43"/>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1" name="Google Shape;12331;p43"/>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2" name="Google Shape;12332;p43"/>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3" name="Google Shape;12333;p43"/>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4" name="Google Shape;12334;p43"/>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5" name="Google Shape;12335;p43"/>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6" name="Google Shape;12336;p43"/>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7" name="Google Shape;12337;p43"/>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8" name="Google Shape;12338;p43"/>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9" name="Google Shape;12339;p43"/>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0" name="Google Shape;12340;p43"/>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1" name="Google Shape;12341;p43"/>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2" name="Google Shape;12342;p43"/>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3" name="Google Shape;12343;p43"/>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4" name="Google Shape;12344;p43"/>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5" name="Google Shape;12345;p43"/>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46" name="Google Shape;12346;p43"/>
          <p:cNvGrpSpPr/>
          <p:nvPr/>
        </p:nvGrpSpPr>
        <p:grpSpPr>
          <a:xfrm>
            <a:off x="3944637" y="3202434"/>
            <a:ext cx="415695" cy="371605"/>
            <a:chOff x="3944637" y="3354834"/>
            <a:chExt cx="415695" cy="371605"/>
          </a:xfrm>
        </p:grpSpPr>
        <p:sp>
          <p:nvSpPr>
            <p:cNvPr id="12347" name="Google Shape;12347;p43"/>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8" name="Google Shape;12348;p43"/>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9" name="Google Shape;12349;p43"/>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0" name="Google Shape;12350;p43"/>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1" name="Google Shape;12351;p43"/>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2" name="Google Shape;12352;p43"/>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3" name="Google Shape;12353;p43"/>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4" name="Google Shape;12354;p43"/>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5" name="Google Shape;12355;p43"/>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6" name="Google Shape;12356;p43"/>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7" name="Google Shape;12357;p43"/>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8" name="Google Shape;12358;p43"/>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9" name="Google Shape;12359;p43"/>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0" name="Google Shape;12360;p43"/>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1" name="Google Shape;12361;p43"/>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2" name="Google Shape;12362;p43"/>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3" name="Google Shape;12363;p43"/>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4" name="Google Shape;12364;p43"/>
          <p:cNvGrpSpPr/>
          <p:nvPr/>
        </p:nvGrpSpPr>
        <p:grpSpPr>
          <a:xfrm>
            <a:off x="1314619" y="3669127"/>
            <a:ext cx="346317" cy="332137"/>
            <a:chOff x="1314619" y="3821527"/>
            <a:chExt cx="346317" cy="332137"/>
          </a:xfrm>
        </p:grpSpPr>
        <p:sp>
          <p:nvSpPr>
            <p:cNvPr id="12365" name="Google Shape;12365;p43"/>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6" name="Google Shape;12366;p43"/>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7" name="Google Shape;12367;p43"/>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8" name="Google Shape;12368;p43"/>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9" name="Google Shape;12369;p43"/>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0" name="Google Shape;12370;p43"/>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1" name="Google Shape;12371;p43"/>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2" name="Google Shape;12372;p43"/>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73" name="Google Shape;12373;p43"/>
          <p:cNvGrpSpPr/>
          <p:nvPr/>
        </p:nvGrpSpPr>
        <p:grpSpPr>
          <a:xfrm>
            <a:off x="1751139" y="3638534"/>
            <a:ext cx="386259" cy="380508"/>
            <a:chOff x="1751139" y="3790934"/>
            <a:chExt cx="386259" cy="380508"/>
          </a:xfrm>
        </p:grpSpPr>
        <p:sp>
          <p:nvSpPr>
            <p:cNvPr id="12374" name="Google Shape;12374;p43"/>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5" name="Google Shape;12375;p43"/>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6" name="Google Shape;12376;p43"/>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7" name="Google Shape;12377;p43"/>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8" name="Google Shape;12378;p43"/>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9" name="Google Shape;12379;p43"/>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0" name="Google Shape;12380;p43"/>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1" name="Google Shape;12381;p43"/>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2" name="Google Shape;12382;p43"/>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3" name="Google Shape;12383;p43"/>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4" name="Google Shape;12384;p43"/>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5" name="Google Shape;12385;p43"/>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6" name="Google Shape;12386;p4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7" name="Google Shape;12387;p4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8" name="Google Shape;12388;p43"/>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9" name="Google Shape;12389;p43"/>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0" name="Google Shape;12390;p43"/>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1" name="Google Shape;12391;p43"/>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2" name="Google Shape;12392;p43"/>
          <p:cNvGrpSpPr/>
          <p:nvPr/>
        </p:nvGrpSpPr>
        <p:grpSpPr>
          <a:xfrm>
            <a:off x="2189681" y="3669206"/>
            <a:ext cx="395607" cy="318928"/>
            <a:chOff x="2189681" y="3821606"/>
            <a:chExt cx="395607" cy="318928"/>
          </a:xfrm>
        </p:grpSpPr>
        <p:sp>
          <p:nvSpPr>
            <p:cNvPr id="12393" name="Google Shape;12393;p43"/>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4" name="Google Shape;12394;p43"/>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5" name="Google Shape;12395;p43"/>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6" name="Google Shape;12396;p43"/>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7" name="Google Shape;12397;p43"/>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8" name="Google Shape;12398;p43"/>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9" name="Google Shape;12399;p43"/>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0" name="Google Shape;12400;p43"/>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1" name="Google Shape;12401;p43"/>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2" name="Google Shape;12402;p43"/>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3" name="Google Shape;12403;p43"/>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4" name="Google Shape;12404;p43"/>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5" name="Google Shape;12405;p43"/>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6" name="Google Shape;12406;p43"/>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7" name="Google Shape;12407;p43"/>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8" name="Google Shape;12408;p43"/>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9" name="Google Shape;12409;p43"/>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0" name="Google Shape;12410;p43"/>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1" name="Google Shape;12411;p43"/>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2" name="Google Shape;12412;p43"/>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3" name="Google Shape;12413;p43"/>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4" name="Google Shape;12414;p43"/>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5" name="Google Shape;12415;p43"/>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6" name="Google Shape;12416;p43"/>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7" name="Google Shape;12417;p43"/>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8" name="Google Shape;12418;p43"/>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9" name="Google Shape;12419;p43"/>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0" name="Google Shape;12420;p43"/>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1" name="Google Shape;12421;p43"/>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2" name="Google Shape;12422;p43"/>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23" name="Google Shape;12423;p43"/>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24" name="Google Shape;12424;p43"/>
          <p:cNvGrpSpPr/>
          <p:nvPr/>
        </p:nvGrpSpPr>
        <p:grpSpPr>
          <a:xfrm>
            <a:off x="1277409" y="1808947"/>
            <a:ext cx="420475" cy="383055"/>
            <a:chOff x="1277409" y="1961347"/>
            <a:chExt cx="420475" cy="383055"/>
          </a:xfrm>
        </p:grpSpPr>
        <p:sp>
          <p:nvSpPr>
            <p:cNvPr id="12425" name="Google Shape;12425;p43"/>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6" name="Google Shape;12426;p43"/>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7" name="Google Shape;12427;p43"/>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8" name="Google Shape;12428;p43"/>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9" name="Google Shape;12429;p43"/>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0" name="Google Shape;12430;p43"/>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1" name="Google Shape;12431;p43"/>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2" name="Google Shape;12432;p43"/>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3" name="Google Shape;12433;p43"/>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4" name="Google Shape;12434;p43"/>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5" name="Google Shape;12435;p43"/>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6" name="Google Shape;12436;p43"/>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7" name="Google Shape;12437;p43"/>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8" name="Google Shape;12438;p43"/>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9" name="Google Shape;12439;p43"/>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0" name="Google Shape;12440;p43"/>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1" name="Google Shape;12441;p43"/>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2" name="Google Shape;12442;p43"/>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3" name="Google Shape;12443;p43"/>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4" name="Google Shape;12444;p43"/>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5" name="Google Shape;12445;p43"/>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6" name="Google Shape;12446;p43"/>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7" name="Google Shape;12447;p43"/>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8" name="Google Shape;12448;p43"/>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9" name="Google Shape;12449;p43"/>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0" name="Google Shape;12450;p43"/>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1" name="Google Shape;12451;p43"/>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52" name="Google Shape;12452;p43"/>
          <p:cNvGrpSpPr/>
          <p:nvPr/>
        </p:nvGrpSpPr>
        <p:grpSpPr>
          <a:xfrm>
            <a:off x="2215075" y="2280419"/>
            <a:ext cx="380008" cy="351649"/>
            <a:chOff x="2215075" y="2432819"/>
            <a:chExt cx="380008" cy="351649"/>
          </a:xfrm>
        </p:grpSpPr>
        <p:sp>
          <p:nvSpPr>
            <p:cNvPr id="12453" name="Google Shape;12453;p43"/>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4" name="Google Shape;12454;p43"/>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5" name="Google Shape;12455;p43"/>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6" name="Google Shape;12456;p43"/>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7" name="Google Shape;12457;p43"/>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8" name="Google Shape;12458;p43"/>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9" name="Google Shape;12459;p43"/>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0" name="Google Shape;12460;p43"/>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1" name="Google Shape;12461;p43"/>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2" name="Google Shape;12462;p43"/>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3" name="Google Shape;12463;p43"/>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4" name="Google Shape;12464;p43"/>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5" name="Google Shape;12465;p43"/>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6" name="Google Shape;12466;p43"/>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7" name="Google Shape;12467;p43"/>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8" name="Google Shape;12468;p43"/>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9" name="Google Shape;12469;p43"/>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0" name="Google Shape;12470;p43"/>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1" name="Google Shape;12471;p43"/>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2" name="Google Shape;12472;p43"/>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3" name="Google Shape;12473;p43"/>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4" name="Google Shape;12474;p43"/>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5" name="Google Shape;12475;p43"/>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6" name="Google Shape;12476;p43"/>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7" name="Google Shape;12477;p43"/>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8" name="Google Shape;12478;p43"/>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9" name="Google Shape;12479;p43"/>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0" name="Google Shape;12480;p43"/>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1" name="Google Shape;12481;p43"/>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2" name="Google Shape;12482;p43"/>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3" name="Google Shape;12483;p43"/>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84" name="Google Shape;12484;p43"/>
          <p:cNvGrpSpPr/>
          <p:nvPr/>
        </p:nvGrpSpPr>
        <p:grpSpPr>
          <a:xfrm>
            <a:off x="2661416" y="2269942"/>
            <a:ext cx="344059" cy="340671"/>
            <a:chOff x="2661416" y="2422342"/>
            <a:chExt cx="344059" cy="340671"/>
          </a:xfrm>
        </p:grpSpPr>
        <p:sp>
          <p:nvSpPr>
            <p:cNvPr id="12485" name="Google Shape;12485;p43"/>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6" name="Google Shape;12486;p43"/>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7" name="Google Shape;12487;p43"/>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8" name="Google Shape;12488;p43"/>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9" name="Google Shape;12489;p43"/>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0" name="Google Shape;12490;p43"/>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1" name="Google Shape;12491;p43"/>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2" name="Google Shape;12492;p43"/>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3" name="Google Shape;12493;p43"/>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4" name="Google Shape;12494;p43"/>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5" name="Google Shape;12495;p43"/>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6" name="Google Shape;12496;p43"/>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7" name="Google Shape;12497;p43"/>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8" name="Google Shape;12498;p43"/>
          <p:cNvGrpSpPr/>
          <p:nvPr/>
        </p:nvGrpSpPr>
        <p:grpSpPr>
          <a:xfrm>
            <a:off x="4066510" y="2269942"/>
            <a:ext cx="206876" cy="348470"/>
            <a:chOff x="4066510" y="2422342"/>
            <a:chExt cx="206876" cy="348470"/>
          </a:xfrm>
        </p:grpSpPr>
        <p:sp>
          <p:nvSpPr>
            <p:cNvPr id="12499" name="Google Shape;12499;p43"/>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0" name="Google Shape;12500;p43"/>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1" name="Google Shape;12501;p43"/>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2" name="Google Shape;12502;p43"/>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3" name="Google Shape;12503;p43"/>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4" name="Google Shape;12504;p43"/>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5" name="Google Shape;12505;p43"/>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6" name="Google Shape;12506;p43"/>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7" name="Google Shape;12507;p43"/>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8" name="Google Shape;12508;p43"/>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9" name="Google Shape;12509;p43"/>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0" name="Google Shape;12510;p43"/>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511" name="Google Shape;12511;p43"/>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12" name="Google Shape;12512;p43"/>
          <p:cNvGrpSpPr/>
          <p:nvPr/>
        </p:nvGrpSpPr>
        <p:grpSpPr>
          <a:xfrm>
            <a:off x="2617693" y="3664925"/>
            <a:ext cx="420475" cy="326491"/>
            <a:chOff x="2617693" y="3817325"/>
            <a:chExt cx="420475" cy="326491"/>
          </a:xfrm>
        </p:grpSpPr>
        <p:sp>
          <p:nvSpPr>
            <p:cNvPr id="12513" name="Google Shape;12513;p43"/>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4" name="Google Shape;12514;p43"/>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5" name="Google Shape;12515;p43"/>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6" name="Google Shape;12516;p43"/>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7" name="Google Shape;12517;p43"/>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8" name="Google Shape;12518;p43"/>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9" name="Google Shape;12519;p43"/>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0" name="Google Shape;12520;p43"/>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1" name="Google Shape;12521;p43"/>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2" name="Google Shape;12522;p43"/>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3" name="Google Shape;12523;p43"/>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4" name="Google Shape;12524;p43"/>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5" name="Google Shape;12525;p43"/>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6" name="Google Shape;12526;p43"/>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7" name="Google Shape;12527;p43"/>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8" name="Google Shape;12528;p43"/>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9" name="Google Shape;12529;p43"/>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30" name="Google Shape;12530;p43"/>
          <p:cNvGrpSpPr/>
          <p:nvPr/>
        </p:nvGrpSpPr>
        <p:grpSpPr>
          <a:xfrm>
            <a:off x="3545301" y="2271123"/>
            <a:ext cx="358134" cy="356638"/>
            <a:chOff x="3545301" y="2423523"/>
            <a:chExt cx="358134" cy="356638"/>
          </a:xfrm>
        </p:grpSpPr>
        <p:sp>
          <p:nvSpPr>
            <p:cNvPr id="12531" name="Google Shape;12531;p43"/>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2" name="Google Shape;12532;p43"/>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3" name="Google Shape;12533;p43"/>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4" name="Google Shape;12534;p43"/>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5" name="Google Shape;12535;p43"/>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6" name="Google Shape;12536;p43"/>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7" name="Google Shape;12537;p43"/>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8" name="Google Shape;12538;p43"/>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9" name="Google Shape;12539;p43"/>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40" name="Google Shape;12540;p43"/>
          <p:cNvGrpSpPr/>
          <p:nvPr/>
        </p:nvGrpSpPr>
        <p:grpSpPr>
          <a:xfrm>
            <a:off x="5766424" y="4122795"/>
            <a:ext cx="358161" cy="356926"/>
            <a:chOff x="5766424" y="4275195"/>
            <a:chExt cx="358161" cy="356926"/>
          </a:xfrm>
        </p:grpSpPr>
        <p:sp>
          <p:nvSpPr>
            <p:cNvPr id="12541" name="Google Shape;12541;p43"/>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2" name="Google Shape;12542;p43"/>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3" name="Google Shape;12543;p43"/>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4" name="Google Shape;12544;p43"/>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5" name="Google Shape;12545;p43"/>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6" name="Google Shape;12546;p43"/>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7" name="Google Shape;12547;p43"/>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8" name="Google Shape;12548;p43"/>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9" name="Google Shape;12549;p43"/>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50" name="Google Shape;12550;p43"/>
          <p:cNvGrpSpPr/>
          <p:nvPr/>
        </p:nvGrpSpPr>
        <p:grpSpPr>
          <a:xfrm>
            <a:off x="3531462" y="3672199"/>
            <a:ext cx="377252" cy="324233"/>
            <a:chOff x="3531462" y="3824599"/>
            <a:chExt cx="377252" cy="324233"/>
          </a:xfrm>
        </p:grpSpPr>
        <p:sp>
          <p:nvSpPr>
            <p:cNvPr id="12551" name="Google Shape;12551;p43"/>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2" name="Google Shape;12552;p43"/>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3" name="Google Shape;12553;p43"/>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4" name="Google Shape;12554;p43"/>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5" name="Google Shape;12555;p43"/>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6" name="Google Shape;12556;p43"/>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7" name="Google Shape;12557;p43"/>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8" name="Google Shape;12558;p43"/>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9" name="Google Shape;12559;p43"/>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0" name="Google Shape;12560;p43"/>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1" name="Google Shape;12561;p43"/>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62" name="Google Shape;12562;p43"/>
          <p:cNvGrpSpPr/>
          <p:nvPr/>
        </p:nvGrpSpPr>
        <p:grpSpPr>
          <a:xfrm>
            <a:off x="4030586" y="3652846"/>
            <a:ext cx="286523" cy="340565"/>
            <a:chOff x="4030586" y="3805246"/>
            <a:chExt cx="286523" cy="340565"/>
          </a:xfrm>
        </p:grpSpPr>
        <p:sp>
          <p:nvSpPr>
            <p:cNvPr id="12563" name="Google Shape;12563;p43"/>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4" name="Google Shape;12564;p43"/>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5" name="Google Shape;12565;p43"/>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6" name="Google Shape;12566;p43"/>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7" name="Google Shape;12567;p43"/>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8" name="Google Shape;12568;p43"/>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9" name="Google Shape;12569;p43"/>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0" name="Google Shape;12570;p43"/>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1" name="Google Shape;12571;p43"/>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2" name="Google Shape;12572;p43"/>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3" name="Google Shape;12573;p43"/>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4" name="Google Shape;12574;p43"/>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5" name="Google Shape;12575;p43"/>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76" name="Google Shape;12576;p43"/>
          <p:cNvGrpSpPr/>
          <p:nvPr/>
        </p:nvGrpSpPr>
        <p:grpSpPr>
          <a:xfrm>
            <a:off x="2180884" y="2736319"/>
            <a:ext cx="376753" cy="374468"/>
            <a:chOff x="2180884" y="2888719"/>
            <a:chExt cx="376753" cy="374468"/>
          </a:xfrm>
        </p:grpSpPr>
        <p:sp>
          <p:nvSpPr>
            <p:cNvPr id="12577" name="Google Shape;12577;p43"/>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8" name="Google Shape;12578;p43"/>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9" name="Google Shape;12579;p43"/>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0" name="Google Shape;12580;p43"/>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1" name="Google Shape;12581;p43"/>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2" name="Google Shape;12582;p43"/>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3" name="Google Shape;12583;p43"/>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4" name="Google Shape;12584;p43"/>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5" name="Google Shape;12585;p43"/>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6" name="Google Shape;12586;p43"/>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7" name="Google Shape;12587;p43"/>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8" name="Google Shape;12588;p43"/>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9" name="Google Shape;12589;p43"/>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0" name="Google Shape;12590;p43"/>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91" name="Google Shape;12591;p43"/>
          <p:cNvGrpSpPr/>
          <p:nvPr/>
        </p:nvGrpSpPr>
        <p:grpSpPr>
          <a:xfrm>
            <a:off x="3954432" y="2790599"/>
            <a:ext cx="378249" cy="265908"/>
            <a:chOff x="3954432" y="2942999"/>
            <a:chExt cx="378249" cy="265908"/>
          </a:xfrm>
        </p:grpSpPr>
        <p:sp>
          <p:nvSpPr>
            <p:cNvPr id="12592" name="Google Shape;12592;p43"/>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3" name="Google Shape;12593;p43"/>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4" name="Google Shape;12594;p43"/>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5" name="Google Shape;12595;p43"/>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6" name="Google Shape;12596;p43"/>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7" name="Google Shape;12597;p43"/>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8" name="Google Shape;12598;p43"/>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9" name="Google Shape;12599;p43"/>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0" name="Google Shape;12600;p43"/>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01" name="Google Shape;12601;p43"/>
          <p:cNvGrpSpPr/>
          <p:nvPr/>
        </p:nvGrpSpPr>
        <p:grpSpPr>
          <a:xfrm>
            <a:off x="1752137" y="4114208"/>
            <a:ext cx="378512" cy="374756"/>
            <a:chOff x="1752137" y="4266608"/>
            <a:chExt cx="378512" cy="374756"/>
          </a:xfrm>
        </p:grpSpPr>
        <p:sp>
          <p:nvSpPr>
            <p:cNvPr id="12602" name="Google Shape;12602;p43"/>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3" name="Google Shape;12603;p43"/>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4" name="Google Shape;12604;p43"/>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5" name="Google Shape;12605;p43"/>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6" name="Google Shape;12606;p43"/>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7" name="Google Shape;12607;p43"/>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8" name="Google Shape;12608;p43"/>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9" name="Google Shape;12609;p43"/>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0" name="Google Shape;12610;p43"/>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1" name="Google Shape;12611;p43"/>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2" name="Google Shape;12612;p43"/>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3" name="Google Shape;12613;p43"/>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4" name="Google Shape;12614;p43"/>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5" name="Google Shape;12615;p43"/>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6" name="Google Shape;12616;p43"/>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7" name="Google Shape;12617;p43"/>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8" name="Google Shape;12618;p43"/>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9" name="Google Shape;12619;p43"/>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0" name="Google Shape;12620;p4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1" name="Google Shape;12621;p4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2" name="Google Shape;12622;p43"/>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23" name="Google Shape;12623;p43"/>
          <p:cNvGrpSpPr/>
          <p:nvPr/>
        </p:nvGrpSpPr>
        <p:grpSpPr>
          <a:xfrm>
            <a:off x="3117788" y="3660146"/>
            <a:ext cx="341065" cy="341065"/>
            <a:chOff x="3117788" y="3812546"/>
            <a:chExt cx="341065" cy="341065"/>
          </a:xfrm>
        </p:grpSpPr>
        <p:sp>
          <p:nvSpPr>
            <p:cNvPr id="12624" name="Google Shape;12624;p43"/>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5" name="Google Shape;12625;p43"/>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6" name="Google Shape;12626;p43"/>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7" name="Google Shape;12627;p43"/>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8" name="Google Shape;12628;p43"/>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9" name="Google Shape;12629;p43"/>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30" name="Google Shape;12630;p43"/>
          <p:cNvGrpSpPr/>
          <p:nvPr/>
        </p:nvGrpSpPr>
        <p:grpSpPr>
          <a:xfrm>
            <a:off x="3994400" y="4147532"/>
            <a:ext cx="338281" cy="322657"/>
            <a:chOff x="3994400" y="4299932"/>
            <a:chExt cx="338281" cy="322657"/>
          </a:xfrm>
        </p:grpSpPr>
        <p:sp>
          <p:nvSpPr>
            <p:cNvPr id="12631" name="Google Shape;12631;p43"/>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2" name="Google Shape;12632;p43"/>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3" name="Google Shape;12633;p43"/>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4" name="Google Shape;12634;p43"/>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5" name="Google Shape;12635;p43"/>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6" name="Google Shape;12636;p43"/>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7" name="Google Shape;12637;p43"/>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8" name="Google Shape;12638;p43"/>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639" name="Google Shape;12639;p43"/>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0" name="Google Shape;12640;p43"/>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641" name="Google Shape;12641;p43"/>
          <p:cNvGrpSpPr/>
          <p:nvPr/>
        </p:nvGrpSpPr>
        <p:grpSpPr>
          <a:xfrm>
            <a:off x="3573426" y="1813228"/>
            <a:ext cx="302357" cy="374993"/>
            <a:chOff x="3573426" y="1965628"/>
            <a:chExt cx="302357" cy="374993"/>
          </a:xfrm>
        </p:grpSpPr>
        <p:sp>
          <p:nvSpPr>
            <p:cNvPr id="12642" name="Google Shape;12642;p43"/>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3" name="Google Shape;12643;p43"/>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4" name="Google Shape;12644;p43"/>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5" name="Google Shape;12645;p43"/>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6" name="Google Shape;12646;p43"/>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7" name="Google Shape;12647;p43"/>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8" name="Google Shape;12648;p43"/>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9" name="Google Shape;12649;p43"/>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0" name="Google Shape;12650;p43"/>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1" name="Google Shape;12651;p43"/>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2" name="Google Shape;12652;p43"/>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3" name="Google Shape;12653;p43"/>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4" name="Google Shape;12654;p43"/>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5" name="Google Shape;12655;p43"/>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6" name="Google Shape;12656;p43"/>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7" name="Google Shape;12657;p43"/>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8" name="Google Shape;12658;p43"/>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9" name="Google Shape;12659;p43"/>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0" name="Google Shape;12660;p43"/>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1" name="Google Shape;12661;p43"/>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2" name="Google Shape;12662;p43"/>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3" name="Google Shape;12663;p43"/>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4" name="Google Shape;12664;p43"/>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5" name="Google Shape;12665;p43"/>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6" name="Google Shape;12666;p43"/>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7" name="Google Shape;12667;p43"/>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8" name="Google Shape;12668;p43"/>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9" name="Google Shape;12669;p43"/>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0" name="Google Shape;12670;p43"/>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1" name="Google Shape;12671;p43"/>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2" name="Google Shape;12672;p43"/>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3" name="Google Shape;12673;p43"/>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4" name="Google Shape;12674;p43"/>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5" name="Google Shape;12675;p43"/>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6" name="Google Shape;12676;p43"/>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7" name="Google Shape;12677;p43"/>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8" name="Google Shape;12678;p43"/>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9" name="Google Shape;12679;p43"/>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0" name="Google Shape;12680;p43"/>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1" name="Google Shape;12681;p43"/>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2" name="Google Shape;12682;p43"/>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3" name="Google Shape;12683;p43"/>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4" name="Google Shape;12684;p43"/>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5" name="Google Shape;12685;p43"/>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6" name="Google Shape;12686;p43"/>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7" name="Google Shape;12687;p43"/>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8" name="Google Shape;12688;p43"/>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89" name="Google Shape;12689;p43"/>
          <p:cNvGrpSpPr/>
          <p:nvPr/>
        </p:nvGrpSpPr>
        <p:grpSpPr>
          <a:xfrm>
            <a:off x="3513632" y="2756172"/>
            <a:ext cx="355875" cy="331007"/>
            <a:chOff x="3513632" y="2908572"/>
            <a:chExt cx="355875" cy="331007"/>
          </a:xfrm>
        </p:grpSpPr>
        <p:sp>
          <p:nvSpPr>
            <p:cNvPr id="12690" name="Google Shape;12690;p43"/>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1" name="Google Shape;12691;p43"/>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2" name="Google Shape;12692;p43"/>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3" name="Google Shape;12693;p43"/>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4" name="Google Shape;12694;p43"/>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5" name="Google Shape;12695;p43"/>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6" name="Google Shape;12696;p43"/>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7" name="Google Shape;12697;p43"/>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8" name="Google Shape;12698;p43"/>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9" name="Google Shape;12699;p43"/>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0" name="Google Shape;12700;p43"/>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1" name="Google Shape;12701;p43"/>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2" name="Google Shape;12702;p43"/>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3" name="Google Shape;12703;p43"/>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4" name="Google Shape;12704;p43"/>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5" name="Google Shape;12705;p43"/>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06" name="Google Shape;12706;p43"/>
          <p:cNvGrpSpPr/>
          <p:nvPr/>
        </p:nvGrpSpPr>
        <p:grpSpPr>
          <a:xfrm>
            <a:off x="2694083" y="2736030"/>
            <a:ext cx="235762" cy="374757"/>
            <a:chOff x="2694083" y="2888430"/>
            <a:chExt cx="235762" cy="374757"/>
          </a:xfrm>
        </p:grpSpPr>
        <p:sp>
          <p:nvSpPr>
            <p:cNvPr id="12707" name="Google Shape;12707;p43"/>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8" name="Google Shape;12708;p43"/>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9" name="Google Shape;12709;p43"/>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0" name="Google Shape;12710;p43"/>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1" name="Google Shape;12711;p43"/>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2" name="Google Shape;12712;p43"/>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3" name="Google Shape;12713;p43"/>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4" name="Google Shape;12714;p43"/>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5" name="Google Shape;12715;p43"/>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16" name="Google Shape;12716;p43"/>
          <p:cNvGrpSpPr/>
          <p:nvPr/>
        </p:nvGrpSpPr>
        <p:grpSpPr>
          <a:xfrm>
            <a:off x="871534" y="4148188"/>
            <a:ext cx="357661" cy="311155"/>
            <a:chOff x="871534" y="4300588"/>
            <a:chExt cx="357661" cy="311155"/>
          </a:xfrm>
        </p:grpSpPr>
        <p:sp>
          <p:nvSpPr>
            <p:cNvPr id="12717" name="Google Shape;12717;p43"/>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8" name="Google Shape;12718;p43"/>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9" name="Google Shape;12719;p43"/>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0" name="Google Shape;12720;p43"/>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1" name="Google Shape;12721;p43"/>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2" name="Google Shape;12722;p43"/>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3" name="Google Shape;12723;p43"/>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4" name="Google Shape;12724;p43"/>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5" name="Google Shape;12725;p43"/>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6" name="Google Shape;12726;p43"/>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7" name="Google Shape;12727;p43"/>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8" name="Google Shape;12728;p43"/>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9" name="Google Shape;12729;p43"/>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0" name="Google Shape;12730;p43"/>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1" name="Google Shape;12731;p43"/>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2" name="Google Shape;12732;p43"/>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3" name="Google Shape;12733;p43"/>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4" name="Google Shape;12734;p43"/>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5" name="Google Shape;12735;p43"/>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6" name="Google Shape;12736;p43"/>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7" name="Google Shape;12737;p43"/>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38" name="Google Shape;12738;p43"/>
          <p:cNvGrpSpPr/>
          <p:nvPr/>
        </p:nvGrpSpPr>
        <p:grpSpPr>
          <a:xfrm>
            <a:off x="916019" y="3669206"/>
            <a:ext cx="250100" cy="336785"/>
            <a:chOff x="916019" y="3821606"/>
            <a:chExt cx="250100" cy="336785"/>
          </a:xfrm>
        </p:grpSpPr>
        <p:sp>
          <p:nvSpPr>
            <p:cNvPr id="12739" name="Google Shape;12739;p43"/>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0" name="Google Shape;12740;p43"/>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1" name="Google Shape;12741;p43"/>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2" name="Google Shape;12742;p43"/>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3" name="Google Shape;12743;p43"/>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4" name="Google Shape;12744;p43"/>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5" name="Google Shape;12745;p43"/>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6" name="Google Shape;12746;p43"/>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7" name="Google Shape;12747;p43"/>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8" name="Google Shape;12748;p43"/>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9" name="Google Shape;12749;p43"/>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0" name="Google Shape;12750;p43"/>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1" name="Google Shape;12751;p43"/>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52" name="Google Shape;12752;p43"/>
          <p:cNvGrpSpPr/>
          <p:nvPr/>
        </p:nvGrpSpPr>
        <p:grpSpPr>
          <a:xfrm>
            <a:off x="849686" y="2757170"/>
            <a:ext cx="374730" cy="332504"/>
            <a:chOff x="849686" y="2909570"/>
            <a:chExt cx="374730" cy="332504"/>
          </a:xfrm>
        </p:grpSpPr>
        <p:sp>
          <p:nvSpPr>
            <p:cNvPr id="12753" name="Google Shape;12753;p43"/>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4" name="Google Shape;12754;p43"/>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5" name="Google Shape;12755;p43"/>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6" name="Google Shape;12756;p43"/>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7" name="Google Shape;12757;p43"/>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8" name="Google Shape;12758;p43"/>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9" name="Google Shape;12759;p43"/>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0" name="Google Shape;12760;p43"/>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1" name="Google Shape;12761;p43"/>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2" name="Google Shape;12762;p43"/>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3" name="Google Shape;12763;p43"/>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64" name="Google Shape;12764;p43"/>
          <p:cNvGrpSpPr/>
          <p:nvPr/>
        </p:nvGrpSpPr>
        <p:grpSpPr>
          <a:xfrm>
            <a:off x="1735567" y="2267841"/>
            <a:ext cx="417718" cy="372865"/>
            <a:chOff x="1735567" y="2420241"/>
            <a:chExt cx="417718" cy="372865"/>
          </a:xfrm>
        </p:grpSpPr>
        <p:sp>
          <p:nvSpPr>
            <p:cNvPr id="12765" name="Google Shape;12765;p43"/>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6" name="Google Shape;12766;p43"/>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7" name="Google Shape;12767;p43"/>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8" name="Google Shape;12768;p43"/>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9" name="Google Shape;12769;p43"/>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0" name="Google Shape;12770;p43"/>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1" name="Google Shape;12771;p43"/>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2" name="Google Shape;12772;p43"/>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3" name="Google Shape;12773;p43"/>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4" name="Google Shape;12774;p43"/>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5" name="Google Shape;12775;p43"/>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6" name="Google Shape;12776;p43"/>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77" name="Google Shape;12777;p43"/>
          <p:cNvGrpSpPr/>
          <p:nvPr/>
        </p:nvGrpSpPr>
        <p:grpSpPr>
          <a:xfrm>
            <a:off x="3599318" y="4147190"/>
            <a:ext cx="251098" cy="309028"/>
            <a:chOff x="3599318" y="4299590"/>
            <a:chExt cx="251098" cy="309028"/>
          </a:xfrm>
        </p:grpSpPr>
        <p:sp>
          <p:nvSpPr>
            <p:cNvPr id="12778" name="Google Shape;12778;p43"/>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9" name="Google Shape;12779;p43"/>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0" name="Google Shape;12780;p43"/>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1" name="Google Shape;12781;p43"/>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2" name="Google Shape;12782;p43"/>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3" name="Google Shape;12783;p43"/>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84" name="Google Shape;12784;p43"/>
          <p:cNvGrpSpPr/>
          <p:nvPr/>
        </p:nvGrpSpPr>
        <p:grpSpPr>
          <a:xfrm>
            <a:off x="3105998" y="2280840"/>
            <a:ext cx="345817" cy="345056"/>
            <a:chOff x="3105998" y="2433240"/>
            <a:chExt cx="345817" cy="345056"/>
          </a:xfrm>
        </p:grpSpPr>
        <p:sp>
          <p:nvSpPr>
            <p:cNvPr id="12785" name="Google Shape;12785;p43"/>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6" name="Google Shape;12786;p43"/>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7" name="Google Shape;12787;p43"/>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8" name="Google Shape;12788;p43"/>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9" name="Google Shape;12789;p43"/>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0" name="Google Shape;12790;p43"/>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1" name="Google Shape;12791;p43"/>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2" name="Google Shape;12792;p43"/>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3" name="Google Shape;12793;p43"/>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4" name="Google Shape;12794;p43"/>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5" name="Google Shape;12795;p43"/>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96" name="Google Shape;12796;p43"/>
          <p:cNvGrpSpPr/>
          <p:nvPr/>
        </p:nvGrpSpPr>
        <p:grpSpPr>
          <a:xfrm>
            <a:off x="1737326" y="2748373"/>
            <a:ext cx="374731" cy="350361"/>
            <a:chOff x="1737326" y="2900773"/>
            <a:chExt cx="374731" cy="350361"/>
          </a:xfrm>
        </p:grpSpPr>
        <p:sp>
          <p:nvSpPr>
            <p:cNvPr id="12797" name="Google Shape;12797;p43"/>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8" name="Google Shape;12798;p43"/>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9" name="Google Shape;12799;p43"/>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0" name="Google Shape;12800;p43"/>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1" name="Google Shape;12801;p43"/>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2" name="Google Shape;12802;p43"/>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3" name="Google Shape;12803;p43"/>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4" name="Google Shape;12804;p43"/>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5" name="Google Shape;12805;p43"/>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6" name="Google Shape;12806;p43"/>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7" name="Google Shape;12807;p43"/>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8" name="Google Shape;12808;p43"/>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9" name="Google Shape;12809;p43"/>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0" name="Google Shape;12810;p43"/>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1" name="Google Shape;12811;p43"/>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2" name="Google Shape;12812;p43"/>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3" name="Google Shape;12813;p43"/>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14" name="Google Shape;12814;p43"/>
          <p:cNvGrpSpPr/>
          <p:nvPr/>
        </p:nvGrpSpPr>
        <p:grpSpPr>
          <a:xfrm>
            <a:off x="4000676" y="1426996"/>
            <a:ext cx="327226" cy="211603"/>
            <a:chOff x="4000676" y="1579396"/>
            <a:chExt cx="327226" cy="211603"/>
          </a:xfrm>
        </p:grpSpPr>
        <p:sp>
          <p:nvSpPr>
            <p:cNvPr id="12815" name="Google Shape;12815;p43"/>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6" name="Google Shape;12816;p43"/>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7" name="Google Shape;12817;p43"/>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8" name="Google Shape;12818;p43"/>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9" name="Google Shape;12819;p43"/>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0" name="Google Shape;12820;p43"/>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1" name="Google Shape;12821;p43"/>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2" name="Google Shape;12822;p43"/>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3" name="Google Shape;12823;p43"/>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4" name="Google Shape;12824;p43"/>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5" name="Google Shape;12825;p43"/>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6" name="Google Shape;12826;p43"/>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7" name="Google Shape;12827;p43"/>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8" name="Google Shape;12828;p43"/>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9" name="Google Shape;12829;p43"/>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0" name="Google Shape;12830;p43"/>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31" name="Google Shape;12831;p43"/>
          <p:cNvGrpSpPr/>
          <p:nvPr/>
        </p:nvGrpSpPr>
        <p:grpSpPr>
          <a:xfrm>
            <a:off x="2635523" y="1363184"/>
            <a:ext cx="371054" cy="336469"/>
            <a:chOff x="2635523" y="1515584"/>
            <a:chExt cx="371054" cy="336469"/>
          </a:xfrm>
        </p:grpSpPr>
        <p:sp>
          <p:nvSpPr>
            <p:cNvPr id="12832" name="Google Shape;12832;p43"/>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3" name="Google Shape;12833;p43"/>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4" name="Google Shape;12834;p43"/>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5" name="Google Shape;12835;p43"/>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6" name="Google Shape;12836;p43"/>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7" name="Google Shape;12837;p43"/>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8" name="Google Shape;12838;p43"/>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39" name="Google Shape;12839;p43"/>
          <p:cNvGrpSpPr/>
          <p:nvPr/>
        </p:nvGrpSpPr>
        <p:grpSpPr>
          <a:xfrm>
            <a:off x="2231907" y="1368331"/>
            <a:ext cx="311628" cy="326569"/>
            <a:chOff x="2231907" y="1520731"/>
            <a:chExt cx="311628" cy="326569"/>
          </a:xfrm>
        </p:grpSpPr>
        <p:sp>
          <p:nvSpPr>
            <p:cNvPr id="12840" name="Google Shape;12840;p43"/>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1" name="Google Shape;12841;p43"/>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2" name="Google Shape;12842;p43"/>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3" name="Google Shape;12843;p43"/>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4" name="Google Shape;12844;p43"/>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5" name="Google Shape;12845;p43"/>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6" name="Google Shape;12846;p43"/>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7" name="Google Shape;12847;p43"/>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8" name="Google Shape;12848;p43"/>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9" name="Google Shape;12849;p43"/>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50" name="Google Shape;12850;p43"/>
          <p:cNvGrpSpPr/>
          <p:nvPr/>
        </p:nvGrpSpPr>
        <p:grpSpPr>
          <a:xfrm>
            <a:off x="1340249" y="4149133"/>
            <a:ext cx="311890" cy="304695"/>
            <a:chOff x="1340249" y="4301533"/>
            <a:chExt cx="311890" cy="304695"/>
          </a:xfrm>
        </p:grpSpPr>
        <p:sp>
          <p:nvSpPr>
            <p:cNvPr id="12851" name="Google Shape;12851;p43"/>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2" name="Google Shape;12852;p43"/>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3" name="Google Shape;12853;p43"/>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4" name="Google Shape;12854;p43"/>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5" name="Google Shape;12855;p43"/>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6" name="Google Shape;12856;p43"/>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7" name="Google Shape;12857;p43"/>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8" name="Google Shape;12858;p43"/>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9" name="Google Shape;12859;p43"/>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0" name="Google Shape;12860;p43"/>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1" name="Google Shape;12861;p43"/>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2" name="Google Shape;12862;p43"/>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3" name="Google Shape;12863;p43"/>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4" name="Google Shape;12864;p43"/>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65" name="Google Shape;12865;p43"/>
          <p:cNvGrpSpPr/>
          <p:nvPr/>
        </p:nvGrpSpPr>
        <p:grpSpPr>
          <a:xfrm>
            <a:off x="1330690" y="3224624"/>
            <a:ext cx="306874" cy="332268"/>
            <a:chOff x="1330690" y="3377024"/>
            <a:chExt cx="306874" cy="332268"/>
          </a:xfrm>
        </p:grpSpPr>
        <p:sp>
          <p:nvSpPr>
            <p:cNvPr id="12866" name="Google Shape;12866;p43"/>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7" name="Google Shape;12867;p43"/>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8" name="Google Shape;12868;p43"/>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9" name="Google Shape;12869;p43"/>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0" name="Google Shape;12870;p4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1" name="Google Shape;12871;p4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2" name="Google Shape;12872;p4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3" name="Google Shape;12873;p4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4" name="Google Shape;12874;p4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5" name="Google Shape;12875;p43"/>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6" name="Google Shape;12876;p4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7" name="Google Shape;12877;p43"/>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8" name="Google Shape;12878;p4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9" name="Google Shape;12879;p43"/>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0" name="Google Shape;12880;p4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1" name="Google Shape;12881;p43"/>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2" name="Google Shape;12882;p43"/>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3" name="Google Shape;12883;p43"/>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4" name="Google Shape;12884;p43"/>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85" name="Google Shape;12885;p43"/>
          <p:cNvGrpSpPr/>
          <p:nvPr/>
        </p:nvGrpSpPr>
        <p:grpSpPr>
          <a:xfrm>
            <a:off x="2650597" y="3229377"/>
            <a:ext cx="341511" cy="324994"/>
            <a:chOff x="2650597" y="3381777"/>
            <a:chExt cx="341511" cy="324994"/>
          </a:xfrm>
        </p:grpSpPr>
        <p:sp>
          <p:nvSpPr>
            <p:cNvPr id="12886" name="Google Shape;12886;p43"/>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7" name="Google Shape;12887;p43"/>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8" name="Google Shape;12888;p43"/>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9" name="Google Shape;12889;p43"/>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0" name="Google Shape;12890;p43"/>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1" name="Google Shape;12891;p43"/>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2" name="Google Shape;12892;p43"/>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3" name="Google Shape;12893;p43"/>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4" name="Google Shape;12894;p43"/>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5" name="Google Shape;12895;p43"/>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6" name="Google Shape;12896;p43"/>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7" name="Google Shape;12897;p43"/>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8" name="Google Shape;12898;p43"/>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9" name="Google Shape;12899;p43"/>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0" name="Google Shape;12900;p43"/>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1" name="Google Shape;12901;p43"/>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2" name="Google Shape;12902;p43"/>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3" name="Google Shape;12903;p43"/>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4" name="Google Shape;12904;p43"/>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5" name="Google Shape;12905;p43"/>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6" name="Google Shape;12906;p43"/>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7" name="Google Shape;12907;p43"/>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8" name="Google Shape;12908;p43"/>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9" name="Google Shape;12909;p43"/>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0" name="Google Shape;12910;p43"/>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1" name="Google Shape;12911;p43"/>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2" name="Google Shape;12912;p43"/>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3" name="Google Shape;12913;p43"/>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4" name="Google Shape;12914;p43"/>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5" name="Google Shape;12915;p43"/>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6" name="Google Shape;12916;p43"/>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7" name="Google Shape;12917;p43"/>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8" name="Google Shape;12918;p43"/>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9" name="Google Shape;12919;p43"/>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0" name="Google Shape;12920;p43"/>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21" name="Google Shape;12921;p43"/>
          <p:cNvGrpSpPr/>
          <p:nvPr/>
        </p:nvGrpSpPr>
        <p:grpSpPr>
          <a:xfrm>
            <a:off x="1295502" y="2284962"/>
            <a:ext cx="402645" cy="323917"/>
            <a:chOff x="1295502" y="2437362"/>
            <a:chExt cx="402645" cy="323917"/>
          </a:xfrm>
        </p:grpSpPr>
        <p:sp>
          <p:nvSpPr>
            <p:cNvPr id="12922" name="Google Shape;12922;p43"/>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3" name="Google Shape;12923;p43"/>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4" name="Google Shape;12924;p43"/>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5" name="Google Shape;12925;p43"/>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6" name="Google Shape;12926;p43"/>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7" name="Google Shape;12927;p43"/>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8" name="Google Shape;12928;p43"/>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9" name="Google Shape;12929;p43"/>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0" name="Google Shape;12930;p43"/>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1" name="Google Shape;12931;p43"/>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2" name="Google Shape;12932;p43"/>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3" name="Google Shape;12933;p43"/>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4" name="Google Shape;12934;p43"/>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5" name="Google Shape;12935;p43"/>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6" name="Google Shape;12936;p43"/>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7" name="Google Shape;12937;p43"/>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38" name="Google Shape;12938;p43"/>
          <p:cNvGrpSpPr/>
          <p:nvPr/>
        </p:nvGrpSpPr>
        <p:grpSpPr>
          <a:xfrm>
            <a:off x="882590" y="2285960"/>
            <a:ext cx="337310" cy="337047"/>
            <a:chOff x="882590" y="2438360"/>
            <a:chExt cx="337310" cy="337047"/>
          </a:xfrm>
        </p:grpSpPr>
        <p:sp>
          <p:nvSpPr>
            <p:cNvPr id="12939" name="Google Shape;12939;p43"/>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0" name="Google Shape;12940;p43"/>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1" name="Google Shape;12941;p43"/>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2" name="Google Shape;12942;p43"/>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3" name="Google Shape;12943;p43"/>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4" name="Google Shape;12944;p43"/>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5" name="Google Shape;12945;p43"/>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6" name="Google Shape;12946;p43"/>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7" name="Google Shape;12947;p43"/>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8" name="Google Shape;12948;p43"/>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9" name="Google Shape;12949;p43"/>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0" name="Google Shape;12950;p43"/>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1" name="Google Shape;12951;p43"/>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2" name="Google Shape;12952;p43"/>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3" name="Google Shape;12953;p43"/>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4" name="Google Shape;12954;p43"/>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5" name="Google Shape;12955;p43"/>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6" name="Google Shape;12956;p43"/>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7" name="Google Shape;12957;p43"/>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8" name="Google Shape;12958;p43"/>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9" name="Google Shape;12959;p43"/>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0" name="Google Shape;12960;p43"/>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1" name="Google Shape;12961;p43"/>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2" name="Google Shape;12962;p43"/>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63" name="Google Shape;12963;p43"/>
          <p:cNvGrpSpPr/>
          <p:nvPr/>
        </p:nvGrpSpPr>
        <p:grpSpPr>
          <a:xfrm>
            <a:off x="4885060" y="1366388"/>
            <a:ext cx="385786" cy="342588"/>
            <a:chOff x="4885060" y="1518788"/>
            <a:chExt cx="385786" cy="342588"/>
          </a:xfrm>
        </p:grpSpPr>
        <p:sp>
          <p:nvSpPr>
            <p:cNvPr id="12964" name="Google Shape;12964;p43"/>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5" name="Google Shape;12965;p43"/>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6" name="Google Shape;12966;p43"/>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7" name="Google Shape;12967;p43"/>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8" name="Google Shape;12968;p43"/>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9" name="Google Shape;12969;p43"/>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0" name="Google Shape;12970;p43"/>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1" name="Google Shape;12971;p43"/>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2" name="Google Shape;12972;p43"/>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3" name="Google Shape;12973;p43"/>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4" name="Google Shape;12974;p43"/>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5" name="Google Shape;12975;p43"/>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6" name="Google Shape;12976;p43"/>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7" name="Google Shape;12977;p43"/>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8" name="Google Shape;12978;p43"/>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9" name="Google Shape;12979;p43"/>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0" name="Google Shape;12980;p43"/>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1" name="Google Shape;12981;p43"/>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2" name="Google Shape;12982;p43"/>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83" name="Google Shape;12983;p43"/>
          <p:cNvGrpSpPr/>
          <p:nvPr/>
        </p:nvGrpSpPr>
        <p:grpSpPr>
          <a:xfrm>
            <a:off x="5394478" y="1362133"/>
            <a:ext cx="249076" cy="351096"/>
            <a:chOff x="5394478" y="1514533"/>
            <a:chExt cx="249076" cy="351096"/>
          </a:xfrm>
        </p:grpSpPr>
        <p:sp>
          <p:nvSpPr>
            <p:cNvPr id="12984" name="Google Shape;12984;p43"/>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5" name="Google Shape;12985;p43"/>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6" name="Google Shape;12986;p43"/>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7" name="Google Shape;12987;p43"/>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8" name="Google Shape;12988;p43"/>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9" name="Google Shape;12989;p43"/>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0" name="Google Shape;12990;p43"/>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1" name="Google Shape;12991;p43"/>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2" name="Google Shape;12992;p43"/>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3" name="Google Shape;12993;p43"/>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4" name="Google Shape;12994;p43"/>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5" name="Google Shape;12995;p43"/>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6" name="Google Shape;12996;p43"/>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7" name="Google Shape;12997;p43"/>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8" name="Google Shape;12998;p43"/>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9" name="Google Shape;12999;p43"/>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0" name="Google Shape;13000;p43"/>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1" name="Google Shape;13001;p43"/>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2" name="Google Shape;13002;p43"/>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3" name="Google Shape;13003;p43"/>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04" name="Google Shape;13004;p43"/>
          <p:cNvGrpSpPr/>
          <p:nvPr/>
        </p:nvGrpSpPr>
        <p:grpSpPr>
          <a:xfrm>
            <a:off x="5782259" y="1359612"/>
            <a:ext cx="356138" cy="356138"/>
            <a:chOff x="5782259" y="1512012"/>
            <a:chExt cx="356138" cy="356138"/>
          </a:xfrm>
        </p:grpSpPr>
        <p:sp>
          <p:nvSpPr>
            <p:cNvPr id="13005" name="Google Shape;13005;p43"/>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6" name="Google Shape;13006;p43"/>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7" name="Google Shape;13007;p43"/>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8" name="Google Shape;13008;p43"/>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9" name="Google Shape;13009;p43"/>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0" name="Google Shape;13010;p43"/>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1" name="Google Shape;13011;p43"/>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2" name="Google Shape;13012;p43"/>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3" name="Google Shape;13013;p43"/>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4" name="Google Shape;13014;p43"/>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5" name="Google Shape;13015;p43"/>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16" name="Google Shape;13016;p43"/>
          <p:cNvGrpSpPr/>
          <p:nvPr/>
        </p:nvGrpSpPr>
        <p:grpSpPr>
          <a:xfrm>
            <a:off x="6229598" y="1365652"/>
            <a:ext cx="343560" cy="343822"/>
            <a:chOff x="6229598" y="1518052"/>
            <a:chExt cx="343560" cy="343822"/>
          </a:xfrm>
        </p:grpSpPr>
        <p:sp>
          <p:nvSpPr>
            <p:cNvPr id="13017" name="Google Shape;13017;p43"/>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8" name="Google Shape;13018;p43"/>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9" name="Google Shape;13019;p43"/>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0" name="Google Shape;13020;p43"/>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1" name="Google Shape;13021;p43"/>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2" name="Google Shape;13022;p43"/>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3" name="Google Shape;13023;p43"/>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4" name="Google Shape;13024;p43"/>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5" name="Google Shape;13025;p43"/>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6" name="Google Shape;13026;p43"/>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7" name="Google Shape;13027;p43"/>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8" name="Google Shape;13028;p43"/>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9" name="Google Shape;13029;p43"/>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0" name="Google Shape;13030;p43"/>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1" name="Google Shape;13031;p43"/>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2" name="Google Shape;13032;p43"/>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3" name="Google Shape;13033;p43"/>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4" name="Google Shape;13034;p43"/>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5" name="Google Shape;13035;p43"/>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36" name="Google Shape;13036;p43"/>
          <p:cNvGrpSpPr/>
          <p:nvPr/>
        </p:nvGrpSpPr>
        <p:grpSpPr>
          <a:xfrm>
            <a:off x="870773" y="3205585"/>
            <a:ext cx="342824" cy="351228"/>
            <a:chOff x="870773" y="3357985"/>
            <a:chExt cx="342824" cy="351228"/>
          </a:xfrm>
        </p:grpSpPr>
        <p:sp>
          <p:nvSpPr>
            <p:cNvPr id="13037" name="Google Shape;13037;p43"/>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8" name="Google Shape;13038;p43"/>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9" name="Google Shape;13039;p43"/>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0" name="Google Shape;13040;p43"/>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1" name="Google Shape;13041;p43"/>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2" name="Google Shape;13042;p43"/>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3" name="Google Shape;13043;p43"/>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4" name="Google Shape;13044;p43"/>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45" name="Google Shape;13045;p43"/>
          <p:cNvGrpSpPr/>
          <p:nvPr/>
        </p:nvGrpSpPr>
        <p:grpSpPr>
          <a:xfrm>
            <a:off x="2743084" y="4147190"/>
            <a:ext cx="159372" cy="308897"/>
            <a:chOff x="2743084" y="4299590"/>
            <a:chExt cx="159372" cy="308897"/>
          </a:xfrm>
        </p:grpSpPr>
        <p:sp>
          <p:nvSpPr>
            <p:cNvPr id="13046" name="Google Shape;13046;p43"/>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7" name="Google Shape;13047;p43"/>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8" name="Google Shape;13048;p43"/>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9" name="Google Shape;13049;p43"/>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0" name="Google Shape;13050;p43"/>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1" name="Google Shape;13051;p43"/>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2" name="Google Shape;13052;p43"/>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3" name="Google Shape;13053;p43"/>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4" name="Google Shape;13054;p43"/>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5" name="Google Shape;13055;p43"/>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6" name="Google Shape;13056;p43"/>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7" name="Google Shape;13057;p43"/>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8" name="Google Shape;13058;p43"/>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9" name="Google Shape;13059;p43"/>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0" name="Google Shape;13060;p43"/>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61" name="Google Shape;13061;p43"/>
          <p:cNvGrpSpPr/>
          <p:nvPr/>
        </p:nvGrpSpPr>
        <p:grpSpPr>
          <a:xfrm>
            <a:off x="1293506" y="2787316"/>
            <a:ext cx="374730" cy="272212"/>
            <a:chOff x="1293506" y="2939716"/>
            <a:chExt cx="374730" cy="272212"/>
          </a:xfrm>
        </p:grpSpPr>
        <p:sp>
          <p:nvSpPr>
            <p:cNvPr id="13062" name="Google Shape;13062;p43"/>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3" name="Google Shape;13063;p43"/>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4" name="Google Shape;13064;p43"/>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5" name="Google Shape;13065;p43"/>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6" name="Google Shape;13066;p43"/>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7" name="Google Shape;13067;p43"/>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8" name="Google Shape;13068;p43"/>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9" name="Google Shape;13069;p43"/>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0" name="Google Shape;13070;p43"/>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1" name="Google Shape;13071;p43"/>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2" name="Google Shape;13072;p43"/>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3" name="Google Shape;13073;p43"/>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4" name="Google Shape;13074;p43"/>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5" name="Google Shape;13075;p43"/>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6" name="Google Shape;13076;p43"/>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7" name="Google Shape;13077;p43"/>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8" name="Google Shape;13078;p43"/>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9" name="Google Shape;13079;p43"/>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0" name="Google Shape;13080;p43"/>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1" name="Google Shape;13081;p43"/>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2" name="Google Shape;13082;p43"/>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3" name="Google Shape;13083;p43"/>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4" name="Google Shape;13084;p43"/>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5" name="Google Shape;13085;p43"/>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6" name="Google Shape;13086;p43"/>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7" name="Google Shape;13087;p43"/>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8" name="Google Shape;13088;p43"/>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9" name="Google Shape;13089;p43"/>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0" name="Google Shape;13090;p43"/>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1" name="Google Shape;13091;p43"/>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92" name="Google Shape;13092;p43"/>
          <p:cNvGrpSpPr/>
          <p:nvPr/>
        </p:nvGrpSpPr>
        <p:grpSpPr>
          <a:xfrm>
            <a:off x="6669900" y="1353074"/>
            <a:ext cx="345083" cy="369215"/>
            <a:chOff x="6669900" y="1505474"/>
            <a:chExt cx="345083" cy="369215"/>
          </a:xfrm>
        </p:grpSpPr>
        <p:sp>
          <p:nvSpPr>
            <p:cNvPr id="13093" name="Google Shape;13093;p43"/>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4" name="Google Shape;13094;p43"/>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5" name="Google Shape;13095;p43"/>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6" name="Google Shape;13096;p43"/>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7" name="Google Shape;13097;p43"/>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8" name="Google Shape;13098;p43"/>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9" name="Google Shape;13099;p43"/>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0" name="Google Shape;13100;p43"/>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1" name="Google Shape;13101;p43"/>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2" name="Google Shape;13102;p43"/>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3" name="Google Shape;13103;p43"/>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4" name="Google Shape;13104;p43"/>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5" name="Google Shape;13105;p43"/>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6" name="Google Shape;13106;p43"/>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7" name="Google Shape;13107;p43"/>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8" name="Google Shape;13108;p43"/>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9" name="Google Shape;13109;p43"/>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0" name="Google Shape;13110;p43"/>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1" name="Google Shape;13111;p43"/>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2" name="Google Shape;13112;p43"/>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3" name="Google Shape;13113;p43"/>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4" name="Google Shape;13114;p43"/>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15" name="Google Shape;13115;p43"/>
          <p:cNvGrpSpPr/>
          <p:nvPr/>
        </p:nvGrpSpPr>
        <p:grpSpPr>
          <a:xfrm>
            <a:off x="7117003" y="1365600"/>
            <a:ext cx="333002" cy="344085"/>
            <a:chOff x="7117003" y="1518000"/>
            <a:chExt cx="333002" cy="344085"/>
          </a:xfrm>
        </p:grpSpPr>
        <p:sp>
          <p:nvSpPr>
            <p:cNvPr id="13116" name="Google Shape;13116;p43"/>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7" name="Google Shape;13117;p43"/>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8" name="Google Shape;13118;p43"/>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9" name="Google Shape;13119;p43"/>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0" name="Google Shape;13120;p43"/>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1" name="Google Shape;13121;p43"/>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2" name="Google Shape;13122;p43"/>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3" name="Google Shape;13123;p43"/>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4" name="Google Shape;13124;p43"/>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5" name="Google Shape;13125;p43"/>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6" name="Google Shape;13126;p43"/>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7" name="Google Shape;13127;p43"/>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8" name="Google Shape;13128;p43"/>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9" name="Google Shape;13129;p43"/>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0" name="Google Shape;13130;p43"/>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1" name="Google Shape;13131;p43"/>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2" name="Google Shape;13132;p43"/>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3" name="Google Shape;13133;p43"/>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4" name="Google Shape;13134;p43"/>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5" name="Google Shape;13135;p43"/>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6" name="Google Shape;13136;p43"/>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7" name="Google Shape;13137;p43"/>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8" name="Google Shape;13138;p43"/>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9" name="Google Shape;13139;p43"/>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0" name="Google Shape;13140;p43"/>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1" name="Google Shape;13141;p43"/>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2" name="Google Shape;13142;p43"/>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3" name="Google Shape;13143;p43"/>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4" name="Google Shape;13144;p43"/>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5" name="Google Shape;13145;p43"/>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6" name="Google Shape;13146;p43"/>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7" name="Google Shape;13147;p43"/>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8" name="Google Shape;13148;p43"/>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9" name="Google Shape;13149;p43"/>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0" name="Google Shape;13150;p43"/>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1" name="Google Shape;13151;p43"/>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2" name="Google Shape;13152;p43"/>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3" name="Google Shape;13153;p43"/>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54" name="Google Shape;13154;p43"/>
          <p:cNvGrpSpPr/>
          <p:nvPr/>
        </p:nvGrpSpPr>
        <p:grpSpPr>
          <a:xfrm>
            <a:off x="2200238" y="4136765"/>
            <a:ext cx="374756" cy="329301"/>
            <a:chOff x="2200238" y="4289165"/>
            <a:chExt cx="374756" cy="329301"/>
          </a:xfrm>
        </p:grpSpPr>
        <p:sp>
          <p:nvSpPr>
            <p:cNvPr id="13155" name="Google Shape;13155;p43"/>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6" name="Google Shape;13156;p43"/>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7" name="Google Shape;13157;p43"/>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8" name="Google Shape;13158;p43"/>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9" name="Google Shape;13159;p43"/>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0" name="Google Shape;13160;p43"/>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1" name="Google Shape;13161;p43"/>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2" name="Google Shape;13162;p43"/>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3" name="Google Shape;13163;p43"/>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4" name="Google Shape;13164;p43"/>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5" name="Google Shape;13165;p43"/>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6" name="Google Shape;13166;p43"/>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7" name="Google Shape;13167;p43"/>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8" name="Google Shape;13168;p43"/>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9" name="Google Shape;13169;p43"/>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0" name="Google Shape;13170;p43"/>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1" name="Google Shape;13171;p43"/>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2" name="Google Shape;13172;p43"/>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3" name="Google Shape;13173;p43"/>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4" name="Google Shape;13174;p43"/>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5" name="Google Shape;13175;p43"/>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6" name="Google Shape;13176;p43"/>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77" name="Google Shape;13177;p43"/>
          <p:cNvGrpSpPr/>
          <p:nvPr/>
        </p:nvGrpSpPr>
        <p:grpSpPr>
          <a:xfrm>
            <a:off x="7556043" y="1347559"/>
            <a:ext cx="337284" cy="380192"/>
            <a:chOff x="7556043" y="1499959"/>
            <a:chExt cx="337284" cy="380192"/>
          </a:xfrm>
        </p:grpSpPr>
        <p:sp>
          <p:nvSpPr>
            <p:cNvPr id="13178" name="Google Shape;13178;p43"/>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9" name="Google Shape;13179;p43"/>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0" name="Google Shape;13180;p43"/>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1" name="Google Shape;13181;p43"/>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2" name="Google Shape;13182;p43"/>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3" name="Google Shape;13183;p43"/>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4" name="Google Shape;13184;p43"/>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5" name="Google Shape;13185;p43"/>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6" name="Google Shape;13186;p43"/>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7" name="Google Shape;13187;p43"/>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8" name="Google Shape;13188;p43"/>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9" name="Google Shape;13189;p43"/>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0" name="Google Shape;13190;p43"/>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1" name="Google Shape;13191;p43"/>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92" name="Google Shape;13192;p43"/>
          <p:cNvGrpSpPr/>
          <p:nvPr/>
        </p:nvGrpSpPr>
        <p:grpSpPr>
          <a:xfrm>
            <a:off x="7992826" y="1365390"/>
            <a:ext cx="317431" cy="344584"/>
            <a:chOff x="7992826" y="1517790"/>
            <a:chExt cx="317431" cy="344584"/>
          </a:xfrm>
        </p:grpSpPr>
        <p:sp>
          <p:nvSpPr>
            <p:cNvPr id="13193" name="Google Shape;13193;p43"/>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4" name="Google Shape;13194;p43"/>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5" name="Google Shape;13195;p43"/>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6" name="Google Shape;13196;p43"/>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7" name="Google Shape;13197;p43"/>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8" name="Google Shape;13198;p43"/>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9" name="Google Shape;13199;p43"/>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0" name="Google Shape;13200;p43"/>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1" name="Google Shape;13201;p43"/>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2" name="Google Shape;13202;p43"/>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3" name="Google Shape;13203;p43"/>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4" name="Google Shape;13204;p43"/>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5" name="Google Shape;13205;p43"/>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6" name="Google Shape;13206;p43"/>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7" name="Google Shape;13207;p43"/>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8" name="Google Shape;13208;p43"/>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9" name="Google Shape;13209;p43"/>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10" name="Google Shape;13210;p43"/>
          <p:cNvGrpSpPr/>
          <p:nvPr/>
        </p:nvGrpSpPr>
        <p:grpSpPr>
          <a:xfrm>
            <a:off x="4864446" y="3187807"/>
            <a:ext cx="395607" cy="387415"/>
            <a:chOff x="4864446" y="3340207"/>
            <a:chExt cx="395607" cy="387415"/>
          </a:xfrm>
        </p:grpSpPr>
        <p:sp>
          <p:nvSpPr>
            <p:cNvPr id="13211" name="Google Shape;13211;p43"/>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2" name="Google Shape;13212;p43"/>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3" name="Google Shape;13213;p43"/>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4" name="Google Shape;13214;p43"/>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5" name="Google Shape;13215;p43"/>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6" name="Google Shape;13216;p43"/>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7" name="Google Shape;13217;p43"/>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8" name="Google Shape;13218;p43"/>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9" name="Google Shape;13219;p43"/>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0" name="Google Shape;13220;p43"/>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1" name="Google Shape;13221;p43"/>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2" name="Google Shape;13222;p43"/>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3" name="Google Shape;13223;p43"/>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4" name="Google Shape;13224;p43"/>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5" name="Google Shape;13225;p43"/>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6" name="Google Shape;13226;p43"/>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7" name="Google Shape;13227;p43"/>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8" name="Google Shape;13228;p43"/>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9" name="Google Shape;13229;p43"/>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0" name="Google Shape;13230;p43"/>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1" name="Google Shape;13231;p43"/>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2" name="Google Shape;13232;p43"/>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3" name="Google Shape;13233;p43"/>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4" name="Google Shape;13234;p43"/>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5" name="Google Shape;13235;p43"/>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36" name="Google Shape;13236;p43"/>
          <p:cNvGrpSpPr/>
          <p:nvPr/>
        </p:nvGrpSpPr>
        <p:grpSpPr>
          <a:xfrm>
            <a:off x="3130367" y="4172085"/>
            <a:ext cx="297342" cy="258871"/>
            <a:chOff x="3130367" y="4324485"/>
            <a:chExt cx="297342" cy="258871"/>
          </a:xfrm>
        </p:grpSpPr>
        <p:sp>
          <p:nvSpPr>
            <p:cNvPr id="13237" name="Google Shape;13237;p43"/>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8" name="Google Shape;13238;p43"/>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9" name="Google Shape;13239;p43"/>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0" name="Google Shape;13240;p43"/>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1" name="Google Shape;13241;p43"/>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2" name="Google Shape;13242;p43"/>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3" name="Google Shape;13243;p43"/>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4" name="Google Shape;13244;p43"/>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5" name="Google Shape;13245;p43"/>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6" name="Google Shape;13246;p43"/>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7" name="Google Shape;13247;p43"/>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8" name="Google Shape;13248;p43"/>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9" name="Google Shape;13249;p43"/>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0" name="Google Shape;13250;p43"/>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1" name="Google Shape;13251;p43"/>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2" name="Google Shape;13252;p43"/>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3" name="Google Shape;13253;p43"/>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4" name="Google Shape;13254;p43"/>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5" name="Google Shape;13255;p43"/>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6" name="Google Shape;13256;p43"/>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7" name="Google Shape;13257;p43"/>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8" name="Google Shape;13258;p43"/>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9" name="Google Shape;13259;p43"/>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60" name="Google Shape;13260;p43"/>
          <p:cNvGrpSpPr/>
          <p:nvPr/>
        </p:nvGrpSpPr>
        <p:grpSpPr>
          <a:xfrm>
            <a:off x="5302988" y="3237439"/>
            <a:ext cx="394609" cy="286523"/>
            <a:chOff x="5302988" y="3389839"/>
            <a:chExt cx="394609" cy="286523"/>
          </a:xfrm>
        </p:grpSpPr>
        <p:sp>
          <p:nvSpPr>
            <p:cNvPr id="13261" name="Google Shape;13261;p43"/>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2" name="Google Shape;13262;p43"/>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3" name="Google Shape;13263;p43"/>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4" name="Google Shape;13264;p43"/>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5" name="Google Shape;13265;p43"/>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6" name="Google Shape;13266;p43"/>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7" name="Google Shape;13267;p43"/>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8" name="Google Shape;13268;p43"/>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9" name="Google Shape;13269;p43"/>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0" name="Google Shape;13270;p43"/>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1" name="Google Shape;13271;p43"/>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2" name="Google Shape;13272;p43"/>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3" name="Google Shape;13273;p43"/>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4" name="Google Shape;13274;p43"/>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5" name="Google Shape;13275;p43"/>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6" name="Google Shape;13276;p43"/>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7" name="Google Shape;13277;p43"/>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8" name="Google Shape;13278;p43"/>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9" name="Google Shape;13279;p43"/>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0" name="Google Shape;13280;p43"/>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1" name="Google Shape;13281;p43"/>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2" name="Google Shape;13282;p43"/>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3" name="Google Shape;13283;p43"/>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4" name="Google Shape;13284;p43"/>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5" name="Google Shape;13285;p43"/>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6" name="Google Shape;13286;p43"/>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7" name="Google Shape;13287;p43"/>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8" name="Google Shape;13288;p43"/>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9" name="Google Shape;13289;p43"/>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0" name="Google Shape;13290;p43"/>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1" name="Google Shape;13291;p43"/>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2" name="Google Shape;13292;p43"/>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3" name="Google Shape;13293;p43"/>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94" name="Google Shape;13294;p43"/>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95" name="Google Shape;13295;p43"/>
          <p:cNvGrpSpPr/>
          <p:nvPr/>
        </p:nvGrpSpPr>
        <p:grpSpPr>
          <a:xfrm>
            <a:off x="3060752" y="2751209"/>
            <a:ext cx="390565" cy="359577"/>
            <a:chOff x="3060752" y="2903609"/>
            <a:chExt cx="390565" cy="359577"/>
          </a:xfrm>
        </p:grpSpPr>
        <p:sp>
          <p:nvSpPr>
            <p:cNvPr id="13296" name="Google Shape;13296;p4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7" name="Google Shape;13297;p43"/>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8" name="Google Shape;13298;p43"/>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9" name="Google Shape;13299;p43"/>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0" name="Google Shape;13300;p43"/>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1" name="Google Shape;13301;p43"/>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2" name="Google Shape;13302;p43"/>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3" name="Google Shape;13303;p43"/>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4" name="Google Shape;13304;p43"/>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5" name="Google Shape;13305;p43"/>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6" name="Google Shape;13306;p43"/>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7" name="Google Shape;13307;p43"/>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8" name="Google Shape;13308;p43"/>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9" name="Google Shape;13309;p43"/>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0" name="Google Shape;13310;p43"/>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1" name="Google Shape;13311;p43"/>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2" name="Google Shape;13312;p4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3" name="Google Shape;13313;p43"/>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4" name="Google Shape;13314;p43"/>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5" name="Google Shape;13315;p43"/>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6" name="Google Shape;13316;p43"/>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7" name="Google Shape;13317;p43"/>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8" name="Google Shape;13318;p43"/>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9" name="Google Shape;13319;p43"/>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0" name="Google Shape;13320;p43"/>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1" name="Google Shape;13321;p43"/>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2" name="Google Shape;13322;p4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3" name="Google Shape;13323;p4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4" name="Google Shape;13324;p43"/>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5" name="Google Shape;13325;p43"/>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6" name="Google Shape;13326;p43"/>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7" name="Google Shape;13327;p43"/>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8" name="Google Shape;13328;p43"/>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9" name="Google Shape;13329;p43"/>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30" name="Google Shape;13330;p43"/>
          <p:cNvGrpSpPr/>
          <p:nvPr/>
        </p:nvGrpSpPr>
        <p:grpSpPr>
          <a:xfrm>
            <a:off x="5741031" y="3233657"/>
            <a:ext cx="394609" cy="294585"/>
            <a:chOff x="5741031" y="3386057"/>
            <a:chExt cx="394609" cy="294585"/>
          </a:xfrm>
        </p:grpSpPr>
        <p:sp>
          <p:nvSpPr>
            <p:cNvPr id="13331" name="Google Shape;13331;p43"/>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2" name="Google Shape;13332;p43"/>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3" name="Google Shape;13333;p43"/>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4" name="Google Shape;13334;p43"/>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5" name="Google Shape;13335;p43"/>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6" name="Google Shape;13336;p43"/>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7" name="Google Shape;13337;p43"/>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8" name="Google Shape;13338;p43"/>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9" name="Google Shape;13339;p43"/>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0" name="Google Shape;13340;p43"/>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1" name="Google Shape;13341;p43"/>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2" name="Google Shape;13342;p43"/>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3" name="Google Shape;13343;p43"/>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4" name="Google Shape;13344;p43"/>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5" name="Google Shape;13345;p43"/>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6" name="Google Shape;13346;p43"/>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7" name="Google Shape;13347;p43"/>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8" name="Google Shape;13348;p43"/>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9" name="Google Shape;13349;p43"/>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0" name="Google Shape;13350;p43"/>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1" name="Google Shape;13351;p43"/>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2" name="Google Shape;13352;p43"/>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3" name="Google Shape;13353;p43"/>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4" name="Google Shape;13354;p43"/>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5" name="Google Shape;13355;p43"/>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6" name="Google Shape;13356;p43"/>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7" name="Google Shape;13357;p43"/>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8" name="Google Shape;13358;p43"/>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9" name="Google Shape;13359;p43"/>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0" name="Google Shape;13360;p43"/>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61" name="Google Shape;13361;p43"/>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62" name="Google Shape;13362;p43"/>
          <p:cNvGrpSpPr/>
          <p:nvPr/>
        </p:nvGrpSpPr>
        <p:grpSpPr>
          <a:xfrm>
            <a:off x="6179074" y="3216326"/>
            <a:ext cx="394609" cy="328749"/>
            <a:chOff x="6179074" y="3368726"/>
            <a:chExt cx="394609" cy="328749"/>
          </a:xfrm>
        </p:grpSpPr>
        <p:sp>
          <p:nvSpPr>
            <p:cNvPr id="13363" name="Google Shape;13363;p43"/>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4" name="Google Shape;13364;p43"/>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5" name="Google Shape;13365;p43"/>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6" name="Google Shape;13366;p43"/>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7" name="Google Shape;13367;p43"/>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8" name="Google Shape;13368;p43"/>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9" name="Google Shape;13369;p43"/>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0" name="Google Shape;13370;p43"/>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1" name="Google Shape;13371;p43"/>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2" name="Google Shape;13372;p43"/>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3" name="Google Shape;13373;p43"/>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4" name="Google Shape;13374;p43"/>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5" name="Google Shape;13375;p43"/>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6" name="Google Shape;13376;p43"/>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7" name="Google Shape;13377;p43"/>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8" name="Google Shape;13378;p43"/>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9" name="Google Shape;13379;p43"/>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0" name="Google Shape;13380;p43"/>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1" name="Google Shape;13381;p43"/>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2" name="Google Shape;13382;p43"/>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3" name="Google Shape;13383;p43"/>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4" name="Google Shape;13384;p43"/>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5" name="Google Shape;13385;p43"/>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6" name="Google Shape;13386;p43"/>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7" name="Google Shape;13387;p43"/>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8" name="Google Shape;13388;p43"/>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9" name="Google Shape;13389;p43"/>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0" name="Google Shape;13390;p43"/>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1" name="Google Shape;13391;p43"/>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2" name="Google Shape;13392;p43"/>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3" name="Google Shape;13393;p43"/>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4" name="Google Shape;13394;p43"/>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5" name="Google Shape;13395;p43"/>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6" name="Google Shape;13396;p43"/>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7" name="Google Shape;13397;p43"/>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8" name="Google Shape;13398;p43"/>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9" name="Google Shape;13399;p43"/>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0" name="Google Shape;13400;p43"/>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1" name="Google Shape;13401;p43"/>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2" name="Google Shape;13402;p43"/>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3" name="Google Shape;13403;p43"/>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4" name="Google Shape;13404;p43"/>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5" name="Google Shape;13405;p43"/>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6" name="Google Shape;13406;p43"/>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7" name="Google Shape;13407;p43"/>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8" name="Google Shape;13408;p43"/>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9" name="Google Shape;13409;p43"/>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0" name="Google Shape;13410;p43"/>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1" name="Google Shape;13411;p43"/>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2" name="Google Shape;13412;p43"/>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3" name="Google Shape;13413;p43"/>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4" name="Google Shape;13414;p43"/>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5" name="Google Shape;13415;p43"/>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6" name="Google Shape;13416;p43"/>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7" name="Google Shape;13417;p43"/>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8" name="Google Shape;13418;p43"/>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9" name="Google Shape;13419;p43"/>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0" name="Google Shape;13420;p43"/>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1" name="Google Shape;13421;p43"/>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2" name="Google Shape;13422;p43"/>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3" name="Google Shape;13423;p43"/>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4" name="Google Shape;13424;p43"/>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5" name="Google Shape;13425;p43"/>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6" name="Google Shape;13426;p43"/>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7" name="Google Shape;13427;p43"/>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8" name="Google Shape;13428;p43"/>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9" name="Google Shape;13429;p43"/>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0" name="Google Shape;13430;p43"/>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1" name="Google Shape;13431;p43"/>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2" name="Google Shape;13432;p43"/>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3" name="Google Shape;13433;p43"/>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4" name="Google Shape;13434;p43"/>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5" name="Google Shape;13435;p43"/>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6" name="Google Shape;13436;p43"/>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7" name="Google Shape;13437;p43"/>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8" name="Google Shape;13438;p43"/>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9" name="Google Shape;13439;p43"/>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0" name="Google Shape;13440;p43"/>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1" name="Google Shape;13441;p43"/>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2" name="Google Shape;13442;p43"/>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3" name="Google Shape;13443;p43"/>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4" name="Google Shape;13444;p43"/>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5" name="Google Shape;13445;p43"/>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46" name="Google Shape;13446;p43"/>
          <p:cNvGrpSpPr/>
          <p:nvPr/>
        </p:nvGrpSpPr>
        <p:grpSpPr>
          <a:xfrm>
            <a:off x="7054924" y="3215328"/>
            <a:ext cx="394583" cy="331007"/>
            <a:chOff x="7054924" y="3367728"/>
            <a:chExt cx="394583" cy="331007"/>
          </a:xfrm>
        </p:grpSpPr>
        <p:sp>
          <p:nvSpPr>
            <p:cNvPr id="13447" name="Google Shape;13447;p43"/>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8" name="Google Shape;13448;p43"/>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9" name="Google Shape;13449;p43"/>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0" name="Google Shape;13450;p43"/>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1" name="Google Shape;13451;p43"/>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2" name="Google Shape;13452;p43"/>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3" name="Google Shape;13453;p43"/>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4" name="Google Shape;13454;p43"/>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5" name="Google Shape;13455;p43"/>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6" name="Google Shape;13456;p43"/>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7" name="Google Shape;13457;p43"/>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8" name="Google Shape;13458;p43"/>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9" name="Google Shape;13459;p43"/>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0" name="Google Shape;13460;p43"/>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1" name="Google Shape;13461;p43"/>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62" name="Google Shape;13462;p43"/>
          <p:cNvGrpSpPr/>
          <p:nvPr/>
        </p:nvGrpSpPr>
        <p:grpSpPr>
          <a:xfrm>
            <a:off x="7492967" y="3209025"/>
            <a:ext cx="394583" cy="343586"/>
            <a:chOff x="7492967" y="3361425"/>
            <a:chExt cx="394583" cy="343586"/>
          </a:xfrm>
        </p:grpSpPr>
        <p:sp>
          <p:nvSpPr>
            <p:cNvPr id="13463" name="Google Shape;13463;p43"/>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4" name="Google Shape;13464;p43"/>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5" name="Google Shape;13465;p43"/>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6" name="Google Shape;13466;p43"/>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7" name="Google Shape;13467;p43"/>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8" name="Google Shape;13468;p43"/>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9" name="Google Shape;13469;p43"/>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0" name="Google Shape;13470;p43"/>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1" name="Google Shape;13471;p43"/>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2" name="Google Shape;13472;p43"/>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3" name="Google Shape;13473;p43"/>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4" name="Google Shape;13474;p43"/>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5" name="Google Shape;13475;p43"/>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6" name="Google Shape;13476;p43"/>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7" name="Google Shape;13477;p43"/>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8" name="Google Shape;13478;p43"/>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9" name="Google Shape;13479;p43"/>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0" name="Google Shape;13480;p43"/>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1" name="Google Shape;13481;p43"/>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2" name="Google Shape;13482;p43"/>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3" name="Google Shape;13483;p43"/>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4" name="Google Shape;13484;p43"/>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5" name="Google Shape;13485;p43"/>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86" name="Google Shape;13486;p43"/>
          <p:cNvGrpSpPr/>
          <p:nvPr/>
        </p:nvGrpSpPr>
        <p:grpSpPr>
          <a:xfrm>
            <a:off x="7935527" y="3200754"/>
            <a:ext cx="385286" cy="360155"/>
            <a:chOff x="7935527" y="3353154"/>
            <a:chExt cx="385286" cy="360155"/>
          </a:xfrm>
        </p:grpSpPr>
        <p:sp>
          <p:nvSpPr>
            <p:cNvPr id="13487" name="Google Shape;13487;p43"/>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8" name="Google Shape;13488;p43"/>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9" name="Google Shape;13489;p43"/>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0" name="Google Shape;13490;p43"/>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1" name="Google Shape;13491;p43"/>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2" name="Google Shape;13492;p43"/>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3" name="Google Shape;13493;p43"/>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4" name="Google Shape;13494;p43"/>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5" name="Google Shape;13495;p43"/>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6" name="Google Shape;13496;p43"/>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7" name="Google Shape;13497;p43"/>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8" name="Google Shape;13498;p43"/>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99" name="Google Shape;13499;p43"/>
          <p:cNvGrpSpPr/>
          <p:nvPr/>
        </p:nvGrpSpPr>
        <p:grpSpPr>
          <a:xfrm>
            <a:off x="5319821" y="1833842"/>
            <a:ext cx="348102" cy="348103"/>
            <a:chOff x="5319821" y="1986242"/>
            <a:chExt cx="348102" cy="348103"/>
          </a:xfrm>
        </p:grpSpPr>
        <p:sp>
          <p:nvSpPr>
            <p:cNvPr id="13500" name="Google Shape;13500;p43"/>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1" name="Google Shape;13501;p43"/>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2" name="Google Shape;13502;p43"/>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3" name="Google Shape;13503;p43"/>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4" name="Google Shape;13504;p43"/>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5" name="Google Shape;13505;p43"/>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6" name="Google Shape;13506;p43"/>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7" name="Google Shape;13507;p43"/>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8" name="Google Shape;13508;p43"/>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9" name="Google Shape;13509;p43"/>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0" name="Google Shape;13510;p43"/>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1" name="Google Shape;13511;p43"/>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2" name="Google Shape;13512;p43"/>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3" name="Google Shape;13513;p43"/>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4" name="Google Shape;13514;p43"/>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5" name="Google Shape;13515;p43"/>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6" name="Google Shape;13516;p43"/>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7" name="Google Shape;13517;p43"/>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8" name="Google Shape;13518;p43"/>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9" name="Google Shape;13519;p43"/>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0" name="Google Shape;13520;p43"/>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1" name="Google Shape;13521;p43"/>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2" name="Google Shape;13522;p43"/>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3" name="Google Shape;13523;p43"/>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4" name="Google Shape;13524;p43"/>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5" name="Google Shape;13525;p43"/>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6" name="Google Shape;13526;p43"/>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7" name="Google Shape;13527;p43"/>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8" name="Google Shape;13528;p43"/>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9" name="Google Shape;13529;p43"/>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0" name="Google Shape;13530;p43"/>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1" name="Google Shape;13531;p43"/>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2" name="Google Shape;13532;p43"/>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3" name="Google Shape;13533;p43"/>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4" name="Google Shape;13534;p43"/>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5" name="Google Shape;13535;p43"/>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6" name="Google Shape;13536;p43"/>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37" name="Google Shape;13537;p43"/>
          <p:cNvGrpSpPr/>
          <p:nvPr/>
        </p:nvGrpSpPr>
        <p:grpSpPr>
          <a:xfrm>
            <a:off x="5765926" y="1824283"/>
            <a:ext cx="348339" cy="348103"/>
            <a:chOff x="5765926" y="1976683"/>
            <a:chExt cx="348339" cy="348103"/>
          </a:xfrm>
        </p:grpSpPr>
        <p:sp>
          <p:nvSpPr>
            <p:cNvPr id="13538" name="Google Shape;13538;p43"/>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9" name="Google Shape;13539;p43"/>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0" name="Google Shape;13540;p43"/>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1" name="Google Shape;13541;p43"/>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2" name="Google Shape;13542;p43"/>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3" name="Google Shape;13543;p43"/>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4" name="Google Shape;13544;p43"/>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5" name="Google Shape;13545;p43"/>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6" name="Google Shape;13546;p43"/>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7" name="Google Shape;13547;p43"/>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8" name="Google Shape;13548;p43"/>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9" name="Google Shape;13549;p43"/>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0" name="Google Shape;13550;p43"/>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1" name="Google Shape;13551;p43"/>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52" name="Google Shape;13552;p43"/>
          <p:cNvGrpSpPr/>
          <p:nvPr/>
        </p:nvGrpSpPr>
        <p:grpSpPr>
          <a:xfrm>
            <a:off x="6191390" y="1829089"/>
            <a:ext cx="389068" cy="347787"/>
            <a:chOff x="6191390" y="1981489"/>
            <a:chExt cx="389068" cy="347787"/>
          </a:xfrm>
        </p:grpSpPr>
        <p:sp>
          <p:nvSpPr>
            <p:cNvPr id="13553" name="Google Shape;13553;p43"/>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4" name="Google Shape;13554;p43"/>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5" name="Google Shape;13555;p43"/>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6" name="Google Shape;13556;p43"/>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7" name="Google Shape;13557;p43"/>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8" name="Google Shape;13558;p43"/>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9" name="Google Shape;13559;p43"/>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60" name="Google Shape;13560;p43"/>
          <p:cNvGrpSpPr/>
          <p:nvPr/>
        </p:nvGrpSpPr>
        <p:grpSpPr>
          <a:xfrm>
            <a:off x="6657846" y="1855191"/>
            <a:ext cx="348103" cy="295714"/>
            <a:chOff x="6657846" y="2007591"/>
            <a:chExt cx="348103" cy="295714"/>
          </a:xfrm>
        </p:grpSpPr>
        <p:sp>
          <p:nvSpPr>
            <p:cNvPr id="13561" name="Google Shape;13561;p43"/>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2" name="Google Shape;13562;p43"/>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3" name="Google Shape;13563;p43"/>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4" name="Google Shape;13564;p43"/>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5" name="Google Shape;13565;p43"/>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6" name="Google Shape;13566;p43"/>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7" name="Google Shape;13567;p43"/>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8" name="Google Shape;13568;p43"/>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9" name="Google Shape;13569;p43"/>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0" name="Google Shape;13570;p43"/>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1" name="Google Shape;13571;p43"/>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2" name="Google Shape;13572;p43"/>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3" name="Google Shape;13573;p43"/>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4" name="Google Shape;13574;p43"/>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5" name="Google Shape;13575;p43"/>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6" name="Google Shape;13576;p43"/>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7" name="Google Shape;13577;p43"/>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8" name="Google Shape;13578;p43"/>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9" name="Google Shape;13579;p43"/>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0" name="Google Shape;13580;p43"/>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1" name="Google Shape;13581;p43"/>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2" name="Google Shape;13582;p43"/>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3" name="Google Shape;13583;p43"/>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4" name="Google Shape;13584;p43"/>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5" name="Google Shape;13585;p43"/>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6" name="Google Shape;13586;p43"/>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87" name="Google Shape;13587;p43"/>
          <p:cNvGrpSpPr/>
          <p:nvPr/>
        </p:nvGrpSpPr>
        <p:grpSpPr>
          <a:xfrm>
            <a:off x="7104188" y="1819504"/>
            <a:ext cx="347340" cy="348103"/>
            <a:chOff x="7104188" y="1971904"/>
            <a:chExt cx="347340" cy="348103"/>
          </a:xfrm>
        </p:grpSpPr>
        <p:sp>
          <p:nvSpPr>
            <p:cNvPr id="13588" name="Google Shape;13588;p43"/>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9" name="Google Shape;13589;p43"/>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0" name="Google Shape;13590;p43"/>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1" name="Google Shape;13591;p43"/>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2" name="Google Shape;13592;p43"/>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3" name="Google Shape;13593;p43"/>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4" name="Google Shape;13594;p43"/>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5" name="Google Shape;13595;p43"/>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6" name="Google Shape;13596;p43"/>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7" name="Google Shape;13597;p43"/>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8" name="Google Shape;13598;p43"/>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9" name="Google Shape;13599;p43"/>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0" name="Google Shape;13600;p43"/>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1" name="Google Shape;13601;p43"/>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2" name="Google Shape;13602;p43"/>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3" name="Google Shape;13603;p43"/>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4" name="Google Shape;13604;p43"/>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5" name="Google Shape;13605;p43"/>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6" name="Google Shape;13606;p43"/>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7" name="Google Shape;13607;p43"/>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8" name="Google Shape;13608;p43"/>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9" name="Google Shape;13609;p43"/>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0" name="Google Shape;13610;p43"/>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1" name="Google Shape;13611;p43"/>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2" name="Google Shape;13612;p43"/>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3" name="Google Shape;13613;p43"/>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4" name="Google Shape;13614;p43"/>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5" name="Google Shape;13615;p43"/>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6" name="Google Shape;13616;p43"/>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7" name="Google Shape;13617;p43"/>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18" name="Google Shape;13618;p43"/>
          <p:cNvGrpSpPr/>
          <p:nvPr/>
        </p:nvGrpSpPr>
        <p:grpSpPr>
          <a:xfrm>
            <a:off x="7551264" y="1819504"/>
            <a:ext cx="344321" cy="348155"/>
            <a:chOff x="7551264" y="1971904"/>
            <a:chExt cx="344321" cy="348155"/>
          </a:xfrm>
        </p:grpSpPr>
        <p:sp>
          <p:nvSpPr>
            <p:cNvPr id="13619" name="Google Shape;13619;p43"/>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0" name="Google Shape;13620;p43"/>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1" name="Google Shape;13621;p43"/>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2" name="Google Shape;13622;p43"/>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3" name="Google Shape;13623;p43"/>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4" name="Google Shape;13624;p43"/>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5" name="Google Shape;13625;p43"/>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6" name="Google Shape;13626;p43"/>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7" name="Google Shape;13627;p43"/>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8" name="Google Shape;13628;p43"/>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9" name="Google Shape;13629;p43"/>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0" name="Google Shape;13630;p43"/>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1" name="Google Shape;13631;p43"/>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2" name="Google Shape;13632;p43"/>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3" name="Google Shape;13633;p43"/>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4" name="Google Shape;13634;p43"/>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5" name="Google Shape;13635;p43"/>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6" name="Google Shape;13636;p43"/>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7" name="Google Shape;13637;p43"/>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38" name="Google Shape;13638;p43"/>
          <p:cNvGrpSpPr/>
          <p:nvPr/>
        </p:nvGrpSpPr>
        <p:grpSpPr>
          <a:xfrm>
            <a:off x="7992065" y="1819504"/>
            <a:ext cx="351621" cy="348103"/>
            <a:chOff x="7992065" y="1971904"/>
            <a:chExt cx="351621" cy="348103"/>
          </a:xfrm>
        </p:grpSpPr>
        <p:sp>
          <p:nvSpPr>
            <p:cNvPr id="13639" name="Google Shape;13639;p43"/>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0" name="Google Shape;13640;p43"/>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1" name="Google Shape;13641;p43"/>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2" name="Google Shape;13642;p43"/>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3" name="Google Shape;13643;p43"/>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4" name="Google Shape;13644;p43"/>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5" name="Google Shape;13645;p43"/>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6" name="Google Shape;13646;p43"/>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7" name="Google Shape;13647;p43"/>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8" name="Google Shape;13648;p43"/>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9" name="Google Shape;13649;p43"/>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0" name="Google Shape;13650;p43"/>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1" name="Google Shape;13651;p43"/>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2" name="Google Shape;13652;p43"/>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3" name="Google Shape;13653;p43"/>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54" name="Google Shape;13654;p43"/>
          <p:cNvGrpSpPr/>
          <p:nvPr/>
        </p:nvGrpSpPr>
        <p:grpSpPr>
          <a:xfrm>
            <a:off x="4911189" y="3641055"/>
            <a:ext cx="296580" cy="364935"/>
            <a:chOff x="4911189" y="3793455"/>
            <a:chExt cx="296580" cy="364935"/>
          </a:xfrm>
        </p:grpSpPr>
        <p:sp>
          <p:nvSpPr>
            <p:cNvPr id="13655" name="Google Shape;13655;p43"/>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6" name="Google Shape;13656;p43"/>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7" name="Google Shape;13657;p43"/>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8" name="Google Shape;13658;p43"/>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9" name="Google Shape;13659;p43"/>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0" name="Google Shape;13660;p43"/>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1" name="Google Shape;13661;p43"/>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2" name="Google Shape;13662;p43"/>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3" name="Google Shape;13663;p43"/>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4" name="Google Shape;13664;p43"/>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5" name="Google Shape;13665;p43"/>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6" name="Google Shape;13666;p43"/>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7" name="Google Shape;13667;p43"/>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8" name="Google Shape;13668;p43"/>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9" name="Google Shape;13669;p43"/>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0" name="Google Shape;13670;p43"/>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1" name="Google Shape;13671;p43"/>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2" name="Google Shape;13672;p43"/>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3" name="Google Shape;13673;p43"/>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4" name="Google Shape;13674;p43"/>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75" name="Google Shape;13675;p43"/>
          <p:cNvGrpSpPr/>
          <p:nvPr/>
        </p:nvGrpSpPr>
        <p:grpSpPr>
          <a:xfrm>
            <a:off x="5341433" y="3640871"/>
            <a:ext cx="330272" cy="329117"/>
            <a:chOff x="5341433" y="3793271"/>
            <a:chExt cx="330272" cy="329117"/>
          </a:xfrm>
        </p:grpSpPr>
        <p:sp>
          <p:nvSpPr>
            <p:cNvPr id="13676" name="Google Shape;13676;p43"/>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7" name="Google Shape;13677;p43"/>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8" name="Google Shape;13678;p43"/>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9" name="Google Shape;13679;p43"/>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0" name="Google Shape;13680;p43"/>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1" name="Google Shape;13681;p43"/>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2" name="Google Shape;13682;p43"/>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3" name="Google Shape;13683;p43"/>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4" name="Google Shape;13684;p43"/>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5" name="Google Shape;13685;p43"/>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6" name="Google Shape;13686;p43"/>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7" name="Google Shape;13687;p43"/>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8" name="Google Shape;13688;p43"/>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9" name="Google Shape;13689;p43"/>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0" name="Google Shape;13690;p43"/>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1" name="Google Shape;13691;p43"/>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92" name="Google Shape;13692;p43"/>
          <p:cNvGrpSpPr/>
          <p:nvPr/>
        </p:nvGrpSpPr>
        <p:grpSpPr>
          <a:xfrm>
            <a:off x="5744051" y="3613850"/>
            <a:ext cx="428511" cy="383186"/>
            <a:chOff x="5744051" y="3766250"/>
            <a:chExt cx="428511" cy="383186"/>
          </a:xfrm>
        </p:grpSpPr>
        <p:sp>
          <p:nvSpPr>
            <p:cNvPr id="13693" name="Google Shape;13693;p43"/>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4" name="Google Shape;13694;p43"/>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5" name="Google Shape;13695;p43"/>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6" name="Google Shape;13696;p43"/>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7" name="Google Shape;13697;p43"/>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8" name="Google Shape;13698;p43"/>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9" name="Google Shape;13699;p43"/>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0" name="Google Shape;13700;p43"/>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1" name="Google Shape;13701;p43"/>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2" name="Google Shape;13702;p43"/>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3" name="Google Shape;13703;p43"/>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4" name="Google Shape;13704;p43"/>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5" name="Google Shape;13705;p43"/>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6" name="Google Shape;13706;p43"/>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7" name="Google Shape;13707;p43"/>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8" name="Google Shape;13708;p43"/>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9" name="Google Shape;13709;p43"/>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10" name="Google Shape;13710;p43"/>
          <p:cNvGrpSpPr/>
          <p:nvPr/>
        </p:nvGrpSpPr>
        <p:grpSpPr>
          <a:xfrm>
            <a:off x="6678697" y="3640924"/>
            <a:ext cx="342824" cy="328985"/>
            <a:chOff x="6678697" y="3793324"/>
            <a:chExt cx="342824" cy="328985"/>
          </a:xfrm>
        </p:grpSpPr>
        <p:sp>
          <p:nvSpPr>
            <p:cNvPr id="13711" name="Google Shape;13711;p43"/>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2" name="Google Shape;13712;p43"/>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3" name="Google Shape;13713;p43"/>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4" name="Google Shape;13714;p43"/>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5" name="Google Shape;13715;p43"/>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6" name="Google Shape;13716;p43"/>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7" name="Google Shape;13717;p43"/>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8" name="Google Shape;13718;p43"/>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19" name="Google Shape;13719;p43"/>
          <p:cNvGrpSpPr/>
          <p:nvPr/>
        </p:nvGrpSpPr>
        <p:grpSpPr>
          <a:xfrm>
            <a:off x="7101903" y="3609622"/>
            <a:ext cx="398626" cy="392088"/>
            <a:chOff x="7101903" y="3762022"/>
            <a:chExt cx="398626" cy="392088"/>
          </a:xfrm>
        </p:grpSpPr>
        <p:sp>
          <p:nvSpPr>
            <p:cNvPr id="13720" name="Google Shape;13720;p43"/>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1" name="Google Shape;13721;p43"/>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2" name="Google Shape;13722;p43"/>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3" name="Google Shape;13723;p43"/>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4" name="Google Shape;13724;p43"/>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5" name="Google Shape;13725;p43"/>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6" name="Google Shape;13726;p43"/>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7" name="Google Shape;13727;p43"/>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8" name="Google Shape;13728;p43"/>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9" name="Google Shape;13729;p43"/>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0" name="Google Shape;13730;p43"/>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1" name="Google Shape;13731;p43"/>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2" name="Google Shape;13732;p4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3" name="Google Shape;13733;p4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4" name="Google Shape;13734;p43"/>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5" name="Google Shape;13735;p43"/>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6" name="Google Shape;13736;p43"/>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7" name="Google Shape;13737;p43"/>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38" name="Google Shape;13738;p43"/>
          <p:cNvGrpSpPr/>
          <p:nvPr/>
        </p:nvGrpSpPr>
        <p:grpSpPr>
          <a:xfrm>
            <a:off x="7541469" y="3641055"/>
            <a:ext cx="407897" cy="328985"/>
            <a:chOff x="7541469" y="3793455"/>
            <a:chExt cx="407897" cy="328985"/>
          </a:xfrm>
        </p:grpSpPr>
        <p:sp>
          <p:nvSpPr>
            <p:cNvPr id="13739" name="Google Shape;13739;p43"/>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0" name="Google Shape;13740;p43"/>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1" name="Google Shape;13741;p43"/>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2" name="Google Shape;13742;p43"/>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3" name="Google Shape;13743;p43"/>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4" name="Google Shape;13744;p43"/>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5" name="Google Shape;13745;p43"/>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6" name="Google Shape;13746;p43"/>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7" name="Google Shape;13747;p43"/>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8" name="Google Shape;13748;p43"/>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9" name="Google Shape;13749;p43"/>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0" name="Google Shape;13750;p43"/>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1" name="Google Shape;13751;p43"/>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2" name="Google Shape;13752;p43"/>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3" name="Google Shape;13753;p43"/>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4" name="Google Shape;13754;p43"/>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5" name="Google Shape;13755;p43"/>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6" name="Google Shape;13756;p43"/>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7" name="Google Shape;13757;p43"/>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8" name="Google Shape;13758;p43"/>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9" name="Google Shape;13759;p43"/>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0" name="Google Shape;13760;p43"/>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1" name="Google Shape;13761;p43"/>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2" name="Google Shape;13762;p43"/>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3" name="Google Shape;13763;p43"/>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4" name="Google Shape;13764;p43"/>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5" name="Google Shape;13765;p43"/>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6" name="Google Shape;13766;p43"/>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7" name="Google Shape;13767;p43"/>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8" name="Google Shape;13768;p43"/>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69" name="Google Shape;13769;p43"/>
          <p:cNvGrpSpPr/>
          <p:nvPr/>
        </p:nvGrpSpPr>
        <p:grpSpPr>
          <a:xfrm>
            <a:off x="5310288" y="2803912"/>
            <a:ext cx="432293" cy="264413"/>
            <a:chOff x="5310288" y="2956312"/>
            <a:chExt cx="432293" cy="264413"/>
          </a:xfrm>
        </p:grpSpPr>
        <p:sp>
          <p:nvSpPr>
            <p:cNvPr id="13770" name="Google Shape;13770;p43"/>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1" name="Google Shape;13771;p43"/>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2" name="Google Shape;13772;p43"/>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3" name="Google Shape;13773;p43"/>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4" name="Google Shape;13774;p43"/>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5" name="Google Shape;13775;p43"/>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6" name="Google Shape;13776;p43"/>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7" name="Google Shape;13777;p43"/>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8" name="Google Shape;13778;p43"/>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9" name="Google Shape;13779;p43"/>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0" name="Google Shape;13780;p43"/>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1" name="Google Shape;13781;p43"/>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2" name="Google Shape;13782;p43"/>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3" name="Google Shape;13783;p43"/>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4" name="Google Shape;13784;p43"/>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5" name="Google Shape;13785;p43"/>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6" name="Google Shape;13786;p43"/>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7" name="Google Shape;13787;p43"/>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8" name="Google Shape;13788;p43"/>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9" name="Google Shape;13789;p43"/>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0" name="Google Shape;13790;p43"/>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1" name="Google Shape;13791;p43"/>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2" name="Google Shape;13792;p43"/>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3" name="Google Shape;13793;p43"/>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4" name="Google Shape;13794;p43"/>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5" name="Google Shape;13795;p43"/>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6" name="Google Shape;13796;p43"/>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97" name="Google Shape;13797;p43"/>
          <p:cNvGrpSpPr/>
          <p:nvPr/>
        </p:nvGrpSpPr>
        <p:grpSpPr>
          <a:xfrm>
            <a:off x="4879047" y="2279920"/>
            <a:ext cx="398075" cy="340304"/>
            <a:chOff x="4879047" y="2432320"/>
            <a:chExt cx="398075" cy="340304"/>
          </a:xfrm>
        </p:grpSpPr>
        <p:sp>
          <p:nvSpPr>
            <p:cNvPr id="13798" name="Google Shape;13798;p43"/>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9" name="Google Shape;13799;p43"/>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0" name="Google Shape;13800;p43"/>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1" name="Google Shape;13801;p43"/>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2" name="Google Shape;13802;p43"/>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3" name="Google Shape;13803;p43"/>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4" name="Google Shape;13804;p43"/>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5" name="Google Shape;13805;p43"/>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6" name="Google Shape;13806;p43"/>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7" name="Google Shape;13807;p43"/>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8" name="Google Shape;13808;p43"/>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9" name="Google Shape;13809;p43"/>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0" name="Google Shape;13810;p43"/>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1" name="Google Shape;13811;p43"/>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2" name="Google Shape;13812;p43"/>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3" name="Google Shape;13813;p43"/>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4" name="Google Shape;13814;p43"/>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5" name="Google Shape;13815;p43"/>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6" name="Google Shape;13816;p43"/>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7" name="Google Shape;13817;p43"/>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8" name="Google Shape;13818;p43"/>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9" name="Google Shape;13819;p43"/>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0" name="Google Shape;13820;p43"/>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1" name="Google Shape;13821;p43"/>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2" name="Google Shape;13822;p43"/>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3" name="Google Shape;13823;p43"/>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24" name="Google Shape;13824;p43"/>
          <p:cNvGrpSpPr/>
          <p:nvPr/>
        </p:nvGrpSpPr>
        <p:grpSpPr>
          <a:xfrm>
            <a:off x="5388701" y="2241423"/>
            <a:ext cx="280982" cy="395896"/>
            <a:chOff x="5388701" y="2393823"/>
            <a:chExt cx="280982" cy="395896"/>
          </a:xfrm>
        </p:grpSpPr>
        <p:sp>
          <p:nvSpPr>
            <p:cNvPr id="13825" name="Google Shape;13825;p43"/>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6" name="Google Shape;13826;p43"/>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7" name="Google Shape;13827;p43"/>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8" name="Google Shape;13828;p43"/>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9" name="Google Shape;13829;p43"/>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0" name="Google Shape;13830;p43"/>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1" name="Google Shape;13831;p43"/>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2" name="Google Shape;13832;p43"/>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3" name="Google Shape;13833;p43"/>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4" name="Google Shape;13834;p43"/>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5" name="Google Shape;13835;p43"/>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6" name="Google Shape;13836;p43"/>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7" name="Google Shape;13837;p43"/>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8" name="Google Shape;13838;p43"/>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9" name="Google Shape;13839;p43"/>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0" name="Google Shape;13840;p43"/>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1" name="Google Shape;13841;p43"/>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2" name="Google Shape;13842;p43"/>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3" name="Google Shape;13843;p43"/>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4" name="Google Shape;13844;p43"/>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5" name="Google Shape;13845;p43"/>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6" name="Google Shape;13846;p43"/>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7" name="Google Shape;13847;p43"/>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8" name="Google Shape;13848;p43"/>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9" name="Google Shape;13849;p43"/>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0" name="Google Shape;13850;p43"/>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1" name="Google Shape;13851;p43"/>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2" name="Google Shape;13852;p43"/>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3" name="Google Shape;13853;p43"/>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4" name="Google Shape;13854;p43"/>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55" name="Google Shape;13855;p43"/>
          <p:cNvGrpSpPr/>
          <p:nvPr/>
        </p:nvGrpSpPr>
        <p:grpSpPr>
          <a:xfrm>
            <a:off x="5743289" y="2286722"/>
            <a:ext cx="444871" cy="316407"/>
            <a:chOff x="5743289" y="2439122"/>
            <a:chExt cx="444871" cy="316407"/>
          </a:xfrm>
        </p:grpSpPr>
        <p:sp>
          <p:nvSpPr>
            <p:cNvPr id="13856" name="Google Shape;13856;p43"/>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7" name="Google Shape;13857;p43"/>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8" name="Google Shape;13858;p43"/>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9" name="Google Shape;13859;p43"/>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0" name="Google Shape;13860;p43"/>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1" name="Google Shape;13861;p43"/>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2" name="Google Shape;13862;p43"/>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3" name="Google Shape;13863;p43"/>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4" name="Google Shape;13864;p43"/>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5" name="Google Shape;13865;p43"/>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6" name="Google Shape;13866;p43"/>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7" name="Google Shape;13867;p43"/>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8" name="Google Shape;13868;p43"/>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9" name="Google Shape;13869;p43"/>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0" name="Google Shape;13870;p43"/>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1" name="Google Shape;13871;p43"/>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2" name="Google Shape;13872;p43"/>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3" name="Google Shape;13873;p43"/>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4" name="Google Shape;13874;p43"/>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5" name="Google Shape;13875;p43"/>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6" name="Google Shape;13876;p43"/>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7" name="Google Shape;13877;p43"/>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8" name="Google Shape;13878;p43"/>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9" name="Google Shape;13879;p43"/>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0" name="Google Shape;13880;p43"/>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1" name="Google Shape;13881;p43"/>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2" name="Google Shape;13882;p43"/>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3" name="Google Shape;13883;p43"/>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4" name="Google Shape;13884;p43"/>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85" name="Google Shape;13885;p43"/>
          <p:cNvGrpSpPr/>
          <p:nvPr/>
        </p:nvGrpSpPr>
        <p:grpSpPr>
          <a:xfrm>
            <a:off x="6230360" y="2280183"/>
            <a:ext cx="351359" cy="363413"/>
            <a:chOff x="6230360" y="2432583"/>
            <a:chExt cx="351359" cy="363413"/>
          </a:xfrm>
        </p:grpSpPr>
        <p:sp>
          <p:nvSpPr>
            <p:cNvPr id="13886" name="Google Shape;13886;p43"/>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7" name="Google Shape;13887;p43"/>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8" name="Google Shape;13888;p43"/>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9" name="Google Shape;13889;p43"/>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0" name="Google Shape;13890;p43"/>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1" name="Google Shape;13891;p43"/>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2" name="Google Shape;13892;p43"/>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3" name="Google Shape;13893;p43"/>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4" name="Google Shape;13894;p43"/>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5" name="Google Shape;13895;p43"/>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6" name="Google Shape;13896;p43"/>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7" name="Google Shape;13897;p43"/>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8" name="Google Shape;13898;p43"/>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9" name="Google Shape;13899;p43"/>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0" name="Google Shape;13900;p43"/>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1" name="Google Shape;13901;p43"/>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2" name="Google Shape;13902;p43"/>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3" name="Google Shape;13903;p43"/>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4" name="Google Shape;13904;p43"/>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5" name="Google Shape;13905;p43"/>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6" name="Google Shape;13906;p43"/>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07" name="Google Shape;13907;p43"/>
          <p:cNvGrpSpPr/>
          <p:nvPr/>
        </p:nvGrpSpPr>
        <p:grpSpPr>
          <a:xfrm>
            <a:off x="6633976" y="2307152"/>
            <a:ext cx="387782" cy="286680"/>
            <a:chOff x="6633976" y="2459552"/>
            <a:chExt cx="387782" cy="286680"/>
          </a:xfrm>
        </p:grpSpPr>
        <p:sp>
          <p:nvSpPr>
            <p:cNvPr id="13908" name="Google Shape;13908;p43"/>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9" name="Google Shape;13909;p43"/>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0" name="Google Shape;13910;p43"/>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1" name="Google Shape;13911;p43"/>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2" name="Google Shape;13912;p43"/>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3" name="Google Shape;13913;p43"/>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4" name="Google Shape;13914;p43"/>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15" name="Google Shape;13915;p43"/>
          <p:cNvGrpSpPr/>
          <p:nvPr/>
        </p:nvGrpSpPr>
        <p:grpSpPr>
          <a:xfrm>
            <a:off x="7091110" y="2276165"/>
            <a:ext cx="376989" cy="348865"/>
            <a:chOff x="7091110" y="2428565"/>
            <a:chExt cx="376989" cy="348865"/>
          </a:xfrm>
        </p:grpSpPr>
        <p:sp>
          <p:nvSpPr>
            <p:cNvPr id="13916" name="Google Shape;13916;p43"/>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7" name="Google Shape;13917;p43"/>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8" name="Google Shape;13918;p43"/>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9" name="Google Shape;13919;p43"/>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0" name="Google Shape;13920;p43"/>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1" name="Google Shape;13921;p43"/>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2" name="Google Shape;13922;p43"/>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3" name="Google Shape;13923;p43"/>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4" name="Google Shape;13924;p43"/>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5" name="Google Shape;13925;p43"/>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6" name="Google Shape;13926;p43"/>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7" name="Google Shape;13927;p43"/>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8" name="Google Shape;13928;p43"/>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9" name="Google Shape;13929;p43"/>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0" name="Google Shape;13930;p43"/>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1" name="Google Shape;13931;p43"/>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2" name="Google Shape;13932;p43"/>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3" name="Google Shape;13933;p43"/>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4" name="Google Shape;13934;p43"/>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5" name="Google Shape;13935;p43"/>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6" name="Google Shape;13936;p43"/>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7" name="Google Shape;13937;p43"/>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8" name="Google Shape;13938;p43"/>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9" name="Google Shape;13939;p43"/>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0" name="Google Shape;13940;p43"/>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1" name="Google Shape;13941;p43"/>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2" name="Google Shape;13942;p43"/>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3" name="Google Shape;13943;p43"/>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4" name="Google Shape;13944;p43"/>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5" name="Google Shape;13945;p43"/>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6" name="Google Shape;13946;p43"/>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47" name="Google Shape;13947;p43"/>
          <p:cNvGrpSpPr/>
          <p:nvPr/>
        </p:nvGrpSpPr>
        <p:grpSpPr>
          <a:xfrm>
            <a:off x="7536427" y="2262825"/>
            <a:ext cx="369715" cy="375492"/>
            <a:chOff x="7536427" y="2415225"/>
            <a:chExt cx="369715" cy="375492"/>
          </a:xfrm>
        </p:grpSpPr>
        <p:sp>
          <p:nvSpPr>
            <p:cNvPr id="13948" name="Google Shape;13948;p43"/>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9" name="Google Shape;13949;p43"/>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0" name="Google Shape;13950;p43"/>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1" name="Google Shape;13951;p43"/>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2" name="Google Shape;13952;p43"/>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3" name="Google Shape;13953;p43"/>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4" name="Google Shape;13954;p43"/>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5" name="Google Shape;13955;p43"/>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6" name="Google Shape;13956;p43"/>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7" name="Google Shape;13957;p43"/>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8" name="Google Shape;13958;p43"/>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9" name="Google Shape;13959;p43"/>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0" name="Google Shape;13960;p43"/>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1" name="Google Shape;13961;p43"/>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2" name="Google Shape;13962;p43"/>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3" name="Google Shape;13963;p43"/>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4" name="Google Shape;13964;p43"/>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5" name="Google Shape;13965;p43"/>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6" name="Google Shape;13966;p43"/>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7" name="Google Shape;13967;p43"/>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8" name="Google Shape;13968;p43"/>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9" name="Google Shape;13969;p43"/>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0" name="Google Shape;13970;p43"/>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1" name="Google Shape;13971;p43"/>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2" name="Google Shape;13972;p43"/>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3" name="Google Shape;13973;p43"/>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4" name="Google Shape;13974;p43"/>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5" name="Google Shape;13975;p43"/>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6" name="Google Shape;13976;p43"/>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7" name="Google Shape;13977;p43"/>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8" name="Google Shape;13978;p43"/>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9" name="Google Shape;13979;p43"/>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0" name="Google Shape;13980;p43"/>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1" name="Google Shape;13981;p43"/>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2" name="Google Shape;13982;p43"/>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3" name="Google Shape;13983;p43"/>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4" name="Google Shape;13984;p43"/>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5" name="Google Shape;13985;p43"/>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86" name="Google Shape;13986;p43"/>
          <p:cNvGrpSpPr/>
          <p:nvPr/>
        </p:nvGrpSpPr>
        <p:grpSpPr>
          <a:xfrm>
            <a:off x="7980773" y="2276402"/>
            <a:ext cx="353380" cy="358160"/>
            <a:chOff x="7980773" y="2428802"/>
            <a:chExt cx="353380" cy="358160"/>
          </a:xfrm>
        </p:grpSpPr>
        <p:sp>
          <p:nvSpPr>
            <p:cNvPr id="13987" name="Google Shape;13987;p43"/>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8" name="Google Shape;13988;p43"/>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9" name="Google Shape;13989;p43"/>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0" name="Google Shape;13990;p43"/>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1" name="Google Shape;13991;p43"/>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2" name="Google Shape;13992;p43"/>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3" name="Google Shape;13993;p43"/>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4" name="Google Shape;13994;p43"/>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5" name="Google Shape;13995;p43"/>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6" name="Google Shape;13996;p43"/>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7" name="Google Shape;13997;p43"/>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8" name="Google Shape;13998;p43"/>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9" name="Google Shape;13999;p43"/>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0" name="Google Shape;14000;p43"/>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1" name="Google Shape;14001;p43"/>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2" name="Google Shape;14002;p43"/>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3" name="Google Shape;14003;p43"/>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4" name="Google Shape;14004;p43"/>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5" name="Google Shape;14005;p43"/>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6" name="Google Shape;14006;p43"/>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7" name="Google Shape;14007;p43"/>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8" name="Google Shape;14008;p43"/>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9" name="Google Shape;14009;p43"/>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0" name="Google Shape;14010;p43"/>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1" name="Google Shape;14011;p43"/>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2" name="Google Shape;14012;p43"/>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3" name="Google Shape;14013;p43"/>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4" name="Google Shape;14014;p43"/>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5" name="Google Shape;14015;p43"/>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6" name="Google Shape;14016;p43"/>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17" name="Google Shape;14017;p43"/>
          <p:cNvGrpSpPr/>
          <p:nvPr/>
        </p:nvGrpSpPr>
        <p:grpSpPr>
          <a:xfrm>
            <a:off x="4886058" y="4138840"/>
            <a:ext cx="346343" cy="343953"/>
            <a:chOff x="4886058" y="4291240"/>
            <a:chExt cx="346343" cy="343953"/>
          </a:xfrm>
        </p:grpSpPr>
        <p:sp>
          <p:nvSpPr>
            <p:cNvPr id="14018" name="Google Shape;14018;p43"/>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9" name="Google Shape;14019;p43"/>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0" name="Google Shape;14020;p43"/>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1" name="Google Shape;14021;p43"/>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2" name="Google Shape;14022;p43"/>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3" name="Google Shape;14023;p43"/>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4" name="Google Shape;14024;p43"/>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5" name="Google Shape;14025;p43"/>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6" name="Google Shape;14026;p43"/>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7" name="Google Shape;14027;p43"/>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8" name="Google Shape;14028;p43"/>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9" name="Google Shape;14029;p43"/>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0" name="Google Shape;14030;p43"/>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31" name="Google Shape;14031;p43"/>
          <p:cNvGrpSpPr/>
          <p:nvPr/>
        </p:nvGrpSpPr>
        <p:grpSpPr>
          <a:xfrm>
            <a:off x="5344216" y="4138656"/>
            <a:ext cx="304616" cy="343560"/>
            <a:chOff x="5344216" y="4291056"/>
            <a:chExt cx="304616" cy="343560"/>
          </a:xfrm>
        </p:grpSpPr>
        <p:sp>
          <p:nvSpPr>
            <p:cNvPr id="14032" name="Google Shape;14032;p43"/>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3" name="Google Shape;14033;p43"/>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4" name="Google Shape;14034;p43"/>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5" name="Google Shape;14035;p43"/>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6" name="Google Shape;14036;p43"/>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7" name="Google Shape;14037;p43"/>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8" name="Google Shape;14038;p43"/>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9" name="Google Shape;14039;p43"/>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0" name="Google Shape;14040;p43"/>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1" name="Google Shape;14041;p43"/>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2" name="Google Shape;14042;p43"/>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43" name="Google Shape;14043;p43"/>
          <p:cNvGrpSpPr/>
          <p:nvPr/>
        </p:nvGrpSpPr>
        <p:grpSpPr>
          <a:xfrm>
            <a:off x="6279999" y="4112022"/>
            <a:ext cx="204093" cy="343743"/>
            <a:chOff x="6271562" y="4290872"/>
            <a:chExt cx="204093" cy="343743"/>
          </a:xfrm>
        </p:grpSpPr>
        <p:sp>
          <p:nvSpPr>
            <p:cNvPr id="14044" name="Google Shape;14044;p43"/>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5" name="Google Shape;14045;p43"/>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6" name="Google Shape;14046;p43"/>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7" name="Google Shape;14047;p43"/>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8" name="Google Shape;14048;p43"/>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9" name="Google Shape;14049;p43"/>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0" name="Google Shape;14050;p43"/>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1" name="Google Shape;14051;p43"/>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2" name="Google Shape;14052;p43"/>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3" name="Google Shape;14053;p43"/>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4" name="Google Shape;14054;p43"/>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5" name="Google Shape;14055;p43"/>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56" name="Google Shape;14056;p43"/>
          <p:cNvGrpSpPr/>
          <p:nvPr/>
        </p:nvGrpSpPr>
        <p:grpSpPr>
          <a:xfrm>
            <a:off x="6639491" y="4176838"/>
            <a:ext cx="344085" cy="267195"/>
            <a:chOff x="6639491" y="4329238"/>
            <a:chExt cx="344085" cy="267195"/>
          </a:xfrm>
        </p:grpSpPr>
        <p:sp>
          <p:nvSpPr>
            <p:cNvPr id="14057" name="Google Shape;14057;p43"/>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8" name="Google Shape;14058;p43"/>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9" name="Google Shape;14059;p43"/>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0" name="Google Shape;14060;p43"/>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1" name="Google Shape;14061;p43"/>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2" name="Google Shape;14062;p43"/>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3" name="Google Shape;14063;p43"/>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4" name="Google Shape;14064;p43"/>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5" name="Google Shape;14065;p43"/>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6" name="Google Shape;14066;p43"/>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7" name="Google Shape;14067;p43"/>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8" name="Google Shape;14068;p43"/>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9" name="Google Shape;14069;p43"/>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0" name="Google Shape;14070;p43"/>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1" name="Google Shape;14071;p43"/>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2" name="Google Shape;14072;p43"/>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3" name="Google Shape;14073;p43"/>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4" name="Google Shape;14074;p43"/>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75" name="Google Shape;14075;p43"/>
          <p:cNvGrpSpPr/>
          <p:nvPr/>
        </p:nvGrpSpPr>
        <p:grpSpPr>
          <a:xfrm>
            <a:off x="7133336" y="4138656"/>
            <a:ext cx="232979" cy="343559"/>
            <a:chOff x="7133336" y="4291056"/>
            <a:chExt cx="232979" cy="343559"/>
          </a:xfrm>
        </p:grpSpPr>
        <p:sp>
          <p:nvSpPr>
            <p:cNvPr id="14076" name="Google Shape;14076;p43"/>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7" name="Google Shape;14077;p43"/>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8" name="Google Shape;14078;p43"/>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9" name="Google Shape;14079;p43"/>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0" name="Google Shape;14080;p43"/>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1" name="Google Shape;14081;p43"/>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2" name="Google Shape;14082;p43"/>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3" name="Google Shape;14083;p43"/>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4" name="Google Shape;14084;p43"/>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5" name="Google Shape;14085;p43"/>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6" name="Google Shape;14086;p43"/>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7" name="Google Shape;14087;p43"/>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8" name="Google Shape;14088;p43"/>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9" name="Google Shape;14089;p43"/>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0" name="Google Shape;14090;p43"/>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1" name="Google Shape;14091;p43"/>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2" name="Google Shape;14092;p43"/>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93" name="Google Shape;14093;p43"/>
          <p:cNvGrpSpPr/>
          <p:nvPr/>
        </p:nvGrpSpPr>
        <p:grpSpPr>
          <a:xfrm>
            <a:off x="7571379" y="4138656"/>
            <a:ext cx="232980" cy="343559"/>
            <a:chOff x="7571379" y="4291056"/>
            <a:chExt cx="232980" cy="343559"/>
          </a:xfrm>
        </p:grpSpPr>
        <p:sp>
          <p:nvSpPr>
            <p:cNvPr id="14094" name="Google Shape;14094;p43"/>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5" name="Google Shape;14095;p43"/>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6" name="Google Shape;14096;p43"/>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7" name="Google Shape;14097;p43"/>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8" name="Google Shape;14098;p43"/>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9" name="Google Shape;14099;p43"/>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0" name="Google Shape;14100;p43"/>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1" name="Google Shape;14101;p43"/>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2" name="Google Shape;14102;p43"/>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3" name="Google Shape;14103;p43"/>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4" name="Google Shape;14104;p43"/>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5" name="Google Shape;14105;p43"/>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6" name="Google Shape;14106;p43"/>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7" name="Google Shape;14107;p43"/>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8" name="Google Shape;14108;p43"/>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9" name="Google Shape;14109;p43"/>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10" name="Google Shape;14110;p43"/>
          <p:cNvGrpSpPr/>
          <p:nvPr/>
        </p:nvGrpSpPr>
        <p:grpSpPr>
          <a:xfrm>
            <a:off x="6666381" y="3195475"/>
            <a:ext cx="295819" cy="370713"/>
            <a:chOff x="6666381" y="3347875"/>
            <a:chExt cx="295819" cy="370713"/>
          </a:xfrm>
        </p:grpSpPr>
        <p:sp>
          <p:nvSpPr>
            <p:cNvPr id="14111" name="Google Shape;14111;p43"/>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2" name="Google Shape;14112;p43"/>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3" name="Google Shape;14113;p43"/>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4" name="Google Shape;14114;p43"/>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5" name="Google Shape;14115;p43"/>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6" name="Google Shape;14116;p43"/>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7" name="Google Shape;14117;p43"/>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8" name="Google Shape;14118;p43"/>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9" name="Google Shape;14119;p43"/>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0" name="Google Shape;14120;p43"/>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1" name="Google Shape;14121;p43"/>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2" name="Google Shape;14122;p43"/>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3" name="Google Shape;14123;p43"/>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4" name="Google Shape;14124;p43"/>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5" name="Google Shape;14125;p43"/>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6" name="Google Shape;14126;p43"/>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7" name="Google Shape;14127;p43"/>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8" name="Google Shape;14128;p43"/>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9" name="Google Shape;14129;p43"/>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0" name="Google Shape;14130;p43"/>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1" name="Google Shape;14131;p43"/>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2" name="Google Shape;14132;p43"/>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3" name="Google Shape;14133;p43"/>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4" name="Google Shape;14134;p43"/>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5" name="Google Shape;14135;p43"/>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6" name="Google Shape;14136;p43"/>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7" name="Google Shape;14137;p43"/>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8" name="Google Shape;14138;p43"/>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9" name="Google Shape;14139;p43"/>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0" name="Google Shape;14140;p43"/>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1" name="Google Shape;14141;p43"/>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2" name="Google Shape;14142;p43"/>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3" name="Google Shape;14143;p43"/>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4" name="Google Shape;14144;p43"/>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5" name="Google Shape;14145;p43"/>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6" name="Google Shape;14146;p43"/>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7" name="Google Shape;14147;p43"/>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8" name="Google Shape;14148;p43"/>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9" name="Google Shape;14149;p43"/>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0" name="Google Shape;14150;p43"/>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51" name="Google Shape;14151;p43"/>
          <p:cNvGrpSpPr/>
          <p:nvPr/>
        </p:nvGrpSpPr>
        <p:grpSpPr>
          <a:xfrm>
            <a:off x="4877760" y="2735059"/>
            <a:ext cx="389567" cy="390328"/>
            <a:chOff x="4877760" y="2887459"/>
            <a:chExt cx="389567" cy="390328"/>
          </a:xfrm>
        </p:grpSpPr>
        <p:sp>
          <p:nvSpPr>
            <p:cNvPr id="14152" name="Google Shape;14152;p43"/>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3" name="Google Shape;14153;p43"/>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4" name="Google Shape;14154;p43"/>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5" name="Google Shape;14155;p43"/>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6" name="Google Shape;14156;p43"/>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7" name="Google Shape;14157;p43"/>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8" name="Google Shape;14158;p43"/>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9" name="Google Shape;14159;p43"/>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0" name="Google Shape;14160;p43"/>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1" name="Google Shape;14161;p43"/>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2" name="Google Shape;14162;p43"/>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3" name="Google Shape;14163;p43"/>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4" name="Google Shape;14164;p43"/>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5" name="Google Shape;14165;p43"/>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6" name="Google Shape;14166;p43"/>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7" name="Google Shape;14167;p43"/>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8" name="Google Shape;14168;p43"/>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9" name="Google Shape;14169;p43"/>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0" name="Google Shape;14170;p43"/>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1" name="Google Shape;14171;p43"/>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2" name="Google Shape;14172;p43"/>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3" name="Google Shape;14173;p43"/>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4" name="Google Shape;14174;p43"/>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5" name="Google Shape;14175;p43"/>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6" name="Google Shape;14176;p43"/>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7" name="Google Shape;14177;p43"/>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8" name="Google Shape;14178;p43"/>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9" name="Google Shape;14179;p43"/>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0" name="Google Shape;14180;p43"/>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1" name="Google Shape;14181;p43"/>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2" name="Google Shape;14182;p43"/>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3" name="Google Shape;14183;p43"/>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4" name="Google Shape;14184;p43"/>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5" name="Google Shape;14185;p43"/>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6" name="Google Shape;14186;p43"/>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7" name="Google Shape;14187;p43"/>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8" name="Google Shape;14188;p43"/>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9" name="Google Shape;14189;p43"/>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0" name="Google Shape;14190;p43"/>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1" name="Google Shape;14191;p43"/>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2" name="Google Shape;14192;p43"/>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3" name="Google Shape;14193;p43"/>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4" name="Google Shape;14194;p43"/>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5" name="Google Shape;14195;p43"/>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96" name="Google Shape;14196;p43"/>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7" name="Google Shape;14197;p43"/>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8" name="Google Shape;14198;p43"/>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9" name="Google Shape;14199;p43"/>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0" name="Google Shape;14200;p43"/>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201" name="Google Shape;14201;p43"/>
          <p:cNvGrpSpPr/>
          <p:nvPr/>
        </p:nvGrpSpPr>
        <p:grpSpPr>
          <a:xfrm>
            <a:off x="5779239" y="2735295"/>
            <a:ext cx="314412" cy="389830"/>
            <a:chOff x="5779239" y="2887695"/>
            <a:chExt cx="314412" cy="389830"/>
          </a:xfrm>
        </p:grpSpPr>
        <p:sp>
          <p:nvSpPr>
            <p:cNvPr id="14202" name="Google Shape;14202;p43"/>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3" name="Google Shape;14203;p43"/>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4" name="Google Shape;14204;p43"/>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5" name="Google Shape;14205;p43"/>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6" name="Google Shape;14206;p43"/>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7" name="Google Shape;14207;p43"/>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8" name="Google Shape;14208;p43"/>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9" name="Google Shape;14209;p43"/>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0" name="Google Shape;14210;p43"/>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1" name="Google Shape;14211;p43"/>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2" name="Google Shape;14212;p43"/>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3" name="Google Shape;14213;p43"/>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4" name="Google Shape;14214;p43"/>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5" name="Google Shape;14215;p43"/>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6" name="Google Shape;14216;p43"/>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7" name="Google Shape;14217;p43"/>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8" name="Google Shape;14218;p43"/>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9" name="Google Shape;14219;p43"/>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0" name="Google Shape;14220;p43"/>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1" name="Google Shape;14221;p43"/>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2" name="Google Shape;14222;p43"/>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3" name="Google Shape;14223;p43"/>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4" name="Google Shape;14224;p43"/>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5" name="Google Shape;14225;p43"/>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6" name="Google Shape;14226;p43"/>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7" name="Google Shape;14227;p43"/>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8" name="Google Shape;14228;p43"/>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9" name="Google Shape;14229;p43"/>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0" name="Google Shape;14230;p43"/>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1" name="Google Shape;14231;p43"/>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2" name="Google Shape;14232;p43"/>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3" name="Google Shape;14233;p43"/>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4" name="Google Shape;14234;p43"/>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5" name="Google Shape;14235;p43"/>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6" name="Google Shape;14236;p43"/>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7" name="Google Shape;14237;p43"/>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8" name="Google Shape;14238;p43"/>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9" name="Google Shape;14239;p43"/>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0" name="Google Shape;14240;p43"/>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1" name="Google Shape;14241;p43"/>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2" name="Google Shape;14242;p43"/>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3" name="Google Shape;14243;p43"/>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4" name="Google Shape;14244;p43"/>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5" name="Google Shape;14245;p43"/>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46" name="Google Shape;14246;p43"/>
          <p:cNvGrpSpPr/>
          <p:nvPr/>
        </p:nvGrpSpPr>
        <p:grpSpPr>
          <a:xfrm>
            <a:off x="6190130" y="2788577"/>
            <a:ext cx="389830" cy="283003"/>
            <a:chOff x="6190130" y="2940977"/>
            <a:chExt cx="389830" cy="283003"/>
          </a:xfrm>
        </p:grpSpPr>
        <p:sp>
          <p:nvSpPr>
            <p:cNvPr id="14247" name="Google Shape;14247;p43"/>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8" name="Google Shape;14248;p43"/>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9" name="Google Shape;14249;p43"/>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0" name="Google Shape;14250;p43"/>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1" name="Google Shape;14251;p43"/>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2" name="Google Shape;14252;p43"/>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3" name="Google Shape;14253;p43"/>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4" name="Google Shape;14254;p43"/>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5" name="Google Shape;14255;p43"/>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6" name="Google Shape;14256;p43"/>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7" name="Google Shape;14257;p43"/>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8" name="Google Shape;14258;p43"/>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9" name="Google Shape;14259;p43"/>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0" name="Google Shape;14260;p43"/>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1" name="Google Shape;14261;p43"/>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2" name="Google Shape;14262;p43"/>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3" name="Google Shape;14263;p43"/>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4" name="Google Shape;14264;p43"/>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5" name="Google Shape;14265;p43"/>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6" name="Google Shape;14266;p43"/>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7" name="Google Shape;14267;p43"/>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8" name="Google Shape;14268;p43"/>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9" name="Google Shape;14269;p43"/>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0" name="Google Shape;14270;p43"/>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1" name="Google Shape;14271;p43"/>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2" name="Google Shape;14272;p43"/>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3" name="Google Shape;14273;p43"/>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4" name="Google Shape;14274;p43"/>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5" name="Google Shape;14275;p43"/>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6" name="Google Shape;14276;p43"/>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77" name="Google Shape;14277;p43"/>
          <p:cNvGrpSpPr/>
          <p:nvPr/>
        </p:nvGrpSpPr>
        <p:grpSpPr>
          <a:xfrm>
            <a:off x="6633976" y="2747874"/>
            <a:ext cx="389804" cy="364673"/>
            <a:chOff x="6633976" y="2900274"/>
            <a:chExt cx="389804" cy="364673"/>
          </a:xfrm>
        </p:grpSpPr>
        <p:sp>
          <p:nvSpPr>
            <p:cNvPr id="14278" name="Google Shape;14278;p43"/>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9" name="Google Shape;14279;p43"/>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0" name="Google Shape;14280;p43"/>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1" name="Google Shape;14281;p43"/>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2" name="Google Shape;14282;p43"/>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3" name="Google Shape;14283;p43"/>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4" name="Google Shape;14284;p43"/>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5" name="Google Shape;14285;p43"/>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6" name="Google Shape;14286;p43"/>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7" name="Google Shape;14287;p43"/>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8" name="Google Shape;14288;p43"/>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9" name="Google Shape;14289;p43"/>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0" name="Google Shape;14290;p43"/>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1" name="Google Shape;14291;p43"/>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2" name="Google Shape;14292;p43"/>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3" name="Google Shape;14293;p43"/>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4" name="Google Shape;14294;p43"/>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95" name="Google Shape;14295;p43"/>
          <p:cNvGrpSpPr/>
          <p:nvPr/>
        </p:nvGrpSpPr>
        <p:grpSpPr>
          <a:xfrm>
            <a:off x="7517835" y="2733037"/>
            <a:ext cx="364936" cy="382530"/>
            <a:chOff x="7517835" y="2885437"/>
            <a:chExt cx="364936" cy="382530"/>
          </a:xfrm>
        </p:grpSpPr>
        <p:sp>
          <p:nvSpPr>
            <p:cNvPr id="14296" name="Google Shape;14296;p43"/>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7" name="Google Shape;14297;p43"/>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8" name="Google Shape;14298;p43"/>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9" name="Google Shape;14299;p43"/>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0" name="Google Shape;14300;p43"/>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1" name="Google Shape;14301;p43"/>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2" name="Google Shape;14302;p43"/>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3" name="Google Shape;14303;p43"/>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4" name="Google Shape;14304;p43"/>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5" name="Google Shape;14305;p43"/>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6" name="Google Shape;14306;p43"/>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7" name="Google Shape;14307;p43"/>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8" name="Google Shape;14308;p43"/>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9" name="Google Shape;14309;p43"/>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0" name="Google Shape;14310;p43"/>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1" name="Google Shape;14311;p43"/>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2" name="Google Shape;14312;p43"/>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3" name="Google Shape;14313;p43"/>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4" name="Google Shape;14314;p43"/>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5" name="Google Shape;14315;p43"/>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6" name="Google Shape;14316;p43"/>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7" name="Google Shape;14317;p43"/>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8" name="Google Shape;14318;p43"/>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9" name="Google Shape;14319;p43"/>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0" name="Google Shape;14320;p43"/>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1" name="Google Shape;14321;p43"/>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2" name="Google Shape;14322;p43"/>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3" name="Google Shape;14323;p43"/>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4" name="Google Shape;14324;p43"/>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5" name="Google Shape;14325;p43"/>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6" name="Google Shape;14326;p43"/>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7" name="Google Shape;14327;p43"/>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8" name="Google Shape;14328;p43"/>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9" name="Google Shape;14329;p43"/>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0" name="Google Shape;14330;p43"/>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1" name="Google Shape;14331;p43"/>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2" name="Google Shape;14332;p43"/>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33" name="Google Shape;14333;p43"/>
          <p:cNvGrpSpPr/>
          <p:nvPr/>
        </p:nvGrpSpPr>
        <p:grpSpPr>
          <a:xfrm>
            <a:off x="7087591" y="2734744"/>
            <a:ext cx="358161" cy="385602"/>
            <a:chOff x="7087591" y="2887144"/>
            <a:chExt cx="358161" cy="385602"/>
          </a:xfrm>
        </p:grpSpPr>
        <p:sp>
          <p:nvSpPr>
            <p:cNvPr id="14334" name="Google Shape;14334;p43"/>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5" name="Google Shape;14335;p43"/>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6" name="Google Shape;14336;p43"/>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7" name="Google Shape;14337;p43"/>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8" name="Google Shape;14338;p43"/>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9" name="Google Shape;14339;p43"/>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0" name="Google Shape;14340;p43"/>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1" name="Google Shape;14341;p43"/>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2" name="Google Shape;14342;p43"/>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3" name="Google Shape;14343;p43"/>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4" name="Google Shape;14344;p43"/>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5" name="Google Shape;14345;p43"/>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6" name="Google Shape;14346;p43"/>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7" name="Google Shape;14347;p43"/>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8" name="Google Shape;14348;p43"/>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9" name="Google Shape;14349;p43"/>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0" name="Google Shape;14350;p43"/>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1" name="Google Shape;14351;p43"/>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2" name="Google Shape;14352;p43"/>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53" name="Google Shape;14353;p43"/>
          <p:cNvGrpSpPr/>
          <p:nvPr/>
        </p:nvGrpSpPr>
        <p:grpSpPr>
          <a:xfrm>
            <a:off x="7951362" y="2733037"/>
            <a:ext cx="382529" cy="382530"/>
            <a:chOff x="7951362" y="2885437"/>
            <a:chExt cx="382529" cy="382530"/>
          </a:xfrm>
        </p:grpSpPr>
        <p:sp>
          <p:nvSpPr>
            <p:cNvPr id="14354" name="Google Shape;14354;p43"/>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5" name="Google Shape;14355;p43"/>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6" name="Google Shape;14356;p43"/>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7" name="Google Shape;14357;p43"/>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8" name="Google Shape;14358;p43"/>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9" name="Google Shape;14359;p43"/>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0" name="Google Shape;14360;p43"/>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1" name="Google Shape;14361;p43"/>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2" name="Google Shape;14362;p43"/>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3" name="Google Shape;14363;p43"/>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4" name="Google Shape;14364;p43"/>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5" name="Google Shape;14365;p43"/>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6" name="Google Shape;14366;p43"/>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7" name="Google Shape;14367;p43"/>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8" name="Google Shape;14368;p43"/>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9" name="Google Shape;14369;p43"/>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0" name="Google Shape;14370;p43"/>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1" name="Google Shape;14371;p43"/>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2" name="Google Shape;14372;p43"/>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3" name="Google Shape;14373;p43"/>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4" name="Google Shape;14374;p43"/>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5" name="Google Shape;14375;p43"/>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6" name="Google Shape;14376;p43"/>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7" name="Google Shape;14377;p43"/>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8" name="Google Shape;14378;p43"/>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9" name="Google Shape;14379;p43"/>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0" name="Google Shape;14380;p43"/>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1" name="Google Shape;14381;p43"/>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2" name="Google Shape;14382;p43"/>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3" name="Google Shape;14383;p43"/>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4" name="Google Shape;14384;p43"/>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5" name="Google Shape;14385;p43"/>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6" name="Google Shape;14386;p43"/>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7" name="Google Shape;14387;p43"/>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8" name="Google Shape;14388;p43"/>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9" name="Google Shape;14389;p43"/>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0" name="Google Shape;14390;p43"/>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1" name="Google Shape;14391;p43"/>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2" name="Google Shape;14392;p43"/>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3" name="Google Shape;14393;p43"/>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4" name="Google Shape;14394;p43"/>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5" name="Google Shape;14395;p43"/>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6" name="Google Shape;14396;p43"/>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7" name="Google Shape;14397;p43"/>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8" name="Google Shape;14398;p43"/>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9" name="Google Shape;14399;p43"/>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0" name="Google Shape;14400;p43"/>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1" name="Google Shape;14401;p43"/>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2" name="Google Shape;14402;p43"/>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03" name="Google Shape;14403;p43"/>
          <p:cNvGrpSpPr/>
          <p:nvPr/>
        </p:nvGrpSpPr>
        <p:grpSpPr>
          <a:xfrm>
            <a:off x="8054406" y="3662089"/>
            <a:ext cx="276964" cy="336601"/>
            <a:chOff x="8054406" y="3814489"/>
            <a:chExt cx="276964" cy="336601"/>
          </a:xfrm>
        </p:grpSpPr>
        <p:sp>
          <p:nvSpPr>
            <p:cNvPr id="14404" name="Google Shape;14404;p43"/>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5" name="Google Shape;14405;p43"/>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6" name="Google Shape;14406;p43"/>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7" name="Google Shape;14407;p43"/>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8" name="Google Shape;14408;p43"/>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9" name="Google Shape;14409;p43"/>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0" name="Google Shape;14410;p43"/>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1" name="Google Shape;14411;p43"/>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2" name="Google Shape;14412;p43"/>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13" name="Google Shape;14413;p43"/>
          <p:cNvGrpSpPr/>
          <p:nvPr/>
        </p:nvGrpSpPr>
        <p:grpSpPr>
          <a:xfrm>
            <a:off x="7936787" y="4142674"/>
            <a:ext cx="378249" cy="335524"/>
            <a:chOff x="7936787" y="4295074"/>
            <a:chExt cx="378249" cy="335524"/>
          </a:xfrm>
        </p:grpSpPr>
        <p:sp>
          <p:nvSpPr>
            <p:cNvPr id="14414" name="Google Shape;14414;p43"/>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5" name="Google Shape;14415;p43"/>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6" name="Google Shape;14416;p43"/>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7" name="Google Shape;14417;p43"/>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8" name="Google Shape;14418;p43"/>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9" name="Google Shape;14419;p43"/>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0" name="Google Shape;14420;p43"/>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1" name="Google Shape;14421;p43"/>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2" name="Google Shape;14422;p43"/>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3" name="Google Shape;14423;p43"/>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4" name="Google Shape;14424;p43"/>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5" name="Google Shape;14425;p43"/>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6" name="Google Shape;14426;p43"/>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7" name="Google Shape;14427;p43"/>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8" name="Google Shape;14428;p43"/>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9" name="Google Shape;14429;p43"/>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30" name="Google Shape;14430;p43"/>
          <p:cNvGrpSpPr/>
          <p:nvPr/>
        </p:nvGrpSpPr>
        <p:grpSpPr>
          <a:xfrm>
            <a:off x="4886058" y="1813490"/>
            <a:ext cx="388569" cy="388307"/>
            <a:chOff x="4886058" y="1965890"/>
            <a:chExt cx="388569" cy="388307"/>
          </a:xfrm>
        </p:grpSpPr>
        <p:sp>
          <p:nvSpPr>
            <p:cNvPr id="14431" name="Google Shape;14431;p43"/>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2" name="Google Shape;14432;p43"/>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3" name="Google Shape;14433;p43"/>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4" name="Google Shape;14434;p43"/>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5" name="Google Shape;14435;p43"/>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6" name="Google Shape;14436;p43"/>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7" name="Google Shape;14437;p43"/>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8" name="Google Shape;14438;p43"/>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9" name="Google Shape;14439;p43"/>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0" name="Google Shape;14440;p43"/>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1" name="Google Shape;14441;p43"/>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442" name="Google Shape;14442;p43"/>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Business Icons</a:t>
            </a:r>
            <a:endParaRPr b="0" i="0" sz="2400" u="none" cap="none" strike="noStrike">
              <a:solidFill>
                <a:srgbClr val="FFFFFF"/>
              </a:solidFill>
              <a:latin typeface="Arial"/>
              <a:ea typeface="Arial"/>
              <a:cs typeface="Arial"/>
              <a:sym typeface="Arial"/>
            </a:endParaRPr>
          </a:p>
        </p:txBody>
      </p:sp>
      <p:sp>
        <p:nvSpPr>
          <p:cNvPr id="14443" name="Google Shape;14443;p43"/>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Teamwork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47" name="Shape 14447"/>
        <p:cNvGrpSpPr/>
        <p:nvPr/>
      </p:nvGrpSpPr>
      <p:grpSpPr>
        <a:xfrm>
          <a:off x="0" y="0"/>
          <a:ext cx="0" cy="0"/>
          <a:chOff x="0" y="0"/>
          <a:chExt cx="0" cy="0"/>
        </a:xfrm>
      </p:grpSpPr>
      <p:grpSp>
        <p:nvGrpSpPr>
          <p:cNvPr id="14448" name="Google Shape;14448;p44"/>
          <p:cNvGrpSpPr/>
          <p:nvPr/>
        </p:nvGrpSpPr>
        <p:grpSpPr>
          <a:xfrm>
            <a:off x="1765162" y="3194389"/>
            <a:ext cx="292800" cy="359259"/>
            <a:chOff x="1765162" y="3346789"/>
            <a:chExt cx="292800" cy="359259"/>
          </a:xfrm>
        </p:grpSpPr>
        <p:sp>
          <p:nvSpPr>
            <p:cNvPr id="14449" name="Google Shape;14449;p44"/>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0" name="Google Shape;14450;p44"/>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1" name="Google Shape;14451;p44"/>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2" name="Google Shape;14452;p44"/>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3" name="Google Shape;14453;p44"/>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4" name="Google Shape;14454;p44"/>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5" name="Google Shape;14455;p44"/>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6" name="Google Shape;14456;p44"/>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7" name="Google Shape;14457;p44"/>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8" name="Google Shape;14458;p44"/>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9" name="Google Shape;14459;p44"/>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0" name="Google Shape;14460;p44"/>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1" name="Google Shape;14461;p44"/>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2" name="Google Shape;14462;p44"/>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3" name="Google Shape;14463;p44"/>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64" name="Google Shape;14464;p44"/>
          <p:cNvGrpSpPr/>
          <p:nvPr/>
        </p:nvGrpSpPr>
        <p:grpSpPr>
          <a:xfrm>
            <a:off x="3077632" y="2292604"/>
            <a:ext cx="358997" cy="296309"/>
            <a:chOff x="3077632" y="2445004"/>
            <a:chExt cx="358997" cy="296309"/>
          </a:xfrm>
        </p:grpSpPr>
        <p:sp>
          <p:nvSpPr>
            <p:cNvPr id="14465" name="Google Shape;14465;p44"/>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6" name="Google Shape;14466;p44"/>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7" name="Google Shape;14467;p44"/>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8" name="Google Shape;14468;p44"/>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9" name="Google Shape;14469;p44"/>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0" name="Google Shape;14470;p44"/>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1" name="Google Shape;14471;p44"/>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2" name="Google Shape;14472;p44"/>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3" name="Google Shape;14473;p44"/>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4" name="Google Shape;14474;p44"/>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5" name="Google Shape;14475;p44"/>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6" name="Google Shape;14476;p44"/>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7" name="Google Shape;14477;p44"/>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8" name="Google Shape;14478;p44"/>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9" name="Google Shape;14479;p44"/>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0" name="Google Shape;14480;p44"/>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1" name="Google Shape;14481;p44"/>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2" name="Google Shape;14482;p44"/>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3" name="Google Shape;14483;p44"/>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4" name="Google Shape;14484;p44"/>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5" name="Google Shape;14485;p44"/>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6" name="Google Shape;14486;p44"/>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7" name="Google Shape;14487;p44"/>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8" name="Google Shape;14488;p44"/>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9" name="Google Shape;14489;p44"/>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0" name="Google Shape;14490;p44"/>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91" name="Google Shape;14491;p44"/>
          <p:cNvGrpSpPr/>
          <p:nvPr/>
        </p:nvGrpSpPr>
        <p:grpSpPr>
          <a:xfrm>
            <a:off x="2635237" y="2279380"/>
            <a:ext cx="359231" cy="323019"/>
            <a:chOff x="2635237" y="2431780"/>
            <a:chExt cx="359231" cy="323019"/>
          </a:xfrm>
        </p:grpSpPr>
        <p:sp>
          <p:nvSpPr>
            <p:cNvPr id="14492" name="Google Shape;14492;p44"/>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3" name="Google Shape;14493;p44"/>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4" name="Google Shape;14494;p44"/>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5" name="Google Shape;14495;p44"/>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6" name="Google Shape;14496;p44"/>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7" name="Google Shape;14497;p44"/>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8" name="Google Shape;14498;p44"/>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9" name="Google Shape;14499;p44"/>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0" name="Google Shape;14500;p44"/>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1" name="Google Shape;14501;p44"/>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2" name="Google Shape;14502;p44"/>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3" name="Google Shape;14503;p44"/>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4" name="Google Shape;14504;p44"/>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5" name="Google Shape;14505;p44"/>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6" name="Google Shape;14506;p44"/>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07" name="Google Shape;14507;p44"/>
          <p:cNvGrpSpPr/>
          <p:nvPr/>
        </p:nvGrpSpPr>
        <p:grpSpPr>
          <a:xfrm>
            <a:off x="4011651" y="3615732"/>
            <a:ext cx="373189" cy="358944"/>
            <a:chOff x="4011651" y="3768132"/>
            <a:chExt cx="373189" cy="358944"/>
          </a:xfrm>
        </p:grpSpPr>
        <p:sp>
          <p:nvSpPr>
            <p:cNvPr id="14508" name="Google Shape;14508;p44"/>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9" name="Google Shape;14509;p44"/>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0" name="Google Shape;14510;p44"/>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1" name="Google Shape;14511;p44"/>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2" name="Google Shape;14512;p44"/>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3" name="Google Shape;14513;p44"/>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4" name="Google Shape;14514;p44"/>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5" name="Google Shape;14515;p44"/>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6" name="Google Shape;14516;p44"/>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7" name="Google Shape;14517;p44"/>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18" name="Google Shape;14518;p44"/>
          <p:cNvGrpSpPr/>
          <p:nvPr/>
        </p:nvGrpSpPr>
        <p:grpSpPr>
          <a:xfrm>
            <a:off x="2189568" y="1809203"/>
            <a:ext cx="364993" cy="359048"/>
            <a:chOff x="2189568" y="1961603"/>
            <a:chExt cx="364993" cy="359048"/>
          </a:xfrm>
        </p:grpSpPr>
        <p:sp>
          <p:nvSpPr>
            <p:cNvPr id="14519" name="Google Shape;14519;p44"/>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0" name="Google Shape;14520;p44"/>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1" name="Google Shape;14521;p44"/>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2" name="Google Shape;14522;p44"/>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3" name="Google Shape;14523;p44"/>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4" name="Google Shape;14524;p44"/>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5" name="Google Shape;14525;p44"/>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6" name="Google Shape;14526;p44"/>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7" name="Google Shape;14527;p44"/>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8" name="Google Shape;14528;p44"/>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9" name="Google Shape;14529;p44"/>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0" name="Google Shape;14530;p44"/>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1" name="Google Shape;14531;p44"/>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2" name="Google Shape;14532;p44"/>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3" name="Google Shape;14533;p44"/>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4" name="Google Shape;14534;p44"/>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35" name="Google Shape;14535;p44"/>
          <p:cNvGrpSpPr/>
          <p:nvPr/>
        </p:nvGrpSpPr>
        <p:grpSpPr>
          <a:xfrm>
            <a:off x="2193077" y="2267571"/>
            <a:ext cx="378425" cy="346323"/>
            <a:chOff x="2193077" y="2419971"/>
            <a:chExt cx="378425" cy="346323"/>
          </a:xfrm>
        </p:grpSpPr>
        <p:sp>
          <p:nvSpPr>
            <p:cNvPr id="14536" name="Google Shape;14536;p44"/>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7" name="Google Shape;14537;p44"/>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8" name="Google Shape;14538;p44"/>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9" name="Google Shape;14539;p44"/>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0" name="Google Shape;14540;p44"/>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1" name="Google Shape;14541;p44"/>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2" name="Google Shape;14542;p44"/>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3" name="Google Shape;14543;p44"/>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4" name="Google Shape;14544;p44"/>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5" name="Google Shape;14545;p44"/>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6" name="Google Shape;14546;p44"/>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7" name="Google Shape;14547;p44"/>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8" name="Google Shape;14548;p44"/>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9" name="Google Shape;14549;p44"/>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0" name="Google Shape;14550;p44"/>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1" name="Google Shape;14551;p44"/>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2" name="Google Shape;14552;p44"/>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3" name="Google Shape;14553;p44"/>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4" name="Google Shape;14554;p44"/>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5" name="Google Shape;14555;p44"/>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6" name="Google Shape;14556;p44"/>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57" name="Google Shape;14557;p44"/>
          <p:cNvGrpSpPr/>
          <p:nvPr/>
        </p:nvGrpSpPr>
        <p:grpSpPr>
          <a:xfrm>
            <a:off x="861622" y="2729370"/>
            <a:ext cx="276801" cy="367140"/>
            <a:chOff x="861622" y="2881770"/>
            <a:chExt cx="276801" cy="367140"/>
          </a:xfrm>
        </p:grpSpPr>
        <p:sp>
          <p:nvSpPr>
            <p:cNvPr id="14558" name="Google Shape;14558;p44"/>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9" name="Google Shape;14559;p44"/>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0" name="Google Shape;14560;p44"/>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1" name="Google Shape;14561;p44"/>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2" name="Google Shape;14562;p44"/>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3" name="Google Shape;14563;p44"/>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4" name="Google Shape;14564;p44"/>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5" name="Google Shape;14565;p44"/>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6" name="Google Shape;14566;p44"/>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7" name="Google Shape;14567;p44"/>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8" name="Google Shape;14568;p44"/>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9" name="Google Shape;14569;p44"/>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0" name="Google Shape;14570;p44"/>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1" name="Google Shape;14571;p44"/>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2" name="Google Shape;14572;p44"/>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3" name="Google Shape;14573;p44"/>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4" name="Google Shape;14574;p44"/>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5" name="Google Shape;14575;p44"/>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6" name="Google Shape;14576;p44"/>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7" name="Google Shape;14577;p44"/>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8" name="Google Shape;14578;p44"/>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9" name="Google Shape;14579;p44"/>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80" name="Google Shape;14580;p44"/>
          <p:cNvGrpSpPr/>
          <p:nvPr/>
        </p:nvGrpSpPr>
        <p:grpSpPr>
          <a:xfrm>
            <a:off x="3968184" y="2729291"/>
            <a:ext cx="369444" cy="367140"/>
            <a:chOff x="3968184" y="2881691"/>
            <a:chExt cx="369444" cy="367140"/>
          </a:xfrm>
        </p:grpSpPr>
        <p:sp>
          <p:nvSpPr>
            <p:cNvPr id="14581" name="Google Shape;14581;p44"/>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2" name="Google Shape;14582;p44"/>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3" name="Google Shape;14583;p44"/>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4" name="Google Shape;14584;p44"/>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5" name="Google Shape;14585;p44"/>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6" name="Google Shape;14586;p44"/>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7" name="Google Shape;14587;p44"/>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8" name="Google Shape;14588;p44"/>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9" name="Google Shape;14589;p44"/>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0" name="Google Shape;14590;p44"/>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1" name="Google Shape;14591;p44"/>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2" name="Google Shape;14592;p44"/>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3" name="Google Shape;14593;p44"/>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4" name="Google Shape;14594;p44"/>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5" name="Google Shape;14595;p44"/>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6" name="Google Shape;14596;p44"/>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7" name="Google Shape;14597;p44"/>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8" name="Google Shape;14598;p44"/>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9" name="Google Shape;14599;p44"/>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0" name="Google Shape;14600;p44"/>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1" name="Google Shape;14601;p44"/>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2" name="Google Shape;14602;p44"/>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3" name="Google Shape;14603;p44"/>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4" name="Google Shape;14604;p44"/>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05" name="Google Shape;14605;p44"/>
          <p:cNvGrpSpPr/>
          <p:nvPr/>
        </p:nvGrpSpPr>
        <p:grpSpPr>
          <a:xfrm>
            <a:off x="3513796" y="2729684"/>
            <a:ext cx="371486" cy="366826"/>
            <a:chOff x="3513796" y="2882084"/>
            <a:chExt cx="371486" cy="366826"/>
          </a:xfrm>
        </p:grpSpPr>
        <p:sp>
          <p:nvSpPr>
            <p:cNvPr id="14606" name="Google Shape;14606;p44"/>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7" name="Google Shape;14607;p44"/>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8" name="Google Shape;14608;p44"/>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9" name="Google Shape;14609;p44"/>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0" name="Google Shape;14610;p44"/>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1" name="Google Shape;14611;p44"/>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2" name="Google Shape;14612;p44"/>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3" name="Google Shape;14613;p44"/>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4" name="Google Shape;14614;p44"/>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5" name="Google Shape;14615;p44"/>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6" name="Google Shape;14616;p44"/>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7" name="Google Shape;14617;p44"/>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8" name="Google Shape;14618;p44"/>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9" name="Google Shape;14619;p44"/>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0" name="Google Shape;14620;p44"/>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1" name="Google Shape;14621;p44"/>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2" name="Google Shape;14622;p44"/>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3" name="Google Shape;14623;p44"/>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4" name="Google Shape;14624;p44"/>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5" name="Google Shape;14625;p44"/>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6" name="Google Shape;14626;p44"/>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7" name="Google Shape;14627;p44"/>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8" name="Google Shape;14628;p44"/>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9" name="Google Shape;14629;p44"/>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0" name="Google Shape;14630;p44"/>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1" name="Google Shape;14631;p44"/>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2" name="Google Shape;14632;p44"/>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3" name="Google Shape;14633;p44"/>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4" name="Google Shape;14634;p44"/>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5" name="Google Shape;14635;p44"/>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6" name="Google Shape;14636;p44"/>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7" name="Google Shape;14637;p44"/>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8" name="Google Shape;14638;p44"/>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9" name="Google Shape;14639;p44"/>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0" name="Google Shape;14640;p44"/>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1" name="Google Shape;14641;p44"/>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2" name="Google Shape;14642;p44"/>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3" name="Google Shape;14643;p44"/>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4" name="Google Shape;14644;p44"/>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5" name="Google Shape;14645;p44"/>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6" name="Google Shape;14646;p44"/>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7" name="Google Shape;14647;p44"/>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8" name="Google Shape;14648;p44"/>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9" name="Google Shape;14649;p44"/>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0" name="Google Shape;14650;p44"/>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1" name="Google Shape;14651;p44"/>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2" name="Google Shape;14652;p44"/>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3" name="Google Shape;14653;p44"/>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4" name="Google Shape;14654;p44"/>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55" name="Google Shape;14655;p44"/>
          <p:cNvGrpSpPr/>
          <p:nvPr/>
        </p:nvGrpSpPr>
        <p:grpSpPr>
          <a:xfrm>
            <a:off x="873615" y="1347875"/>
            <a:ext cx="335011" cy="359232"/>
            <a:chOff x="873615" y="1500275"/>
            <a:chExt cx="335011" cy="359232"/>
          </a:xfrm>
        </p:grpSpPr>
        <p:sp>
          <p:nvSpPr>
            <p:cNvPr id="14656" name="Google Shape;14656;p44"/>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7" name="Google Shape;14657;p44"/>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8" name="Google Shape;14658;p44"/>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9" name="Google Shape;14659;p44"/>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0" name="Google Shape;14660;p44"/>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1" name="Google Shape;14661;p44"/>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2" name="Google Shape;14662;p44"/>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3" name="Google Shape;14663;p44"/>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4" name="Google Shape;14664;p44"/>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5" name="Google Shape;14665;p44"/>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6" name="Google Shape;14666;p44"/>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67" name="Google Shape;14667;p44"/>
          <p:cNvGrpSpPr/>
          <p:nvPr/>
        </p:nvGrpSpPr>
        <p:grpSpPr>
          <a:xfrm>
            <a:off x="2202058" y="3194337"/>
            <a:ext cx="337158" cy="359310"/>
            <a:chOff x="2202058" y="3346737"/>
            <a:chExt cx="337158" cy="359310"/>
          </a:xfrm>
        </p:grpSpPr>
        <p:sp>
          <p:nvSpPr>
            <p:cNvPr id="14668" name="Google Shape;14668;p44"/>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9" name="Google Shape;14669;p44"/>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0" name="Google Shape;14670;p44"/>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1" name="Google Shape;14671;p44"/>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2" name="Google Shape;14672;p44"/>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3" name="Google Shape;14673;p44"/>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4" name="Google Shape;14674;p44"/>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5" name="Google Shape;14675;p44"/>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6" name="Google Shape;14676;p44"/>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77" name="Google Shape;14677;p44"/>
          <p:cNvGrpSpPr/>
          <p:nvPr/>
        </p:nvGrpSpPr>
        <p:grpSpPr>
          <a:xfrm>
            <a:off x="2223059" y="3665772"/>
            <a:ext cx="359232" cy="306050"/>
            <a:chOff x="2223059" y="3818172"/>
            <a:chExt cx="359232" cy="306050"/>
          </a:xfrm>
        </p:grpSpPr>
        <p:sp>
          <p:nvSpPr>
            <p:cNvPr id="14678" name="Google Shape;14678;p44"/>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9" name="Google Shape;14679;p44"/>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0" name="Google Shape;14680;p44"/>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1" name="Google Shape;14681;p44"/>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2" name="Google Shape;14682;p44"/>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3" name="Google Shape;14683;p44"/>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4" name="Google Shape;14684;p44"/>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5" name="Google Shape;14685;p44"/>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6" name="Google Shape;14686;p44"/>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87" name="Google Shape;14687;p44"/>
          <p:cNvGrpSpPr/>
          <p:nvPr/>
        </p:nvGrpSpPr>
        <p:grpSpPr>
          <a:xfrm>
            <a:off x="1725989" y="1839420"/>
            <a:ext cx="378425" cy="298509"/>
            <a:chOff x="1725989" y="1991820"/>
            <a:chExt cx="378425" cy="298509"/>
          </a:xfrm>
        </p:grpSpPr>
        <p:sp>
          <p:nvSpPr>
            <p:cNvPr id="14688" name="Google Shape;14688;p44"/>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9" name="Google Shape;14689;p44"/>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0" name="Google Shape;14690;p44"/>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1" name="Google Shape;14691;p44"/>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2" name="Google Shape;14692;p44"/>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3" name="Google Shape;14693;p44"/>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4" name="Google Shape;14694;p44"/>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5" name="Google Shape;14695;p44"/>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6" name="Google Shape;14696;p44"/>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7" name="Google Shape;14697;p44"/>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8" name="Google Shape;14698;p44"/>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9" name="Google Shape;14699;p44"/>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00" name="Google Shape;14700;p44"/>
          <p:cNvGrpSpPr/>
          <p:nvPr/>
        </p:nvGrpSpPr>
        <p:grpSpPr>
          <a:xfrm>
            <a:off x="1768409" y="3639351"/>
            <a:ext cx="367977" cy="359075"/>
            <a:chOff x="1768409" y="3791751"/>
            <a:chExt cx="367977" cy="359075"/>
          </a:xfrm>
        </p:grpSpPr>
        <p:sp>
          <p:nvSpPr>
            <p:cNvPr id="14701" name="Google Shape;14701;p44"/>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2" name="Google Shape;14702;p44"/>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3" name="Google Shape;14703;p44"/>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4" name="Google Shape;14704;p44"/>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5" name="Google Shape;14705;p44"/>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6" name="Google Shape;14706;p44"/>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7" name="Google Shape;14707;p44"/>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8" name="Google Shape;14708;p44"/>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9" name="Google Shape;14709;p44"/>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0" name="Google Shape;14710;p44"/>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1" name="Google Shape;14711;p44"/>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2" name="Google Shape;14712;p44"/>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3" name="Google Shape;14713;p44"/>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14" name="Google Shape;14714;p44"/>
          <p:cNvGrpSpPr/>
          <p:nvPr/>
        </p:nvGrpSpPr>
        <p:grpSpPr>
          <a:xfrm>
            <a:off x="2668963" y="3638906"/>
            <a:ext cx="358734" cy="359311"/>
            <a:chOff x="2668963" y="3791306"/>
            <a:chExt cx="358734" cy="359311"/>
          </a:xfrm>
        </p:grpSpPr>
        <p:sp>
          <p:nvSpPr>
            <p:cNvPr id="14715" name="Google Shape;14715;p44"/>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6" name="Google Shape;14716;p44"/>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7" name="Google Shape;14717;p44"/>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8" name="Google Shape;14718;p44"/>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9" name="Google Shape;14719;p44"/>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0" name="Google Shape;14720;p44"/>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1" name="Google Shape;14721;p44"/>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2" name="Google Shape;14722;p44"/>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3" name="Google Shape;14723;p44"/>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4" name="Google Shape;14724;p44"/>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5" name="Google Shape;14725;p44"/>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6" name="Google Shape;14726;p44"/>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7" name="Google Shape;14727;p44"/>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8" name="Google Shape;14728;p44"/>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9" name="Google Shape;14729;p44"/>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0" name="Google Shape;14730;p44"/>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31" name="Google Shape;14731;p44"/>
          <p:cNvGrpSpPr/>
          <p:nvPr/>
        </p:nvGrpSpPr>
        <p:grpSpPr>
          <a:xfrm>
            <a:off x="849682" y="1842798"/>
            <a:ext cx="363892" cy="291727"/>
            <a:chOff x="849682" y="1995198"/>
            <a:chExt cx="363892" cy="291727"/>
          </a:xfrm>
        </p:grpSpPr>
        <p:sp>
          <p:nvSpPr>
            <p:cNvPr id="14732" name="Google Shape;14732;p44"/>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3" name="Google Shape;14733;p44"/>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4" name="Google Shape;14734;p44"/>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5" name="Google Shape;14735;p44"/>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6" name="Google Shape;14736;p44"/>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7" name="Google Shape;14737;p44"/>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8" name="Google Shape;14738;p44"/>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9" name="Google Shape;14739;p44"/>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0" name="Google Shape;14740;p44"/>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1" name="Google Shape;14741;p44"/>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2" name="Google Shape;14742;p44"/>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3" name="Google Shape;14743;p44"/>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4" name="Google Shape;14744;p44"/>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5" name="Google Shape;14745;p44"/>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6" name="Google Shape;14746;p44"/>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7" name="Google Shape;14747;p44"/>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8" name="Google Shape;14748;p44"/>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9" name="Google Shape;14749;p44"/>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50" name="Google Shape;14750;p44"/>
          <p:cNvGrpSpPr/>
          <p:nvPr/>
        </p:nvGrpSpPr>
        <p:grpSpPr>
          <a:xfrm>
            <a:off x="3065430" y="1837666"/>
            <a:ext cx="378190" cy="302044"/>
            <a:chOff x="3065430" y="1990066"/>
            <a:chExt cx="378190" cy="302044"/>
          </a:xfrm>
        </p:grpSpPr>
        <p:sp>
          <p:nvSpPr>
            <p:cNvPr id="14751" name="Google Shape;14751;p44"/>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2" name="Google Shape;14752;p44"/>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3" name="Google Shape;14753;p44"/>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4" name="Google Shape;14754;p44"/>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5" name="Google Shape;14755;p44"/>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6" name="Google Shape;14756;p44"/>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7" name="Google Shape;14757;p44"/>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8" name="Google Shape;14758;p44"/>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9" name="Google Shape;14759;p44"/>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0" name="Google Shape;14760;p44"/>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1" name="Google Shape;14761;p44"/>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62" name="Google Shape;14762;p44"/>
          <p:cNvGrpSpPr/>
          <p:nvPr/>
        </p:nvGrpSpPr>
        <p:grpSpPr>
          <a:xfrm>
            <a:off x="3568234" y="3639010"/>
            <a:ext cx="347501" cy="359285"/>
            <a:chOff x="3568234" y="3791410"/>
            <a:chExt cx="347501" cy="359285"/>
          </a:xfrm>
        </p:grpSpPr>
        <p:sp>
          <p:nvSpPr>
            <p:cNvPr id="14763" name="Google Shape;14763;p44"/>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4" name="Google Shape;14764;p44"/>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5" name="Google Shape;14765;p44"/>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6" name="Google Shape;14766;p44"/>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7" name="Google Shape;14767;p44"/>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8" name="Google Shape;14768;p44"/>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9" name="Google Shape;14769;p44"/>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0" name="Google Shape;14770;p44"/>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1" name="Google Shape;14771;p44"/>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2" name="Google Shape;14772;p44"/>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3" name="Google Shape;14773;p44"/>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74" name="Google Shape;14774;p44"/>
          <p:cNvGrpSpPr/>
          <p:nvPr/>
        </p:nvGrpSpPr>
        <p:grpSpPr>
          <a:xfrm>
            <a:off x="1759925" y="1348687"/>
            <a:ext cx="347003" cy="358421"/>
            <a:chOff x="1759925" y="1501087"/>
            <a:chExt cx="347003" cy="358421"/>
          </a:xfrm>
        </p:grpSpPr>
        <p:sp>
          <p:nvSpPr>
            <p:cNvPr id="14775" name="Google Shape;14775;p44"/>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6" name="Google Shape;14776;p44"/>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7" name="Google Shape;14777;p44"/>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8" name="Google Shape;14778;p44"/>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9" name="Google Shape;14779;p44"/>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0" name="Google Shape;14780;p44"/>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1" name="Google Shape;14781;p44"/>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2" name="Google Shape;14782;p44"/>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3" name="Google Shape;14783;p44"/>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4" name="Google Shape;14784;p44"/>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5" name="Google Shape;14785;p44"/>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6" name="Google Shape;14786;p44"/>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7" name="Google Shape;14787;p44"/>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8" name="Google Shape;14788;p44"/>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9" name="Google Shape;14789;p44"/>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0" name="Google Shape;14790;p44"/>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1" name="Google Shape;14791;p44"/>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2" name="Google Shape;14792;p44"/>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3" name="Google Shape;14793;p44"/>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4" name="Google Shape;14794;p44"/>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5" name="Google Shape;14795;p44"/>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6" name="Google Shape;14796;p44"/>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7" name="Google Shape;14797;p44"/>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8" name="Google Shape;14798;p44"/>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9" name="Google Shape;14799;p44"/>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0" name="Google Shape;14800;p44"/>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1" name="Google Shape;14801;p44"/>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02" name="Google Shape;14802;p44"/>
          <p:cNvGrpSpPr/>
          <p:nvPr/>
        </p:nvGrpSpPr>
        <p:grpSpPr>
          <a:xfrm>
            <a:off x="3519295" y="2261260"/>
            <a:ext cx="360227" cy="359311"/>
            <a:chOff x="3519295" y="2413660"/>
            <a:chExt cx="360227" cy="359311"/>
          </a:xfrm>
        </p:grpSpPr>
        <p:sp>
          <p:nvSpPr>
            <p:cNvPr id="14803" name="Google Shape;14803;p44"/>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4" name="Google Shape;14804;p44"/>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5" name="Google Shape;14805;p44"/>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6" name="Google Shape;14806;p44"/>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7" name="Google Shape;14807;p44"/>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8" name="Google Shape;14808;p44"/>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9" name="Google Shape;14809;p44"/>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0" name="Google Shape;14810;p44"/>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1" name="Google Shape;14811;p44"/>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2" name="Google Shape;14812;p44"/>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3" name="Google Shape;14813;p44"/>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4" name="Google Shape;14814;p44"/>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5" name="Google Shape;14815;p44"/>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6" name="Google Shape;14816;p44"/>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7" name="Google Shape;14817;p44"/>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8" name="Google Shape;14818;p44"/>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9" name="Google Shape;14819;p44"/>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0" name="Google Shape;14820;p44"/>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1" name="Google Shape;14821;p44"/>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2" name="Google Shape;14822;p44"/>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3" name="Google Shape;14823;p44"/>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4" name="Google Shape;14824;p44"/>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5" name="Google Shape;14825;p44"/>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6" name="Google Shape;14826;p44"/>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7" name="Google Shape;14827;p44"/>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8" name="Google Shape;14828;p44"/>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9" name="Google Shape;14829;p44"/>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0" name="Google Shape;14830;p44"/>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1" name="Google Shape;14831;p44"/>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2" name="Google Shape;14832;p44"/>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3" name="Google Shape;14833;p44"/>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4" name="Google Shape;14834;p44"/>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5" name="Google Shape;14835;p44"/>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6" name="Google Shape;14836;p44"/>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7" name="Google Shape;14837;p44"/>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38" name="Google Shape;14838;p44"/>
          <p:cNvGrpSpPr/>
          <p:nvPr/>
        </p:nvGrpSpPr>
        <p:grpSpPr>
          <a:xfrm>
            <a:off x="1330255" y="3693318"/>
            <a:ext cx="358997" cy="250774"/>
            <a:chOff x="1330255" y="3845718"/>
            <a:chExt cx="358997" cy="250774"/>
          </a:xfrm>
        </p:grpSpPr>
        <p:sp>
          <p:nvSpPr>
            <p:cNvPr id="14839" name="Google Shape;14839;p44"/>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0" name="Google Shape;14840;p44"/>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1" name="Google Shape;14841;p44"/>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2" name="Google Shape;14842;p44"/>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3" name="Google Shape;14843;p44"/>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4" name="Google Shape;14844;p44"/>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5" name="Google Shape;14845;p44"/>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6" name="Google Shape;14846;p44"/>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7" name="Google Shape;14847;p44"/>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8" name="Google Shape;14848;p44"/>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49" name="Google Shape;14849;p44"/>
          <p:cNvGrpSpPr/>
          <p:nvPr/>
        </p:nvGrpSpPr>
        <p:grpSpPr>
          <a:xfrm>
            <a:off x="3115103" y="3638984"/>
            <a:ext cx="373424" cy="359311"/>
            <a:chOff x="3115103" y="3791384"/>
            <a:chExt cx="373424" cy="359311"/>
          </a:xfrm>
        </p:grpSpPr>
        <p:sp>
          <p:nvSpPr>
            <p:cNvPr id="14850" name="Google Shape;14850;p44"/>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1" name="Google Shape;14851;p44"/>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2" name="Google Shape;14852;p44"/>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3" name="Google Shape;14853;p44"/>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4" name="Google Shape;14854;p44"/>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5" name="Google Shape;14855;p44"/>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6" name="Google Shape;14856;p44"/>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7" name="Google Shape;14857;p44"/>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8" name="Google Shape;14858;p44"/>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9" name="Google Shape;14859;p44"/>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0" name="Google Shape;14860;p44"/>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1" name="Google Shape;14861;p44"/>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2" name="Google Shape;14862;p44"/>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3" name="Google Shape;14863;p44"/>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64" name="Google Shape;14864;p44"/>
          <p:cNvGrpSpPr/>
          <p:nvPr/>
        </p:nvGrpSpPr>
        <p:grpSpPr>
          <a:xfrm>
            <a:off x="883853" y="3640241"/>
            <a:ext cx="378190" cy="357059"/>
            <a:chOff x="883853" y="3792641"/>
            <a:chExt cx="378190" cy="357059"/>
          </a:xfrm>
        </p:grpSpPr>
        <p:sp>
          <p:nvSpPr>
            <p:cNvPr id="14865" name="Google Shape;14865;p44"/>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6" name="Google Shape;14866;p44"/>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7" name="Google Shape;14867;p44"/>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8" name="Google Shape;14868;p44"/>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9" name="Google Shape;14869;p44"/>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0" name="Google Shape;14870;p44"/>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1" name="Google Shape;14871;p44"/>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2" name="Google Shape;14872;p44"/>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3" name="Google Shape;14873;p44"/>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4" name="Google Shape;14874;p44"/>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5" name="Google Shape;14875;p44"/>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6" name="Google Shape;14876;p44"/>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7" name="Google Shape;14877;p44"/>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8" name="Google Shape;14878;p44"/>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9" name="Google Shape;14879;p44"/>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0" name="Google Shape;14880;p44"/>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1" name="Google Shape;14881;p44"/>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2" name="Google Shape;14882;p44"/>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3" name="Google Shape;14883;p44"/>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4" name="Google Shape;14884;p44"/>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5" name="Google Shape;14885;p44"/>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6" name="Google Shape;14886;p44"/>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7" name="Google Shape;14887;p44"/>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8" name="Google Shape;14888;p44"/>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9" name="Google Shape;14889;p44"/>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0" name="Google Shape;14890;p44"/>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91" name="Google Shape;14891;p44"/>
          <p:cNvGrpSpPr/>
          <p:nvPr/>
        </p:nvGrpSpPr>
        <p:grpSpPr>
          <a:xfrm>
            <a:off x="3934196" y="2332405"/>
            <a:ext cx="401207" cy="214036"/>
            <a:chOff x="3934196" y="2484805"/>
            <a:chExt cx="401207" cy="214036"/>
          </a:xfrm>
        </p:grpSpPr>
        <p:sp>
          <p:nvSpPr>
            <p:cNvPr id="14892" name="Google Shape;14892;p44"/>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3" name="Google Shape;14893;p44"/>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4" name="Google Shape;14894;p44"/>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5" name="Google Shape;14895;p44"/>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6" name="Google Shape;14896;p44"/>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97" name="Google Shape;14897;p44"/>
          <p:cNvGrpSpPr/>
          <p:nvPr/>
        </p:nvGrpSpPr>
        <p:grpSpPr>
          <a:xfrm>
            <a:off x="3999894" y="1347797"/>
            <a:ext cx="342474" cy="359232"/>
            <a:chOff x="3999894" y="1500197"/>
            <a:chExt cx="342474" cy="359232"/>
          </a:xfrm>
        </p:grpSpPr>
        <p:sp>
          <p:nvSpPr>
            <p:cNvPr id="14898" name="Google Shape;14898;p44"/>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9" name="Google Shape;14899;p44"/>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0" name="Google Shape;14900;p44"/>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1" name="Google Shape;14901;p44"/>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2" name="Google Shape;14902;p44"/>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3" name="Google Shape;14903;p44"/>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4" name="Google Shape;14904;p44"/>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5" name="Google Shape;14905;p44"/>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6" name="Google Shape;14906;p44"/>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7" name="Google Shape;14907;p44"/>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08" name="Google Shape;14908;p44"/>
          <p:cNvGrpSpPr/>
          <p:nvPr/>
        </p:nvGrpSpPr>
        <p:grpSpPr>
          <a:xfrm>
            <a:off x="2233795" y="2729762"/>
            <a:ext cx="232601" cy="366747"/>
            <a:chOff x="2233795" y="2882162"/>
            <a:chExt cx="232601" cy="366747"/>
          </a:xfrm>
        </p:grpSpPr>
        <p:sp>
          <p:nvSpPr>
            <p:cNvPr id="14909" name="Google Shape;14909;p44"/>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0" name="Google Shape;14910;p44"/>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1" name="Google Shape;14911;p44"/>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2" name="Google Shape;14912;p44"/>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3" name="Google Shape;14913;p44"/>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4" name="Google Shape;14914;p44"/>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5" name="Google Shape;14915;p44"/>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6" name="Google Shape;14916;p44"/>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7" name="Google Shape;14917;p44"/>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8" name="Google Shape;14918;p44"/>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9" name="Google Shape;14919;p44"/>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0" name="Google Shape;14920;p44"/>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1" name="Google Shape;14921;p44"/>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2" name="Google Shape;14922;p44"/>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3" name="Google Shape;14923;p44"/>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4" name="Google Shape;14924;p44"/>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5" name="Google Shape;14925;p44"/>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6" name="Google Shape;14926;p44"/>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27" name="Google Shape;14927;p44"/>
          <p:cNvGrpSpPr/>
          <p:nvPr/>
        </p:nvGrpSpPr>
        <p:grpSpPr>
          <a:xfrm>
            <a:off x="3523772" y="3252022"/>
            <a:ext cx="362008" cy="244175"/>
            <a:chOff x="3523772" y="3404422"/>
            <a:chExt cx="362008" cy="244175"/>
          </a:xfrm>
        </p:grpSpPr>
        <p:sp>
          <p:nvSpPr>
            <p:cNvPr id="14928" name="Google Shape;14928;p44"/>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9" name="Google Shape;14929;p44"/>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0" name="Google Shape;14930;p44"/>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1" name="Google Shape;14931;p44"/>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2" name="Google Shape;14932;p44"/>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3" name="Google Shape;14933;p44"/>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4" name="Google Shape;14934;p44"/>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5" name="Google Shape;14935;p44"/>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6" name="Google Shape;14936;p44"/>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7" name="Google Shape;14937;p44"/>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8" name="Google Shape;14938;p44"/>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9" name="Google Shape;14939;p44"/>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0" name="Google Shape;14940;p44"/>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1" name="Google Shape;14941;p44"/>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2" name="Google Shape;14942;p44"/>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43" name="Google Shape;14943;p44"/>
          <p:cNvGrpSpPr/>
          <p:nvPr/>
        </p:nvGrpSpPr>
        <p:grpSpPr>
          <a:xfrm>
            <a:off x="3531026" y="1824914"/>
            <a:ext cx="359232" cy="327836"/>
            <a:chOff x="3531026" y="1977314"/>
            <a:chExt cx="359232" cy="327836"/>
          </a:xfrm>
        </p:grpSpPr>
        <p:sp>
          <p:nvSpPr>
            <p:cNvPr id="14944" name="Google Shape;14944;p44"/>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5" name="Google Shape;14945;p44"/>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6" name="Google Shape;14946;p44"/>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7" name="Google Shape;14947;p44"/>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8" name="Google Shape;14948;p44"/>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9" name="Google Shape;14949;p44"/>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0" name="Google Shape;14950;p44"/>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1" name="Google Shape;14951;p44"/>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2" name="Google Shape;14952;p44"/>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3" name="Google Shape;14953;p44"/>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54" name="Google Shape;14954;p44"/>
          <p:cNvGrpSpPr/>
          <p:nvPr/>
        </p:nvGrpSpPr>
        <p:grpSpPr>
          <a:xfrm>
            <a:off x="3123351" y="1347875"/>
            <a:ext cx="296782" cy="359232"/>
            <a:chOff x="3123351" y="1500275"/>
            <a:chExt cx="296782" cy="359232"/>
          </a:xfrm>
        </p:grpSpPr>
        <p:sp>
          <p:nvSpPr>
            <p:cNvPr id="14955" name="Google Shape;14955;p44"/>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6" name="Google Shape;14956;p44"/>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7" name="Google Shape;14957;p44"/>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8" name="Google Shape;14958;p44"/>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9" name="Google Shape;14959;p44"/>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0" name="Google Shape;14960;p44"/>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1" name="Google Shape;14961;p44"/>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2" name="Google Shape;14962;p44"/>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3" name="Google Shape;14963;p44"/>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4" name="Google Shape;14964;p44"/>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5" name="Google Shape;14965;p44"/>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66" name="Google Shape;14966;p44"/>
          <p:cNvGrpSpPr/>
          <p:nvPr/>
        </p:nvGrpSpPr>
        <p:grpSpPr>
          <a:xfrm>
            <a:off x="2659458" y="1347875"/>
            <a:ext cx="332262" cy="359232"/>
            <a:chOff x="2659458" y="1500275"/>
            <a:chExt cx="332262" cy="359232"/>
          </a:xfrm>
        </p:grpSpPr>
        <p:sp>
          <p:nvSpPr>
            <p:cNvPr id="14967" name="Google Shape;14967;p44"/>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8" name="Google Shape;14968;p44"/>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9" name="Google Shape;14969;p44"/>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0" name="Google Shape;14970;p44"/>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1" name="Google Shape;14971;p44"/>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2" name="Google Shape;14972;p44"/>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3" name="Google Shape;14973;p44"/>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4" name="Google Shape;14974;p44"/>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5" name="Google Shape;14975;p44"/>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6" name="Google Shape;14976;p44"/>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7" name="Google Shape;14977;p44"/>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8" name="Google Shape;14978;p44"/>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9" name="Google Shape;14979;p44"/>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0" name="Google Shape;14980;p44"/>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1" name="Google Shape;14981;p44"/>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2" name="Google Shape;14982;p44"/>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3" name="Google Shape;14983;p44"/>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4" name="Google Shape;14984;p44"/>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5" name="Google Shape;14985;p44"/>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6" name="Google Shape;14986;p44"/>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87" name="Google Shape;14987;p44"/>
          <p:cNvGrpSpPr/>
          <p:nvPr/>
        </p:nvGrpSpPr>
        <p:grpSpPr>
          <a:xfrm>
            <a:off x="1750184" y="2261130"/>
            <a:ext cx="359729" cy="359441"/>
            <a:chOff x="1750184" y="2413530"/>
            <a:chExt cx="359729" cy="359441"/>
          </a:xfrm>
        </p:grpSpPr>
        <p:sp>
          <p:nvSpPr>
            <p:cNvPr id="14988" name="Google Shape;14988;p44"/>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9" name="Google Shape;14989;p44"/>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0" name="Google Shape;14990;p44"/>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1" name="Google Shape;14991;p44"/>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2" name="Google Shape;14992;p44"/>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3" name="Google Shape;14993;p44"/>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4" name="Google Shape;14994;p44"/>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5" name="Google Shape;14995;p44"/>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6" name="Google Shape;14996;p44"/>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7" name="Google Shape;14997;p44"/>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8" name="Google Shape;14998;p44"/>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99" name="Google Shape;14999;p44"/>
          <p:cNvGrpSpPr/>
          <p:nvPr/>
        </p:nvGrpSpPr>
        <p:grpSpPr>
          <a:xfrm>
            <a:off x="2230050" y="1347823"/>
            <a:ext cx="316524" cy="359285"/>
            <a:chOff x="2230050" y="1500223"/>
            <a:chExt cx="316524" cy="359285"/>
          </a:xfrm>
        </p:grpSpPr>
        <p:sp>
          <p:nvSpPr>
            <p:cNvPr id="15000" name="Google Shape;15000;p44"/>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1" name="Google Shape;15001;p44"/>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2" name="Google Shape;15002;p44"/>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3" name="Google Shape;15003;p44"/>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4" name="Google Shape;15004;p44"/>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5" name="Google Shape;15005;p44"/>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6" name="Google Shape;15006;p44"/>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7" name="Google Shape;15007;p44"/>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8" name="Google Shape;15008;p44"/>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9" name="Google Shape;15009;p44"/>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0" name="Google Shape;15010;p44"/>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1" name="Google Shape;15011;p44"/>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2" name="Google Shape;15012;p44"/>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3" name="Google Shape;15013;p44"/>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4" name="Google Shape;15014;p44"/>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5" name="Google Shape;15015;p44"/>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6" name="Google Shape;15016;p44"/>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7" name="Google Shape;15017;p44"/>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8" name="Google Shape;15018;p44"/>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9" name="Google Shape;15019;p44"/>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20" name="Google Shape;15020;p44"/>
          <p:cNvGrpSpPr/>
          <p:nvPr/>
        </p:nvGrpSpPr>
        <p:grpSpPr>
          <a:xfrm>
            <a:off x="2690042" y="4110367"/>
            <a:ext cx="359389" cy="359232"/>
            <a:chOff x="2690042" y="4262767"/>
            <a:chExt cx="359389" cy="359232"/>
          </a:xfrm>
        </p:grpSpPr>
        <p:sp>
          <p:nvSpPr>
            <p:cNvPr id="15021" name="Google Shape;15021;p44"/>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2" name="Google Shape;15022;p44"/>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3" name="Google Shape;15023;p44"/>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4" name="Google Shape;15024;p44"/>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5" name="Google Shape;15025;p44"/>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6" name="Google Shape;15026;p44"/>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7" name="Google Shape;15027;p44"/>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28" name="Google Shape;15028;p44"/>
          <p:cNvGrpSpPr/>
          <p:nvPr/>
        </p:nvGrpSpPr>
        <p:grpSpPr>
          <a:xfrm>
            <a:off x="2689440" y="2729762"/>
            <a:ext cx="222336" cy="366722"/>
            <a:chOff x="2689440" y="2882162"/>
            <a:chExt cx="222336" cy="366722"/>
          </a:xfrm>
        </p:grpSpPr>
        <p:sp>
          <p:nvSpPr>
            <p:cNvPr id="15029" name="Google Shape;15029;p44"/>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0" name="Google Shape;15030;p44"/>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1" name="Google Shape;15031;p44"/>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2" name="Google Shape;15032;p44"/>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3" name="Google Shape;15033;p44"/>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4" name="Google Shape;15034;p44"/>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5" name="Google Shape;15035;p44"/>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6" name="Google Shape;15036;p44"/>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7" name="Google Shape;15037;p44"/>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038" name="Google Shape;15038;p44"/>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039" name="Google Shape;15039;p44"/>
          <p:cNvGrpSpPr/>
          <p:nvPr/>
        </p:nvGrpSpPr>
        <p:grpSpPr>
          <a:xfrm>
            <a:off x="2637986" y="1827742"/>
            <a:ext cx="359232" cy="322023"/>
            <a:chOff x="2637986" y="1980142"/>
            <a:chExt cx="359232" cy="322023"/>
          </a:xfrm>
        </p:grpSpPr>
        <p:sp>
          <p:nvSpPr>
            <p:cNvPr id="15040" name="Google Shape;15040;p44"/>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1" name="Google Shape;15041;p44"/>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2" name="Google Shape;15042;p44"/>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3" name="Google Shape;15043;p44"/>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4" name="Google Shape;15044;p44"/>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5" name="Google Shape;15045;p44"/>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6" name="Google Shape;15046;p44"/>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7" name="Google Shape;15047;p44"/>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8" name="Google Shape;15048;p44"/>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9" name="Google Shape;15049;p44"/>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0" name="Google Shape;15050;p44"/>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1" name="Google Shape;15051;p44"/>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2" name="Google Shape;15052;p44"/>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53" name="Google Shape;15053;p44"/>
          <p:cNvGrpSpPr/>
          <p:nvPr/>
        </p:nvGrpSpPr>
        <p:grpSpPr>
          <a:xfrm>
            <a:off x="1306531" y="3194572"/>
            <a:ext cx="323018" cy="359075"/>
            <a:chOff x="1306531" y="3346972"/>
            <a:chExt cx="323018" cy="359075"/>
          </a:xfrm>
        </p:grpSpPr>
        <p:sp>
          <p:nvSpPr>
            <p:cNvPr id="15054" name="Google Shape;15054;p44"/>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5" name="Google Shape;15055;p44"/>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6" name="Google Shape;15056;p44"/>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7" name="Google Shape;15057;p44"/>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8" name="Google Shape;15058;p44"/>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9" name="Google Shape;15059;p44"/>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0" name="Google Shape;15060;p44"/>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1" name="Google Shape;15061;p44"/>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2" name="Google Shape;15062;p44"/>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63" name="Google Shape;15063;p44"/>
          <p:cNvGrpSpPr/>
          <p:nvPr/>
        </p:nvGrpSpPr>
        <p:grpSpPr>
          <a:xfrm>
            <a:off x="1308024" y="2261575"/>
            <a:ext cx="360253" cy="357111"/>
            <a:chOff x="1308024" y="2413975"/>
            <a:chExt cx="360253" cy="357111"/>
          </a:xfrm>
        </p:grpSpPr>
        <p:sp>
          <p:nvSpPr>
            <p:cNvPr id="15064" name="Google Shape;15064;p44"/>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5" name="Google Shape;15065;p44"/>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6" name="Google Shape;15066;p44"/>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7" name="Google Shape;15067;p44"/>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8" name="Google Shape;15068;p44"/>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9" name="Google Shape;15069;p44"/>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0" name="Google Shape;15070;p44"/>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1" name="Google Shape;15071;p44"/>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2" name="Google Shape;15072;p44"/>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3" name="Google Shape;15073;p44"/>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4" name="Google Shape;15074;p44"/>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5" name="Google Shape;15075;p44"/>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6" name="Google Shape;15076;p44"/>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7" name="Google Shape;15077;p44"/>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8" name="Google Shape;15078;p44"/>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9" name="Google Shape;15079;p44"/>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0" name="Google Shape;15080;p44"/>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1" name="Google Shape;15081;p44"/>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2" name="Google Shape;15082;p44"/>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3" name="Google Shape;15083;p44"/>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4" name="Google Shape;15084;p44"/>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5" name="Google Shape;15085;p44"/>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6" name="Google Shape;15086;p44"/>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7" name="Google Shape;15087;p44"/>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8" name="Google Shape;15088;p44"/>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9" name="Google Shape;15089;p44"/>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0" name="Google Shape;15090;p44"/>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1" name="Google Shape;15091;p44"/>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2" name="Google Shape;15092;p44"/>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3" name="Google Shape;15093;p44"/>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94" name="Google Shape;15094;p44"/>
          <p:cNvGrpSpPr/>
          <p:nvPr/>
        </p:nvGrpSpPr>
        <p:grpSpPr>
          <a:xfrm>
            <a:off x="1298519" y="1817922"/>
            <a:ext cx="378451" cy="341322"/>
            <a:chOff x="1298519" y="1970322"/>
            <a:chExt cx="378451" cy="341322"/>
          </a:xfrm>
        </p:grpSpPr>
        <p:sp>
          <p:nvSpPr>
            <p:cNvPr id="15095" name="Google Shape;15095;p44"/>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6" name="Google Shape;15096;p44"/>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7" name="Google Shape;15097;p44"/>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8" name="Google Shape;15098;p44"/>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9" name="Google Shape;15099;p44"/>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0" name="Google Shape;15100;p44"/>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1" name="Google Shape;15101;p44"/>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2" name="Google Shape;15102;p44"/>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3" name="Google Shape;15103;p44"/>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4" name="Google Shape;15104;p44"/>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5" name="Google Shape;15105;p44"/>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6" name="Google Shape;15106;p44"/>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7" name="Google Shape;15107;p44"/>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8" name="Google Shape;15108;p44"/>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9" name="Google Shape;15109;p44"/>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0" name="Google Shape;15110;p44"/>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1" name="Google Shape;15111;p44"/>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2" name="Google Shape;15112;p44"/>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3" name="Google Shape;15113;p44"/>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4" name="Google Shape;15114;p44"/>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15" name="Google Shape;15115;p44"/>
          <p:cNvGrpSpPr/>
          <p:nvPr/>
        </p:nvGrpSpPr>
        <p:grpSpPr>
          <a:xfrm>
            <a:off x="3114815" y="3194468"/>
            <a:ext cx="283217" cy="359179"/>
            <a:chOff x="3114815" y="3346868"/>
            <a:chExt cx="283217" cy="359179"/>
          </a:xfrm>
        </p:grpSpPr>
        <p:sp>
          <p:nvSpPr>
            <p:cNvPr id="15116" name="Google Shape;15116;p44"/>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7" name="Google Shape;15117;p44"/>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8" name="Google Shape;15118;p44"/>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9" name="Google Shape;15119;p44"/>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0" name="Google Shape;15120;p44"/>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1" name="Google Shape;15121;p44"/>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2" name="Google Shape;15122;p44"/>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3" name="Google Shape;15123;p44"/>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4" name="Google Shape;15124;p44"/>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5" name="Google Shape;15125;p44"/>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6" name="Google Shape;15126;p44"/>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7" name="Google Shape;15127;p44"/>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8" name="Google Shape;15128;p44"/>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29" name="Google Shape;15129;p44"/>
          <p:cNvGrpSpPr/>
          <p:nvPr/>
        </p:nvGrpSpPr>
        <p:grpSpPr>
          <a:xfrm>
            <a:off x="3973186" y="3200831"/>
            <a:ext cx="378661" cy="346558"/>
            <a:chOff x="3973186" y="3353231"/>
            <a:chExt cx="378661" cy="346558"/>
          </a:xfrm>
        </p:grpSpPr>
        <p:sp>
          <p:nvSpPr>
            <p:cNvPr id="15130" name="Google Shape;15130;p44"/>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1" name="Google Shape;15131;p44"/>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2" name="Google Shape;15132;p44"/>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3" name="Google Shape;15133;p44"/>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4" name="Google Shape;15134;p44"/>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5" name="Google Shape;15135;p44"/>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6" name="Google Shape;15136;p44"/>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7" name="Google Shape;15137;p44"/>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8" name="Google Shape;15138;p44"/>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9" name="Google Shape;15139;p44"/>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0" name="Google Shape;15140;p44"/>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1" name="Google Shape;15141;p44"/>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2" name="Google Shape;15142;p44"/>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3" name="Google Shape;15143;p44"/>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4" name="Google Shape;15144;p44"/>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5" name="Google Shape;15145;p44"/>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6" name="Google Shape;15146;p44"/>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7" name="Google Shape;15147;p44"/>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48" name="Google Shape;15148;p44"/>
          <p:cNvGrpSpPr/>
          <p:nvPr/>
        </p:nvGrpSpPr>
        <p:grpSpPr>
          <a:xfrm>
            <a:off x="2152857" y="4110602"/>
            <a:ext cx="373241" cy="359128"/>
            <a:chOff x="2152857" y="4263002"/>
            <a:chExt cx="373241" cy="359128"/>
          </a:xfrm>
        </p:grpSpPr>
        <p:sp>
          <p:nvSpPr>
            <p:cNvPr id="15149" name="Google Shape;15149;p44"/>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0" name="Google Shape;15150;p44"/>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1" name="Google Shape;15151;p44"/>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2" name="Google Shape;15152;p44"/>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3" name="Google Shape;15153;p44"/>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4" name="Google Shape;15154;p44"/>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5" name="Google Shape;15155;p44"/>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6" name="Google Shape;15156;p44"/>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57" name="Google Shape;15157;p44"/>
          <p:cNvGrpSpPr/>
          <p:nvPr/>
        </p:nvGrpSpPr>
        <p:grpSpPr>
          <a:xfrm>
            <a:off x="859632" y="3194572"/>
            <a:ext cx="303537" cy="359127"/>
            <a:chOff x="859632" y="3346972"/>
            <a:chExt cx="303537" cy="359127"/>
          </a:xfrm>
        </p:grpSpPr>
        <p:sp>
          <p:nvSpPr>
            <p:cNvPr id="15158" name="Google Shape;15158;p44"/>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9" name="Google Shape;15159;p44"/>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0" name="Google Shape;15160;p44"/>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1" name="Google Shape;15161;p44"/>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2" name="Google Shape;15162;p44"/>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63" name="Google Shape;15163;p44"/>
          <p:cNvGrpSpPr/>
          <p:nvPr/>
        </p:nvGrpSpPr>
        <p:grpSpPr>
          <a:xfrm>
            <a:off x="1767911" y="2729841"/>
            <a:ext cx="265306" cy="366799"/>
            <a:chOff x="1767911" y="2882241"/>
            <a:chExt cx="265306" cy="366799"/>
          </a:xfrm>
        </p:grpSpPr>
        <p:sp>
          <p:nvSpPr>
            <p:cNvPr id="15164" name="Google Shape;15164;p44"/>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5" name="Google Shape;15165;p44"/>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6" name="Google Shape;15166;p44"/>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7" name="Google Shape;15167;p44"/>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8" name="Google Shape;15168;p4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9" name="Google Shape;15169;p4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0" name="Google Shape;15170;p44"/>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1" name="Google Shape;15171;p44"/>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2" name="Google Shape;15172;p44"/>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3" name="Google Shape;15173;p44"/>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4" name="Google Shape;15174;p44"/>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5" name="Google Shape;15175;p44"/>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6" name="Google Shape;15176;p44"/>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7" name="Google Shape;15177;p44"/>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8" name="Google Shape;15178;p44"/>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79" name="Google Shape;15179;p44"/>
          <p:cNvGrpSpPr/>
          <p:nvPr/>
        </p:nvGrpSpPr>
        <p:grpSpPr>
          <a:xfrm>
            <a:off x="1332009" y="1347535"/>
            <a:ext cx="331895" cy="359310"/>
            <a:chOff x="1332009" y="1499935"/>
            <a:chExt cx="331895" cy="359310"/>
          </a:xfrm>
        </p:grpSpPr>
        <p:sp>
          <p:nvSpPr>
            <p:cNvPr id="15180" name="Google Shape;15180;p44"/>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1" name="Google Shape;15181;p44"/>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2" name="Google Shape;15182;p44"/>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3" name="Google Shape;15183;p44"/>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4" name="Google Shape;15184;p44"/>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5" name="Google Shape;15185;p44"/>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6" name="Google Shape;15186;p44"/>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7" name="Google Shape;15187;p44"/>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8" name="Google Shape;15188;p44"/>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9" name="Google Shape;15189;p44"/>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0" name="Google Shape;15190;p44"/>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1" name="Google Shape;15191;p44"/>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2" name="Google Shape;15192;p44"/>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3" name="Google Shape;15193;p44"/>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4" name="Google Shape;15194;p44"/>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5" name="Google Shape;15195;p44"/>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6" name="Google Shape;15196;p44"/>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97" name="Google Shape;15197;p44"/>
          <p:cNvGrpSpPr/>
          <p:nvPr/>
        </p:nvGrpSpPr>
        <p:grpSpPr>
          <a:xfrm>
            <a:off x="2663464" y="3194415"/>
            <a:ext cx="289528" cy="359232"/>
            <a:chOff x="2663464" y="3346815"/>
            <a:chExt cx="289528" cy="359232"/>
          </a:xfrm>
        </p:grpSpPr>
        <p:sp>
          <p:nvSpPr>
            <p:cNvPr id="15198" name="Google Shape;15198;p44"/>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9" name="Google Shape;15199;p44"/>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0" name="Google Shape;15200;p44"/>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1" name="Google Shape;15201;p44"/>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2" name="Google Shape;15202;p44"/>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3" name="Google Shape;15203;p44"/>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4" name="Google Shape;15204;p44"/>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5" name="Google Shape;15205;p44"/>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6" name="Google Shape;15206;p44"/>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7" name="Google Shape;15207;p44"/>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8" name="Google Shape;15208;p44"/>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09" name="Google Shape;15209;p44"/>
          <p:cNvGrpSpPr/>
          <p:nvPr/>
        </p:nvGrpSpPr>
        <p:grpSpPr>
          <a:xfrm>
            <a:off x="1315775" y="2729527"/>
            <a:ext cx="269051" cy="366983"/>
            <a:chOff x="1315775" y="2881927"/>
            <a:chExt cx="269051" cy="366983"/>
          </a:xfrm>
        </p:grpSpPr>
        <p:sp>
          <p:nvSpPr>
            <p:cNvPr id="15210" name="Google Shape;15210;p44"/>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1" name="Google Shape;15211;p44"/>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2" name="Google Shape;15212;p44"/>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3" name="Google Shape;15213;p44"/>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4" name="Google Shape;15214;p44"/>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5" name="Google Shape;15215;p44"/>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6" name="Google Shape;15216;p44"/>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7" name="Google Shape;15217;p44"/>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8" name="Google Shape;15218;p44"/>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9" name="Google Shape;15219;p44"/>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0" name="Google Shape;15220;p44"/>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1" name="Google Shape;15221;p44"/>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2" name="Google Shape;15222;p44"/>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3" name="Google Shape;15223;p44"/>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4" name="Google Shape;15224;p44"/>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25" name="Google Shape;15225;p44"/>
          <p:cNvGrpSpPr/>
          <p:nvPr/>
        </p:nvGrpSpPr>
        <p:grpSpPr>
          <a:xfrm>
            <a:off x="3977427" y="1827742"/>
            <a:ext cx="359232" cy="322023"/>
            <a:chOff x="3977427" y="1980142"/>
            <a:chExt cx="359232" cy="322023"/>
          </a:xfrm>
        </p:grpSpPr>
        <p:sp>
          <p:nvSpPr>
            <p:cNvPr id="15226" name="Google Shape;15226;p44"/>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7" name="Google Shape;15227;p44"/>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8" name="Google Shape;15228;p44"/>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9" name="Google Shape;15229;p44"/>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0" name="Google Shape;15230;p44"/>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1" name="Google Shape;15231;p44"/>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2" name="Google Shape;15232;p44"/>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3" name="Google Shape;15233;p44"/>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4" name="Google Shape;15234;p44"/>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5" name="Google Shape;15235;p44"/>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36" name="Google Shape;15236;p44"/>
          <p:cNvGrpSpPr/>
          <p:nvPr/>
        </p:nvGrpSpPr>
        <p:grpSpPr>
          <a:xfrm>
            <a:off x="865628" y="2261208"/>
            <a:ext cx="361720" cy="359180"/>
            <a:chOff x="865628" y="2413608"/>
            <a:chExt cx="361720" cy="359180"/>
          </a:xfrm>
        </p:grpSpPr>
        <p:sp>
          <p:nvSpPr>
            <p:cNvPr id="15237" name="Google Shape;15237;p44"/>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8" name="Google Shape;15238;p44"/>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9" name="Google Shape;15239;p44"/>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0" name="Google Shape;15240;p44"/>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1" name="Google Shape;15241;p44"/>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2" name="Google Shape;15242;p44"/>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3" name="Google Shape;15243;p44"/>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4" name="Google Shape;15244;p44"/>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5" name="Google Shape;15245;p44"/>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6" name="Google Shape;15246;p44"/>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7" name="Google Shape;15247;p44"/>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8" name="Google Shape;15248;p44"/>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9" name="Google Shape;15249;p44"/>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50" name="Google Shape;15250;p44"/>
          <p:cNvGrpSpPr/>
          <p:nvPr/>
        </p:nvGrpSpPr>
        <p:grpSpPr>
          <a:xfrm>
            <a:off x="3117093" y="2729527"/>
            <a:ext cx="268816" cy="366983"/>
            <a:chOff x="3117093" y="2881927"/>
            <a:chExt cx="268816" cy="366983"/>
          </a:xfrm>
        </p:grpSpPr>
        <p:sp>
          <p:nvSpPr>
            <p:cNvPr id="15251" name="Google Shape;15251;p44"/>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2" name="Google Shape;15252;p44"/>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3" name="Google Shape;15253;p44"/>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4" name="Google Shape;15254;p44"/>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5" name="Google Shape;15255;p44"/>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6" name="Google Shape;15256;p44"/>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7" name="Google Shape;15257;p44"/>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8" name="Google Shape;15258;p44"/>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9" name="Google Shape;15259;p44"/>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0" name="Google Shape;15260;p44"/>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1" name="Google Shape;15261;p44"/>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2" name="Google Shape;15262;p44"/>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3" name="Google Shape;15263;p44"/>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4" name="Google Shape;15264;p44"/>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5" name="Google Shape;15265;p44"/>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66" name="Google Shape;15266;p44"/>
          <p:cNvGrpSpPr/>
          <p:nvPr/>
        </p:nvGrpSpPr>
        <p:grpSpPr>
          <a:xfrm>
            <a:off x="3534508" y="1355600"/>
            <a:ext cx="368502" cy="343521"/>
            <a:chOff x="3534508" y="1508000"/>
            <a:chExt cx="368502" cy="343521"/>
          </a:xfrm>
        </p:grpSpPr>
        <p:sp>
          <p:nvSpPr>
            <p:cNvPr id="15267" name="Google Shape;15267;p44"/>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8" name="Google Shape;15268;p44"/>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9" name="Google Shape;15269;p44"/>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0" name="Google Shape;15270;p44"/>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1" name="Google Shape;15271;p44"/>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2" name="Google Shape;15272;p44"/>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3" name="Google Shape;15273;p44"/>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4" name="Google Shape;15274;p44"/>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5" name="Google Shape;15275;p44"/>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6" name="Google Shape;15276;p44"/>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7" name="Google Shape;15277;p44"/>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8" name="Google Shape;15278;p44"/>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9" name="Google Shape;15279;p44"/>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0" name="Google Shape;15280;p44"/>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1" name="Google Shape;15281;p44"/>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82" name="Google Shape;15282;p44"/>
          <p:cNvGrpSpPr/>
          <p:nvPr/>
        </p:nvGrpSpPr>
        <p:grpSpPr>
          <a:xfrm>
            <a:off x="7147436" y="1350599"/>
            <a:ext cx="279054" cy="354754"/>
            <a:chOff x="7147436" y="1502999"/>
            <a:chExt cx="279054" cy="354754"/>
          </a:xfrm>
        </p:grpSpPr>
        <p:sp>
          <p:nvSpPr>
            <p:cNvPr id="15283" name="Google Shape;15283;p44"/>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4" name="Google Shape;15284;p44"/>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5" name="Google Shape;15285;p44"/>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6" name="Google Shape;15286;p44"/>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7" name="Google Shape;15287;p44"/>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8" name="Google Shape;15288;p44"/>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9" name="Google Shape;15289;p44"/>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0" name="Google Shape;15290;p44"/>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1" name="Google Shape;15291;p44"/>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2" name="Google Shape;15292;p44"/>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3" name="Google Shape;15293;p44"/>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4" name="Google Shape;15294;p44"/>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5" name="Google Shape;15295;p44"/>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6" name="Google Shape;15296;p44"/>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7" name="Google Shape;15297;p44"/>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8" name="Google Shape;15298;p44"/>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99" name="Google Shape;15299;p44"/>
          <p:cNvGrpSpPr/>
          <p:nvPr/>
        </p:nvGrpSpPr>
        <p:grpSpPr>
          <a:xfrm>
            <a:off x="7603081" y="1820672"/>
            <a:ext cx="276802" cy="354807"/>
            <a:chOff x="7603081" y="1973072"/>
            <a:chExt cx="276802" cy="354807"/>
          </a:xfrm>
        </p:grpSpPr>
        <p:sp>
          <p:nvSpPr>
            <p:cNvPr id="15300" name="Google Shape;15300;p44"/>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1" name="Google Shape;15301;p44"/>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2" name="Google Shape;15302;p44"/>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3" name="Google Shape;15303;p44"/>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4" name="Google Shape;15304;p44"/>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5" name="Google Shape;15305;p44"/>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6" name="Google Shape;15306;p44"/>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7" name="Google Shape;15307;p44"/>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8" name="Google Shape;15308;p44"/>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9" name="Google Shape;15309;p44"/>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0" name="Google Shape;15310;p44"/>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1" name="Google Shape;15311;p44"/>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2" name="Google Shape;15312;p44"/>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3" name="Google Shape;15313;p44"/>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14" name="Google Shape;15314;p44"/>
          <p:cNvGrpSpPr/>
          <p:nvPr/>
        </p:nvGrpSpPr>
        <p:grpSpPr>
          <a:xfrm>
            <a:off x="6696792" y="1350599"/>
            <a:ext cx="276802" cy="354754"/>
            <a:chOff x="6696792" y="1502999"/>
            <a:chExt cx="276802" cy="354754"/>
          </a:xfrm>
        </p:grpSpPr>
        <p:sp>
          <p:nvSpPr>
            <p:cNvPr id="15315" name="Google Shape;15315;p44"/>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6" name="Google Shape;15316;p44"/>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7" name="Google Shape;15317;p44"/>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8" name="Google Shape;15318;p44"/>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9" name="Google Shape;15319;p44"/>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0" name="Google Shape;15320;p44"/>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1" name="Google Shape;15321;p44"/>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2" name="Google Shape;15322;p44"/>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3" name="Google Shape;15323;p44"/>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4" name="Google Shape;15324;p44"/>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5" name="Google Shape;15325;p44"/>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6" name="Google Shape;15326;p44"/>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7" name="Google Shape;15327;p44"/>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8" name="Google Shape;15328;p44"/>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9" name="Google Shape;15329;p44"/>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330" name="Google Shape;15330;p44"/>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331" name="Google Shape;15331;p44"/>
          <p:cNvGrpSpPr/>
          <p:nvPr/>
        </p:nvGrpSpPr>
        <p:grpSpPr>
          <a:xfrm>
            <a:off x="6223393" y="1350599"/>
            <a:ext cx="320295" cy="354754"/>
            <a:chOff x="6223393" y="1502999"/>
            <a:chExt cx="320295" cy="354754"/>
          </a:xfrm>
        </p:grpSpPr>
        <p:sp>
          <p:nvSpPr>
            <p:cNvPr id="15332" name="Google Shape;15332;p44"/>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3" name="Google Shape;15333;p44"/>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4" name="Google Shape;15334;p44"/>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5" name="Google Shape;15335;p44"/>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6" name="Google Shape;15336;p44"/>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7" name="Google Shape;15337;p44"/>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8" name="Google Shape;15338;p44"/>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9" name="Google Shape;15339;p44"/>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0" name="Google Shape;15340;p44"/>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1" name="Google Shape;15341;p44"/>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2" name="Google Shape;15342;p44"/>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3" name="Google Shape;15343;p44"/>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4" name="Google Shape;15344;p44"/>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5" name="Google Shape;15345;p44"/>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6" name="Google Shape;15346;p44"/>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7" name="Google Shape;15347;p44"/>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8" name="Google Shape;15348;p44"/>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9" name="Google Shape;15349;p44"/>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0" name="Google Shape;15350;p44"/>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1" name="Google Shape;15351;p44"/>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2" name="Google Shape;15352;p44"/>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3" name="Google Shape;15353;p44"/>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4" name="Google Shape;15354;p44"/>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55" name="Google Shape;15355;p44"/>
          <p:cNvGrpSpPr/>
          <p:nvPr/>
        </p:nvGrpSpPr>
        <p:grpSpPr>
          <a:xfrm>
            <a:off x="5310611" y="1350572"/>
            <a:ext cx="339515" cy="354781"/>
            <a:chOff x="5310611" y="1502972"/>
            <a:chExt cx="339515" cy="354781"/>
          </a:xfrm>
        </p:grpSpPr>
        <p:sp>
          <p:nvSpPr>
            <p:cNvPr id="15356" name="Google Shape;15356;p44"/>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7" name="Google Shape;15357;p44"/>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8" name="Google Shape;15358;p44"/>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9" name="Google Shape;15359;p44"/>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0" name="Google Shape;15360;p44"/>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1" name="Google Shape;15361;p44"/>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2" name="Google Shape;15362;p44"/>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3" name="Google Shape;15363;p44"/>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4" name="Google Shape;15364;p44"/>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5" name="Google Shape;15365;p44"/>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6" name="Google Shape;15366;p44"/>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7" name="Google Shape;15367;p44"/>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8" name="Google Shape;15368;p44"/>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9" name="Google Shape;15369;p44"/>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0" name="Google Shape;15370;p44"/>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1" name="Google Shape;15371;p44"/>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72" name="Google Shape;15372;p44"/>
          <p:cNvGrpSpPr/>
          <p:nvPr/>
        </p:nvGrpSpPr>
        <p:grpSpPr>
          <a:xfrm>
            <a:off x="6253637" y="3637701"/>
            <a:ext cx="274550" cy="354833"/>
            <a:chOff x="6253637" y="3790101"/>
            <a:chExt cx="274550" cy="354833"/>
          </a:xfrm>
        </p:grpSpPr>
        <p:sp>
          <p:nvSpPr>
            <p:cNvPr id="15373" name="Google Shape;15373;p44"/>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4" name="Google Shape;15374;p44"/>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5" name="Google Shape;15375;p44"/>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6" name="Google Shape;15376;p44"/>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7" name="Google Shape;15377;p44"/>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8" name="Google Shape;15378;p44"/>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9" name="Google Shape;15379;p44"/>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0" name="Google Shape;15380;p44"/>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1" name="Google Shape;15381;p44"/>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2" name="Google Shape;15382;p44"/>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3" name="Google Shape;15383;p44"/>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4" name="Google Shape;15384;p44"/>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5" name="Google Shape;15385;p44"/>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6" name="Google Shape;15386;p44"/>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7" name="Google Shape;15387;p44"/>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8" name="Google Shape;15388;p44"/>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9" name="Google Shape;15389;p44"/>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90" name="Google Shape;15390;p44"/>
          <p:cNvGrpSpPr/>
          <p:nvPr/>
        </p:nvGrpSpPr>
        <p:grpSpPr>
          <a:xfrm>
            <a:off x="5802731" y="3637780"/>
            <a:ext cx="274576" cy="354754"/>
            <a:chOff x="5802731" y="3790180"/>
            <a:chExt cx="274576" cy="354754"/>
          </a:xfrm>
        </p:grpSpPr>
        <p:sp>
          <p:nvSpPr>
            <p:cNvPr id="15391" name="Google Shape;15391;p44"/>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2" name="Google Shape;15392;p44"/>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3" name="Google Shape;15393;p44"/>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4" name="Google Shape;15394;p44"/>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5" name="Google Shape;15395;p44"/>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6" name="Google Shape;15396;p44"/>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7" name="Google Shape;15397;p44"/>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8" name="Google Shape;15398;p44"/>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9" name="Google Shape;15399;p44"/>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0" name="Google Shape;15400;p44"/>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1" name="Google Shape;15401;p44"/>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2" name="Google Shape;15402;p44"/>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3" name="Google Shape;15403;p44"/>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4" name="Google Shape;15404;p44"/>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5" name="Google Shape;15405;p44"/>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6" name="Google Shape;15406;p44"/>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7" name="Google Shape;15407;p44"/>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8" name="Google Shape;15408;p44"/>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9" name="Google Shape;15409;p44"/>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0" name="Google Shape;15410;p44"/>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1" name="Google Shape;15411;p44"/>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12" name="Google Shape;15412;p44"/>
          <p:cNvGrpSpPr/>
          <p:nvPr/>
        </p:nvGrpSpPr>
        <p:grpSpPr>
          <a:xfrm>
            <a:off x="5352088" y="3637806"/>
            <a:ext cx="274550" cy="354728"/>
            <a:chOff x="5352088" y="3790206"/>
            <a:chExt cx="274550" cy="354728"/>
          </a:xfrm>
        </p:grpSpPr>
        <p:sp>
          <p:nvSpPr>
            <p:cNvPr id="15413" name="Google Shape;15413;p44"/>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4" name="Google Shape;15414;p44"/>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5" name="Google Shape;15415;p44"/>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6" name="Google Shape;15416;p44"/>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7" name="Google Shape;15417;p44"/>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8" name="Google Shape;15418;p44"/>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9" name="Google Shape;15419;p44"/>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0" name="Google Shape;15420;p44"/>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1" name="Google Shape;15421;p44"/>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2" name="Google Shape;15422;p44"/>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3" name="Google Shape;15423;p44"/>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4" name="Google Shape;15424;p44"/>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5" name="Google Shape;15425;p44"/>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6" name="Google Shape;15426;p44"/>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7" name="Google Shape;15427;p44"/>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8" name="Google Shape;15428;p44"/>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9" name="Google Shape;15429;p44"/>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0" name="Google Shape;15430;p44"/>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1" name="Google Shape;15431;p44"/>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2" name="Google Shape;15432;p44"/>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3" name="Google Shape;15433;p44"/>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4" name="Google Shape;15434;p44"/>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5" name="Google Shape;15435;p44"/>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6" name="Google Shape;15436;p44"/>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37" name="Google Shape;15437;p44"/>
          <p:cNvGrpSpPr/>
          <p:nvPr/>
        </p:nvGrpSpPr>
        <p:grpSpPr>
          <a:xfrm>
            <a:off x="4901706" y="3637675"/>
            <a:ext cx="274550" cy="354859"/>
            <a:chOff x="4901706" y="3790075"/>
            <a:chExt cx="274550" cy="354859"/>
          </a:xfrm>
        </p:grpSpPr>
        <p:sp>
          <p:nvSpPr>
            <p:cNvPr id="15438" name="Google Shape;15438;p44"/>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9" name="Google Shape;15439;p44"/>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0" name="Google Shape;15440;p44"/>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1" name="Google Shape;15441;p44"/>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2" name="Google Shape;15442;p44"/>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3" name="Google Shape;15443;p44"/>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4" name="Google Shape;15444;p44"/>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5" name="Google Shape;15445;p44"/>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6" name="Google Shape;15446;p44"/>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7" name="Google Shape;15447;p44"/>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8" name="Google Shape;15448;p44"/>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9" name="Google Shape;15449;p44"/>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0" name="Google Shape;15450;p44"/>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1" name="Google Shape;15451;p44"/>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2" name="Google Shape;15452;p44"/>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3" name="Google Shape;15453;p44"/>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4" name="Google Shape;15454;p44"/>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55" name="Google Shape;15455;p44"/>
          <p:cNvGrpSpPr/>
          <p:nvPr/>
        </p:nvGrpSpPr>
        <p:grpSpPr>
          <a:xfrm>
            <a:off x="8052704" y="1350808"/>
            <a:ext cx="275073" cy="354545"/>
            <a:chOff x="8052704" y="1503208"/>
            <a:chExt cx="275073" cy="354545"/>
          </a:xfrm>
        </p:grpSpPr>
        <p:sp>
          <p:nvSpPr>
            <p:cNvPr id="15456" name="Google Shape;15456;p44"/>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7" name="Google Shape;15457;p44"/>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8" name="Google Shape;15458;p44"/>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9" name="Google Shape;15459;p44"/>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0" name="Google Shape;15460;p44"/>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1" name="Google Shape;15461;p44"/>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2" name="Google Shape;15462;p44"/>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3" name="Google Shape;15463;p44"/>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4" name="Google Shape;15464;p44"/>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5" name="Google Shape;15465;p44"/>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6" name="Google Shape;15466;p44"/>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7" name="Google Shape;15467;p44"/>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8" name="Google Shape;15468;p44"/>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9" name="Google Shape;15469;p44"/>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0" name="Google Shape;15470;p44"/>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1" name="Google Shape;15471;p44"/>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2" name="Google Shape;15472;p44"/>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73" name="Google Shape;15473;p44"/>
          <p:cNvGrpSpPr/>
          <p:nvPr/>
        </p:nvGrpSpPr>
        <p:grpSpPr>
          <a:xfrm>
            <a:off x="5794745" y="1350599"/>
            <a:ext cx="274550" cy="354754"/>
            <a:chOff x="5794745" y="1502999"/>
            <a:chExt cx="274550" cy="354754"/>
          </a:xfrm>
        </p:grpSpPr>
        <p:sp>
          <p:nvSpPr>
            <p:cNvPr id="15474" name="Google Shape;15474;p44"/>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5" name="Google Shape;15475;p44"/>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6" name="Google Shape;15476;p44"/>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7" name="Google Shape;15477;p44"/>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8" name="Google Shape;15478;p44"/>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9" name="Google Shape;15479;p44"/>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0" name="Google Shape;15480;p44"/>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1" name="Google Shape;15481;p44"/>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2" name="Google Shape;15482;p44"/>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3" name="Google Shape;15483;p44"/>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4" name="Google Shape;15484;p44"/>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5" name="Google Shape;15485;p44"/>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6" name="Google Shape;15486;p44"/>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7" name="Google Shape;15487;p44"/>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8" name="Google Shape;15488;p44"/>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9" name="Google Shape;15489;p44"/>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0" name="Google Shape;15490;p44"/>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1" name="Google Shape;15491;p44"/>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2" name="Google Shape;15492;p44"/>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3" name="Google Shape;15493;p44"/>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4" name="Google Shape;15494;p44"/>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5" name="Google Shape;15495;p44"/>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6" name="Google Shape;15496;p44"/>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97" name="Google Shape;15497;p44"/>
          <p:cNvGrpSpPr/>
          <p:nvPr/>
        </p:nvGrpSpPr>
        <p:grpSpPr>
          <a:xfrm>
            <a:off x="4896940" y="1350599"/>
            <a:ext cx="263317" cy="354754"/>
            <a:chOff x="4896940" y="1502999"/>
            <a:chExt cx="263317" cy="354754"/>
          </a:xfrm>
        </p:grpSpPr>
        <p:sp>
          <p:nvSpPr>
            <p:cNvPr id="15498" name="Google Shape;15498;p44"/>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9" name="Google Shape;15499;p44"/>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0" name="Google Shape;15500;p44"/>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1" name="Google Shape;15501;p44"/>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2" name="Google Shape;15502;p44"/>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3" name="Google Shape;15503;p44"/>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4" name="Google Shape;15504;p44"/>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5" name="Google Shape;15505;p44"/>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6" name="Google Shape;15506;p44"/>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7" name="Google Shape;15507;p44"/>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8" name="Google Shape;15508;p44"/>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9" name="Google Shape;15509;p44"/>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0" name="Google Shape;15510;p44"/>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1" name="Google Shape;15511;p44"/>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2" name="Google Shape;15512;p44"/>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3" name="Google Shape;15513;p44"/>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4" name="Google Shape;15514;p44"/>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5" name="Google Shape;15515;p44"/>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6" name="Google Shape;15516;p44"/>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7" name="Google Shape;15517;p44"/>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8" name="Google Shape;15518;p44"/>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19" name="Google Shape;15519;p44"/>
          <p:cNvGrpSpPr/>
          <p:nvPr/>
        </p:nvGrpSpPr>
        <p:grpSpPr>
          <a:xfrm>
            <a:off x="6255392" y="4115682"/>
            <a:ext cx="274550" cy="354729"/>
            <a:chOff x="6255392" y="4268082"/>
            <a:chExt cx="274550" cy="354729"/>
          </a:xfrm>
        </p:grpSpPr>
        <p:sp>
          <p:nvSpPr>
            <p:cNvPr id="15520" name="Google Shape;15520;p44"/>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1" name="Google Shape;15521;p44"/>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2" name="Google Shape;15522;p44"/>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3" name="Google Shape;15523;p44"/>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4" name="Google Shape;15524;p44"/>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5" name="Google Shape;15525;p44"/>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6" name="Google Shape;15526;p44"/>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7" name="Google Shape;15527;p44"/>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8" name="Google Shape;15528;p44"/>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9" name="Google Shape;15529;p44"/>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0" name="Google Shape;15530;p44"/>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1" name="Google Shape;15531;p44"/>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2" name="Google Shape;15532;p44"/>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3" name="Google Shape;15533;p44"/>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4" name="Google Shape;15534;p44"/>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5" name="Google Shape;15535;p44"/>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6" name="Google Shape;15536;p44"/>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7" name="Google Shape;15537;p44"/>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8" name="Google Shape;15538;p44"/>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9" name="Google Shape;15539;p44"/>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40" name="Google Shape;15540;p44"/>
          <p:cNvGrpSpPr/>
          <p:nvPr/>
        </p:nvGrpSpPr>
        <p:grpSpPr>
          <a:xfrm>
            <a:off x="7604076" y="3637675"/>
            <a:ext cx="275807" cy="354860"/>
            <a:chOff x="7604076" y="3790075"/>
            <a:chExt cx="275807" cy="354860"/>
          </a:xfrm>
        </p:grpSpPr>
        <p:sp>
          <p:nvSpPr>
            <p:cNvPr id="15541" name="Google Shape;15541;p44"/>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2" name="Google Shape;15542;p44"/>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3" name="Google Shape;15543;p44"/>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4" name="Google Shape;15544;p44"/>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5" name="Google Shape;15545;p44"/>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6" name="Google Shape;15546;p44"/>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7" name="Google Shape;15547;p44"/>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8" name="Google Shape;15548;p44"/>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9" name="Google Shape;15549;p44"/>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0" name="Google Shape;15550;p44"/>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1" name="Google Shape;15551;p44"/>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2" name="Google Shape;15552;p44"/>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3" name="Google Shape;15553;p44"/>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4" name="Google Shape;15554;p44"/>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5" name="Google Shape;15555;p44"/>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6" name="Google Shape;15556;p44"/>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7" name="Google Shape;15557;p44"/>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8" name="Google Shape;15558;p44"/>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9" name="Google Shape;15559;p44"/>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0" name="Google Shape;15560;p44"/>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1" name="Google Shape;15561;p44"/>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2" name="Google Shape;15562;p44"/>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63" name="Google Shape;15563;p44"/>
          <p:cNvGrpSpPr/>
          <p:nvPr/>
        </p:nvGrpSpPr>
        <p:grpSpPr>
          <a:xfrm>
            <a:off x="7154427" y="3637806"/>
            <a:ext cx="274550" cy="354493"/>
            <a:chOff x="7154427" y="3790206"/>
            <a:chExt cx="274550" cy="354493"/>
          </a:xfrm>
        </p:grpSpPr>
        <p:sp>
          <p:nvSpPr>
            <p:cNvPr id="15564" name="Google Shape;15564;p44"/>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5" name="Google Shape;15565;p44"/>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6" name="Google Shape;15566;p44"/>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7" name="Google Shape;15567;p44"/>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8" name="Google Shape;15568;p44"/>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9" name="Google Shape;15569;p44"/>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0" name="Google Shape;15570;p44"/>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1" name="Google Shape;15571;p44"/>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2" name="Google Shape;15572;p44"/>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3" name="Google Shape;15573;p44"/>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4" name="Google Shape;15574;p44"/>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5" name="Google Shape;15575;p44"/>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6" name="Google Shape;15576;p44"/>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7" name="Google Shape;15577;p44"/>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8" name="Google Shape;15578;p44"/>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9" name="Google Shape;15579;p44"/>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0" name="Google Shape;15580;p44"/>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1" name="Google Shape;15581;p44"/>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2" name="Google Shape;15582;p44"/>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3" name="Google Shape;15583;p44"/>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84" name="Google Shape;15584;p44"/>
          <p:cNvGrpSpPr/>
          <p:nvPr/>
        </p:nvGrpSpPr>
        <p:grpSpPr>
          <a:xfrm>
            <a:off x="8054458" y="1820750"/>
            <a:ext cx="274576" cy="354729"/>
            <a:chOff x="8054458" y="1973150"/>
            <a:chExt cx="274576" cy="354729"/>
          </a:xfrm>
        </p:grpSpPr>
        <p:sp>
          <p:nvSpPr>
            <p:cNvPr id="15585" name="Google Shape;15585;p44"/>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6" name="Google Shape;15586;p44"/>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7" name="Google Shape;15587;p44"/>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8" name="Google Shape;15588;p44"/>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9" name="Google Shape;15589;p44"/>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0" name="Google Shape;15590;p44"/>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1" name="Google Shape;15591;p44"/>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2" name="Google Shape;15592;p44"/>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3" name="Google Shape;15593;p44"/>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4" name="Google Shape;15594;p44"/>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5" name="Google Shape;15595;p44"/>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6" name="Google Shape;15596;p44"/>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7" name="Google Shape;15597;p44"/>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8" name="Google Shape;15598;p44"/>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9" name="Google Shape;15599;p44"/>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0" name="Google Shape;15600;p44"/>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1" name="Google Shape;15601;p44"/>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2" name="Google Shape;15602;p44"/>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3" name="Google Shape;15603;p44"/>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4" name="Google Shape;15604;p44"/>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5" name="Google Shape;15605;p44"/>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6" name="Google Shape;15606;p44"/>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07" name="Google Shape;15607;p44"/>
          <p:cNvGrpSpPr/>
          <p:nvPr/>
        </p:nvGrpSpPr>
        <p:grpSpPr>
          <a:xfrm>
            <a:off x="7153930" y="1820750"/>
            <a:ext cx="274812" cy="354729"/>
            <a:chOff x="7153930" y="1973150"/>
            <a:chExt cx="274812" cy="354729"/>
          </a:xfrm>
        </p:grpSpPr>
        <p:sp>
          <p:nvSpPr>
            <p:cNvPr id="15608" name="Google Shape;15608;p44"/>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9" name="Google Shape;15609;p44"/>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0" name="Google Shape;15610;p44"/>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1" name="Google Shape;15611;p44"/>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2" name="Google Shape;15612;p44"/>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3" name="Google Shape;15613;p44"/>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4" name="Google Shape;15614;p44"/>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5" name="Google Shape;15615;p44"/>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6" name="Google Shape;15616;p44"/>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7" name="Google Shape;15617;p44"/>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8" name="Google Shape;15618;p44"/>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9" name="Google Shape;15619;p44"/>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0" name="Google Shape;15620;p44"/>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1" name="Google Shape;15621;p44"/>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2" name="Google Shape;15622;p44"/>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3" name="Google Shape;15623;p44"/>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4" name="Google Shape;15624;p44"/>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5" name="Google Shape;15625;p44"/>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6" name="Google Shape;15626;p44"/>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27" name="Google Shape;15627;p44"/>
          <p:cNvGrpSpPr/>
          <p:nvPr/>
        </p:nvGrpSpPr>
        <p:grpSpPr>
          <a:xfrm>
            <a:off x="6703522" y="1820698"/>
            <a:ext cx="274812" cy="354781"/>
            <a:chOff x="6703522" y="1973098"/>
            <a:chExt cx="274812" cy="354781"/>
          </a:xfrm>
        </p:grpSpPr>
        <p:sp>
          <p:nvSpPr>
            <p:cNvPr id="15628" name="Google Shape;15628;p44"/>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9" name="Google Shape;15629;p44"/>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0" name="Google Shape;15630;p44"/>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1" name="Google Shape;15631;p44"/>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2" name="Google Shape;15632;p44"/>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3" name="Google Shape;15633;p44"/>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4" name="Google Shape;15634;p44"/>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5" name="Google Shape;15635;p44"/>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6" name="Google Shape;15636;p44"/>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7" name="Google Shape;15637;p44"/>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8" name="Google Shape;15638;p44"/>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9" name="Google Shape;15639;p44"/>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0" name="Google Shape;15640;p44"/>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1" name="Google Shape;15641;p44"/>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2" name="Google Shape;15642;p44"/>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3" name="Google Shape;15643;p44"/>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4" name="Google Shape;15644;p44"/>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5" name="Google Shape;15645;p44"/>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6" name="Google Shape;15646;p44"/>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7" name="Google Shape;15647;p44"/>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8" name="Google Shape;15648;p44"/>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9" name="Google Shape;15649;p44"/>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0" name="Google Shape;15650;p44"/>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1" name="Google Shape;15651;p44"/>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2" name="Google Shape;15652;p44"/>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53" name="Google Shape;15653;p44"/>
          <p:cNvGrpSpPr/>
          <p:nvPr/>
        </p:nvGrpSpPr>
        <p:grpSpPr>
          <a:xfrm>
            <a:off x="6253375" y="1820750"/>
            <a:ext cx="274812" cy="354729"/>
            <a:chOff x="6253375" y="1973150"/>
            <a:chExt cx="274812" cy="354729"/>
          </a:xfrm>
        </p:grpSpPr>
        <p:sp>
          <p:nvSpPr>
            <p:cNvPr id="15654" name="Google Shape;15654;p44"/>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5" name="Google Shape;15655;p44"/>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6" name="Google Shape;15656;p44"/>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7" name="Google Shape;15657;p44"/>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8" name="Google Shape;15658;p44"/>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9" name="Google Shape;15659;p44"/>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0" name="Google Shape;15660;p44"/>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1" name="Google Shape;15661;p44"/>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2" name="Google Shape;15662;p44"/>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3" name="Google Shape;15663;p44"/>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4" name="Google Shape;15664;p44"/>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5" name="Google Shape;15665;p44"/>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6" name="Google Shape;15666;p44"/>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7" name="Google Shape;15667;p44"/>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8" name="Google Shape;15668;p44"/>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9" name="Google Shape;15669;p44"/>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0" name="Google Shape;15670;p44"/>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1" name="Google Shape;15671;p44"/>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2" name="Google Shape;15672;p44"/>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3" name="Google Shape;15673;p44"/>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4" name="Google Shape;15674;p44"/>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5" name="Google Shape;15675;p44"/>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6" name="Google Shape;15676;p44"/>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7" name="Google Shape;15677;p44"/>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8" name="Google Shape;15678;p44"/>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9" name="Google Shape;15679;p44"/>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0" name="Google Shape;15680;p44"/>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1" name="Google Shape;15681;p44"/>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2" name="Google Shape;15682;p44"/>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3" name="Google Shape;15683;p44"/>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4" name="Google Shape;15684;p44"/>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5" name="Google Shape;15685;p44"/>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6" name="Google Shape;15686;p44"/>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7" name="Google Shape;15687;p44"/>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8" name="Google Shape;15688;p44"/>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9" name="Google Shape;15689;p44"/>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0" name="Google Shape;15690;p44"/>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1" name="Google Shape;15691;p44"/>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92" name="Google Shape;15692;p44"/>
          <p:cNvGrpSpPr/>
          <p:nvPr/>
        </p:nvGrpSpPr>
        <p:grpSpPr>
          <a:xfrm>
            <a:off x="5802496" y="1820750"/>
            <a:ext cx="275309" cy="354729"/>
            <a:chOff x="5802496" y="1973150"/>
            <a:chExt cx="275309" cy="354729"/>
          </a:xfrm>
        </p:grpSpPr>
        <p:sp>
          <p:nvSpPr>
            <p:cNvPr id="15693" name="Google Shape;15693;p44"/>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4" name="Google Shape;15694;p44"/>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5" name="Google Shape;15695;p44"/>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6" name="Google Shape;15696;p44"/>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7" name="Google Shape;15697;p44"/>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8" name="Google Shape;15698;p44"/>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9" name="Google Shape;15699;p44"/>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0" name="Google Shape;15700;p44"/>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1" name="Google Shape;15701;p44"/>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2" name="Google Shape;15702;p44"/>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3" name="Google Shape;15703;p44"/>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4" name="Google Shape;15704;p44"/>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5" name="Google Shape;15705;p44"/>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6" name="Google Shape;15706;p44"/>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7" name="Google Shape;15707;p44"/>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8" name="Google Shape;15708;p44"/>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9" name="Google Shape;15709;p44"/>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0" name="Google Shape;15710;p44"/>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1" name="Google Shape;15711;p44"/>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2" name="Google Shape;15712;p44"/>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3" name="Google Shape;15713;p44"/>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4" name="Google Shape;15714;p44"/>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5" name="Google Shape;15715;p44"/>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6" name="Google Shape;15716;p44"/>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7" name="Google Shape;15717;p44"/>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8" name="Google Shape;15718;p44"/>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19" name="Google Shape;15719;p44"/>
          <p:cNvGrpSpPr/>
          <p:nvPr/>
        </p:nvGrpSpPr>
        <p:grpSpPr>
          <a:xfrm>
            <a:off x="5353083" y="1820750"/>
            <a:ext cx="274576" cy="354729"/>
            <a:chOff x="5353083" y="1973150"/>
            <a:chExt cx="274576" cy="354729"/>
          </a:xfrm>
        </p:grpSpPr>
        <p:sp>
          <p:nvSpPr>
            <p:cNvPr id="15720" name="Google Shape;15720;p44"/>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1" name="Google Shape;15721;p44"/>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2" name="Google Shape;15722;p44"/>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3" name="Google Shape;15723;p44"/>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4" name="Google Shape;15724;p44"/>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5" name="Google Shape;15725;p44"/>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6" name="Google Shape;15726;p44"/>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7" name="Google Shape;15727;p44"/>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8" name="Google Shape;15728;p44"/>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9" name="Google Shape;15729;p44"/>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0" name="Google Shape;15730;p44"/>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1" name="Google Shape;15731;p44"/>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2" name="Google Shape;15732;p44"/>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3" name="Google Shape;15733;p44"/>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4" name="Google Shape;15734;p44"/>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5" name="Google Shape;15735;p44"/>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6" name="Google Shape;15736;p44"/>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7" name="Google Shape;15737;p44"/>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8" name="Google Shape;15738;p44"/>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9" name="Google Shape;15739;p44"/>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0" name="Google Shape;15740;p44"/>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41" name="Google Shape;15741;p44"/>
          <p:cNvGrpSpPr/>
          <p:nvPr/>
        </p:nvGrpSpPr>
        <p:grpSpPr>
          <a:xfrm>
            <a:off x="4902701" y="1820750"/>
            <a:ext cx="274811" cy="354728"/>
            <a:chOff x="4902701" y="1973150"/>
            <a:chExt cx="274811" cy="354728"/>
          </a:xfrm>
        </p:grpSpPr>
        <p:sp>
          <p:nvSpPr>
            <p:cNvPr id="15742" name="Google Shape;15742;p44"/>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3" name="Google Shape;15743;p44"/>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4" name="Google Shape;15744;p44"/>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5" name="Google Shape;15745;p44"/>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6" name="Google Shape;15746;p44"/>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7" name="Google Shape;15747;p44"/>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8" name="Google Shape;15748;p44"/>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9" name="Google Shape;15749;p44"/>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0" name="Google Shape;15750;p44"/>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1" name="Google Shape;15751;p44"/>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2" name="Google Shape;15752;p44"/>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3" name="Google Shape;15753;p44"/>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4" name="Google Shape;15754;p44"/>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5" name="Google Shape;15755;p44"/>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6" name="Google Shape;15756;p44"/>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7" name="Google Shape;15757;p44"/>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8" name="Google Shape;15758;p44"/>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9" name="Google Shape;15759;p44"/>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0" name="Google Shape;15760;p44"/>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1" name="Google Shape;15761;p44"/>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2" name="Google Shape;15762;p44"/>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3" name="Google Shape;15763;p44"/>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4" name="Google Shape;15764;p44"/>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5" name="Google Shape;15765;p44"/>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6" name="Google Shape;15766;p44"/>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67" name="Google Shape;15767;p44"/>
          <p:cNvGrpSpPr/>
          <p:nvPr/>
        </p:nvGrpSpPr>
        <p:grpSpPr>
          <a:xfrm>
            <a:off x="4902701" y="2727589"/>
            <a:ext cx="272560" cy="354676"/>
            <a:chOff x="4902701" y="2879989"/>
            <a:chExt cx="272560" cy="354676"/>
          </a:xfrm>
        </p:grpSpPr>
        <p:sp>
          <p:nvSpPr>
            <p:cNvPr id="15768" name="Google Shape;15768;p44"/>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9" name="Google Shape;15769;p44"/>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0" name="Google Shape;15770;p44"/>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1" name="Google Shape;15771;p44"/>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2" name="Google Shape;15772;p44"/>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3" name="Google Shape;15773;p44"/>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4" name="Google Shape;15774;p44"/>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5" name="Google Shape;15775;p44"/>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6" name="Google Shape;15776;p44"/>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7" name="Google Shape;15777;p44"/>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8" name="Google Shape;15778;p44"/>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9" name="Google Shape;15779;p44"/>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0" name="Google Shape;15780;p44"/>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1" name="Google Shape;15781;p44"/>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2" name="Google Shape;15782;p44"/>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3" name="Google Shape;15783;p44"/>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4" name="Google Shape;15784;p44"/>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5" name="Google Shape;15785;p44"/>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6" name="Google Shape;15786;p44"/>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7" name="Google Shape;15787;p44"/>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8" name="Google Shape;15788;p44"/>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9" name="Google Shape;15789;p44"/>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0" name="Google Shape;15790;p44"/>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1" name="Google Shape;15791;p44"/>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92" name="Google Shape;15792;p44"/>
          <p:cNvGrpSpPr/>
          <p:nvPr/>
        </p:nvGrpSpPr>
        <p:grpSpPr>
          <a:xfrm>
            <a:off x="5803988" y="4115682"/>
            <a:ext cx="274550" cy="354729"/>
            <a:chOff x="5803988" y="4268082"/>
            <a:chExt cx="274550" cy="354729"/>
          </a:xfrm>
        </p:grpSpPr>
        <p:sp>
          <p:nvSpPr>
            <p:cNvPr id="15793" name="Google Shape;15793;p44"/>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4" name="Google Shape;15794;p44"/>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5" name="Google Shape;15795;p44"/>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6" name="Google Shape;15796;p44"/>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7" name="Google Shape;15797;p44"/>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8" name="Google Shape;15798;p44"/>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9" name="Google Shape;15799;p44"/>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0" name="Google Shape;15800;p44"/>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1" name="Google Shape;15801;p44"/>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2" name="Google Shape;15802;p44"/>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3" name="Google Shape;15803;p44"/>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4" name="Google Shape;15804;p44"/>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5" name="Google Shape;15805;p44"/>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6" name="Google Shape;15806;p44"/>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7" name="Google Shape;15807;p44"/>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8" name="Google Shape;15808;p44"/>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9" name="Google Shape;15809;p44"/>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0" name="Google Shape;15810;p44"/>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1" name="Google Shape;15811;p44"/>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2" name="Google Shape;15812;p44"/>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3" name="Google Shape;15813;p44"/>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4" name="Google Shape;15814;p44"/>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15" name="Google Shape;15815;p44"/>
          <p:cNvGrpSpPr/>
          <p:nvPr/>
        </p:nvGrpSpPr>
        <p:grpSpPr>
          <a:xfrm>
            <a:off x="5352349" y="4115682"/>
            <a:ext cx="274550" cy="354729"/>
            <a:chOff x="5352349" y="4268082"/>
            <a:chExt cx="274550" cy="354729"/>
          </a:xfrm>
        </p:grpSpPr>
        <p:sp>
          <p:nvSpPr>
            <p:cNvPr id="15816" name="Google Shape;15816;p44"/>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7" name="Google Shape;15817;p44"/>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8" name="Google Shape;15818;p44"/>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9" name="Google Shape;15819;p44"/>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0" name="Google Shape;15820;p44"/>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1" name="Google Shape;15821;p44"/>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2" name="Google Shape;15822;p44"/>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3" name="Google Shape;15823;p44"/>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4" name="Google Shape;15824;p44"/>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5" name="Google Shape;15825;p44"/>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6" name="Google Shape;15826;p44"/>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7" name="Google Shape;15827;p44"/>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8" name="Google Shape;15828;p44"/>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9" name="Google Shape;15829;p44"/>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0" name="Google Shape;15830;p44"/>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1" name="Google Shape;15831;p44"/>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2" name="Google Shape;15832;p44"/>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3" name="Google Shape;15833;p44"/>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4" name="Google Shape;15834;p44"/>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5" name="Google Shape;15835;p44"/>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6" name="Google Shape;15836;p44"/>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7" name="Google Shape;15837;p44"/>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38" name="Google Shape;15838;p44"/>
          <p:cNvGrpSpPr/>
          <p:nvPr/>
        </p:nvGrpSpPr>
        <p:grpSpPr>
          <a:xfrm>
            <a:off x="7606826" y="2266890"/>
            <a:ext cx="274550" cy="354729"/>
            <a:chOff x="7606826" y="2419290"/>
            <a:chExt cx="274550" cy="354729"/>
          </a:xfrm>
        </p:grpSpPr>
        <p:sp>
          <p:nvSpPr>
            <p:cNvPr id="15839" name="Google Shape;15839;p4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0" name="Google Shape;15840;p4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1" name="Google Shape;15841;p4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2" name="Google Shape;15842;p4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3" name="Google Shape;15843;p4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4" name="Google Shape;15844;p4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5" name="Google Shape;15845;p4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6" name="Google Shape;15846;p4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7" name="Google Shape;15847;p4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8" name="Google Shape;15848;p4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9" name="Google Shape;15849;p4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0" name="Google Shape;15850;p4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1" name="Google Shape;15851;p4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2" name="Google Shape;15852;p4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3" name="Google Shape;15853;p4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54" name="Google Shape;15854;p44"/>
          <p:cNvGrpSpPr/>
          <p:nvPr/>
        </p:nvGrpSpPr>
        <p:grpSpPr>
          <a:xfrm>
            <a:off x="7156182" y="2266890"/>
            <a:ext cx="274550" cy="354728"/>
            <a:chOff x="7156182" y="2419290"/>
            <a:chExt cx="274550" cy="354728"/>
          </a:xfrm>
        </p:grpSpPr>
        <p:sp>
          <p:nvSpPr>
            <p:cNvPr id="15855" name="Google Shape;15855;p44"/>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6" name="Google Shape;15856;p44"/>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7" name="Google Shape;15857;p44"/>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8" name="Google Shape;15858;p44"/>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9" name="Google Shape;15859;p44"/>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0" name="Google Shape;15860;p44"/>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1" name="Google Shape;15861;p44"/>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2" name="Google Shape;15862;p44"/>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3" name="Google Shape;15863;p44"/>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4" name="Google Shape;15864;p44"/>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5" name="Google Shape;15865;p44"/>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6" name="Google Shape;15866;p44"/>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7" name="Google Shape;15867;p44"/>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8" name="Google Shape;15868;p44"/>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9" name="Google Shape;15869;p44"/>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70" name="Google Shape;15870;p44"/>
          <p:cNvGrpSpPr/>
          <p:nvPr/>
        </p:nvGrpSpPr>
        <p:grpSpPr>
          <a:xfrm>
            <a:off x="6705276" y="2266890"/>
            <a:ext cx="274812" cy="354729"/>
            <a:chOff x="6705276" y="2419290"/>
            <a:chExt cx="274812" cy="354729"/>
          </a:xfrm>
        </p:grpSpPr>
        <p:sp>
          <p:nvSpPr>
            <p:cNvPr id="15871" name="Google Shape;15871;p44"/>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2" name="Google Shape;15872;p44"/>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3" name="Google Shape;15873;p44"/>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4" name="Google Shape;15874;p44"/>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5" name="Google Shape;15875;p44"/>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6" name="Google Shape;15876;p44"/>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7" name="Google Shape;15877;p44"/>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8" name="Google Shape;15878;p44"/>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9" name="Google Shape;15879;p44"/>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0" name="Google Shape;15880;p44"/>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1" name="Google Shape;15881;p44"/>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2" name="Google Shape;15882;p44"/>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3" name="Google Shape;15883;p44"/>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4" name="Google Shape;15884;p44"/>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5" name="Google Shape;15885;p44"/>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6" name="Google Shape;15886;p44"/>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7" name="Google Shape;15887;p44"/>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8" name="Google Shape;15888;p44"/>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9" name="Google Shape;15889;p44"/>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0" name="Google Shape;15890;p44"/>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1" name="Google Shape;15891;p44"/>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2" name="Google Shape;15892;p44"/>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3" name="Google Shape;15893;p44"/>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4" name="Google Shape;15894;p44"/>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5" name="Google Shape;15895;p44"/>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6" name="Google Shape;15896;p44"/>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7" name="Google Shape;15897;p44"/>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8" name="Google Shape;15898;p44"/>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99" name="Google Shape;15899;p44"/>
          <p:cNvGrpSpPr/>
          <p:nvPr/>
        </p:nvGrpSpPr>
        <p:grpSpPr>
          <a:xfrm>
            <a:off x="4902936" y="2266890"/>
            <a:ext cx="274576" cy="354729"/>
            <a:chOff x="4902936" y="2419290"/>
            <a:chExt cx="274576" cy="354729"/>
          </a:xfrm>
        </p:grpSpPr>
        <p:sp>
          <p:nvSpPr>
            <p:cNvPr id="15900" name="Google Shape;15900;p44"/>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1" name="Google Shape;15901;p44"/>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2" name="Google Shape;15902;p44"/>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3" name="Google Shape;15903;p44"/>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4" name="Google Shape;15904;p44"/>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5" name="Google Shape;15905;p44"/>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6" name="Google Shape;15906;p44"/>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7" name="Google Shape;15907;p44"/>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8" name="Google Shape;15908;p44"/>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9" name="Google Shape;15909;p44"/>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0" name="Google Shape;15910;p44"/>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1" name="Google Shape;15911;p44"/>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2" name="Google Shape;15912;p44"/>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3" name="Google Shape;15913;p44"/>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4" name="Google Shape;15914;p44"/>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5" name="Google Shape;15915;p44"/>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6" name="Google Shape;15916;p44"/>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7" name="Google Shape;15917;p44"/>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8" name="Google Shape;15918;p44"/>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9" name="Google Shape;15919;p44"/>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20" name="Google Shape;15920;p44"/>
          <p:cNvGrpSpPr/>
          <p:nvPr/>
        </p:nvGrpSpPr>
        <p:grpSpPr>
          <a:xfrm>
            <a:off x="7608056" y="3193394"/>
            <a:ext cx="270334" cy="354755"/>
            <a:chOff x="7608056" y="3345794"/>
            <a:chExt cx="270334" cy="354755"/>
          </a:xfrm>
        </p:grpSpPr>
        <p:sp>
          <p:nvSpPr>
            <p:cNvPr id="15921" name="Google Shape;15921;p44"/>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2" name="Google Shape;15922;p44"/>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3" name="Google Shape;15923;p44"/>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4" name="Google Shape;15924;p44"/>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5" name="Google Shape;15925;p44"/>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6" name="Google Shape;15926;p44"/>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7" name="Google Shape;15927;p44"/>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8" name="Google Shape;15928;p44"/>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9" name="Google Shape;15929;p44"/>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0" name="Google Shape;15930;p44"/>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1" name="Google Shape;15931;p44"/>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2" name="Google Shape;15932;p44"/>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3" name="Google Shape;15933;p44"/>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4" name="Google Shape;15934;p44"/>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5" name="Google Shape;15935;p44"/>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6" name="Google Shape;15936;p44"/>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7" name="Google Shape;15937;p44"/>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8" name="Google Shape;15938;p44"/>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9" name="Google Shape;15939;p44"/>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40" name="Google Shape;15940;p44"/>
          <p:cNvGrpSpPr/>
          <p:nvPr/>
        </p:nvGrpSpPr>
        <p:grpSpPr>
          <a:xfrm>
            <a:off x="6712765" y="4115682"/>
            <a:ext cx="263317" cy="354729"/>
            <a:chOff x="6712765" y="4268082"/>
            <a:chExt cx="263317" cy="354729"/>
          </a:xfrm>
        </p:grpSpPr>
        <p:sp>
          <p:nvSpPr>
            <p:cNvPr id="15941" name="Google Shape;15941;p44"/>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2" name="Google Shape;15942;p44"/>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3" name="Google Shape;15943;p44"/>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4" name="Google Shape;15944;p44"/>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5" name="Google Shape;15945;p44"/>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6" name="Google Shape;15946;p44"/>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7" name="Google Shape;15947;p44"/>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8" name="Google Shape;15948;p44"/>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9" name="Google Shape;15949;p44"/>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0" name="Google Shape;15950;p44"/>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1" name="Google Shape;15951;p44"/>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2" name="Google Shape;15952;p44"/>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3" name="Google Shape;15953;p44"/>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4" name="Google Shape;15954;p44"/>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5" name="Google Shape;15955;p44"/>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6" name="Google Shape;15956;p44"/>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57" name="Google Shape;15957;p44"/>
          <p:cNvGrpSpPr/>
          <p:nvPr/>
        </p:nvGrpSpPr>
        <p:grpSpPr>
          <a:xfrm>
            <a:off x="5359341" y="2266759"/>
            <a:ext cx="262819" cy="354860"/>
            <a:chOff x="5359341" y="2419159"/>
            <a:chExt cx="262819" cy="354860"/>
          </a:xfrm>
        </p:grpSpPr>
        <p:sp>
          <p:nvSpPr>
            <p:cNvPr id="15958" name="Google Shape;15958;p44"/>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9" name="Google Shape;15959;p44"/>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0" name="Google Shape;15960;p44"/>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1" name="Google Shape;15961;p44"/>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2" name="Google Shape;15962;p44"/>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3" name="Google Shape;15963;p44"/>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4" name="Google Shape;15964;p44"/>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5" name="Google Shape;15965;p44"/>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6" name="Google Shape;15966;p44"/>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7" name="Google Shape;15967;p44"/>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8" name="Google Shape;15968;p44"/>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9" name="Google Shape;15969;p44"/>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0" name="Google Shape;15970;p44"/>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1" name="Google Shape;15971;p44"/>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2" name="Google Shape;15972;p44"/>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3" name="Google Shape;15973;p44"/>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4" name="Google Shape;15974;p44"/>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5" name="Google Shape;15975;p44"/>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6" name="Google Shape;15976;p44"/>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7" name="Google Shape;15977;p44"/>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8" name="Google Shape;15978;p44"/>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79" name="Google Shape;15979;p44"/>
          <p:cNvGrpSpPr/>
          <p:nvPr/>
        </p:nvGrpSpPr>
        <p:grpSpPr>
          <a:xfrm>
            <a:off x="6709282" y="3637806"/>
            <a:ext cx="263317" cy="354493"/>
            <a:chOff x="6709282" y="3790206"/>
            <a:chExt cx="263317" cy="354493"/>
          </a:xfrm>
        </p:grpSpPr>
        <p:sp>
          <p:nvSpPr>
            <p:cNvPr id="15980" name="Google Shape;15980;p44"/>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1" name="Google Shape;15981;p44"/>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2" name="Google Shape;15982;p44"/>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3" name="Google Shape;15983;p44"/>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4" name="Google Shape;15984;p44"/>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5" name="Google Shape;15985;p44"/>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6" name="Google Shape;15986;p44"/>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7" name="Google Shape;15987;p44"/>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8" name="Google Shape;15988;p44"/>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9" name="Google Shape;15989;p44"/>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0" name="Google Shape;15990;p44"/>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1" name="Google Shape;15991;p44"/>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2" name="Google Shape;15992;p44"/>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3" name="Google Shape;15993;p44"/>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4" name="Google Shape;15994;p44"/>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5" name="Google Shape;15995;p44"/>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96" name="Google Shape;15996;p44"/>
          <p:cNvGrpSpPr/>
          <p:nvPr/>
        </p:nvGrpSpPr>
        <p:grpSpPr>
          <a:xfrm>
            <a:off x="6260629" y="2266890"/>
            <a:ext cx="263055" cy="354493"/>
            <a:chOff x="6260629" y="2419290"/>
            <a:chExt cx="263055" cy="354493"/>
          </a:xfrm>
        </p:grpSpPr>
        <p:sp>
          <p:nvSpPr>
            <p:cNvPr id="15997" name="Google Shape;15997;p44"/>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8" name="Google Shape;15998;p44"/>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9" name="Google Shape;15999;p44"/>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0" name="Google Shape;16000;p44"/>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1" name="Google Shape;16001;p44"/>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2" name="Google Shape;16002;p44"/>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3" name="Google Shape;16003;p44"/>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4" name="Google Shape;16004;p44"/>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5" name="Google Shape;16005;p44"/>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6" name="Google Shape;16006;p44"/>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7" name="Google Shape;16007;p44"/>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8" name="Google Shape;16008;p44"/>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9" name="Google Shape;16009;p44"/>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0" name="Google Shape;16010;p44"/>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1" name="Google Shape;16011;p44"/>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12" name="Google Shape;16012;p44"/>
          <p:cNvGrpSpPr/>
          <p:nvPr/>
        </p:nvGrpSpPr>
        <p:grpSpPr>
          <a:xfrm>
            <a:off x="6260864" y="2727511"/>
            <a:ext cx="263343" cy="354754"/>
            <a:chOff x="6260864" y="2879911"/>
            <a:chExt cx="263343" cy="354754"/>
          </a:xfrm>
        </p:grpSpPr>
        <p:sp>
          <p:nvSpPr>
            <p:cNvPr id="16013" name="Google Shape;16013;p44"/>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4" name="Google Shape;16014;p44"/>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5" name="Google Shape;16015;p44"/>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6" name="Google Shape;16016;p44"/>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7" name="Google Shape;16017;p44"/>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8" name="Google Shape;16018;p44"/>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9" name="Google Shape;16019;p44"/>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0" name="Google Shape;16020;p44"/>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1" name="Google Shape;16021;p44"/>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2" name="Google Shape;16022;p44"/>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3" name="Google Shape;16023;p44"/>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4" name="Google Shape;16024;p44"/>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5" name="Google Shape;16025;p44"/>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6" name="Google Shape;16026;p44"/>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7" name="Google Shape;16027;p44"/>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8" name="Google Shape;16028;p44"/>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9" name="Google Shape;16029;p44"/>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0" name="Google Shape;16030;p44"/>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31" name="Google Shape;16031;p44"/>
          <p:cNvGrpSpPr/>
          <p:nvPr/>
        </p:nvGrpSpPr>
        <p:grpSpPr>
          <a:xfrm>
            <a:off x="8062968" y="2266890"/>
            <a:ext cx="263316" cy="354729"/>
            <a:chOff x="8062968" y="2419290"/>
            <a:chExt cx="263316" cy="354729"/>
          </a:xfrm>
        </p:grpSpPr>
        <p:sp>
          <p:nvSpPr>
            <p:cNvPr id="16032" name="Google Shape;16032;p4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3" name="Google Shape;16033;p4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4" name="Google Shape;16034;p4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5" name="Google Shape;16035;p4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6" name="Google Shape;16036;p4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7" name="Google Shape;16037;p4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8" name="Google Shape;16038;p4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9" name="Google Shape;16039;p4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0" name="Google Shape;16040;p4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1" name="Google Shape;16041;p4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2" name="Google Shape;16042;p4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3" name="Google Shape;16043;p4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4" name="Google Shape;16044;p4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5" name="Google Shape;16045;p4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6" name="Google Shape;16046;p4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7" name="Google Shape;16047;p4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8" name="Google Shape;16048;p4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49" name="Google Shape;16049;p44"/>
          <p:cNvGrpSpPr/>
          <p:nvPr/>
        </p:nvGrpSpPr>
        <p:grpSpPr>
          <a:xfrm>
            <a:off x="5809723" y="2266890"/>
            <a:ext cx="263317" cy="354729"/>
            <a:chOff x="5809723" y="2419290"/>
            <a:chExt cx="263317" cy="354729"/>
          </a:xfrm>
        </p:grpSpPr>
        <p:sp>
          <p:nvSpPr>
            <p:cNvPr id="16050" name="Google Shape;16050;p44"/>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1" name="Google Shape;16051;p44"/>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2" name="Google Shape;16052;p44"/>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3" name="Google Shape;16053;p44"/>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4" name="Google Shape;16054;p44"/>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5" name="Google Shape;16055;p44"/>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6" name="Google Shape;16056;p44"/>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7" name="Google Shape;16057;p44"/>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8" name="Google Shape;16058;p44"/>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9" name="Google Shape;16059;p44"/>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0" name="Google Shape;16060;p44"/>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1" name="Google Shape;16061;p44"/>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2" name="Google Shape;16062;p44"/>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3" name="Google Shape;16063;p44"/>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4" name="Google Shape;16064;p44"/>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5" name="Google Shape;16065;p44"/>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6" name="Google Shape;16066;p44"/>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67" name="Google Shape;16067;p44"/>
          <p:cNvGrpSpPr/>
          <p:nvPr/>
        </p:nvGrpSpPr>
        <p:grpSpPr>
          <a:xfrm>
            <a:off x="7606826" y="1350599"/>
            <a:ext cx="263552" cy="354754"/>
            <a:chOff x="7606826" y="1502999"/>
            <a:chExt cx="263552" cy="354754"/>
          </a:xfrm>
        </p:grpSpPr>
        <p:sp>
          <p:nvSpPr>
            <p:cNvPr id="16068" name="Google Shape;16068;p44"/>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9" name="Google Shape;16069;p44"/>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0" name="Google Shape;16070;p44"/>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1" name="Google Shape;16071;p44"/>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2" name="Google Shape;16072;p44"/>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3" name="Google Shape;16073;p44"/>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4" name="Google Shape;16074;p44"/>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5" name="Google Shape;16075;p44"/>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6" name="Google Shape;16076;p44"/>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7" name="Google Shape;16077;p44"/>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8" name="Google Shape;16078;p44"/>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9" name="Google Shape;16079;p44"/>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0" name="Google Shape;16080;p44"/>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1" name="Google Shape;16081;p44"/>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2" name="Google Shape;16082;p44"/>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3" name="Google Shape;16083;p44"/>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4" name="Google Shape;16084;p44"/>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5" name="Google Shape;16085;p44"/>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86" name="Google Shape;16086;p44"/>
          <p:cNvGrpSpPr/>
          <p:nvPr/>
        </p:nvGrpSpPr>
        <p:grpSpPr>
          <a:xfrm>
            <a:off x="8060455" y="3637675"/>
            <a:ext cx="264076" cy="354624"/>
            <a:chOff x="8060455" y="3790075"/>
            <a:chExt cx="264076" cy="354624"/>
          </a:xfrm>
        </p:grpSpPr>
        <p:sp>
          <p:nvSpPr>
            <p:cNvPr id="16087" name="Google Shape;16087;p44"/>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8" name="Google Shape;16088;p44"/>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9" name="Google Shape;16089;p44"/>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0" name="Google Shape;16090;p44"/>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1" name="Google Shape;16091;p44"/>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2" name="Google Shape;16092;p44"/>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3" name="Google Shape;16093;p44"/>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4" name="Google Shape;16094;p44"/>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5" name="Google Shape;16095;p44"/>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6" name="Google Shape;16096;p44"/>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7" name="Google Shape;16097;p44"/>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8" name="Google Shape;16098;p44"/>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9" name="Google Shape;16099;p44"/>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0" name="Google Shape;16100;p44"/>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1" name="Google Shape;16101;p44"/>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2" name="Google Shape;16102;p44"/>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3" name="Google Shape;16103;p44"/>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4" name="Google Shape;16104;p44"/>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5" name="Google Shape;16105;p44"/>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6" name="Google Shape;16106;p44"/>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7" name="Google Shape;16107;p44"/>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8" name="Google Shape;16108;p44"/>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9" name="Google Shape;16109;p44"/>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10" name="Google Shape;16110;p44"/>
          <p:cNvGrpSpPr/>
          <p:nvPr/>
        </p:nvGrpSpPr>
        <p:grpSpPr>
          <a:xfrm>
            <a:off x="7614550" y="2727511"/>
            <a:ext cx="263316" cy="354754"/>
            <a:chOff x="7614550" y="2879911"/>
            <a:chExt cx="263316" cy="354754"/>
          </a:xfrm>
        </p:grpSpPr>
        <p:sp>
          <p:nvSpPr>
            <p:cNvPr id="16111" name="Google Shape;16111;p44"/>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2" name="Google Shape;16112;p44"/>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3" name="Google Shape;16113;p44"/>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4" name="Google Shape;16114;p44"/>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5" name="Google Shape;16115;p44"/>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6" name="Google Shape;16116;p44"/>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7" name="Google Shape;16117;p44"/>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8" name="Google Shape;16118;p44"/>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9" name="Google Shape;16119;p44"/>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0" name="Google Shape;16120;p44"/>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1" name="Google Shape;16121;p44"/>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2" name="Google Shape;16122;p44"/>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3" name="Google Shape;16123;p44"/>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4" name="Google Shape;16124;p44"/>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5" name="Google Shape;16125;p44"/>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6" name="Google Shape;16126;p44"/>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7" name="Google Shape;16127;p44"/>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8" name="Google Shape;16128;p44"/>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9" name="Google Shape;16129;p44"/>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30" name="Google Shape;16130;p44"/>
          <p:cNvGrpSpPr/>
          <p:nvPr/>
        </p:nvGrpSpPr>
        <p:grpSpPr>
          <a:xfrm>
            <a:off x="4900684" y="4115787"/>
            <a:ext cx="274576" cy="354624"/>
            <a:chOff x="4900684" y="4268187"/>
            <a:chExt cx="274576" cy="354624"/>
          </a:xfrm>
        </p:grpSpPr>
        <p:sp>
          <p:nvSpPr>
            <p:cNvPr id="16131" name="Google Shape;16131;p44"/>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2" name="Google Shape;16132;p44"/>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3" name="Google Shape;16133;p44"/>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4" name="Google Shape;16134;p44"/>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5" name="Google Shape;16135;p44"/>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6" name="Google Shape;16136;p44"/>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7" name="Google Shape;16137;p44"/>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8" name="Google Shape;16138;p44"/>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9" name="Google Shape;16139;p44"/>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0" name="Google Shape;16140;p44"/>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1" name="Google Shape;16141;p44"/>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2" name="Google Shape;16142;p44"/>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3" name="Google Shape;16143;p44"/>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4" name="Google Shape;16144;p44"/>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5" name="Google Shape;16145;p44"/>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46" name="Google Shape;16146;p44"/>
          <p:cNvGrpSpPr/>
          <p:nvPr/>
        </p:nvGrpSpPr>
        <p:grpSpPr>
          <a:xfrm>
            <a:off x="7161654" y="3193394"/>
            <a:ext cx="263343" cy="354755"/>
            <a:chOff x="7161654" y="3345794"/>
            <a:chExt cx="263343" cy="354755"/>
          </a:xfrm>
        </p:grpSpPr>
        <p:sp>
          <p:nvSpPr>
            <p:cNvPr id="16147" name="Google Shape;16147;p44"/>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8" name="Google Shape;16148;p44"/>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9" name="Google Shape;16149;p44"/>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0" name="Google Shape;16150;p44"/>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1" name="Google Shape;16151;p44"/>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2" name="Google Shape;16152;p44"/>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3" name="Google Shape;16153;p44"/>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4" name="Google Shape;16154;p44"/>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5" name="Google Shape;16155;p44"/>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6" name="Google Shape;16156;p44"/>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7" name="Google Shape;16157;p44"/>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8" name="Google Shape;16158;p44"/>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9" name="Google Shape;16159;p44"/>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0" name="Google Shape;16160;p44"/>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1" name="Google Shape;16161;p44"/>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2" name="Google Shape;16162;p44"/>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3" name="Google Shape;16163;p44"/>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4" name="Google Shape;16164;p44"/>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5" name="Google Shape;16165;p44"/>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66" name="Google Shape;16166;p44"/>
          <p:cNvGrpSpPr/>
          <p:nvPr/>
        </p:nvGrpSpPr>
        <p:grpSpPr>
          <a:xfrm>
            <a:off x="6711770" y="3193394"/>
            <a:ext cx="263081" cy="354755"/>
            <a:chOff x="6711770" y="3345794"/>
            <a:chExt cx="263081" cy="354755"/>
          </a:xfrm>
        </p:grpSpPr>
        <p:sp>
          <p:nvSpPr>
            <p:cNvPr id="16167" name="Google Shape;16167;p44"/>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8" name="Google Shape;16168;p44"/>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9" name="Google Shape;16169;p44"/>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0" name="Google Shape;16170;p44"/>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1" name="Google Shape;16171;p44"/>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2" name="Google Shape;16172;p44"/>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3" name="Google Shape;16173;p44"/>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4" name="Google Shape;16174;p44"/>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5" name="Google Shape;16175;p44"/>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6" name="Google Shape;16176;p44"/>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7" name="Google Shape;16177;p44"/>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8" name="Google Shape;16178;p44"/>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9" name="Google Shape;16179;p44"/>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0" name="Google Shape;16180;p44"/>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1" name="Google Shape;16181;p44"/>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2" name="Google Shape;16182;p44"/>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3" name="Google Shape;16183;p44"/>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84" name="Google Shape;16184;p44"/>
          <p:cNvGrpSpPr/>
          <p:nvPr/>
        </p:nvGrpSpPr>
        <p:grpSpPr>
          <a:xfrm>
            <a:off x="7163409" y="2727851"/>
            <a:ext cx="263316" cy="354414"/>
            <a:chOff x="7163409" y="2880251"/>
            <a:chExt cx="263316" cy="354414"/>
          </a:xfrm>
        </p:grpSpPr>
        <p:sp>
          <p:nvSpPr>
            <p:cNvPr id="16185" name="Google Shape;16185;p44"/>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6" name="Google Shape;16186;p44"/>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7" name="Google Shape;16187;p44"/>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8" name="Google Shape;16188;p44"/>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9" name="Google Shape;16189;p44"/>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0" name="Google Shape;16190;p44"/>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1" name="Google Shape;16191;p44"/>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2" name="Google Shape;16192;p44"/>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3" name="Google Shape;16193;p44"/>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4" name="Google Shape;16194;p44"/>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5" name="Google Shape;16195;p44"/>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6" name="Google Shape;16196;p44"/>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97" name="Google Shape;16197;p44"/>
          <p:cNvGrpSpPr/>
          <p:nvPr/>
        </p:nvGrpSpPr>
        <p:grpSpPr>
          <a:xfrm>
            <a:off x="6712032" y="2727772"/>
            <a:ext cx="263316" cy="354493"/>
            <a:chOff x="6712032" y="2880172"/>
            <a:chExt cx="263316" cy="354493"/>
          </a:xfrm>
        </p:grpSpPr>
        <p:sp>
          <p:nvSpPr>
            <p:cNvPr id="16198" name="Google Shape;16198;p44"/>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9" name="Google Shape;16199;p44"/>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0" name="Google Shape;16200;p44"/>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1" name="Google Shape;16201;p44"/>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2" name="Google Shape;16202;p44"/>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3" name="Google Shape;16203;p44"/>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4" name="Google Shape;16204;p44"/>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5" name="Google Shape;16205;p44"/>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6" name="Google Shape;16206;p44"/>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7" name="Google Shape;16207;p44"/>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8" name="Google Shape;16208;p44"/>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9" name="Google Shape;16209;p44"/>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0" name="Google Shape;16210;p44"/>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1" name="Google Shape;16211;p44"/>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2" name="Google Shape;16212;p44"/>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3" name="Google Shape;16213;p44"/>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4" name="Google Shape;16214;p44"/>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5" name="Google Shape;16215;p44"/>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6" name="Google Shape;16216;p44"/>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7" name="Google Shape;16217;p44"/>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8" name="Google Shape;16218;p44"/>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19" name="Google Shape;16219;p44"/>
          <p:cNvGrpSpPr/>
          <p:nvPr/>
        </p:nvGrpSpPr>
        <p:grpSpPr>
          <a:xfrm>
            <a:off x="6261624" y="3193394"/>
            <a:ext cx="263316" cy="354754"/>
            <a:chOff x="6261624" y="3345794"/>
            <a:chExt cx="263316" cy="354754"/>
          </a:xfrm>
        </p:grpSpPr>
        <p:sp>
          <p:nvSpPr>
            <p:cNvPr id="16220" name="Google Shape;16220;p44"/>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1" name="Google Shape;16221;p44"/>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2" name="Google Shape;16222;p44"/>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3" name="Google Shape;16223;p44"/>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4" name="Google Shape;16224;p44"/>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5" name="Google Shape;16225;p44"/>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6" name="Google Shape;16226;p44"/>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7" name="Google Shape;16227;p44"/>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8" name="Google Shape;16228;p44"/>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9" name="Google Shape;16229;p44"/>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0" name="Google Shape;16230;p44"/>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1" name="Google Shape;16231;p44"/>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2" name="Google Shape;16232;p44"/>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3" name="Google Shape;16233;p44"/>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4" name="Google Shape;16234;p44"/>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5" name="Google Shape;16235;p44"/>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6" name="Google Shape;16236;p44"/>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7" name="Google Shape;16237;p44"/>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8" name="Google Shape;16238;p44"/>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9" name="Google Shape;16239;p44"/>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0" name="Google Shape;16240;p44"/>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1" name="Google Shape;16241;p44"/>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2" name="Google Shape;16242;p44"/>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3" name="Google Shape;16243;p44"/>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4" name="Google Shape;16244;p44"/>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5" name="Google Shape;16245;p44"/>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6" name="Google Shape;16246;p44"/>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7" name="Google Shape;16247;p44"/>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48" name="Google Shape;16248;p44"/>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49" name="Google Shape;16249;p44"/>
          <p:cNvGrpSpPr/>
          <p:nvPr/>
        </p:nvGrpSpPr>
        <p:grpSpPr>
          <a:xfrm>
            <a:off x="5811739" y="3193394"/>
            <a:ext cx="263317" cy="354755"/>
            <a:chOff x="5811739" y="3345794"/>
            <a:chExt cx="263317" cy="354755"/>
          </a:xfrm>
        </p:grpSpPr>
        <p:sp>
          <p:nvSpPr>
            <p:cNvPr id="16250" name="Google Shape;16250;p44"/>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1" name="Google Shape;16251;p44"/>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2" name="Google Shape;16252;p44"/>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3" name="Google Shape;16253;p44"/>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4" name="Google Shape;16254;p44"/>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5" name="Google Shape;16255;p44"/>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6" name="Google Shape;16256;p44"/>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7" name="Google Shape;16257;p44"/>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8" name="Google Shape;16258;p44"/>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9" name="Google Shape;16259;p44"/>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0" name="Google Shape;16260;p44"/>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1" name="Google Shape;16261;p44"/>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2" name="Google Shape;16262;p44"/>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3" name="Google Shape;16263;p44"/>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4" name="Google Shape;16264;p44"/>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5" name="Google Shape;16265;p44"/>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6" name="Google Shape;16266;p44"/>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7" name="Google Shape;16267;p44"/>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8" name="Google Shape;16268;p44"/>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9" name="Google Shape;16269;p44"/>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0" name="Google Shape;16270;p44"/>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71" name="Google Shape;16271;p44"/>
          <p:cNvGrpSpPr/>
          <p:nvPr/>
        </p:nvGrpSpPr>
        <p:grpSpPr>
          <a:xfrm>
            <a:off x="5363818" y="3193394"/>
            <a:ext cx="259075" cy="354493"/>
            <a:chOff x="5363818" y="3345794"/>
            <a:chExt cx="259075" cy="354493"/>
          </a:xfrm>
        </p:grpSpPr>
        <p:sp>
          <p:nvSpPr>
            <p:cNvPr id="16272" name="Google Shape;16272;p44"/>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3" name="Google Shape;16273;p44"/>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4" name="Google Shape;16274;p44"/>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5" name="Google Shape;16275;p44"/>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6" name="Google Shape;16276;p44"/>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7" name="Google Shape;16277;p44"/>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8" name="Google Shape;16278;p44"/>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9" name="Google Shape;16279;p44"/>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0" name="Google Shape;16280;p44"/>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1" name="Google Shape;16281;p44"/>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2" name="Google Shape;16282;p44"/>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3" name="Google Shape;16283;p44"/>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4" name="Google Shape;16284;p44"/>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5" name="Google Shape;16285;p44"/>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6" name="Google Shape;16286;p44"/>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7" name="Google Shape;16287;p44"/>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8" name="Google Shape;16288;p44"/>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9" name="Google Shape;16289;p44"/>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0" name="Google Shape;16290;p44"/>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1" name="Google Shape;16291;p44"/>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2" name="Google Shape;16292;p44"/>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3" name="Google Shape;16293;p44"/>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4" name="Google Shape;16294;p44"/>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5" name="Google Shape;16295;p44"/>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6" name="Google Shape;16296;p44"/>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97" name="Google Shape;16297;p44"/>
          <p:cNvGrpSpPr/>
          <p:nvPr/>
        </p:nvGrpSpPr>
        <p:grpSpPr>
          <a:xfrm>
            <a:off x="4912939" y="3193263"/>
            <a:ext cx="261326" cy="354885"/>
            <a:chOff x="4912939" y="3345663"/>
            <a:chExt cx="261326" cy="354885"/>
          </a:xfrm>
        </p:grpSpPr>
        <p:sp>
          <p:nvSpPr>
            <p:cNvPr id="16298" name="Google Shape;16298;p44"/>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9" name="Google Shape;16299;p44"/>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0" name="Google Shape;16300;p44"/>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1" name="Google Shape;16301;p44"/>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2" name="Google Shape;16302;p44"/>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3" name="Google Shape;16303;p44"/>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4" name="Google Shape;16304;p44"/>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5" name="Google Shape;16305;p44"/>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6" name="Google Shape;16306;p44"/>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7" name="Google Shape;16307;p44"/>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8" name="Google Shape;16308;p44"/>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9" name="Google Shape;16309;p44"/>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0" name="Google Shape;16310;p44"/>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1" name="Google Shape;16311;p44"/>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2" name="Google Shape;16312;p44"/>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3" name="Google Shape;16313;p44"/>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4" name="Google Shape;16314;p44"/>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5" name="Google Shape;16315;p44"/>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6" name="Google Shape;16316;p44"/>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7" name="Google Shape;16317;p44"/>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8" name="Google Shape;16318;p44"/>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19" name="Google Shape;16319;p44"/>
          <p:cNvGrpSpPr/>
          <p:nvPr/>
        </p:nvGrpSpPr>
        <p:grpSpPr>
          <a:xfrm>
            <a:off x="5809723" y="2727511"/>
            <a:ext cx="263081" cy="355015"/>
            <a:chOff x="5809723" y="2879911"/>
            <a:chExt cx="263081" cy="355015"/>
          </a:xfrm>
        </p:grpSpPr>
        <p:sp>
          <p:nvSpPr>
            <p:cNvPr id="16320" name="Google Shape;16320;p44"/>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1" name="Google Shape;16321;p44"/>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2" name="Google Shape;16322;p44"/>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3" name="Google Shape;16323;p44"/>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4" name="Google Shape;16324;p44"/>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5" name="Google Shape;16325;p44"/>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6" name="Google Shape;16326;p44"/>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7" name="Google Shape;16327;p44"/>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8" name="Google Shape;16328;p44"/>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9" name="Google Shape;16329;p44"/>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0" name="Google Shape;16330;p44"/>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1" name="Google Shape;16331;p44"/>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2" name="Google Shape;16332;p44"/>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3" name="Google Shape;16333;p44"/>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4" name="Google Shape;16334;p44"/>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5" name="Google Shape;16335;p44"/>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6" name="Google Shape;16336;p44"/>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7" name="Google Shape;16337;p44"/>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8" name="Google Shape;16338;p44"/>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9" name="Google Shape;16339;p44"/>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0" name="Google Shape;16340;p44"/>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1" name="Google Shape;16341;p44"/>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42" name="Google Shape;16342;p44"/>
          <p:cNvGrpSpPr/>
          <p:nvPr/>
        </p:nvGrpSpPr>
        <p:grpSpPr>
          <a:xfrm>
            <a:off x="7616069" y="4115656"/>
            <a:ext cx="263316" cy="354755"/>
            <a:chOff x="7616069" y="4268056"/>
            <a:chExt cx="263316" cy="354755"/>
          </a:xfrm>
        </p:grpSpPr>
        <p:sp>
          <p:nvSpPr>
            <p:cNvPr id="16343" name="Google Shape;16343;p44"/>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4" name="Google Shape;16344;p44"/>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5" name="Google Shape;16345;p44"/>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6" name="Google Shape;16346;p44"/>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7" name="Google Shape;16347;p44"/>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8" name="Google Shape;16348;p44"/>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9" name="Google Shape;16349;p44"/>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0" name="Google Shape;16350;p44"/>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1" name="Google Shape;16351;p44"/>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2" name="Google Shape;16352;p44"/>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3" name="Google Shape;16353;p44"/>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4" name="Google Shape;16354;p44"/>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5" name="Google Shape;16355;p44"/>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6" name="Google Shape;16356;p44"/>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7" name="Google Shape;16357;p44"/>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8" name="Google Shape;16358;p44"/>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9" name="Google Shape;16359;p44"/>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0" name="Google Shape;16360;p44"/>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1" name="Google Shape;16361;p44"/>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2" name="Google Shape;16362;p44"/>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3" name="Google Shape;16363;p44"/>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64" name="Google Shape;16364;p44"/>
          <p:cNvGrpSpPr/>
          <p:nvPr/>
        </p:nvGrpSpPr>
        <p:grpSpPr>
          <a:xfrm>
            <a:off x="7164404" y="4115918"/>
            <a:ext cx="263317" cy="354493"/>
            <a:chOff x="7164404" y="4268318"/>
            <a:chExt cx="263317" cy="354493"/>
          </a:xfrm>
        </p:grpSpPr>
        <p:sp>
          <p:nvSpPr>
            <p:cNvPr id="16365" name="Google Shape;16365;p44"/>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6" name="Google Shape;16366;p44"/>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7" name="Google Shape;16367;p44"/>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8" name="Google Shape;16368;p44"/>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9" name="Google Shape;16369;p44"/>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0" name="Google Shape;16370;p44"/>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1" name="Google Shape;16371;p44"/>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2" name="Google Shape;16372;p44"/>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3" name="Google Shape;16373;p44"/>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4" name="Google Shape;16374;p44"/>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5" name="Google Shape;16375;p44"/>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6" name="Google Shape;16376;p44"/>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7" name="Google Shape;16377;p44"/>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8" name="Google Shape;16378;p44"/>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9" name="Google Shape;16379;p44"/>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0" name="Google Shape;16380;p44"/>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81" name="Google Shape;16381;p44"/>
          <p:cNvGrpSpPr/>
          <p:nvPr/>
        </p:nvGrpSpPr>
        <p:grpSpPr>
          <a:xfrm>
            <a:off x="5358346" y="2727511"/>
            <a:ext cx="263316" cy="354754"/>
            <a:chOff x="5358346" y="2879911"/>
            <a:chExt cx="263316" cy="354754"/>
          </a:xfrm>
        </p:grpSpPr>
        <p:sp>
          <p:nvSpPr>
            <p:cNvPr id="16382" name="Google Shape;16382;p44"/>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3" name="Google Shape;16383;p44"/>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4" name="Google Shape;16384;p44"/>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5" name="Google Shape;16385;p44"/>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6" name="Google Shape;16386;p44"/>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7" name="Google Shape;16387;p44"/>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8" name="Google Shape;16388;p44"/>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9" name="Google Shape;16389;p44"/>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0" name="Google Shape;16390;p44"/>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1" name="Google Shape;16391;p44"/>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2" name="Google Shape;16392;p44"/>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3" name="Google Shape;16393;p44"/>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4" name="Google Shape;16394;p44"/>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5" name="Google Shape;16395;p44"/>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6" name="Google Shape;16396;p44"/>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7" name="Google Shape;16397;p44"/>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8" name="Google Shape;16398;p44"/>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9" name="Google Shape;16399;p44"/>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0" name="Google Shape;16400;p44"/>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1" name="Google Shape;16401;p44"/>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2" name="Google Shape;16402;p44"/>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03" name="Google Shape;16403;p44"/>
          <p:cNvGrpSpPr/>
          <p:nvPr/>
        </p:nvGrpSpPr>
        <p:grpSpPr>
          <a:xfrm>
            <a:off x="8061450" y="3193342"/>
            <a:ext cx="263316" cy="354807"/>
            <a:chOff x="8061450" y="3345742"/>
            <a:chExt cx="263316" cy="354807"/>
          </a:xfrm>
        </p:grpSpPr>
        <p:sp>
          <p:nvSpPr>
            <p:cNvPr id="16404" name="Google Shape;16404;p44"/>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5" name="Google Shape;16405;p44"/>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6" name="Google Shape;16406;p44"/>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7" name="Google Shape;16407;p44"/>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8" name="Google Shape;16408;p44"/>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9" name="Google Shape;16409;p44"/>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0" name="Google Shape;16410;p44"/>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1" name="Google Shape;16411;p44"/>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2" name="Google Shape;16412;p44"/>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3" name="Google Shape;16413;p44"/>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4" name="Google Shape;16414;p44"/>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5" name="Google Shape;16415;p44"/>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6" name="Google Shape;16416;p44"/>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7" name="Google Shape;16417;p44"/>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8" name="Google Shape;16418;p44"/>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9" name="Google Shape;16419;p44"/>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20" name="Google Shape;16420;p44"/>
          <p:cNvGrpSpPr/>
          <p:nvPr/>
        </p:nvGrpSpPr>
        <p:grpSpPr>
          <a:xfrm>
            <a:off x="8065953" y="2727511"/>
            <a:ext cx="263081" cy="354754"/>
            <a:chOff x="8065953" y="2879911"/>
            <a:chExt cx="263081" cy="354754"/>
          </a:xfrm>
        </p:grpSpPr>
        <p:sp>
          <p:nvSpPr>
            <p:cNvPr id="16421" name="Google Shape;16421;p44"/>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2" name="Google Shape;16422;p44"/>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3" name="Google Shape;16423;p44"/>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4" name="Google Shape;16424;p44"/>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5" name="Google Shape;16425;p44"/>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6" name="Google Shape;16426;p44"/>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7" name="Google Shape;16427;p44"/>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8" name="Google Shape;16428;p44"/>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9" name="Google Shape;16429;p44"/>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0" name="Google Shape;16430;p44"/>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1" name="Google Shape;16431;p44"/>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2" name="Google Shape;16432;p44"/>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3" name="Google Shape;16433;p44"/>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4" name="Google Shape;16434;p44"/>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5" name="Google Shape;16435;p44"/>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6" name="Google Shape;16436;p44"/>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37" name="Google Shape;16437;p44"/>
          <p:cNvGrpSpPr/>
          <p:nvPr/>
        </p:nvGrpSpPr>
        <p:grpSpPr>
          <a:xfrm>
            <a:off x="8064199" y="4115918"/>
            <a:ext cx="270308" cy="354493"/>
            <a:chOff x="8064199" y="4268318"/>
            <a:chExt cx="270308" cy="354493"/>
          </a:xfrm>
        </p:grpSpPr>
        <p:sp>
          <p:nvSpPr>
            <p:cNvPr id="16438" name="Google Shape;16438;p44"/>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9" name="Google Shape;16439;p4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0" name="Google Shape;16440;p4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1" name="Google Shape;16441;p44"/>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2" name="Google Shape;16442;p44"/>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3" name="Google Shape;16443;p44"/>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4" name="Google Shape;16444;p44"/>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5" name="Google Shape;16445;p44"/>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6" name="Google Shape;16446;p44"/>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7" name="Google Shape;16447;p44"/>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8" name="Google Shape;16448;p44"/>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9" name="Google Shape;16449;p44"/>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0" name="Google Shape;16450;p44"/>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1" name="Google Shape;16451;p44"/>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2" name="Google Shape;16452;p44"/>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3" name="Google Shape;16453;p44"/>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4" name="Google Shape;16454;p44"/>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5" name="Google Shape;16455;p44"/>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56" name="Google Shape;16456;p44"/>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Help &amp; Support Icons</a:t>
            </a:r>
            <a:endParaRPr b="0" i="0" sz="2400" u="none" cap="none" strike="noStrike">
              <a:solidFill>
                <a:srgbClr val="FFFFFF"/>
              </a:solidFill>
              <a:latin typeface="Arial"/>
              <a:ea typeface="Arial"/>
              <a:cs typeface="Arial"/>
              <a:sym typeface="Arial"/>
            </a:endParaRPr>
          </a:p>
        </p:txBody>
      </p:sp>
      <p:sp>
        <p:nvSpPr>
          <p:cNvPr id="16457" name="Google Shape;16457;p44"/>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Avatar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61" name="Shape 16461"/>
        <p:cNvGrpSpPr/>
        <p:nvPr/>
      </p:nvGrpSpPr>
      <p:grpSpPr>
        <a:xfrm>
          <a:off x="0" y="0"/>
          <a:ext cx="0" cy="0"/>
          <a:chOff x="0" y="0"/>
          <a:chExt cx="0" cy="0"/>
        </a:xfrm>
      </p:grpSpPr>
      <p:grpSp>
        <p:nvGrpSpPr>
          <p:cNvPr id="16462" name="Google Shape;16462;p45"/>
          <p:cNvGrpSpPr/>
          <p:nvPr/>
        </p:nvGrpSpPr>
        <p:grpSpPr>
          <a:xfrm>
            <a:off x="3511608" y="3163570"/>
            <a:ext cx="381482" cy="366926"/>
            <a:chOff x="3511608" y="3348218"/>
            <a:chExt cx="381482" cy="366926"/>
          </a:xfrm>
        </p:grpSpPr>
        <p:sp>
          <p:nvSpPr>
            <p:cNvPr id="16463" name="Google Shape;16463;p45"/>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4" name="Google Shape;16464;p45"/>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5" name="Google Shape;16465;p45"/>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6" name="Google Shape;16466;p45"/>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7" name="Google Shape;16467;p45"/>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8" name="Google Shape;16468;p45"/>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9" name="Google Shape;16469;p45"/>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0" name="Google Shape;16470;p45"/>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1" name="Google Shape;16471;p45"/>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2" name="Google Shape;16472;p45"/>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3" name="Google Shape;16473;p45"/>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4" name="Google Shape;16474;p45"/>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5" name="Google Shape;16475;p45"/>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6" name="Google Shape;16476;p45"/>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77" name="Google Shape;16477;p45"/>
          <p:cNvGrpSpPr/>
          <p:nvPr/>
        </p:nvGrpSpPr>
        <p:grpSpPr>
          <a:xfrm>
            <a:off x="1849816" y="3622692"/>
            <a:ext cx="163616" cy="366666"/>
            <a:chOff x="1849816" y="3807339"/>
            <a:chExt cx="163616" cy="366666"/>
          </a:xfrm>
        </p:grpSpPr>
        <p:sp>
          <p:nvSpPr>
            <p:cNvPr id="16478" name="Google Shape;16478;p45"/>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9" name="Google Shape;16479;p45"/>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0" name="Google Shape;16480;p45"/>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1" name="Google Shape;16481;p45"/>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2" name="Google Shape;16482;p45"/>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3" name="Google Shape;16483;p45"/>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4" name="Google Shape;16484;p45"/>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5" name="Google Shape;16485;p45"/>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6" name="Google Shape;16486;p45"/>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7" name="Google Shape;16487;p45"/>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8" name="Google Shape;16488;p45"/>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9" name="Google Shape;16489;p45"/>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0" name="Google Shape;16490;p45"/>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1" name="Google Shape;16491;p45"/>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92" name="Google Shape;16492;p45"/>
          <p:cNvGrpSpPr/>
          <p:nvPr/>
        </p:nvGrpSpPr>
        <p:grpSpPr>
          <a:xfrm>
            <a:off x="2274757" y="3622666"/>
            <a:ext cx="202291" cy="366431"/>
            <a:chOff x="2274757" y="3807313"/>
            <a:chExt cx="202291" cy="366431"/>
          </a:xfrm>
        </p:grpSpPr>
        <p:sp>
          <p:nvSpPr>
            <p:cNvPr id="16493" name="Google Shape;16493;p45"/>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4" name="Google Shape;16494;p45"/>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5" name="Google Shape;16495;p45"/>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6" name="Google Shape;16496;p45"/>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7" name="Google Shape;16497;p45"/>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8" name="Google Shape;16498;p45"/>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9" name="Google Shape;16499;p45"/>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0" name="Google Shape;16500;p45"/>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1" name="Google Shape;16501;p45"/>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2" name="Google Shape;16502;p45"/>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03" name="Google Shape;16503;p45"/>
          <p:cNvGrpSpPr/>
          <p:nvPr/>
        </p:nvGrpSpPr>
        <p:grpSpPr>
          <a:xfrm>
            <a:off x="3972716" y="3163570"/>
            <a:ext cx="366403" cy="366665"/>
            <a:chOff x="3972716" y="3348218"/>
            <a:chExt cx="366403" cy="366665"/>
          </a:xfrm>
        </p:grpSpPr>
        <p:sp>
          <p:nvSpPr>
            <p:cNvPr id="16504" name="Google Shape;16504;p45"/>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5" name="Google Shape;16505;p45"/>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6" name="Google Shape;16506;p45"/>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7" name="Google Shape;16507;p45"/>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8" name="Google Shape;16508;p45"/>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9" name="Google Shape;16509;p45"/>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0" name="Google Shape;16510;p45"/>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1" name="Google Shape;16511;p45"/>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2" name="Google Shape;16512;p45"/>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3" name="Google Shape;16513;p45"/>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4" name="Google Shape;16514;p45"/>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5" name="Google Shape;16515;p45"/>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16" name="Google Shape;16516;p45"/>
          <p:cNvGrpSpPr/>
          <p:nvPr/>
        </p:nvGrpSpPr>
        <p:grpSpPr>
          <a:xfrm>
            <a:off x="866528" y="3163701"/>
            <a:ext cx="317406" cy="366534"/>
            <a:chOff x="866528" y="3348348"/>
            <a:chExt cx="317406" cy="366534"/>
          </a:xfrm>
        </p:grpSpPr>
        <p:sp>
          <p:nvSpPr>
            <p:cNvPr id="16517" name="Google Shape;16517;p45"/>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8" name="Google Shape;16518;p45"/>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9" name="Google Shape;16519;p45"/>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0" name="Google Shape;16520;p45"/>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1" name="Google Shape;16521;p45"/>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2" name="Google Shape;16522;p45"/>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3" name="Google Shape;16523;p45"/>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4" name="Google Shape;16524;p45"/>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25" name="Google Shape;16525;p45"/>
          <p:cNvGrpSpPr/>
          <p:nvPr/>
        </p:nvGrpSpPr>
        <p:grpSpPr>
          <a:xfrm>
            <a:off x="1316818" y="3163648"/>
            <a:ext cx="310872" cy="366848"/>
            <a:chOff x="1316818" y="3348296"/>
            <a:chExt cx="310872" cy="366848"/>
          </a:xfrm>
        </p:grpSpPr>
        <p:sp>
          <p:nvSpPr>
            <p:cNvPr id="16526" name="Google Shape;16526;p45"/>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7" name="Google Shape;16527;p45"/>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8" name="Google Shape;16528;p45"/>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9" name="Google Shape;16529;p45"/>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0" name="Google Shape;16530;p45"/>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1" name="Google Shape;16531;p45"/>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2" name="Google Shape;16532;p45"/>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3" name="Google Shape;16533;p45"/>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4" name="Google Shape;16534;p45"/>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5" name="Google Shape;16535;p45"/>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6" name="Google Shape;16536;p45"/>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7" name="Google Shape;16537;p45"/>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8" name="Google Shape;16538;p45"/>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9" name="Google Shape;16539;p45"/>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0" name="Google Shape;16540;p45"/>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1" name="Google Shape;16541;p45"/>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2" name="Google Shape;16542;p45"/>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3" name="Google Shape;16543;p45"/>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4" name="Google Shape;16544;p45"/>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5" name="Google Shape;16545;p45"/>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6" name="Google Shape;16546;p45"/>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7" name="Google Shape;16547;p45"/>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8" name="Google Shape;16548;p45"/>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9" name="Google Shape;16549;p45"/>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50" name="Google Shape;16550;p45"/>
          <p:cNvGrpSpPr/>
          <p:nvPr/>
        </p:nvGrpSpPr>
        <p:grpSpPr>
          <a:xfrm>
            <a:off x="3105248" y="3163596"/>
            <a:ext cx="305619" cy="366430"/>
            <a:chOff x="3105248" y="3348244"/>
            <a:chExt cx="305619" cy="366430"/>
          </a:xfrm>
        </p:grpSpPr>
        <p:sp>
          <p:nvSpPr>
            <p:cNvPr id="16551" name="Google Shape;16551;p45"/>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2" name="Google Shape;16552;p45"/>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3" name="Google Shape;16553;p45"/>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4" name="Google Shape;16554;p45"/>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5" name="Google Shape;16555;p45"/>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6" name="Google Shape;16556;p45"/>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7" name="Google Shape;16557;p45"/>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58" name="Google Shape;16558;p45"/>
          <p:cNvGrpSpPr/>
          <p:nvPr/>
        </p:nvGrpSpPr>
        <p:grpSpPr>
          <a:xfrm>
            <a:off x="2661988" y="3163570"/>
            <a:ext cx="304078" cy="366665"/>
            <a:chOff x="2661988" y="3348218"/>
            <a:chExt cx="304078" cy="366665"/>
          </a:xfrm>
        </p:grpSpPr>
        <p:sp>
          <p:nvSpPr>
            <p:cNvPr id="16559" name="Google Shape;16559;p45"/>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0" name="Google Shape;16560;p45"/>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1" name="Google Shape;16561;p45"/>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2" name="Google Shape;16562;p45"/>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3" name="Google Shape;16563;p45"/>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4" name="Google Shape;16564;p45"/>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5" name="Google Shape;16565;p45"/>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6" name="Google Shape;16566;p45"/>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7" name="Google Shape;16567;p45"/>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8" name="Google Shape;16568;p45"/>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9" name="Google Shape;16569;p45"/>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0" name="Google Shape;16570;p45"/>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1" name="Google Shape;16571;p45"/>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2" name="Google Shape;16572;p45"/>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3" name="Google Shape;16573;p45"/>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4" name="Google Shape;16574;p45"/>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5" name="Google Shape;16575;p45"/>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6" name="Google Shape;16576;p45"/>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7" name="Google Shape;16577;p45"/>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78" name="Google Shape;16578;p45"/>
          <p:cNvGrpSpPr/>
          <p:nvPr/>
        </p:nvGrpSpPr>
        <p:grpSpPr>
          <a:xfrm>
            <a:off x="2212927" y="3164249"/>
            <a:ext cx="307605" cy="366482"/>
            <a:chOff x="2212927" y="3348897"/>
            <a:chExt cx="307605" cy="366482"/>
          </a:xfrm>
        </p:grpSpPr>
        <p:sp>
          <p:nvSpPr>
            <p:cNvPr id="16579" name="Google Shape;16579;p45"/>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0" name="Google Shape;16580;p45"/>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1" name="Google Shape;16581;p45"/>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2" name="Google Shape;16582;p45"/>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3" name="Google Shape;16583;p45"/>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4" name="Google Shape;16584;p45"/>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5" name="Google Shape;16585;p45"/>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6" name="Google Shape;16586;p45"/>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7" name="Google Shape;16587;p45"/>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8" name="Google Shape;16588;p45"/>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89" name="Google Shape;16589;p45"/>
          <p:cNvGrpSpPr/>
          <p:nvPr/>
        </p:nvGrpSpPr>
        <p:grpSpPr>
          <a:xfrm>
            <a:off x="1764389" y="3163570"/>
            <a:ext cx="310115" cy="366665"/>
            <a:chOff x="1764389" y="3348218"/>
            <a:chExt cx="310115" cy="366665"/>
          </a:xfrm>
        </p:grpSpPr>
        <p:sp>
          <p:nvSpPr>
            <p:cNvPr id="16590" name="Google Shape;16590;p45"/>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1" name="Google Shape;16591;p45"/>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2" name="Google Shape;16592;p45"/>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3" name="Google Shape;16593;p45"/>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4" name="Google Shape;16594;p45"/>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5" name="Google Shape;16595;p45"/>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6" name="Google Shape;16596;p45"/>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7" name="Google Shape;16597;p45"/>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8" name="Google Shape;16598;p45"/>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9" name="Google Shape;16599;p45"/>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0" name="Google Shape;16600;p45"/>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1" name="Google Shape;16601;p45"/>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2" name="Google Shape;16602;p45"/>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3" name="Google Shape;16603;p45"/>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4" name="Google Shape;16604;p45"/>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5" name="Google Shape;16605;p45"/>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6" name="Google Shape;16606;p45"/>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7" name="Google Shape;16607;p45"/>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8" name="Google Shape;16608;p45"/>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9" name="Google Shape;16609;p45"/>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10" name="Google Shape;16610;p45"/>
          <p:cNvGrpSpPr/>
          <p:nvPr/>
        </p:nvGrpSpPr>
        <p:grpSpPr>
          <a:xfrm>
            <a:off x="2777572" y="3622640"/>
            <a:ext cx="81716" cy="366717"/>
            <a:chOff x="2777572" y="3807287"/>
            <a:chExt cx="81716" cy="366717"/>
          </a:xfrm>
        </p:grpSpPr>
        <p:sp>
          <p:nvSpPr>
            <p:cNvPr id="16611" name="Google Shape;16611;p45"/>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2" name="Google Shape;16612;p45"/>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3" name="Google Shape;16613;p45"/>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4" name="Google Shape;16614;p45"/>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5" name="Google Shape;16615;p45"/>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6" name="Google Shape;16616;p45"/>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7" name="Google Shape;16617;p45"/>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8" name="Google Shape;16618;p45"/>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9" name="Google Shape;16619;p45"/>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0" name="Google Shape;16620;p45"/>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1" name="Google Shape;16621;p45"/>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22" name="Google Shape;16622;p45"/>
          <p:cNvGrpSpPr/>
          <p:nvPr/>
        </p:nvGrpSpPr>
        <p:grpSpPr>
          <a:xfrm>
            <a:off x="3934014" y="4145133"/>
            <a:ext cx="366665" cy="256335"/>
            <a:chOff x="3934014" y="4329780"/>
            <a:chExt cx="366665" cy="256335"/>
          </a:xfrm>
        </p:grpSpPr>
        <p:sp>
          <p:nvSpPr>
            <p:cNvPr id="16623" name="Google Shape;16623;p45"/>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4" name="Google Shape;16624;p45"/>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5" name="Google Shape;16625;p45"/>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6" name="Google Shape;16626;p45"/>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7" name="Google Shape;16627;p45"/>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8" name="Google Shape;16628;p45"/>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9" name="Google Shape;16629;p45"/>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0" name="Google Shape;16630;p45"/>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1" name="Google Shape;16631;p45"/>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2" name="Google Shape;16632;p45"/>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3" name="Google Shape;16633;p45"/>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4" name="Google Shape;16634;p45"/>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5" name="Google Shape;16635;p45"/>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36" name="Google Shape;16636;p45"/>
          <p:cNvGrpSpPr/>
          <p:nvPr/>
        </p:nvGrpSpPr>
        <p:grpSpPr>
          <a:xfrm>
            <a:off x="947670" y="3622692"/>
            <a:ext cx="194295" cy="366404"/>
            <a:chOff x="947670" y="3807339"/>
            <a:chExt cx="194295" cy="366404"/>
          </a:xfrm>
        </p:grpSpPr>
        <p:sp>
          <p:nvSpPr>
            <p:cNvPr id="16637" name="Google Shape;16637;p45"/>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8" name="Google Shape;16638;p45"/>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9" name="Google Shape;16639;p45"/>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0" name="Google Shape;16640;p45"/>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1" name="Google Shape;16641;p45"/>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2" name="Google Shape;16642;p45"/>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3" name="Google Shape;16643;p45"/>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4" name="Google Shape;16644;p45"/>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5" name="Google Shape;16645;p45"/>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6" name="Google Shape;16646;p45"/>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47" name="Google Shape;16647;p45"/>
          <p:cNvGrpSpPr/>
          <p:nvPr/>
        </p:nvGrpSpPr>
        <p:grpSpPr>
          <a:xfrm>
            <a:off x="3420379" y="4101910"/>
            <a:ext cx="368939" cy="342284"/>
            <a:chOff x="3420379" y="4286557"/>
            <a:chExt cx="368939" cy="342284"/>
          </a:xfrm>
        </p:grpSpPr>
        <p:sp>
          <p:nvSpPr>
            <p:cNvPr id="16648" name="Google Shape;16648;p45"/>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9" name="Google Shape;16649;p45"/>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0" name="Google Shape;16650;p45"/>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1" name="Google Shape;16651;p45"/>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2" name="Google Shape;16652;p45"/>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3" name="Google Shape;16653;p45"/>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4" name="Google Shape;16654;p45"/>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5" name="Google Shape;16655;p45"/>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6" name="Google Shape;16656;p45"/>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7" name="Google Shape;16657;p45"/>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8" name="Google Shape;16658;p45"/>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9" name="Google Shape;16659;p45"/>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0" name="Google Shape;16660;p45"/>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1" name="Google Shape;16661;p45"/>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2" name="Google Shape;16662;p45"/>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3" name="Google Shape;16663;p45"/>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64" name="Google Shape;16664;p45"/>
          <p:cNvGrpSpPr/>
          <p:nvPr/>
        </p:nvGrpSpPr>
        <p:grpSpPr>
          <a:xfrm>
            <a:off x="3965190" y="3657605"/>
            <a:ext cx="369800" cy="296813"/>
            <a:chOff x="3965190" y="3842252"/>
            <a:chExt cx="369800" cy="296813"/>
          </a:xfrm>
        </p:grpSpPr>
        <p:sp>
          <p:nvSpPr>
            <p:cNvPr id="16665" name="Google Shape;16665;p45"/>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6" name="Google Shape;16666;p45"/>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7" name="Google Shape;16667;p45"/>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8" name="Google Shape;16668;p45"/>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9" name="Google Shape;16669;p45"/>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0" name="Google Shape;16670;p45"/>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1" name="Google Shape;16671;p45"/>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2" name="Google Shape;16672;p45"/>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3" name="Google Shape;16673;p45"/>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4" name="Google Shape;16674;p45"/>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5" name="Google Shape;16675;p45"/>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6" name="Google Shape;16676;p45"/>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7" name="Google Shape;16677;p45"/>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8" name="Google Shape;16678;p45"/>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9" name="Google Shape;16679;p45"/>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0" name="Google Shape;16680;p45"/>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1" name="Google Shape;16681;p45"/>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2" name="Google Shape;16682;p45"/>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3" name="Google Shape;16683;p45"/>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4" name="Google Shape;16684;p4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5" name="Google Shape;16685;p4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86" name="Google Shape;16686;p45"/>
          <p:cNvGrpSpPr/>
          <p:nvPr/>
        </p:nvGrpSpPr>
        <p:grpSpPr>
          <a:xfrm>
            <a:off x="3506590" y="3649164"/>
            <a:ext cx="396796" cy="313407"/>
            <a:chOff x="3506590" y="3833812"/>
            <a:chExt cx="396796" cy="313407"/>
          </a:xfrm>
        </p:grpSpPr>
        <p:sp>
          <p:nvSpPr>
            <p:cNvPr id="16687" name="Google Shape;16687;p45"/>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8" name="Google Shape;16688;p45"/>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9" name="Google Shape;16689;p45"/>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90" name="Google Shape;16690;p45"/>
          <p:cNvGrpSpPr/>
          <p:nvPr/>
        </p:nvGrpSpPr>
        <p:grpSpPr>
          <a:xfrm>
            <a:off x="2769288" y="1780716"/>
            <a:ext cx="104557" cy="366665"/>
            <a:chOff x="2769288" y="1965364"/>
            <a:chExt cx="104557" cy="366665"/>
          </a:xfrm>
        </p:grpSpPr>
        <p:sp>
          <p:nvSpPr>
            <p:cNvPr id="16691" name="Google Shape;16691;p45"/>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2" name="Google Shape;16692;p45"/>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3" name="Google Shape;16693;p45"/>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4" name="Google Shape;16694;p45"/>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5" name="Google Shape;16695;p45"/>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6" name="Google Shape;16696;p45"/>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7" name="Google Shape;16697;p45"/>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8" name="Google Shape;16698;p45"/>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9" name="Google Shape;16699;p45"/>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0" name="Google Shape;16700;p45"/>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1" name="Google Shape;16701;p45"/>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2" name="Google Shape;16702;p45"/>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03" name="Google Shape;16703;p45"/>
          <p:cNvGrpSpPr/>
          <p:nvPr/>
        </p:nvGrpSpPr>
        <p:grpSpPr>
          <a:xfrm>
            <a:off x="3966679" y="1826213"/>
            <a:ext cx="367162" cy="275698"/>
            <a:chOff x="3966679" y="2010861"/>
            <a:chExt cx="367162" cy="275698"/>
          </a:xfrm>
        </p:grpSpPr>
        <p:sp>
          <p:nvSpPr>
            <p:cNvPr id="16704" name="Google Shape;16704;p45"/>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5" name="Google Shape;16705;p45"/>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6" name="Google Shape;16706;p45"/>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7" name="Google Shape;16707;p45"/>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08" name="Google Shape;16708;p45"/>
          <p:cNvGrpSpPr/>
          <p:nvPr/>
        </p:nvGrpSpPr>
        <p:grpSpPr>
          <a:xfrm>
            <a:off x="1752577" y="1840847"/>
            <a:ext cx="366404" cy="246221"/>
            <a:chOff x="1752577" y="2025495"/>
            <a:chExt cx="366404" cy="246221"/>
          </a:xfrm>
        </p:grpSpPr>
        <p:sp>
          <p:nvSpPr>
            <p:cNvPr id="16709" name="Google Shape;16709;p45"/>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0" name="Google Shape;16710;p45"/>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1" name="Google Shape;16711;p45"/>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2" name="Google Shape;16712;p45"/>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3" name="Google Shape;16713;p45"/>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4" name="Google Shape;16714;p45"/>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5" name="Google Shape;16715;p45"/>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6" name="Google Shape;16716;p45"/>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7" name="Google Shape;16717;p45"/>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8" name="Google Shape;16718;p45"/>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9" name="Google Shape;16719;p45"/>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0" name="Google Shape;16720;p45"/>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1" name="Google Shape;16721;p45"/>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2" name="Google Shape;16722;p45"/>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3" name="Google Shape;16723;p45"/>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4" name="Google Shape;16724;p45"/>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25" name="Google Shape;16725;p45"/>
          <p:cNvGrpSpPr/>
          <p:nvPr/>
        </p:nvGrpSpPr>
        <p:grpSpPr>
          <a:xfrm>
            <a:off x="1309553" y="1884933"/>
            <a:ext cx="366404" cy="158363"/>
            <a:chOff x="1309553" y="2069580"/>
            <a:chExt cx="366404" cy="158363"/>
          </a:xfrm>
        </p:grpSpPr>
        <p:sp>
          <p:nvSpPr>
            <p:cNvPr id="16726" name="Google Shape;16726;p45"/>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7" name="Google Shape;16727;p45"/>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8" name="Google Shape;16728;p45"/>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9" name="Google Shape;16729;p45"/>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0" name="Google Shape;16730;p45"/>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1" name="Google Shape;16731;p4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2" name="Google Shape;16732;p4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3" name="Google Shape;16733;p45"/>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4" name="Google Shape;16734;p45"/>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5" name="Google Shape;16735;p45"/>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6" name="Google Shape;16736;p45"/>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7" name="Google Shape;16737;p45"/>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8" name="Google Shape;16738;p45"/>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9" name="Google Shape;16739;p45"/>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0" name="Google Shape;16740;p45"/>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1" name="Google Shape;16741;p45"/>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2" name="Google Shape;16742;p45"/>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3" name="Google Shape;16743;p45"/>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4" name="Google Shape;16744;p45"/>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5" name="Google Shape;16745;p45"/>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6" name="Google Shape;16746;p45"/>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7" name="Google Shape;16747;p45"/>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8" name="Google Shape;16748;p45"/>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9" name="Google Shape;16749;p45"/>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0" name="Google Shape;16750;p45"/>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1" name="Google Shape;16751;p45"/>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52" name="Google Shape;16752;p45"/>
          <p:cNvGrpSpPr/>
          <p:nvPr/>
        </p:nvGrpSpPr>
        <p:grpSpPr>
          <a:xfrm>
            <a:off x="866528" y="1904114"/>
            <a:ext cx="366639" cy="119635"/>
            <a:chOff x="866528" y="2088762"/>
            <a:chExt cx="366639" cy="119635"/>
          </a:xfrm>
        </p:grpSpPr>
        <p:sp>
          <p:nvSpPr>
            <p:cNvPr id="16753" name="Google Shape;16753;p45"/>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4" name="Google Shape;16754;p45"/>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5" name="Google Shape;16755;p45"/>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6" name="Google Shape;16756;p45"/>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7" name="Google Shape;16757;p45"/>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8" name="Google Shape;16758;p45"/>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9" name="Google Shape;16759;p45"/>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0" name="Google Shape;16760;p45"/>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1" name="Google Shape;16761;p45"/>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2" name="Google Shape;16762;p45"/>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3" name="Google Shape;16763;p45"/>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4" name="Google Shape;16764;p45"/>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5" name="Google Shape;16765;p45"/>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6" name="Google Shape;16766;p45"/>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67" name="Google Shape;16767;p45"/>
          <p:cNvGrpSpPr/>
          <p:nvPr/>
        </p:nvGrpSpPr>
        <p:grpSpPr>
          <a:xfrm>
            <a:off x="2329269" y="1780664"/>
            <a:ext cx="98807" cy="366273"/>
            <a:chOff x="2329269" y="1965312"/>
            <a:chExt cx="98807" cy="366273"/>
          </a:xfrm>
        </p:grpSpPr>
        <p:sp>
          <p:nvSpPr>
            <p:cNvPr id="16768" name="Google Shape;16768;p45"/>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9" name="Google Shape;16769;p45"/>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0" name="Google Shape;16770;p45"/>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71" name="Google Shape;16771;p45"/>
          <p:cNvGrpSpPr/>
          <p:nvPr/>
        </p:nvGrpSpPr>
        <p:grpSpPr>
          <a:xfrm>
            <a:off x="3208053" y="1780324"/>
            <a:ext cx="112344" cy="366927"/>
            <a:chOff x="3208053" y="1964972"/>
            <a:chExt cx="112344" cy="366927"/>
          </a:xfrm>
        </p:grpSpPr>
        <p:sp>
          <p:nvSpPr>
            <p:cNvPr id="16772" name="Google Shape;16772;p45"/>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3" name="Google Shape;16773;p45"/>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4" name="Google Shape;16774;p45"/>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5" name="Google Shape;16775;p45"/>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6" name="Google Shape;16776;p45"/>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7" name="Google Shape;16777;p45"/>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78" name="Google Shape;16778;p45"/>
          <p:cNvGrpSpPr/>
          <p:nvPr/>
        </p:nvGrpSpPr>
        <p:grpSpPr>
          <a:xfrm>
            <a:off x="3225379" y="3622692"/>
            <a:ext cx="72413" cy="366404"/>
            <a:chOff x="3225379" y="3807339"/>
            <a:chExt cx="72413" cy="366404"/>
          </a:xfrm>
        </p:grpSpPr>
        <p:sp>
          <p:nvSpPr>
            <p:cNvPr id="16779" name="Google Shape;16779;p45"/>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0" name="Google Shape;16780;p45"/>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1" name="Google Shape;16781;p45"/>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2" name="Google Shape;16782;p45"/>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3" name="Google Shape;16783;p45"/>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4" name="Google Shape;16784;p45"/>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5" name="Google Shape;16785;p45"/>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6" name="Google Shape;16786;p45"/>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87" name="Google Shape;16787;p45"/>
          <p:cNvGrpSpPr/>
          <p:nvPr/>
        </p:nvGrpSpPr>
        <p:grpSpPr>
          <a:xfrm>
            <a:off x="3523916" y="1826448"/>
            <a:ext cx="366666" cy="275201"/>
            <a:chOff x="3523916" y="2011096"/>
            <a:chExt cx="366666" cy="275201"/>
          </a:xfrm>
        </p:grpSpPr>
        <p:sp>
          <p:nvSpPr>
            <p:cNvPr id="16788" name="Google Shape;16788;p45"/>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9" name="Google Shape;16789;p45"/>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0" name="Google Shape;16790;p45"/>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1" name="Google Shape;16791;p45"/>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2" name="Google Shape;16792;p45"/>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3" name="Google Shape;16793;p45"/>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4" name="Google Shape;16794;p45"/>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5" name="Google Shape;16795;p45"/>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6" name="Google Shape;16796;p45"/>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7" name="Google Shape;16797;p45"/>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8" name="Google Shape;16798;p45"/>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9" name="Google Shape;16799;p45"/>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0" name="Google Shape;16800;p45"/>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1" name="Google Shape;16801;p45"/>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2" name="Google Shape;16802;p45"/>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3" name="Google Shape;16803;p45"/>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4" name="Google Shape;16804;p45"/>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5" name="Google Shape;16805;p45"/>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6" name="Google Shape;16806;p45"/>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7" name="Google Shape;16807;p45"/>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08" name="Google Shape;16808;p45"/>
          <p:cNvGrpSpPr/>
          <p:nvPr/>
        </p:nvGrpSpPr>
        <p:grpSpPr>
          <a:xfrm>
            <a:off x="1742777" y="1315349"/>
            <a:ext cx="393791" cy="366743"/>
            <a:chOff x="1742777" y="1499997"/>
            <a:chExt cx="393791" cy="366743"/>
          </a:xfrm>
        </p:grpSpPr>
        <p:sp>
          <p:nvSpPr>
            <p:cNvPr id="16809" name="Google Shape;16809;p45"/>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0" name="Google Shape;16810;p45"/>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1" name="Google Shape;16811;p45"/>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2" name="Google Shape;16812;p45"/>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3" name="Google Shape;16813;p45"/>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4" name="Google Shape;16814;p45"/>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5" name="Google Shape;16815;p45"/>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6" name="Google Shape;16816;p45"/>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7" name="Google Shape;16817;p45"/>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8" name="Google Shape;16818;p45"/>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9" name="Google Shape;16819;p45"/>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0" name="Google Shape;16820;p45"/>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1" name="Google Shape;16821;p45"/>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2" name="Google Shape;16822;p45"/>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23" name="Google Shape;16823;p45"/>
          <p:cNvGrpSpPr/>
          <p:nvPr/>
        </p:nvGrpSpPr>
        <p:grpSpPr>
          <a:xfrm>
            <a:off x="4014449" y="1315349"/>
            <a:ext cx="319915" cy="366639"/>
            <a:chOff x="4014449" y="1499997"/>
            <a:chExt cx="319915" cy="366639"/>
          </a:xfrm>
        </p:grpSpPr>
        <p:sp>
          <p:nvSpPr>
            <p:cNvPr id="16824" name="Google Shape;16824;p45"/>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5" name="Google Shape;16825;p45"/>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6" name="Google Shape;16826;p45"/>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7" name="Google Shape;16827;p45"/>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8" name="Google Shape;16828;p45"/>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29" name="Google Shape;16829;p45"/>
          <p:cNvGrpSpPr/>
          <p:nvPr/>
        </p:nvGrpSpPr>
        <p:grpSpPr>
          <a:xfrm>
            <a:off x="866267" y="1406813"/>
            <a:ext cx="367397" cy="183711"/>
            <a:chOff x="866267" y="1591460"/>
            <a:chExt cx="367397" cy="183711"/>
          </a:xfrm>
        </p:grpSpPr>
        <p:sp>
          <p:nvSpPr>
            <p:cNvPr id="16830" name="Google Shape;16830;p45"/>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1" name="Google Shape;16831;p45"/>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2" name="Google Shape;16832;p45"/>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3" name="Google Shape;16833;p45"/>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4" name="Google Shape;16834;p45"/>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5" name="Google Shape;16835;p45"/>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6" name="Google Shape;16836;p45"/>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7" name="Google Shape;16837;p45"/>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8" name="Google Shape;16838;p45"/>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9" name="Google Shape;16839;p45"/>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0" name="Google Shape;16840;p45"/>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1" name="Google Shape;16841;p45"/>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2" name="Google Shape;16842;p45"/>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3" name="Google Shape;16843;p45"/>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4" name="Google Shape;16844;p45"/>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5" name="Google Shape;16845;p45"/>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6" name="Google Shape;16846;p45"/>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7" name="Google Shape;16847;p45"/>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48" name="Google Shape;16848;p45"/>
          <p:cNvGrpSpPr/>
          <p:nvPr/>
        </p:nvGrpSpPr>
        <p:grpSpPr>
          <a:xfrm>
            <a:off x="3117843" y="1315244"/>
            <a:ext cx="327441" cy="366743"/>
            <a:chOff x="3117843" y="1499892"/>
            <a:chExt cx="327441" cy="366743"/>
          </a:xfrm>
        </p:grpSpPr>
        <p:sp>
          <p:nvSpPr>
            <p:cNvPr id="16849" name="Google Shape;16849;p45"/>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0" name="Google Shape;16850;p45"/>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1" name="Google Shape;16851;p45"/>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2" name="Google Shape;16852;p45"/>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3" name="Google Shape;16853;p45"/>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4" name="Google Shape;16854;p45"/>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5" name="Google Shape;16855;p45"/>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56" name="Google Shape;16856;p45"/>
          <p:cNvGrpSpPr/>
          <p:nvPr/>
        </p:nvGrpSpPr>
        <p:grpSpPr>
          <a:xfrm>
            <a:off x="2667005" y="1315349"/>
            <a:ext cx="336770" cy="366638"/>
            <a:chOff x="2667005" y="1499997"/>
            <a:chExt cx="336770" cy="366638"/>
          </a:xfrm>
        </p:grpSpPr>
        <p:sp>
          <p:nvSpPr>
            <p:cNvPr id="16857" name="Google Shape;16857;p45"/>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8" name="Google Shape;16858;p45"/>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9" name="Google Shape;16859;p45"/>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0" name="Google Shape;16860;p45"/>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1" name="Google Shape;16861;p45"/>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2" name="Google Shape;16862;p45"/>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3" name="Google Shape;16863;p45"/>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4" name="Google Shape;16864;p45"/>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5" name="Google Shape;16865;p45"/>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6" name="Google Shape;16866;p45"/>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7" name="Google Shape;16867;p45"/>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8" name="Google Shape;16868;p45"/>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9" name="Google Shape;16869;p45"/>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0" name="Google Shape;16870;p45"/>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1" name="Google Shape;16871;p45"/>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2" name="Google Shape;16872;p45"/>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3" name="Google Shape;16873;p45"/>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4" name="Google Shape;16874;p45"/>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5" name="Google Shape;16875;p45"/>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76" name="Google Shape;16876;p45"/>
          <p:cNvGrpSpPr/>
          <p:nvPr/>
        </p:nvGrpSpPr>
        <p:grpSpPr>
          <a:xfrm>
            <a:off x="3564866" y="1315349"/>
            <a:ext cx="326473" cy="366639"/>
            <a:chOff x="3564866" y="1499997"/>
            <a:chExt cx="326473" cy="366639"/>
          </a:xfrm>
        </p:grpSpPr>
        <p:sp>
          <p:nvSpPr>
            <p:cNvPr id="16877" name="Google Shape;16877;p45"/>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8" name="Google Shape;16878;p45"/>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9" name="Google Shape;16879;p45"/>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0" name="Google Shape;16880;p45"/>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1" name="Google Shape;16881;p45"/>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2" name="Google Shape;16882;p45"/>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3" name="Google Shape;16883;p45"/>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4" name="Google Shape;16884;p45"/>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5" name="Google Shape;16885;p45"/>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86" name="Google Shape;16886;p45"/>
          <p:cNvGrpSpPr/>
          <p:nvPr/>
        </p:nvGrpSpPr>
        <p:grpSpPr>
          <a:xfrm>
            <a:off x="1314074" y="1315349"/>
            <a:ext cx="364392" cy="366638"/>
            <a:chOff x="1314074" y="1499997"/>
            <a:chExt cx="364392" cy="366638"/>
          </a:xfrm>
        </p:grpSpPr>
        <p:sp>
          <p:nvSpPr>
            <p:cNvPr id="16887" name="Google Shape;16887;p45"/>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8" name="Google Shape;16888;p45"/>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9" name="Google Shape;16889;p45"/>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0" name="Google Shape;16890;p45"/>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1" name="Google Shape;16891;p45"/>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2" name="Google Shape;16892;p45"/>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3" name="Google Shape;16893;p45"/>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4" name="Google Shape;16894;p45"/>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5" name="Google Shape;16895;p45"/>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6" name="Google Shape;16896;p45"/>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7" name="Google Shape;16897;p45"/>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8" name="Google Shape;16898;p45"/>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99" name="Google Shape;16899;p45"/>
          <p:cNvGrpSpPr/>
          <p:nvPr/>
        </p:nvGrpSpPr>
        <p:grpSpPr>
          <a:xfrm>
            <a:off x="2220479" y="1315349"/>
            <a:ext cx="337005" cy="366639"/>
            <a:chOff x="2220479" y="1499997"/>
            <a:chExt cx="337005" cy="366639"/>
          </a:xfrm>
        </p:grpSpPr>
        <p:sp>
          <p:nvSpPr>
            <p:cNvPr id="16900" name="Google Shape;16900;p45"/>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1" name="Google Shape;16901;p45"/>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2" name="Google Shape;16902;p45"/>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3" name="Google Shape;16903;p45"/>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4" name="Google Shape;16904;p45"/>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5" name="Google Shape;16905;p45"/>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6" name="Google Shape;16906;p45"/>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7" name="Google Shape;16907;p45"/>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8" name="Google Shape;16908;p45"/>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9" name="Google Shape;16909;p45"/>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0" name="Google Shape;16910;p45"/>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11" name="Google Shape;16911;p45"/>
          <p:cNvGrpSpPr/>
          <p:nvPr/>
        </p:nvGrpSpPr>
        <p:grpSpPr>
          <a:xfrm>
            <a:off x="4105155" y="2241328"/>
            <a:ext cx="87230" cy="366430"/>
            <a:chOff x="4105155" y="2425976"/>
            <a:chExt cx="87230" cy="366430"/>
          </a:xfrm>
        </p:grpSpPr>
        <p:sp>
          <p:nvSpPr>
            <p:cNvPr id="16912" name="Google Shape;16912;p45"/>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3" name="Google Shape;16913;p45"/>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4" name="Google Shape;16914;p45"/>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5" name="Google Shape;16915;p45"/>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6" name="Google Shape;16916;p45"/>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7" name="Google Shape;16917;p45"/>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18" name="Google Shape;16918;p45"/>
          <p:cNvGrpSpPr/>
          <p:nvPr/>
        </p:nvGrpSpPr>
        <p:grpSpPr>
          <a:xfrm>
            <a:off x="1808109" y="2241354"/>
            <a:ext cx="267884" cy="366639"/>
            <a:chOff x="1808109" y="2426002"/>
            <a:chExt cx="267884" cy="366639"/>
          </a:xfrm>
        </p:grpSpPr>
        <p:sp>
          <p:nvSpPr>
            <p:cNvPr id="16919" name="Google Shape;16919;p45"/>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0" name="Google Shape;16920;p45"/>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1" name="Google Shape;16921;p45"/>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2" name="Google Shape;16922;p45"/>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3" name="Google Shape;16923;p45"/>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4" name="Google Shape;16924;p45"/>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5" name="Google Shape;16925;p45"/>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6" name="Google Shape;16926;p45"/>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7" name="Google Shape;16927;p45"/>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8" name="Google Shape;16928;p45"/>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9" name="Google Shape;16929;p45"/>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0" name="Google Shape;16930;p45"/>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1" name="Google Shape;16931;p45"/>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2" name="Google Shape;16932;p45"/>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3" name="Google Shape;16933;p45"/>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4" name="Google Shape;16934;p45"/>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5" name="Google Shape;16935;p45"/>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6" name="Google Shape;16936;p45"/>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7" name="Google Shape;16937;p45"/>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8" name="Google Shape;16938;p45"/>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9" name="Google Shape;16939;p45"/>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40" name="Google Shape;16940;p45"/>
          <p:cNvGrpSpPr/>
          <p:nvPr/>
        </p:nvGrpSpPr>
        <p:grpSpPr>
          <a:xfrm>
            <a:off x="3603568" y="2241354"/>
            <a:ext cx="207597" cy="366639"/>
            <a:chOff x="3603568" y="2426002"/>
            <a:chExt cx="207597" cy="366639"/>
          </a:xfrm>
        </p:grpSpPr>
        <p:sp>
          <p:nvSpPr>
            <p:cNvPr id="16941" name="Google Shape;16941;p45"/>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2" name="Google Shape;16942;p45"/>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3" name="Google Shape;16943;p45"/>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4" name="Google Shape;16944;p45"/>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5" name="Google Shape;16945;p45"/>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6" name="Google Shape;16946;p45"/>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47" name="Google Shape;16947;p45"/>
          <p:cNvGrpSpPr/>
          <p:nvPr/>
        </p:nvGrpSpPr>
        <p:grpSpPr>
          <a:xfrm>
            <a:off x="2246115" y="2241354"/>
            <a:ext cx="274417" cy="366404"/>
            <a:chOff x="2246115" y="2426002"/>
            <a:chExt cx="274417" cy="366404"/>
          </a:xfrm>
        </p:grpSpPr>
        <p:sp>
          <p:nvSpPr>
            <p:cNvPr id="16948" name="Google Shape;16948;p45"/>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9" name="Google Shape;16949;p45"/>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0" name="Google Shape;16950;p45"/>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1" name="Google Shape;16951;p45"/>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2" name="Google Shape;16952;p45"/>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3" name="Google Shape;16953;p45"/>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4" name="Google Shape;16954;p45"/>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5" name="Google Shape;16955;p45"/>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56" name="Google Shape;16956;p45"/>
          <p:cNvGrpSpPr/>
          <p:nvPr/>
        </p:nvGrpSpPr>
        <p:grpSpPr>
          <a:xfrm>
            <a:off x="2696666" y="2241354"/>
            <a:ext cx="256099" cy="366639"/>
            <a:chOff x="2696666" y="2426002"/>
            <a:chExt cx="256099" cy="366639"/>
          </a:xfrm>
        </p:grpSpPr>
        <p:sp>
          <p:nvSpPr>
            <p:cNvPr id="16957" name="Google Shape;16957;p45"/>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8" name="Google Shape;16958;p45"/>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9" name="Google Shape;16959;p45"/>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0" name="Google Shape;16960;p45"/>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1" name="Google Shape;16961;p45"/>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2" name="Google Shape;16962;p45"/>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63" name="Google Shape;16963;p45"/>
          <p:cNvGrpSpPr/>
          <p:nvPr/>
        </p:nvGrpSpPr>
        <p:grpSpPr>
          <a:xfrm>
            <a:off x="3149072" y="2241354"/>
            <a:ext cx="225863" cy="366429"/>
            <a:chOff x="3149072" y="2426002"/>
            <a:chExt cx="225863" cy="366429"/>
          </a:xfrm>
        </p:grpSpPr>
        <p:sp>
          <p:nvSpPr>
            <p:cNvPr id="16964" name="Google Shape;16964;p45"/>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5" name="Google Shape;16965;p45"/>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6" name="Google Shape;16966;p45"/>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7" name="Google Shape;16967;p45"/>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8" name="Google Shape;16968;p45"/>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9" name="Google Shape;16969;p45"/>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0" name="Google Shape;16970;p45"/>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1" name="Google Shape;16971;p45"/>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2" name="Google Shape;16972;p45"/>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3" name="Google Shape;16973;p45"/>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4" name="Google Shape;16974;p45"/>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75" name="Google Shape;16975;p45"/>
          <p:cNvGrpSpPr/>
          <p:nvPr/>
        </p:nvGrpSpPr>
        <p:grpSpPr>
          <a:xfrm>
            <a:off x="1361556" y="2241276"/>
            <a:ext cx="283224" cy="366482"/>
            <a:chOff x="1361556" y="2425923"/>
            <a:chExt cx="283224" cy="366482"/>
          </a:xfrm>
        </p:grpSpPr>
        <p:sp>
          <p:nvSpPr>
            <p:cNvPr id="16976" name="Google Shape;16976;p45"/>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7" name="Google Shape;16977;p45"/>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8" name="Google Shape;16978;p45"/>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9" name="Google Shape;16979;p45"/>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0" name="Google Shape;16980;p45"/>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1" name="Google Shape;16981;p45"/>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2" name="Google Shape;16982;p45"/>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3" name="Google Shape;16983;p45"/>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4" name="Google Shape;16984;p45"/>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5" name="Google Shape;16985;p45"/>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6" name="Google Shape;16986;p45"/>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7" name="Google Shape;16987;p45"/>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8" name="Google Shape;16988;p45"/>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9" name="Google Shape;16989;p45"/>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0" name="Google Shape;16990;p45"/>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1" name="Google Shape;16991;p45"/>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2" name="Google Shape;16992;p45"/>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3" name="Google Shape;16993;p45"/>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4" name="Google Shape;16994;p45"/>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5" name="Google Shape;16995;p45"/>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96" name="Google Shape;16996;p45"/>
          <p:cNvGrpSpPr/>
          <p:nvPr/>
        </p:nvGrpSpPr>
        <p:grpSpPr>
          <a:xfrm>
            <a:off x="3973735" y="2706408"/>
            <a:ext cx="361883" cy="366979"/>
            <a:chOff x="3973735" y="2891056"/>
            <a:chExt cx="361883" cy="366979"/>
          </a:xfrm>
        </p:grpSpPr>
        <p:sp>
          <p:nvSpPr>
            <p:cNvPr id="16997" name="Google Shape;16997;p45"/>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8" name="Google Shape;16998;p45"/>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9" name="Google Shape;16999;p45"/>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0" name="Google Shape;17000;p45"/>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1" name="Google Shape;17001;p45"/>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2" name="Google Shape;17002;p45"/>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3" name="Google Shape;17003;p45"/>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4" name="Google Shape;17004;p45"/>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5" name="Google Shape;17005;p45"/>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6" name="Google Shape;17006;p45"/>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7" name="Google Shape;17007;p45"/>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8" name="Google Shape;17008;p45"/>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9" name="Google Shape;17009;p4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0" name="Google Shape;17010;p45"/>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1" name="Google Shape;17011;p45"/>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2" name="Google Shape;17012;p45"/>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3" name="Google Shape;17013;p4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14" name="Google Shape;17014;p45"/>
          <p:cNvGrpSpPr/>
          <p:nvPr/>
        </p:nvGrpSpPr>
        <p:grpSpPr>
          <a:xfrm>
            <a:off x="3527941" y="2732096"/>
            <a:ext cx="366665" cy="315655"/>
            <a:chOff x="3527941" y="2916744"/>
            <a:chExt cx="366665" cy="315655"/>
          </a:xfrm>
        </p:grpSpPr>
        <p:sp>
          <p:nvSpPr>
            <p:cNvPr id="17015" name="Google Shape;17015;p45"/>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6" name="Google Shape;17016;p45"/>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7" name="Google Shape;17017;p45"/>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8" name="Google Shape;17018;p45"/>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9" name="Google Shape;17019;p45"/>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0" name="Google Shape;17020;p45"/>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1" name="Google Shape;17021;p45"/>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95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2" name="Google Shape;17022;p45"/>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3" name="Google Shape;17023;p45"/>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4" name="Google Shape;17024;p45"/>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5" name="Google Shape;17025;p45"/>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6" name="Google Shape;17026;p45"/>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7" name="Google Shape;17027;p45"/>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8" name="Google Shape;17028;p45"/>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9" name="Google Shape;17029;p45"/>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0" name="Google Shape;17030;p45"/>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95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1" name="Google Shape;17031;p45"/>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2" name="Google Shape;17032;p45"/>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3" name="Google Shape;17033;p45"/>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4" name="Google Shape;17034;p45"/>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5" name="Google Shape;17035;p45"/>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6" name="Google Shape;17036;p45"/>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7" name="Google Shape;17037;p45"/>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8" name="Google Shape;17038;p45"/>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9" name="Google Shape;17039;p45"/>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0" name="Google Shape;17040;p45"/>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1" name="Google Shape;17041;p45"/>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2" name="Google Shape;17042;p45"/>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3" name="Google Shape;17043;p45"/>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4" name="Google Shape;17044;p45"/>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45" name="Google Shape;17045;p45"/>
          <p:cNvGrpSpPr/>
          <p:nvPr/>
        </p:nvGrpSpPr>
        <p:grpSpPr>
          <a:xfrm>
            <a:off x="2640873" y="2706983"/>
            <a:ext cx="366404" cy="366403"/>
            <a:chOff x="2640873" y="2891631"/>
            <a:chExt cx="366404" cy="366403"/>
          </a:xfrm>
        </p:grpSpPr>
        <p:sp>
          <p:nvSpPr>
            <p:cNvPr id="17046" name="Google Shape;17046;p45"/>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7" name="Google Shape;17047;p45"/>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8" name="Google Shape;17048;p45"/>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9" name="Google Shape;17049;p45"/>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0" name="Google Shape;17050;p45"/>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1" name="Google Shape;17051;p45"/>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2" name="Google Shape;17052;p45"/>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3" name="Google Shape;17053;p45"/>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4" name="Google Shape;17054;p45"/>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5" name="Google Shape;17055;p45"/>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6" name="Google Shape;17056;p45"/>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7" name="Google Shape;17057;p45"/>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8" name="Google Shape;17058;p45"/>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9" name="Google Shape;17059;p45"/>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60" name="Google Shape;17060;p45"/>
          <p:cNvGrpSpPr/>
          <p:nvPr/>
        </p:nvGrpSpPr>
        <p:grpSpPr>
          <a:xfrm>
            <a:off x="2197091" y="2753473"/>
            <a:ext cx="366665" cy="273189"/>
            <a:chOff x="2197091" y="2938120"/>
            <a:chExt cx="366665" cy="273189"/>
          </a:xfrm>
        </p:grpSpPr>
        <p:sp>
          <p:nvSpPr>
            <p:cNvPr id="17061" name="Google Shape;17061;p45"/>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2" name="Google Shape;17062;p45"/>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3" name="Google Shape;17063;p45"/>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4" name="Google Shape;17064;p4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5" name="Google Shape;17065;p4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6" name="Google Shape;17066;p45"/>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7" name="Google Shape;17067;p45"/>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8" name="Google Shape;17068;p45"/>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9" name="Google Shape;17069;p45"/>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0" name="Google Shape;17070;p45"/>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1" name="Google Shape;17071;p45"/>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2" name="Google Shape;17072;p45"/>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3" name="Google Shape;17073;p45"/>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4" name="Google Shape;17074;p45"/>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5" name="Google Shape;17075;p45"/>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6" name="Google Shape;17076;p45"/>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7" name="Google Shape;17077;p45"/>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8" name="Google Shape;17078;p45"/>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9" name="Google Shape;17079;p45"/>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0" name="Google Shape;17080;p45"/>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1" name="Google Shape;17081;p45"/>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2" name="Google Shape;17082;p45"/>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3" name="Google Shape;17083;p45"/>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4" name="Google Shape;17084;p45"/>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85" name="Google Shape;17085;p45"/>
          <p:cNvGrpSpPr/>
          <p:nvPr/>
        </p:nvGrpSpPr>
        <p:grpSpPr>
          <a:xfrm>
            <a:off x="1753570" y="2707479"/>
            <a:ext cx="366666" cy="365202"/>
            <a:chOff x="1753570" y="2892127"/>
            <a:chExt cx="366666" cy="365202"/>
          </a:xfrm>
        </p:grpSpPr>
        <p:sp>
          <p:nvSpPr>
            <p:cNvPr id="17086" name="Google Shape;17086;p45"/>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7" name="Google Shape;17087;p45"/>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8" name="Google Shape;17088;p45"/>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9" name="Google Shape;17089;p45"/>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0" name="Google Shape;17090;p45"/>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1" name="Google Shape;17091;p45"/>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2" name="Google Shape;17092;p45"/>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3" name="Google Shape;17093;p45"/>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4" name="Google Shape;17094;p45"/>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5" name="Google Shape;17095;p45"/>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6" name="Google Shape;17096;p45"/>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7" name="Google Shape;17097;p45"/>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8" name="Google Shape;17098;p45"/>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9" name="Google Shape;17099;p45"/>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0" name="Google Shape;17100;p45"/>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1" name="Google Shape;17101;p45"/>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2" name="Google Shape;17102;p45"/>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3" name="Google Shape;17103;p45"/>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04" name="Google Shape;17104;p45"/>
          <p:cNvGrpSpPr/>
          <p:nvPr/>
        </p:nvGrpSpPr>
        <p:grpSpPr>
          <a:xfrm>
            <a:off x="1303751" y="3622692"/>
            <a:ext cx="367685" cy="366561"/>
            <a:chOff x="1303751" y="3807339"/>
            <a:chExt cx="367685" cy="366561"/>
          </a:xfrm>
        </p:grpSpPr>
        <p:sp>
          <p:nvSpPr>
            <p:cNvPr id="17105" name="Google Shape;17105;p45"/>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6" name="Google Shape;17106;p45"/>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7" name="Google Shape;17107;p45"/>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8" name="Google Shape;17108;p45"/>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9" name="Google Shape;17109;p45"/>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0" name="Google Shape;17110;p45"/>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1" name="Google Shape;17111;p45"/>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2" name="Google Shape;17112;p45"/>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3" name="Google Shape;17113;p45"/>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4" name="Google Shape;17114;p45"/>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5" name="Google Shape;17115;p45"/>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6" name="Google Shape;17116;p45"/>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7" name="Google Shape;17117;p45"/>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8" name="Google Shape;17118;p45"/>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9" name="Google Shape;17119;p45"/>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0" name="Google Shape;17120;p45"/>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1" name="Google Shape;17121;p45"/>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2" name="Google Shape;17122;p45"/>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3" name="Google Shape;17123;p45"/>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4" name="Google Shape;17124;p45"/>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5" name="Google Shape;17125;p45"/>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6" name="Google Shape;17126;p45"/>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7" name="Google Shape;17127;p45"/>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8" name="Google Shape;17128;p45"/>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9" name="Google Shape;17129;p45"/>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0" name="Google Shape;17130;p45"/>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1" name="Google Shape;17131;p45"/>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2" name="Google Shape;17132;p45"/>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3" name="Google Shape;17133;p45"/>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4" name="Google Shape;17134;p45"/>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5" name="Google Shape;17135;p45"/>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6" name="Google Shape;17136;p45"/>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7" name="Google Shape;17137;p45"/>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8" name="Google Shape;17138;p45"/>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9" name="Google Shape;17139;p45"/>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0" name="Google Shape;17140;p45"/>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1" name="Google Shape;17141;p45"/>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2" name="Google Shape;17142;p45"/>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3" name="Google Shape;17143;p45"/>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4" name="Google Shape;17144;p45"/>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5" name="Google Shape;17145;p45"/>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146" name="Google Shape;17146;p45"/>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147" name="Google Shape;17147;p45"/>
          <p:cNvGrpSpPr/>
          <p:nvPr/>
        </p:nvGrpSpPr>
        <p:grpSpPr>
          <a:xfrm>
            <a:off x="1310049" y="2706774"/>
            <a:ext cx="384749" cy="366613"/>
            <a:chOff x="1310049" y="2891421"/>
            <a:chExt cx="384749" cy="366613"/>
          </a:xfrm>
        </p:grpSpPr>
        <p:sp>
          <p:nvSpPr>
            <p:cNvPr id="17148" name="Google Shape;17148;p45"/>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9" name="Google Shape;17149;p45"/>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0" name="Google Shape;17150;p45"/>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1" name="Google Shape;17151;p45"/>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2" name="Google Shape;17152;p45"/>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3" name="Google Shape;17153;p45"/>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4" name="Google Shape;17154;p45"/>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5" name="Google Shape;17155;p45"/>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6" name="Google Shape;17156;p45"/>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7" name="Google Shape;17157;p45"/>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8" name="Google Shape;17158;p45"/>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9" name="Google Shape;17159;p45"/>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0" name="Google Shape;17160;p45"/>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1" name="Google Shape;17161;p45"/>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62" name="Google Shape;17162;p45"/>
          <p:cNvGrpSpPr/>
          <p:nvPr/>
        </p:nvGrpSpPr>
        <p:grpSpPr>
          <a:xfrm>
            <a:off x="849673" y="2706695"/>
            <a:ext cx="383468" cy="366665"/>
            <a:chOff x="849673" y="2891343"/>
            <a:chExt cx="383468" cy="366665"/>
          </a:xfrm>
        </p:grpSpPr>
        <p:sp>
          <p:nvSpPr>
            <p:cNvPr id="17163" name="Google Shape;17163;p45"/>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4" name="Google Shape;17164;p45"/>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5" name="Google Shape;17165;p45"/>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6" name="Google Shape;17166;p45"/>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7" name="Google Shape;17167;p45"/>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8" name="Google Shape;17168;p45"/>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9" name="Google Shape;17169;p45"/>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0" name="Google Shape;17170;p45"/>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1" name="Google Shape;17171;p45"/>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2" name="Google Shape;17172;p45"/>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3" name="Google Shape;17173;p45"/>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4" name="Google Shape;17174;p45"/>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75" name="Google Shape;17175;p45"/>
          <p:cNvGrpSpPr/>
          <p:nvPr/>
        </p:nvGrpSpPr>
        <p:grpSpPr>
          <a:xfrm>
            <a:off x="920257" y="2241354"/>
            <a:ext cx="278023" cy="366508"/>
            <a:chOff x="920257" y="2426002"/>
            <a:chExt cx="278023" cy="366508"/>
          </a:xfrm>
        </p:grpSpPr>
        <p:sp>
          <p:nvSpPr>
            <p:cNvPr id="17176" name="Google Shape;17176;p45"/>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7" name="Google Shape;17177;p45"/>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8" name="Google Shape;17178;p45"/>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9" name="Google Shape;17179;p45"/>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0" name="Google Shape;17180;p45"/>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1" name="Google Shape;17181;p45"/>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2" name="Google Shape;17182;p45"/>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3" name="Google Shape;17183;p45"/>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4" name="Google Shape;17184;p45"/>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5" name="Google Shape;17185;p45"/>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6" name="Google Shape;17186;p45"/>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7" name="Google Shape;17187;p45"/>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8" name="Google Shape;17188;p45"/>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89" name="Google Shape;17189;p45"/>
          <p:cNvGrpSpPr/>
          <p:nvPr/>
        </p:nvGrpSpPr>
        <p:grpSpPr>
          <a:xfrm>
            <a:off x="866528" y="4089836"/>
            <a:ext cx="349810" cy="366665"/>
            <a:chOff x="866528" y="4274484"/>
            <a:chExt cx="349810" cy="366665"/>
          </a:xfrm>
        </p:grpSpPr>
        <p:sp>
          <p:nvSpPr>
            <p:cNvPr id="17190" name="Google Shape;17190;p45"/>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1" name="Google Shape;17191;p45"/>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2" name="Google Shape;17192;p45"/>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3" name="Google Shape;17193;p45"/>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4" name="Google Shape;17194;p45"/>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5" name="Google Shape;17195;p45"/>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6" name="Google Shape;17196;p45"/>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7" name="Google Shape;17197;p45"/>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8" name="Google Shape;17198;p45"/>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9" name="Google Shape;17199;p45"/>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0" name="Google Shape;17200;p45"/>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01" name="Google Shape;17201;p45"/>
          <p:cNvGrpSpPr/>
          <p:nvPr/>
        </p:nvGrpSpPr>
        <p:grpSpPr>
          <a:xfrm>
            <a:off x="1388708" y="4089836"/>
            <a:ext cx="330211" cy="366665"/>
            <a:chOff x="1388708" y="4274484"/>
            <a:chExt cx="330211" cy="366665"/>
          </a:xfrm>
        </p:grpSpPr>
        <p:sp>
          <p:nvSpPr>
            <p:cNvPr id="17202" name="Google Shape;17202;p45"/>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3" name="Google Shape;17203;p45"/>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4" name="Google Shape;17204;p45"/>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5" name="Google Shape;17205;p45"/>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6" name="Google Shape;17206;p45"/>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7" name="Google Shape;17207;p45"/>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8" name="Google Shape;17208;p45"/>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9" name="Google Shape;17209;p45"/>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0" name="Google Shape;17210;p45"/>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1" name="Google Shape;17211;p45"/>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2" name="Google Shape;17212;p45"/>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3" name="Google Shape;17213;p45"/>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4" name="Google Shape;17214;p45"/>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5" name="Google Shape;17215;p45"/>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6" name="Google Shape;17216;p45"/>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7" name="Google Shape;17217;p45"/>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8" name="Google Shape;17218;p45"/>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9" name="Google Shape;17219;p45"/>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0" name="Google Shape;17220;p45"/>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1" name="Google Shape;17221;p45"/>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22" name="Google Shape;17222;p45"/>
          <p:cNvGrpSpPr/>
          <p:nvPr/>
        </p:nvGrpSpPr>
        <p:grpSpPr>
          <a:xfrm>
            <a:off x="1874694" y="4108678"/>
            <a:ext cx="375446" cy="328982"/>
            <a:chOff x="1874694" y="4293326"/>
            <a:chExt cx="375446" cy="328982"/>
          </a:xfrm>
        </p:grpSpPr>
        <p:sp>
          <p:nvSpPr>
            <p:cNvPr id="17223" name="Google Shape;17223;p45"/>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4" name="Google Shape;17224;p45"/>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5" name="Google Shape;17225;p45"/>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6" name="Google Shape;17226;p45"/>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7" name="Google Shape;17227;p45"/>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8" name="Google Shape;17228;p45"/>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9" name="Google Shape;17229;p45"/>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0" name="Google Shape;17230;p45"/>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1" name="Google Shape;17231;p45"/>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2" name="Google Shape;17232;p45"/>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3" name="Google Shape;17233;p45"/>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4" name="Google Shape;17234;p45"/>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5" name="Google Shape;17235;p45"/>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6" name="Google Shape;17236;p45"/>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7" name="Google Shape;17237;p45"/>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8" name="Google Shape;17238;p45"/>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9" name="Google Shape;17239;p45"/>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0" name="Google Shape;17240;p45"/>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1" name="Google Shape;17241;p45"/>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2" name="Google Shape;17242;p45"/>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3" name="Google Shape;17243;p45"/>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4" name="Google Shape;17244;p45"/>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45" name="Google Shape;17245;p45"/>
          <p:cNvGrpSpPr/>
          <p:nvPr/>
        </p:nvGrpSpPr>
        <p:grpSpPr>
          <a:xfrm>
            <a:off x="2396116" y="4108443"/>
            <a:ext cx="366665" cy="329715"/>
            <a:chOff x="2396116" y="4293090"/>
            <a:chExt cx="366665" cy="329715"/>
          </a:xfrm>
        </p:grpSpPr>
        <p:sp>
          <p:nvSpPr>
            <p:cNvPr id="17246" name="Google Shape;17246;p45"/>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7" name="Google Shape;17247;p45"/>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8" name="Google Shape;17248;p45"/>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9" name="Google Shape;17249;p45"/>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0" name="Google Shape;17250;p45"/>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1" name="Google Shape;17251;p45"/>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2" name="Google Shape;17252;p45"/>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3" name="Google Shape;17253;p45"/>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4" name="Google Shape;17254;p45"/>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5" name="Google Shape;17255;p45"/>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6" name="Google Shape;17256;p45"/>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7" name="Google Shape;17257;p45"/>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8" name="Google Shape;17258;p45"/>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59" name="Google Shape;17259;p45"/>
          <p:cNvGrpSpPr/>
          <p:nvPr/>
        </p:nvGrpSpPr>
        <p:grpSpPr>
          <a:xfrm>
            <a:off x="2908757" y="4105176"/>
            <a:ext cx="367162" cy="336116"/>
            <a:chOff x="2908757" y="4289824"/>
            <a:chExt cx="367162" cy="336116"/>
          </a:xfrm>
        </p:grpSpPr>
        <p:sp>
          <p:nvSpPr>
            <p:cNvPr id="17260" name="Google Shape;17260;p45"/>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1" name="Google Shape;17261;p45"/>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2" name="Google Shape;17262;p45"/>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3" name="Google Shape;17263;p45"/>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4" name="Google Shape;17264;p45"/>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5" name="Google Shape;17265;p45"/>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6" name="Google Shape;17266;p45"/>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7" name="Google Shape;17267;p45"/>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8" name="Google Shape;17268;p45"/>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9" name="Google Shape;17269;p45"/>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0" name="Google Shape;17270;p45"/>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1" name="Google Shape;17271;p45"/>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2" name="Google Shape;17272;p45"/>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3" name="Google Shape;17273;p45"/>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4" name="Google Shape;17274;p45"/>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5" name="Google Shape;17275;p45"/>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6" name="Google Shape;17276;p45"/>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7" name="Google Shape;17277;p45"/>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8" name="Google Shape;17278;p45"/>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9" name="Google Shape;17279;p45"/>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0" name="Google Shape;17280;p45"/>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1" name="Google Shape;17281;p45"/>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2" name="Google Shape;17282;p45"/>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3" name="Google Shape;17283;p45"/>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4" name="Google Shape;17284;p45"/>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5" name="Google Shape;17285;p45"/>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6" name="Google Shape;17286;p45"/>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87" name="Google Shape;17287;p45"/>
          <p:cNvGrpSpPr/>
          <p:nvPr/>
        </p:nvGrpSpPr>
        <p:grpSpPr>
          <a:xfrm>
            <a:off x="3082408" y="2734892"/>
            <a:ext cx="368651" cy="310349"/>
            <a:chOff x="3082408" y="2919540"/>
            <a:chExt cx="368651" cy="310349"/>
          </a:xfrm>
        </p:grpSpPr>
        <p:sp>
          <p:nvSpPr>
            <p:cNvPr id="17288" name="Google Shape;17288;p45"/>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9" name="Google Shape;17289;p45"/>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0" name="Google Shape;17290;p45"/>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1" name="Google Shape;17291;p45"/>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2" name="Google Shape;17292;p45"/>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3" name="Google Shape;17293;p45"/>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4" name="Google Shape;17294;p45"/>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5" name="Google Shape;17295;p45"/>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6" name="Google Shape;17296;p45"/>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7" name="Google Shape;17297;p45"/>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8" name="Google Shape;17298;p45"/>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9" name="Google Shape;17299;p45"/>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00" name="Google Shape;17300;p45"/>
          <p:cNvGrpSpPr/>
          <p:nvPr/>
        </p:nvGrpSpPr>
        <p:grpSpPr>
          <a:xfrm>
            <a:off x="7069130" y="2240152"/>
            <a:ext cx="366168" cy="360497"/>
            <a:chOff x="7069130" y="2424800"/>
            <a:chExt cx="366168" cy="360497"/>
          </a:xfrm>
        </p:grpSpPr>
        <p:sp>
          <p:nvSpPr>
            <p:cNvPr id="17301" name="Google Shape;17301;p45"/>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2" name="Google Shape;17302;p45"/>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3" name="Google Shape;17303;p45"/>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4" name="Google Shape;17304;p45"/>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5" name="Google Shape;17305;p45"/>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6" name="Google Shape;17306;p45"/>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7" name="Google Shape;17307;p45"/>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8" name="Google Shape;17308;p45"/>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9" name="Google Shape;17309;p45"/>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0" name="Google Shape;17310;p45"/>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1" name="Google Shape;17311;p45"/>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2" name="Google Shape;17312;p45"/>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3" name="Google Shape;17313;p45"/>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4" name="Google Shape;17314;p45"/>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5" name="Google Shape;17315;p45"/>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6" name="Google Shape;17316;p45"/>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7" name="Google Shape;17317;p45"/>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8" name="Google Shape;17318;p45"/>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9" name="Google Shape;17319;p45"/>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0" name="Google Shape;17320;p45"/>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21" name="Google Shape;17321;p45"/>
          <p:cNvGrpSpPr/>
          <p:nvPr/>
        </p:nvGrpSpPr>
        <p:grpSpPr>
          <a:xfrm>
            <a:off x="4885655" y="2240073"/>
            <a:ext cx="281473" cy="360628"/>
            <a:chOff x="4885655" y="2424721"/>
            <a:chExt cx="281473" cy="360628"/>
          </a:xfrm>
        </p:grpSpPr>
        <p:sp>
          <p:nvSpPr>
            <p:cNvPr id="17322" name="Google Shape;17322;p45"/>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3" name="Google Shape;17323;p45"/>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4" name="Google Shape;17324;p45"/>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5" name="Google Shape;17325;p45"/>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6" name="Google Shape;17326;p45"/>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7" name="Google Shape;17327;p45"/>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8" name="Google Shape;17328;p45"/>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9" name="Google Shape;17329;p45"/>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0" name="Google Shape;17330;p45"/>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1" name="Google Shape;17331;p45"/>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2" name="Google Shape;17332;p45"/>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33" name="Google Shape;17333;p45"/>
          <p:cNvGrpSpPr/>
          <p:nvPr/>
        </p:nvGrpSpPr>
        <p:grpSpPr>
          <a:xfrm>
            <a:off x="6625609" y="2262129"/>
            <a:ext cx="364130" cy="316726"/>
            <a:chOff x="6625609" y="2446777"/>
            <a:chExt cx="364130" cy="316726"/>
          </a:xfrm>
        </p:grpSpPr>
        <p:sp>
          <p:nvSpPr>
            <p:cNvPr id="17334" name="Google Shape;17334;p45"/>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5" name="Google Shape;17335;p45"/>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6" name="Google Shape;17336;p45"/>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7" name="Google Shape;17337;p45"/>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8" name="Google Shape;17338;p45"/>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9" name="Google Shape;17339;p45"/>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0" name="Google Shape;17340;p45"/>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1" name="Google Shape;17341;p45"/>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2" name="Google Shape;17342;p45"/>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3" name="Google Shape;17343;p45"/>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4" name="Google Shape;17344;p45"/>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5" name="Google Shape;17345;p45"/>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46" name="Google Shape;17346;p45"/>
          <p:cNvGrpSpPr/>
          <p:nvPr/>
        </p:nvGrpSpPr>
        <p:grpSpPr>
          <a:xfrm>
            <a:off x="5757644" y="1827703"/>
            <a:ext cx="360628" cy="298826"/>
            <a:chOff x="5757644" y="2012350"/>
            <a:chExt cx="360628" cy="298826"/>
          </a:xfrm>
        </p:grpSpPr>
        <p:sp>
          <p:nvSpPr>
            <p:cNvPr id="17347" name="Google Shape;17347;p45"/>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8" name="Google Shape;17348;p45"/>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9" name="Google Shape;17349;p45"/>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0" name="Google Shape;17350;p45"/>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1" name="Google Shape;17351;p45"/>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2" name="Google Shape;17352;p45"/>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3" name="Google Shape;17353;p45"/>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4" name="Google Shape;17354;p45"/>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5" name="Google Shape;17355;p45"/>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6" name="Google Shape;17356;p45"/>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7" name="Google Shape;17357;p45"/>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8" name="Google Shape;17358;p45"/>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9" name="Google Shape;17359;p45"/>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0" name="Google Shape;17360;p45"/>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1" name="Google Shape;17361;p45"/>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2" name="Google Shape;17362;p45"/>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3" name="Google Shape;17363;p45"/>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4" name="Google Shape;17364;p45"/>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5" name="Google Shape;17365;p45"/>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6" name="Google Shape;17366;p45"/>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7" name="Google Shape;17367;p45"/>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8" name="Google Shape;17368;p45"/>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69" name="Google Shape;17369;p45"/>
          <p:cNvGrpSpPr/>
          <p:nvPr/>
        </p:nvGrpSpPr>
        <p:grpSpPr>
          <a:xfrm>
            <a:off x="5317625" y="1798826"/>
            <a:ext cx="360629" cy="356839"/>
            <a:chOff x="5317625" y="1983474"/>
            <a:chExt cx="360629" cy="356839"/>
          </a:xfrm>
        </p:grpSpPr>
        <p:sp>
          <p:nvSpPr>
            <p:cNvPr id="17370" name="Google Shape;17370;p45"/>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1" name="Google Shape;17371;p45"/>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2" name="Google Shape;17372;p45"/>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3" name="Google Shape;17373;p45"/>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4" name="Google Shape;17374;p45"/>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5" name="Google Shape;17375;p45"/>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6" name="Google Shape;17376;p45"/>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7" name="Google Shape;17377;p45"/>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8" name="Google Shape;17378;p45"/>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9" name="Google Shape;17379;p45"/>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0" name="Google Shape;17380;p45"/>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1" name="Google Shape;17381;p45"/>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2" name="Google Shape;17382;p45"/>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3" name="Google Shape;17383;p45"/>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4" name="Google Shape;17384;p45"/>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5" name="Google Shape;17385;p45"/>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6" name="Google Shape;17386;p45"/>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7" name="Google Shape;17387;p45"/>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8" name="Google Shape;17388;p45"/>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89" name="Google Shape;17389;p45"/>
          <p:cNvGrpSpPr/>
          <p:nvPr/>
        </p:nvGrpSpPr>
        <p:grpSpPr>
          <a:xfrm>
            <a:off x="6181827" y="2279037"/>
            <a:ext cx="360629" cy="282989"/>
            <a:chOff x="6181827" y="2463685"/>
            <a:chExt cx="360629" cy="282989"/>
          </a:xfrm>
        </p:grpSpPr>
        <p:sp>
          <p:nvSpPr>
            <p:cNvPr id="17390" name="Google Shape;17390;p45"/>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1" name="Google Shape;17391;p45"/>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2" name="Google Shape;17392;p45"/>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3" name="Google Shape;17393;p45"/>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4" name="Google Shape;17394;p45"/>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5" name="Google Shape;17395;p45"/>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6" name="Google Shape;17396;p45"/>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7" name="Google Shape;17397;p45"/>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8" name="Google Shape;17398;p45"/>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9" name="Google Shape;17399;p45"/>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0" name="Google Shape;17400;p45"/>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01" name="Google Shape;17401;p45"/>
          <p:cNvGrpSpPr/>
          <p:nvPr/>
        </p:nvGrpSpPr>
        <p:grpSpPr>
          <a:xfrm>
            <a:off x="5346292" y="3156044"/>
            <a:ext cx="291247" cy="360630"/>
            <a:chOff x="5346292" y="3340691"/>
            <a:chExt cx="291247" cy="360629"/>
          </a:xfrm>
        </p:grpSpPr>
        <p:sp>
          <p:nvSpPr>
            <p:cNvPr id="17402" name="Google Shape;17402;p45"/>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3" name="Google Shape;17403;p45"/>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4" name="Google Shape;17404;p45"/>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5" name="Google Shape;17405;p45"/>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6" name="Google Shape;17406;p45"/>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7" name="Google Shape;17407;p45"/>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8" name="Google Shape;17408;p45"/>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9" name="Google Shape;17409;p45"/>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0" name="Google Shape;17410;p45"/>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1" name="Google Shape;17411;p45"/>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2" name="Google Shape;17412;p45"/>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3" name="Google Shape;17413;p45"/>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4" name="Google Shape;17414;p45"/>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5" name="Google Shape;17415;p45"/>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6" name="Google Shape;17416;p45"/>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7" name="Google Shape;17417;p45"/>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8" name="Google Shape;17418;p45"/>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9" name="Google Shape;17419;p45"/>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0" name="Google Shape;17420;p45"/>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1" name="Google Shape;17421;p45"/>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2" name="Google Shape;17422;p45"/>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3" name="Google Shape;17423;p45"/>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4" name="Google Shape;17424;p45"/>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5" name="Google Shape;17425;p45"/>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6" name="Google Shape;17426;p45"/>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27" name="Google Shape;17427;p45"/>
          <p:cNvGrpSpPr/>
          <p:nvPr/>
        </p:nvGrpSpPr>
        <p:grpSpPr>
          <a:xfrm>
            <a:off x="7969264" y="1797049"/>
            <a:ext cx="337763" cy="360394"/>
            <a:chOff x="7969264" y="1981697"/>
            <a:chExt cx="337763" cy="360394"/>
          </a:xfrm>
        </p:grpSpPr>
        <p:sp>
          <p:nvSpPr>
            <p:cNvPr id="17428" name="Google Shape;17428;p45"/>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9" name="Google Shape;17429;p45"/>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0" name="Google Shape;17430;p45"/>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1" name="Google Shape;17431;p45"/>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2" name="Google Shape;17432;p45"/>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3" name="Google Shape;17433;p45"/>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4" name="Google Shape;17434;p45"/>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5" name="Google Shape;17435;p45"/>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6" name="Google Shape;17436;p45"/>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7" name="Google Shape;17437;p45"/>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8" name="Google Shape;17438;p45"/>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9" name="Google Shape;17439;p45"/>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0" name="Google Shape;17440;p45"/>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1" name="Google Shape;17441;p45"/>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2" name="Google Shape;17442;p45"/>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3" name="Google Shape;17443;p45"/>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4" name="Google Shape;17444;p45"/>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5" name="Google Shape;17445;p45"/>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46" name="Google Shape;17446;p45"/>
          <p:cNvGrpSpPr/>
          <p:nvPr/>
        </p:nvGrpSpPr>
        <p:grpSpPr>
          <a:xfrm>
            <a:off x="5736032" y="2245352"/>
            <a:ext cx="360890" cy="350332"/>
            <a:chOff x="5736032" y="2430000"/>
            <a:chExt cx="360890" cy="350332"/>
          </a:xfrm>
        </p:grpSpPr>
        <p:sp>
          <p:nvSpPr>
            <p:cNvPr id="17447" name="Google Shape;17447;p45"/>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8" name="Google Shape;17448;p45"/>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9" name="Google Shape;17449;p45"/>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0" name="Google Shape;17450;p45"/>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1" name="Google Shape;17451;p45"/>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2" name="Google Shape;17452;p45"/>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3" name="Google Shape;17453;p45"/>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4" name="Google Shape;17454;p45"/>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5" name="Google Shape;17455;p45"/>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6" name="Google Shape;17456;p45"/>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7" name="Google Shape;17457;p45"/>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8" name="Google Shape;17458;p45"/>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9" name="Google Shape;17459;p45"/>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0" name="Google Shape;17460;p45"/>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1" name="Google Shape;17461;p45"/>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2" name="Google Shape;17462;p45"/>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3" name="Google Shape;17463;p45"/>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64" name="Google Shape;17464;p45"/>
          <p:cNvGrpSpPr/>
          <p:nvPr/>
        </p:nvGrpSpPr>
        <p:grpSpPr>
          <a:xfrm>
            <a:off x="4877867" y="1811344"/>
            <a:ext cx="360629" cy="331779"/>
            <a:chOff x="4877867" y="1995991"/>
            <a:chExt cx="360629" cy="331779"/>
          </a:xfrm>
        </p:grpSpPr>
        <p:sp>
          <p:nvSpPr>
            <p:cNvPr id="17465" name="Google Shape;17465;p45"/>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6" name="Google Shape;17466;p45"/>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7" name="Google Shape;17467;p45"/>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8" name="Google Shape;17468;p45"/>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9" name="Google Shape;17469;p45"/>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0" name="Google Shape;17470;p45"/>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1" name="Google Shape;17471;p45"/>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2" name="Google Shape;17472;p45"/>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3" name="Google Shape;17473;p45"/>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4" name="Google Shape;17474;p45"/>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5" name="Google Shape;17475;p45"/>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6" name="Google Shape;17476;p45"/>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7" name="Google Shape;17477;p45"/>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8" name="Google Shape;17478;p45"/>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79" name="Google Shape;17479;p45"/>
          <p:cNvGrpSpPr/>
          <p:nvPr/>
        </p:nvGrpSpPr>
        <p:grpSpPr>
          <a:xfrm>
            <a:off x="7050889" y="2728856"/>
            <a:ext cx="363530" cy="339514"/>
            <a:chOff x="7050889" y="2913503"/>
            <a:chExt cx="363530" cy="339514"/>
          </a:xfrm>
        </p:grpSpPr>
        <p:sp>
          <p:nvSpPr>
            <p:cNvPr id="17480" name="Google Shape;17480;p45"/>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1" name="Google Shape;17481;p45"/>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2" name="Google Shape;17482;p45"/>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3" name="Google Shape;17483;p45"/>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4" name="Google Shape;17484;p45"/>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5" name="Google Shape;17485;p45"/>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6" name="Google Shape;17486;p45"/>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7" name="Google Shape;17487;p45"/>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8" name="Google Shape;17488;p45"/>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89" name="Google Shape;17489;p45"/>
          <p:cNvGrpSpPr/>
          <p:nvPr/>
        </p:nvGrpSpPr>
        <p:grpSpPr>
          <a:xfrm>
            <a:off x="7510900" y="1796814"/>
            <a:ext cx="372937" cy="360629"/>
            <a:chOff x="7510900" y="1981462"/>
            <a:chExt cx="372937" cy="360629"/>
          </a:xfrm>
        </p:grpSpPr>
        <p:sp>
          <p:nvSpPr>
            <p:cNvPr id="17490" name="Google Shape;17490;p45"/>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1" name="Google Shape;17491;p45"/>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2" name="Google Shape;17492;p45"/>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3" name="Google Shape;17493;p45"/>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4" name="Google Shape;17494;p45"/>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5" name="Google Shape;17495;p45"/>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6" name="Google Shape;17496;p45"/>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7" name="Google Shape;17497;p45"/>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8" name="Google Shape;17498;p45"/>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9" name="Google Shape;17499;p45"/>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0" name="Google Shape;17500;p45"/>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1" name="Google Shape;17501;p45"/>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2" name="Google Shape;17502;p45"/>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3" name="Google Shape;17503;p45"/>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4" name="Google Shape;17504;p45"/>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5" name="Google Shape;17505;p45"/>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506" name="Google Shape;17506;p45"/>
          <p:cNvGrpSpPr/>
          <p:nvPr/>
        </p:nvGrpSpPr>
        <p:grpSpPr>
          <a:xfrm>
            <a:off x="6599476" y="2733612"/>
            <a:ext cx="360629" cy="329975"/>
            <a:chOff x="6599476" y="2918260"/>
            <a:chExt cx="360629" cy="329975"/>
          </a:xfrm>
        </p:grpSpPr>
        <p:sp>
          <p:nvSpPr>
            <p:cNvPr id="17507" name="Google Shape;17507;p45"/>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8" name="Google Shape;17508;p45"/>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9" name="Google Shape;17509;p45"/>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0" name="Google Shape;17510;p45"/>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1" name="Google Shape;17511;p45"/>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2" name="Google Shape;17512;p45"/>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3" name="Google Shape;17513;p45"/>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4" name="Google Shape;17514;p45"/>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5" name="Google Shape;17515;p45"/>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6" name="Google Shape;17516;p45"/>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7" name="Google Shape;17517;p45"/>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8" name="Google Shape;17518;p45"/>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9" name="Google Shape;17519;p45"/>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0" name="Google Shape;17520;p45"/>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1" name="Google Shape;17521;p45"/>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2" name="Google Shape;17522;p45"/>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3" name="Google Shape;17523;p45"/>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4" name="Google Shape;17524;p45"/>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5" name="Google Shape;17525;p45"/>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6" name="Google Shape;17526;p45"/>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7" name="Google Shape;17527;p45"/>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8" name="Google Shape;17528;p45"/>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9" name="Google Shape;17529;p45"/>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0" name="Google Shape;17530;p45"/>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1" name="Google Shape;17531;p45"/>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532" name="Google Shape;17532;p45"/>
          <p:cNvGrpSpPr/>
          <p:nvPr/>
        </p:nvGrpSpPr>
        <p:grpSpPr>
          <a:xfrm>
            <a:off x="5290499" y="2296886"/>
            <a:ext cx="360628" cy="247293"/>
            <a:chOff x="5290499" y="2481533"/>
            <a:chExt cx="360628" cy="247293"/>
          </a:xfrm>
        </p:grpSpPr>
        <p:sp>
          <p:nvSpPr>
            <p:cNvPr id="17533" name="Google Shape;17533;p45"/>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4" name="Google Shape;17534;p45"/>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5" name="Google Shape;17535;p45"/>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6" name="Google Shape;17536;p45"/>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7" name="Google Shape;17537;p45"/>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8" name="Google Shape;17538;p45"/>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9" name="Google Shape;17539;p45"/>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0" name="Google Shape;17540;p45"/>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1" name="Google Shape;17541;p45"/>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2" name="Google Shape;17542;p45"/>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3" name="Google Shape;17543;p45"/>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4" name="Google Shape;17544;p45"/>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5" name="Google Shape;17545;p45"/>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6" name="Google Shape;17546;p45"/>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7" name="Google Shape;17547;p45"/>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8" name="Google Shape;17548;p45"/>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9" name="Google Shape;17549;p45"/>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0" name="Google Shape;17550;p45"/>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1" name="Google Shape;17551;p45"/>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2" name="Google Shape;17552;p45"/>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3" name="Google Shape;17553;p45"/>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4" name="Google Shape;17554;p45"/>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5" name="Google Shape;17555;p45"/>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6" name="Google Shape;17556;p45"/>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7" name="Google Shape;17557;p45"/>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8" name="Google Shape;17558;p45"/>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9" name="Google Shape;17559;p45"/>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560" name="Google Shape;17560;p45"/>
          <p:cNvGrpSpPr/>
          <p:nvPr/>
        </p:nvGrpSpPr>
        <p:grpSpPr>
          <a:xfrm>
            <a:off x="6201923" y="1796866"/>
            <a:ext cx="351325" cy="360576"/>
            <a:chOff x="6201923" y="1981514"/>
            <a:chExt cx="351325" cy="360576"/>
          </a:xfrm>
        </p:grpSpPr>
        <p:sp>
          <p:nvSpPr>
            <p:cNvPr id="17561" name="Google Shape;17561;p45"/>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2" name="Google Shape;17562;p45"/>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3" name="Google Shape;17563;p45"/>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4" name="Google Shape;17564;p45"/>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5" name="Google Shape;17565;p45"/>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6" name="Google Shape;17566;p45"/>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7" name="Google Shape;17567;p45"/>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568" name="Google Shape;17568;p45"/>
          <p:cNvGrpSpPr/>
          <p:nvPr/>
        </p:nvGrpSpPr>
        <p:grpSpPr>
          <a:xfrm>
            <a:off x="4894461" y="3156044"/>
            <a:ext cx="312884" cy="360785"/>
            <a:chOff x="4894461" y="3340691"/>
            <a:chExt cx="312884" cy="360785"/>
          </a:xfrm>
        </p:grpSpPr>
        <p:sp>
          <p:nvSpPr>
            <p:cNvPr id="17569" name="Google Shape;17569;p45"/>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0" name="Google Shape;17570;p45"/>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1" name="Google Shape;17571;p45"/>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2" name="Google Shape;17572;p4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3" name="Google Shape;17573;p45"/>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4" name="Google Shape;17574;p4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5" name="Google Shape;17575;p45"/>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6" name="Google Shape;17576;p45"/>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7" name="Google Shape;17577;p45"/>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8" name="Google Shape;17578;p45"/>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9" name="Google Shape;17579;p45"/>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0" name="Google Shape;17580;p45"/>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1" name="Google Shape;17581;p45"/>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2" name="Google Shape;17582;p45"/>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3" name="Google Shape;17583;p45"/>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4" name="Google Shape;17584;p45"/>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585" name="Google Shape;17585;p45"/>
          <p:cNvGrpSpPr/>
          <p:nvPr/>
        </p:nvGrpSpPr>
        <p:grpSpPr>
          <a:xfrm>
            <a:off x="5339237" y="1316603"/>
            <a:ext cx="245541" cy="360628"/>
            <a:chOff x="5339237" y="1501251"/>
            <a:chExt cx="245541" cy="360628"/>
          </a:xfrm>
        </p:grpSpPr>
        <p:sp>
          <p:nvSpPr>
            <p:cNvPr id="17586" name="Google Shape;17586;p45"/>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7" name="Google Shape;17587;p45"/>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8" name="Google Shape;17588;p45"/>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9" name="Google Shape;17589;p45"/>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0" name="Google Shape;17590;p45"/>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1" name="Google Shape;17591;p4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2" name="Google Shape;17592;p45"/>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3" name="Google Shape;17593;p45"/>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4" name="Google Shape;17594;p45"/>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5" name="Google Shape;17595;p45"/>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6" name="Google Shape;17596;p45"/>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7" name="Google Shape;17597;p45"/>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8" name="Google Shape;17598;p45"/>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9" name="Google Shape;17599;p45"/>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0" name="Google Shape;17600;p45"/>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1" name="Google Shape;17601;p45"/>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2" name="Google Shape;17602;p45"/>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3" name="Google Shape;17603;p45"/>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4" name="Google Shape;17604;p45"/>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5" name="Google Shape;17605;p45"/>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6" name="Google Shape;17606;p45"/>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7" name="Google Shape;17607;p45"/>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8" name="Google Shape;17608;p45"/>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9" name="Google Shape;17609;p45"/>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0" name="Google Shape;17610;p45"/>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1" name="Google Shape;17611;p45"/>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2" name="Google Shape;17612;p45"/>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3" name="Google Shape;17613;p45"/>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4" name="Google Shape;17614;p4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5" name="Google Shape;17615;p45"/>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6" name="Google Shape;17616;p45"/>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7" name="Google Shape;17617;p45"/>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8" name="Google Shape;17618;p45"/>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9" name="Google Shape;17619;p45"/>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0" name="Google Shape;17620;p45"/>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1" name="Google Shape;17621;p45"/>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2" name="Google Shape;17622;p45"/>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3" name="Google Shape;17623;p45"/>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4" name="Google Shape;17624;p45"/>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5" name="Google Shape;17625;p45"/>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6" name="Google Shape;17626;p45"/>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7" name="Google Shape;17627;p45"/>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28" name="Google Shape;17628;p45"/>
          <p:cNvGrpSpPr/>
          <p:nvPr/>
        </p:nvGrpSpPr>
        <p:grpSpPr>
          <a:xfrm>
            <a:off x="7959464" y="2289568"/>
            <a:ext cx="370428" cy="261926"/>
            <a:chOff x="7959464" y="2474216"/>
            <a:chExt cx="370428" cy="261926"/>
          </a:xfrm>
        </p:grpSpPr>
        <p:sp>
          <p:nvSpPr>
            <p:cNvPr id="17629" name="Google Shape;17629;p45"/>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0" name="Google Shape;17630;p45"/>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1" name="Google Shape;17631;p45"/>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2" name="Google Shape;17632;p45"/>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3" name="Google Shape;17633;p45"/>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4" name="Google Shape;17634;p45"/>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5" name="Google Shape;17635;p45"/>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6" name="Google Shape;17636;p45"/>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7" name="Google Shape;17637;p45"/>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8" name="Google Shape;17638;p45"/>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9" name="Google Shape;17639;p45"/>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0" name="Google Shape;17640;p45"/>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41" name="Google Shape;17641;p45"/>
          <p:cNvGrpSpPr/>
          <p:nvPr/>
        </p:nvGrpSpPr>
        <p:grpSpPr>
          <a:xfrm>
            <a:off x="7518687" y="2273262"/>
            <a:ext cx="360629" cy="294461"/>
            <a:chOff x="7518687" y="2457909"/>
            <a:chExt cx="360629" cy="294461"/>
          </a:xfrm>
        </p:grpSpPr>
        <p:sp>
          <p:nvSpPr>
            <p:cNvPr id="17642" name="Google Shape;17642;p45"/>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3" name="Google Shape;17643;p45"/>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4" name="Google Shape;17644;p45"/>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5" name="Google Shape;17645;p45"/>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6" name="Google Shape;17646;p45"/>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7" name="Google Shape;17647;p45"/>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8" name="Google Shape;17648;p45"/>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9" name="Google Shape;17649;p45"/>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0" name="Google Shape;17650;p45"/>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1" name="Google Shape;17651;p45"/>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2" name="Google Shape;17652;p45"/>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3" name="Google Shape;17653;p45"/>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4" name="Google Shape;17654;p45"/>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5" name="Google Shape;17655;p45"/>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6" name="Google Shape;17656;p45"/>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7" name="Google Shape;17657;p45"/>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8" name="Google Shape;17658;p45"/>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9" name="Google Shape;17659;p45"/>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0" name="Google Shape;17660;p45"/>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61" name="Google Shape;17661;p45"/>
          <p:cNvGrpSpPr/>
          <p:nvPr/>
        </p:nvGrpSpPr>
        <p:grpSpPr>
          <a:xfrm>
            <a:off x="7086220" y="1796919"/>
            <a:ext cx="343799" cy="360525"/>
            <a:chOff x="7086220" y="1981566"/>
            <a:chExt cx="343799" cy="360525"/>
          </a:xfrm>
        </p:grpSpPr>
        <p:sp>
          <p:nvSpPr>
            <p:cNvPr id="17662" name="Google Shape;17662;p45"/>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3" name="Google Shape;17663;p45"/>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4" name="Google Shape;17664;p45"/>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5" name="Google Shape;17665;p45"/>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6" name="Google Shape;17666;p45"/>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7" name="Google Shape;17667;p45"/>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8" name="Google Shape;17668;p45"/>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9" name="Google Shape;17669;p45"/>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0" name="Google Shape;17670;p45"/>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1" name="Google Shape;17671;p45"/>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2" name="Google Shape;17672;p45"/>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3" name="Google Shape;17673;p45"/>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4" name="Google Shape;17674;p45"/>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5" name="Google Shape;17675;p45"/>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6" name="Google Shape;17676;p45"/>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7" name="Google Shape;17677;p45"/>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78" name="Google Shape;17678;p45"/>
          <p:cNvGrpSpPr/>
          <p:nvPr/>
        </p:nvGrpSpPr>
        <p:grpSpPr>
          <a:xfrm>
            <a:off x="6141112" y="2742915"/>
            <a:ext cx="368416" cy="311369"/>
            <a:chOff x="6141112" y="2927563"/>
            <a:chExt cx="368416" cy="311369"/>
          </a:xfrm>
        </p:grpSpPr>
        <p:sp>
          <p:nvSpPr>
            <p:cNvPr id="17679" name="Google Shape;17679;p45"/>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0" name="Google Shape;17680;p45"/>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1" name="Google Shape;17681;p45"/>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2" name="Google Shape;17682;p45"/>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3" name="Google Shape;17683;p45"/>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4" name="Google Shape;17684;p45"/>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5" name="Google Shape;17685;p45"/>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86" name="Google Shape;17686;p45"/>
          <p:cNvGrpSpPr/>
          <p:nvPr/>
        </p:nvGrpSpPr>
        <p:grpSpPr>
          <a:xfrm>
            <a:off x="7520699" y="2718298"/>
            <a:ext cx="335489" cy="360629"/>
            <a:chOff x="7520699" y="2902946"/>
            <a:chExt cx="335489" cy="360629"/>
          </a:xfrm>
        </p:grpSpPr>
        <p:sp>
          <p:nvSpPr>
            <p:cNvPr id="17687" name="Google Shape;17687;p45"/>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8" name="Google Shape;17688;p45"/>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9" name="Google Shape;17689;p45"/>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0" name="Google Shape;17690;p45"/>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1" name="Google Shape;17691;p45"/>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2" name="Google Shape;17692;p45"/>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3" name="Google Shape;17693;p45"/>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4" name="Google Shape;17694;p45"/>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5" name="Google Shape;17695;p45"/>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6" name="Google Shape;17696;p45"/>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7" name="Google Shape;17697;p45"/>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8" name="Google Shape;17698;p45"/>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9" name="Google Shape;17699;p45"/>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0" name="Google Shape;17700;p45"/>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1" name="Google Shape;17701;p45"/>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02" name="Google Shape;17702;p45"/>
          <p:cNvGrpSpPr/>
          <p:nvPr/>
        </p:nvGrpSpPr>
        <p:grpSpPr>
          <a:xfrm>
            <a:off x="7988340" y="2718298"/>
            <a:ext cx="308886" cy="360628"/>
            <a:chOff x="7988340" y="2902946"/>
            <a:chExt cx="308886" cy="360628"/>
          </a:xfrm>
        </p:grpSpPr>
        <p:sp>
          <p:nvSpPr>
            <p:cNvPr id="17703" name="Google Shape;17703;p45"/>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4" name="Google Shape;17704;p45"/>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5" name="Google Shape;17705;p45"/>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6" name="Google Shape;17706;p45"/>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7" name="Google Shape;17707;p45"/>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8" name="Google Shape;17708;p45"/>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9" name="Google Shape;17709;p45"/>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0" name="Google Shape;17710;p45"/>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1" name="Google Shape;17711;p45"/>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2" name="Google Shape;17712;p45"/>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3" name="Google Shape;17713;p45"/>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4" name="Google Shape;17714;p45"/>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5" name="Google Shape;17715;p45"/>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6" name="Google Shape;17716;p45"/>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7" name="Google Shape;17717;p45"/>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8" name="Google Shape;17718;p45"/>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9" name="Google Shape;17719;p45"/>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0" name="Google Shape;17720;p45"/>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1" name="Google Shape;17721;p45"/>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2" name="Google Shape;17722;p45"/>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3" name="Google Shape;17723;p45"/>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4" name="Google Shape;17724;p45"/>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5" name="Google Shape;17725;p45"/>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26" name="Google Shape;17726;p45"/>
          <p:cNvGrpSpPr/>
          <p:nvPr/>
        </p:nvGrpSpPr>
        <p:grpSpPr>
          <a:xfrm>
            <a:off x="5690039" y="2718351"/>
            <a:ext cx="362902" cy="360498"/>
            <a:chOff x="5690039" y="2902998"/>
            <a:chExt cx="362902" cy="360498"/>
          </a:xfrm>
        </p:grpSpPr>
        <p:sp>
          <p:nvSpPr>
            <p:cNvPr id="17727" name="Google Shape;17727;p45"/>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8" name="Google Shape;17728;p45"/>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9" name="Google Shape;17729;p45"/>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0" name="Google Shape;17730;p45"/>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1" name="Google Shape;17731;p45"/>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2" name="Google Shape;17732;p45"/>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3" name="Google Shape;17733;p45"/>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34" name="Google Shape;17734;p45"/>
          <p:cNvGrpSpPr/>
          <p:nvPr/>
        </p:nvGrpSpPr>
        <p:grpSpPr>
          <a:xfrm>
            <a:off x="4871935" y="1316342"/>
            <a:ext cx="258503" cy="360890"/>
            <a:chOff x="4871935" y="1500990"/>
            <a:chExt cx="258503" cy="360890"/>
          </a:xfrm>
        </p:grpSpPr>
        <p:sp>
          <p:nvSpPr>
            <p:cNvPr id="17735" name="Google Shape;17735;p45"/>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6" name="Google Shape;17736;p45"/>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7" name="Google Shape;17737;p45"/>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8" name="Google Shape;17738;p4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9" name="Google Shape;17739;p4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0" name="Google Shape;17740;p4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1" name="Google Shape;17741;p4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2" name="Google Shape;17742;p45"/>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3" name="Google Shape;17743;p45"/>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4" name="Google Shape;17744;p45"/>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5" name="Google Shape;17745;p45"/>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6" name="Google Shape;17746;p45"/>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7" name="Google Shape;17747;p45"/>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8" name="Google Shape;17748;p45"/>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749" name="Google Shape;17749;p45"/>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750" name="Google Shape;17750;p45"/>
          <p:cNvGrpSpPr/>
          <p:nvPr/>
        </p:nvGrpSpPr>
        <p:grpSpPr>
          <a:xfrm>
            <a:off x="6265764" y="1316603"/>
            <a:ext cx="234983" cy="360628"/>
            <a:chOff x="6265764" y="1501251"/>
            <a:chExt cx="234983" cy="360628"/>
          </a:xfrm>
        </p:grpSpPr>
        <p:sp>
          <p:nvSpPr>
            <p:cNvPr id="17751" name="Google Shape;17751;p45"/>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2" name="Google Shape;17752;p45"/>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3" name="Google Shape;17753;p45"/>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4" name="Google Shape;17754;p4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5" name="Google Shape;17755;p4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6" name="Google Shape;17756;p45"/>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7" name="Google Shape;17757;p45"/>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8" name="Google Shape;17758;p45"/>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9" name="Google Shape;17759;p45"/>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0" name="Google Shape;17760;p45"/>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1" name="Google Shape;17761;p45"/>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2" name="Google Shape;17762;p45"/>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63" name="Google Shape;17763;p45"/>
          <p:cNvGrpSpPr/>
          <p:nvPr/>
        </p:nvGrpSpPr>
        <p:grpSpPr>
          <a:xfrm>
            <a:off x="6193639" y="3217351"/>
            <a:ext cx="360628" cy="238251"/>
            <a:chOff x="6193639" y="3401998"/>
            <a:chExt cx="360628" cy="238251"/>
          </a:xfrm>
        </p:grpSpPr>
        <p:sp>
          <p:nvSpPr>
            <p:cNvPr id="17764" name="Google Shape;17764;p45"/>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5" name="Google Shape;17765;p45"/>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6" name="Google Shape;17766;p45"/>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7" name="Google Shape;17767;p45"/>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8" name="Google Shape;17768;p45"/>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9" name="Google Shape;17769;p45"/>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0" name="Google Shape;17770;p45"/>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1" name="Google Shape;17771;p45"/>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2" name="Google Shape;17772;p45"/>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3" name="Google Shape;17773;p45"/>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4" name="Google Shape;17774;p45"/>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75" name="Google Shape;17775;p45"/>
          <p:cNvGrpSpPr/>
          <p:nvPr/>
        </p:nvGrpSpPr>
        <p:grpSpPr>
          <a:xfrm>
            <a:off x="5801625" y="1316603"/>
            <a:ext cx="246038" cy="360628"/>
            <a:chOff x="5801625" y="1501251"/>
            <a:chExt cx="246038" cy="360628"/>
          </a:xfrm>
        </p:grpSpPr>
        <p:sp>
          <p:nvSpPr>
            <p:cNvPr id="17776" name="Google Shape;17776;p45"/>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7" name="Google Shape;17777;p45"/>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8" name="Google Shape;17778;p45"/>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9" name="Google Shape;17779;p45"/>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0" name="Google Shape;17780;p45"/>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1" name="Google Shape;17781;p45"/>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2" name="Google Shape;17782;p45"/>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3" name="Google Shape;17783;p45"/>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4" name="Google Shape;17784;p45"/>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5" name="Google Shape;17785;p45"/>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6" name="Google Shape;17786;p45"/>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7" name="Google Shape;17787;p45"/>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8" name="Google Shape;17788;p45"/>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9" name="Google Shape;17789;p45"/>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0" name="Google Shape;17790;p45"/>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1" name="Google Shape;17791;p45"/>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2" name="Google Shape;17792;p45"/>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3" name="Google Shape;17793;p45"/>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4" name="Google Shape;17794;p45"/>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95" name="Google Shape;17795;p45"/>
          <p:cNvGrpSpPr/>
          <p:nvPr/>
        </p:nvGrpSpPr>
        <p:grpSpPr>
          <a:xfrm>
            <a:off x="6641680" y="1796814"/>
            <a:ext cx="352084" cy="360863"/>
            <a:chOff x="6641680" y="1981462"/>
            <a:chExt cx="352084" cy="360863"/>
          </a:xfrm>
        </p:grpSpPr>
        <p:sp>
          <p:nvSpPr>
            <p:cNvPr id="17796" name="Google Shape;17796;p45"/>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7" name="Google Shape;17797;p45"/>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8" name="Google Shape;17798;p45"/>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9" name="Google Shape;17799;p45"/>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0" name="Google Shape;17800;p45"/>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1" name="Google Shape;17801;p45"/>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2" name="Google Shape;17802;p45"/>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3" name="Google Shape;17803;p45"/>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4" name="Google Shape;17804;p45"/>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5" name="Google Shape;17805;p45"/>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6" name="Google Shape;17806;p45"/>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7" name="Google Shape;17807;p45"/>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8" name="Google Shape;17808;p45"/>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9" name="Google Shape;17809;p45"/>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0" name="Google Shape;17810;p45"/>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1" name="Google Shape;17811;p45"/>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2" name="Google Shape;17812;p45"/>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3" name="Google Shape;17813;p45"/>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4" name="Google Shape;17814;p45"/>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5" name="Google Shape;17815;p45"/>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6" name="Google Shape;17816;p45"/>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7" name="Google Shape;17817;p45"/>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8" name="Google Shape;17818;p45"/>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9" name="Google Shape;17819;p45"/>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0" name="Google Shape;17820;p45"/>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1" name="Google Shape;17821;p45"/>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2" name="Google Shape;17822;p45"/>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3" name="Google Shape;17823;p45"/>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824" name="Google Shape;17824;p45"/>
          <p:cNvGrpSpPr/>
          <p:nvPr/>
        </p:nvGrpSpPr>
        <p:grpSpPr>
          <a:xfrm>
            <a:off x="7205332" y="1316603"/>
            <a:ext cx="198032" cy="360629"/>
            <a:chOff x="7205332" y="1501251"/>
            <a:chExt cx="198032" cy="360629"/>
          </a:xfrm>
        </p:grpSpPr>
        <p:sp>
          <p:nvSpPr>
            <p:cNvPr id="17825" name="Google Shape;17825;p45"/>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6" name="Google Shape;17826;p45"/>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7" name="Google Shape;17827;p45"/>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8" name="Google Shape;17828;p45"/>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9" name="Google Shape;17829;p45"/>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0" name="Google Shape;17830;p45"/>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1" name="Google Shape;17831;p45"/>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2" name="Google Shape;17832;p45"/>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3" name="Google Shape;17833;p45"/>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4" name="Google Shape;17834;p45"/>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5" name="Google Shape;17835;p45"/>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6" name="Google Shape;17836;p45"/>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7" name="Google Shape;17837;p45"/>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8" name="Google Shape;17838;p45"/>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9" name="Google Shape;17839;p45"/>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0" name="Google Shape;17840;p45"/>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1" name="Google Shape;17841;p45"/>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2" name="Google Shape;17842;p45"/>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3" name="Google Shape;17843;p45"/>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4" name="Google Shape;17844;p45"/>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845" name="Google Shape;17845;p45"/>
          <p:cNvGrpSpPr/>
          <p:nvPr/>
        </p:nvGrpSpPr>
        <p:grpSpPr>
          <a:xfrm>
            <a:off x="7688313" y="1316603"/>
            <a:ext cx="153058" cy="360628"/>
            <a:chOff x="7688313" y="1501251"/>
            <a:chExt cx="153058" cy="360628"/>
          </a:xfrm>
        </p:grpSpPr>
        <p:sp>
          <p:nvSpPr>
            <p:cNvPr id="17846" name="Google Shape;17846;p45"/>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7" name="Google Shape;17847;p45"/>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8" name="Google Shape;17848;p45"/>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9" name="Google Shape;17849;p45"/>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0" name="Google Shape;17850;p45"/>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1" name="Google Shape;17851;p45"/>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2" name="Google Shape;17852;p45"/>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3" name="Google Shape;17853;p45"/>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4" name="Google Shape;17854;p45"/>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5" name="Google Shape;17855;p45"/>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6" name="Google Shape;17856;p45"/>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7" name="Google Shape;17857;p45"/>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8" name="Google Shape;17858;p45"/>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9" name="Google Shape;17859;p45"/>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0" name="Google Shape;17860;p45"/>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1" name="Google Shape;17861;p45"/>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862" name="Google Shape;17862;p45"/>
          <p:cNvGrpSpPr/>
          <p:nvPr/>
        </p:nvGrpSpPr>
        <p:grpSpPr>
          <a:xfrm>
            <a:off x="8150179" y="1316603"/>
            <a:ext cx="150810" cy="360629"/>
            <a:chOff x="8150179" y="1501251"/>
            <a:chExt cx="150810" cy="360629"/>
          </a:xfrm>
        </p:grpSpPr>
        <p:sp>
          <p:nvSpPr>
            <p:cNvPr id="17863" name="Google Shape;17863;p45"/>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4" name="Google Shape;17864;p45"/>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5" name="Google Shape;17865;p45"/>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6" name="Google Shape;17866;p45"/>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7" name="Google Shape;17867;p45"/>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8" name="Google Shape;17868;p45"/>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9" name="Google Shape;17869;p45"/>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0" name="Google Shape;17870;p45"/>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1" name="Google Shape;17871;p45"/>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872" name="Google Shape;17872;p45"/>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873" name="Google Shape;17873;p45"/>
          <p:cNvGrpSpPr/>
          <p:nvPr/>
        </p:nvGrpSpPr>
        <p:grpSpPr>
          <a:xfrm>
            <a:off x="4877867" y="2718298"/>
            <a:ext cx="170149" cy="360629"/>
            <a:chOff x="4877867" y="2902946"/>
            <a:chExt cx="170149" cy="360629"/>
          </a:xfrm>
        </p:grpSpPr>
        <p:sp>
          <p:nvSpPr>
            <p:cNvPr id="17874" name="Google Shape;17874;p45"/>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5" name="Google Shape;17875;p45"/>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6" name="Google Shape;17876;p45"/>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7" name="Google Shape;17877;p45"/>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8" name="Google Shape;17878;p45"/>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9" name="Google Shape;17879;p45"/>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0" name="Google Shape;17880;p45"/>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1" name="Google Shape;17881;p45"/>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2" name="Google Shape;17882;p45"/>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3" name="Google Shape;17883;p45"/>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4" name="Google Shape;17884;p45"/>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5" name="Google Shape;17885;p45"/>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6" name="Google Shape;17886;p45"/>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887" name="Google Shape;17887;p45"/>
          <p:cNvGrpSpPr/>
          <p:nvPr/>
        </p:nvGrpSpPr>
        <p:grpSpPr>
          <a:xfrm>
            <a:off x="6741689" y="1316028"/>
            <a:ext cx="207963" cy="361203"/>
            <a:chOff x="6741689" y="1500676"/>
            <a:chExt cx="207963" cy="361203"/>
          </a:xfrm>
        </p:grpSpPr>
        <p:sp>
          <p:nvSpPr>
            <p:cNvPr id="17888" name="Google Shape;17888;p45"/>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9" name="Google Shape;17889;p45"/>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0" name="Google Shape;17890;p45"/>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1" name="Google Shape;17891;p45"/>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2" name="Google Shape;17892;p45"/>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3" name="Google Shape;17893;p45"/>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4" name="Google Shape;17894;p45"/>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5" name="Google Shape;17895;p45"/>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6" name="Google Shape;17896;p45"/>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7" name="Google Shape;17897;p45"/>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8" name="Google Shape;17898;p45"/>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9" name="Google Shape;17899;p45"/>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0" name="Google Shape;17900;p45"/>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1" name="Google Shape;17901;p45"/>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2" name="Google Shape;17902;p45"/>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3" name="Google Shape;17903;p45"/>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4" name="Google Shape;17904;p45"/>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5" name="Google Shape;17905;p45"/>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6" name="Google Shape;17906;p45"/>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907" name="Google Shape;17907;p45"/>
          <p:cNvGrpSpPr/>
          <p:nvPr/>
        </p:nvGrpSpPr>
        <p:grpSpPr>
          <a:xfrm>
            <a:off x="5752627" y="3245757"/>
            <a:ext cx="360628" cy="181464"/>
            <a:chOff x="5752627" y="3430404"/>
            <a:chExt cx="360628" cy="181464"/>
          </a:xfrm>
        </p:grpSpPr>
        <p:sp>
          <p:nvSpPr>
            <p:cNvPr id="17908" name="Google Shape;17908;p45"/>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9" name="Google Shape;17909;p45"/>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0" name="Google Shape;17910;p45"/>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1" name="Google Shape;17911;p45"/>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2" name="Google Shape;17912;p45"/>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3" name="Google Shape;17913;p45"/>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4" name="Google Shape;17914;p45"/>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5" name="Google Shape;17915;p45"/>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6" name="Google Shape;17916;p45"/>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7" name="Google Shape;17917;p45"/>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8" name="Google Shape;17918;p45"/>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9" name="Google Shape;17919;p45"/>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0" name="Google Shape;17920;p45"/>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1" name="Google Shape;17921;p45"/>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2" name="Google Shape;17922;p45"/>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3" name="Google Shape;17923;p45"/>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4" name="Google Shape;17924;p45"/>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5" name="Google Shape;17925;p45"/>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6" name="Google Shape;17926;p45"/>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7" name="Google Shape;17927;p45"/>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8" name="Google Shape;17928;p45"/>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9" name="Google Shape;17929;p45"/>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0" name="Google Shape;17930;p45"/>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1" name="Google Shape;17931;p45"/>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2" name="Google Shape;17932;p45"/>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3" name="Google Shape;17933;p45"/>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4" name="Google Shape;17934;p45"/>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5" name="Google Shape;17935;p45"/>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936" name="Google Shape;17936;p45"/>
          <p:cNvGrpSpPr/>
          <p:nvPr/>
        </p:nvGrpSpPr>
        <p:grpSpPr>
          <a:xfrm>
            <a:off x="5235700" y="2718351"/>
            <a:ext cx="361909" cy="360759"/>
            <a:chOff x="5235700" y="2902998"/>
            <a:chExt cx="361909" cy="360759"/>
          </a:xfrm>
        </p:grpSpPr>
        <p:sp>
          <p:nvSpPr>
            <p:cNvPr id="17937" name="Google Shape;17937;p45"/>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8" name="Google Shape;17938;p45"/>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9" name="Google Shape;17939;p45"/>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0" name="Google Shape;17940;p45"/>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1" name="Google Shape;17941;p45"/>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2" name="Google Shape;17942;p45"/>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3" name="Google Shape;17943;p45"/>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944" name="Google Shape;17944;p45"/>
          <p:cNvGrpSpPr/>
          <p:nvPr/>
        </p:nvGrpSpPr>
        <p:grpSpPr>
          <a:xfrm>
            <a:off x="6634912" y="3210321"/>
            <a:ext cx="360367" cy="252309"/>
            <a:chOff x="6634912" y="3394969"/>
            <a:chExt cx="360367" cy="252309"/>
          </a:xfrm>
        </p:grpSpPr>
        <p:sp>
          <p:nvSpPr>
            <p:cNvPr id="17945" name="Google Shape;17945;p45"/>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6" name="Google Shape;17946;p45"/>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7" name="Google Shape;17947;p45"/>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8" name="Google Shape;17948;p45"/>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9" name="Google Shape;17949;p45"/>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0" name="Google Shape;17950;p45"/>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1" name="Google Shape;17951;p45"/>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2" name="Google Shape;17952;p45"/>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3" name="Google Shape;17953;p45"/>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4" name="Google Shape;17954;p45"/>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5" name="Google Shape;17955;p45"/>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6" name="Google Shape;17956;p45"/>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7" name="Google Shape;17957;p45"/>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958" name="Google Shape;17958;p45"/>
          <p:cNvGrpSpPr/>
          <p:nvPr/>
        </p:nvGrpSpPr>
        <p:grpSpPr>
          <a:xfrm>
            <a:off x="7059330" y="3156148"/>
            <a:ext cx="377170" cy="360655"/>
            <a:chOff x="7059330" y="3340796"/>
            <a:chExt cx="377170" cy="360655"/>
          </a:xfrm>
        </p:grpSpPr>
        <p:sp>
          <p:nvSpPr>
            <p:cNvPr id="17959" name="Google Shape;17959;p45"/>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0" name="Google Shape;17960;p45"/>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1" name="Google Shape;17961;p45"/>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2" name="Google Shape;17962;p45"/>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3" name="Google Shape;17963;p45"/>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4" name="Google Shape;17964;p45"/>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5" name="Google Shape;17965;p45"/>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6" name="Google Shape;17966;p45"/>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7" name="Google Shape;17967;p45"/>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8" name="Google Shape;17968;p45"/>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9" name="Google Shape;17969;p45"/>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0" name="Google Shape;17970;p45"/>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971" name="Google Shape;17971;p45"/>
          <p:cNvGrpSpPr/>
          <p:nvPr/>
        </p:nvGrpSpPr>
        <p:grpSpPr>
          <a:xfrm>
            <a:off x="7957948" y="3190983"/>
            <a:ext cx="360629" cy="291011"/>
            <a:chOff x="7957948" y="3375631"/>
            <a:chExt cx="360629" cy="291011"/>
          </a:xfrm>
        </p:grpSpPr>
        <p:sp>
          <p:nvSpPr>
            <p:cNvPr id="17972" name="Google Shape;17972;p45"/>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3" name="Google Shape;17973;p45"/>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4" name="Google Shape;17974;p45"/>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5" name="Google Shape;17975;p45"/>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6" name="Google Shape;17976;p45"/>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7" name="Google Shape;17977;p45"/>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8" name="Google Shape;17978;p45"/>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9" name="Google Shape;17979;p45"/>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0" name="Google Shape;17980;p45"/>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1" name="Google Shape;17981;p45"/>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2" name="Google Shape;17982;p45"/>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3" name="Google Shape;17983;p45"/>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4" name="Google Shape;17984;p45"/>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5" name="Google Shape;17985;p45"/>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6" name="Google Shape;17986;p45"/>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7" name="Google Shape;17987;p45"/>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8" name="Google Shape;17988;p45"/>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9" name="Google Shape;17989;p45"/>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990" name="Google Shape;17990;p45"/>
          <p:cNvGrpSpPr/>
          <p:nvPr/>
        </p:nvGrpSpPr>
        <p:grpSpPr>
          <a:xfrm>
            <a:off x="6198656" y="3683241"/>
            <a:ext cx="347562" cy="227954"/>
            <a:chOff x="6198656" y="3867888"/>
            <a:chExt cx="347562" cy="227954"/>
          </a:xfrm>
        </p:grpSpPr>
        <p:sp>
          <p:nvSpPr>
            <p:cNvPr id="17991" name="Google Shape;17991;p45"/>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2" name="Google Shape;17992;p45"/>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3" name="Google Shape;17993;p45"/>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4" name="Google Shape;17994;p45"/>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5" name="Google Shape;17995;p45"/>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6" name="Google Shape;17996;p45"/>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7" name="Google Shape;17997;p45"/>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8" name="Google Shape;17998;p45"/>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9" name="Google Shape;17999;p45"/>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0" name="Google Shape;18000;p45"/>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1" name="Google Shape;18001;p45"/>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02" name="Google Shape;18002;p45"/>
          <p:cNvGrpSpPr/>
          <p:nvPr/>
        </p:nvGrpSpPr>
        <p:grpSpPr>
          <a:xfrm>
            <a:off x="5706895" y="3634504"/>
            <a:ext cx="349391" cy="325455"/>
            <a:chOff x="5706895" y="3819151"/>
            <a:chExt cx="349391" cy="325455"/>
          </a:xfrm>
        </p:grpSpPr>
        <p:sp>
          <p:nvSpPr>
            <p:cNvPr id="18003" name="Google Shape;18003;p45"/>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4" name="Google Shape;18004;p45"/>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5" name="Google Shape;18005;p45"/>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6" name="Google Shape;18006;p45"/>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7" name="Google Shape;18007;p45"/>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8" name="Google Shape;18008;p45"/>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9" name="Google Shape;18009;p45"/>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0" name="Google Shape;18010;p45"/>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1" name="Google Shape;18011;p45"/>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2" name="Google Shape;18012;p45"/>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3" name="Google Shape;18013;p45"/>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4" name="Google Shape;18014;p45"/>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5" name="Google Shape;18015;p45"/>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6" name="Google Shape;18016;p45"/>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7" name="Google Shape;18017;p45"/>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18" name="Google Shape;18018;p45"/>
          <p:cNvGrpSpPr/>
          <p:nvPr/>
        </p:nvGrpSpPr>
        <p:grpSpPr>
          <a:xfrm>
            <a:off x="7648618" y="3156096"/>
            <a:ext cx="97265" cy="360393"/>
            <a:chOff x="7648618" y="3340744"/>
            <a:chExt cx="97265" cy="360393"/>
          </a:xfrm>
        </p:grpSpPr>
        <p:sp>
          <p:nvSpPr>
            <p:cNvPr id="18019" name="Google Shape;18019;p45"/>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0" name="Google Shape;18020;p45"/>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1" name="Google Shape;18021;p45"/>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22" name="Google Shape;18022;p45"/>
          <p:cNvGrpSpPr/>
          <p:nvPr/>
        </p:nvGrpSpPr>
        <p:grpSpPr>
          <a:xfrm>
            <a:off x="7164356" y="3606019"/>
            <a:ext cx="385507" cy="382502"/>
            <a:chOff x="7164356" y="3790667"/>
            <a:chExt cx="385507" cy="382502"/>
          </a:xfrm>
        </p:grpSpPr>
        <p:sp>
          <p:nvSpPr>
            <p:cNvPr id="18023" name="Google Shape;18023;p45"/>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4" name="Google Shape;18024;p45"/>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5" name="Google Shape;18025;p45"/>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6" name="Google Shape;18026;p45"/>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7" name="Google Shape;18027;p45"/>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8" name="Google Shape;18028;p45"/>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9" name="Google Shape;18029;p45"/>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0" name="Google Shape;18030;p45"/>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1" name="Google Shape;18031;p45"/>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2" name="Google Shape;18032;p45"/>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3" name="Google Shape;18033;p45"/>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4" name="Google Shape;18034;p45"/>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5" name="Google Shape;18035;p45"/>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6" name="Google Shape;18036;p45"/>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7" name="Google Shape;18037;p45"/>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8" name="Google Shape;18038;p45"/>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9" name="Google Shape;18039;p45"/>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0" name="Google Shape;18040;p45"/>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1" name="Google Shape;18041;p45"/>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2" name="Google Shape;18042;p45"/>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3" name="Google Shape;18043;p45"/>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4" name="Google Shape;18044;p45"/>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5" name="Google Shape;18045;p45"/>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6" name="Google Shape;18046;p45"/>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47" name="Google Shape;18047;p45"/>
          <p:cNvGrpSpPr/>
          <p:nvPr/>
        </p:nvGrpSpPr>
        <p:grpSpPr>
          <a:xfrm>
            <a:off x="6670400" y="3641821"/>
            <a:ext cx="387911" cy="310847"/>
            <a:chOff x="6670400" y="3826468"/>
            <a:chExt cx="387911" cy="310847"/>
          </a:xfrm>
        </p:grpSpPr>
        <p:sp>
          <p:nvSpPr>
            <p:cNvPr id="18048" name="Google Shape;18048;p45"/>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9" name="Google Shape;18049;p45"/>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0" name="Google Shape;18050;p45"/>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1" name="Google Shape;18051;p45"/>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2" name="Google Shape;18052;p45"/>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3" name="Google Shape;18053;p45"/>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4" name="Google Shape;18054;p45"/>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5" name="Google Shape;18055;p45"/>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6" name="Google Shape;18056;p45"/>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7" name="Google Shape;18057;p45"/>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8" name="Google Shape;18058;p45"/>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9" name="Google Shape;18059;p45"/>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0" name="Google Shape;18060;p45"/>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1" name="Google Shape;18061;p45"/>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2" name="Google Shape;18062;p45"/>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3" name="Google Shape;18063;p45"/>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4" name="Google Shape;18064;p45"/>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5" name="Google Shape;18065;p45"/>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66" name="Google Shape;18066;p45"/>
          <p:cNvGrpSpPr/>
          <p:nvPr/>
        </p:nvGrpSpPr>
        <p:grpSpPr>
          <a:xfrm>
            <a:off x="7662181" y="3618798"/>
            <a:ext cx="302823" cy="360497"/>
            <a:chOff x="7662181" y="3803446"/>
            <a:chExt cx="302823" cy="360497"/>
          </a:xfrm>
        </p:grpSpPr>
        <p:sp>
          <p:nvSpPr>
            <p:cNvPr id="18067" name="Google Shape;18067;p45"/>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8" name="Google Shape;18068;p45"/>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9" name="Google Shape;18069;p45"/>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0" name="Google Shape;18070;p45"/>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1" name="Google Shape;18071;p45"/>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2" name="Google Shape;18072;p45"/>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3" name="Google Shape;18073;p45"/>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4" name="Google Shape;18074;p45"/>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5" name="Google Shape;18075;p45"/>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6" name="Google Shape;18076;p45"/>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77" name="Google Shape;18077;p45"/>
          <p:cNvGrpSpPr/>
          <p:nvPr/>
        </p:nvGrpSpPr>
        <p:grpSpPr>
          <a:xfrm>
            <a:off x="5206562" y="3619347"/>
            <a:ext cx="363895" cy="355664"/>
            <a:chOff x="5206562" y="3803994"/>
            <a:chExt cx="363895" cy="355664"/>
          </a:xfrm>
        </p:grpSpPr>
        <p:sp>
          <p:nvSpPr>
            <p:cNvPr id="18078" name="Google Shape;18078;p45"/>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9" name="Google Shape;18079;p45"/>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0" name="Google Shape;18080;p45"/>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1" name="Google Shape;18081;p45"/>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2" name="Google Shape;18082;p45"/>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3" name="Google Shape;18083;p45"/>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4" name="Google Shape;18084;p45"/>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5" name="Google Shape;18085;p45"/>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6" name="Google Shape;18086;p45"/>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7" name="Google Shape;18087;p45"/>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8" name="Google Shape;18088;p45"/>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9" name="Google Shape;18089;p45"/>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0" name="Google Shape;18090;p45"/>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1" name="Google Shape;18091;p45"/>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092" name="Google Shape;18092;p45"/>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Creative Process Icons</a:t>
            </a:r>
            <a:endParaRPr b="0" i="0" sz="2400" u="none" cap="none" strike="noStrike">
              <a:solidFill>
                <a:srgbClr val="FFFFFF"/>
              </a:solidFill>
              <a:latin typeface="Arial"/>
              <a:ea typeface="Arial"/>
              <a:cs typeface="Arial"/>
              <a:sym typeface="Arial"/>
            </a:endParaRPr>
          </a:p>
        </p:txBody>
      </p:sp>
      <p:sp>
        <p:nvSpPr>
          <p:cNvPr id="18093" name="Google Shape;18093;p45"/>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Performing Arts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97" name="Shape 18097"/>
        <p:cNvGrpSpPr/>
        <p:nvPr/>
      </p:nvGrpSpPr>
      <p:grpSpPr>
        <a:xfrm>
          <a:off x="0" y="0"/>
          <a:ext cx="0" cy="0"/>
          <a:chOff x="0" y="0"/>
          <a:chExt cx="0" cy="0"/>
        </a:xfrm>
      </p:grpSpPr>
      <p:grpSp>
        <p:nvGrpSpPr>
          <p:cNvPr id="18098" name="Google Shape;18098;p46"/>
          <p:cNvGrpSpPr/>
          <p:nvPr/>
        </p:nvGrpSpPr>
        <p:grpSpPr>
          <a:xfrm>
            <a:off x="4682526" y="1512217"/>
            <a:ext cx="369947" cy="370131"/>
            <a:chOff x="4682526" y="1512217"/>
            <a:chExt cx="369947" cy="370131"/>
          </a:xfrm>
        </p:grpSpPr>
        <p:sp>
          <p:nvSpPr>
            <p:cNvPr id="18099" name="Google Shape;18099;p46"/>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0" name="Google Shape;18100;p46"/>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1" name="Google Shape;18101;p46"/>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2" name="Google Shape;18102;p46"/>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3" name="Google Shape;18103;p46"/>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4" name="Google Shape;18104;p46"/>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5" name="Google Shape;18105;p46"/>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6" name="Google Shape;18106;p46"/>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7" name="Google Shape;18107;p46"/>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8" name="Google Shape;18108;p46"/>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9" name="Google Shape;18109;p46"/>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0" name="Google Shape;18110;p46"/>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1" name="Google Shape;18111;p46"/>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2" name="Google Shape;18112;p46"/>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3" name="Google Shape;18113;p46"/>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14" name="Google Shape;18114;p46"/>
          <p:cNvGrpSpPr/>
          <p:nvPr/>
        </p:nvGrpSpPr>
        <p:grpSpPr>
          <a:xfrm>
            <a:off x="3592433" y="1980212"/>
            <a:ext cx="381542" cy="370079"/>
            <a:chOff x="3592433" y="1980212"/>
            <a:chExt cx="381542" cy="370079"/>
          </a:xfrm>
        </p:grpSpPr>
        <p:sp>
          <p:nvSpPr>
            <p:cNvPr id="18115" name="Google Shape;18115;p46"/>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6" name="Google Shape;18116;p46"/>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7" name="Google Shape;18117;p46"/>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8" name="Google Shape;18118;p46"/>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9" name="Google Shape;18119;p46"/>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0" name="Google Shape;18120;p46"/>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1" name="Google Shape;18121;p46"/>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2" name="Google Shape;18122;p46"/>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3" name="Google Shape;18123;p46"/>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4" name="Google Shape;18124;p46"/>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5" name="Google Shape;18125;p46"/>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6" name="Google Shape;18126;p46"/>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27" name="Google Shape;18127;p46"/>
          <p:cNvGrpSpPr/>
          <p:nvPr/>
        </p:nvGrpSpPr>
        <p:grpSpPr>
          <a:xfrm>
            <a:off x="1398582" y="2973490"/>
            <a:ext cx="371390" cy="235126"/>
            <a:chOff x="1398582" y="2973490"/>
            <a:chExt cx="371390" cy="235126"/>
          </a:xfrm>
        </p:grpSpPr>
        <p:sp>
          <p:nvSpPr>
            <p:cNvPr id="18128" name="Google Shape;18128;p46"/>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9" name="Google Shape;18129;p46"/>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0" name="Google Shape;18130;p46"/>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1" name="Google Shape;18131;p46"/>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2" name="Google Shape;18132;p46"/>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3" name="Google Shape;18133;p46"/>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4" name="Google Shape;18134;p46"/>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5" name="Google Shape;18135;p46"/>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6" name="Google Shape;18136;p46"/>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7" name="Google Shape;18137;p46"/>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8" name="Google Shape;18138;p46"/>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9" name="Google Shape;18139;p46"/>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0" name="Google Shape;18140;p46"/>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1" name="Google Shape;18141;p46"/>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2" name="Google Shape;18142;p46"/>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43" name="Google Shape;18143;p46"/>
          <p:cNvGrpSpPr/>
          <p:nvPr/>
        </p:nvGrpSpPr>
        <p:grpSpPr>
          <a:xfrm>
            <a:off x="850795" y="1512217"/>
            <a:ext cx="370132" cy="370131"/>
            <a:chOff x="850795" y="1512217"/>
            <a:chExt cx="370132" cy="370131"/>
          </a:xfrm>
        </p:grpSpPr>
        <p:sp>
          <p:nvSpPr>
            <p:cNvPr id="18144" name="Google Shape;18144;p46"/>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5" name="Google Shape;18145;p46"/>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6" name="Google Shape;18146;p46"/>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7" name="Google Shape;18147;p46"/>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8" name="Google Shape;18148;p46"/>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9" name="Google Shape;18149;p46"/>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0" name="Google Shape;18150;p46"/>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1" name="Google Shape;18151;p46"/>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2" name="Google Shape;18152;p46"/>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3" name="Google Shape;18153;p46"/>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4" name="Google Shape;18154;p46"/>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5" name="Google Shape;18155;p46"/>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6" name="Google Shape;18156;p46"/>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7" name="Google Shape;18157;p46"/>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8" name="Google Shape;18158;p46"/>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9" name="Google Shape;18159;p46"/>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0" name="Google Shape;18160;p46"/>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1" name="Google Shape;18161;p46"/>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62" name="Google Shape;18162;p46"/>
          <p:cNvGrpSpPr/>
          <p:nvPr/>
        </p:nvGrpSpPr>
        <p:grpSpPr>
          <a:xfrm>
            <a:off x="8038497" y="2906079"/>
            <a:ext cx="236568" cy="370105"/>
            <a:chOff x="8038497" y="2906079"/>
            <a:chExt cx="236568" cy="370105"/>
          </a:xfrm>
        </p:grpSpPr>
        <p:sp>
          <p:nvSpPr>
            <p:cNvPr id="18163" name="Google Shape;18163;p46"/>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4" name="Google Shape;18164;p46"/>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5" name="Google Shape;18165;p46"/>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6" name="Google Shape;18166;p46"/>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7" name="Google Shape;18167;p46"/>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8" name="Google Shape;18168;p46"/>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9" name="Google Shape;18169;p46"/>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70" name="Google Shape;18170;p46"/>
          <p:cNvGrpSpPr/>
          <p:nvPr/>
        </p:nvGrpSpPr>
        <p:grpSpPr>
          <a:xfrm>
            <a:off x="6324130" y="1566303"/>
            <a:ext cx="370630" cy="261801"/>
            <a:chOff x="6324130" y="1566303"/>
            <a:chExt cx="370630" cy="261801"/>
          </a:xfrm>
        </p:grpSpPr>
        <p:sp>
          <p:nvSpPr>
            <p:cNvPr id="18171" name="Google Shape;18171;p46"/>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2" name="Google Shape;18172;p46"/>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3" name="Google Shape;18173;p46"/>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4" name="Google Shape;18174;p46"/>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5" name="Google Shape;18175;p46"/>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6" name="Google Shape;18176;p46"/>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7" name="Google Shape;18177;p46"/>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8" name="Google Shape;18178;p46"/>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9" name="Google Shape;18179;p46"/>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0" name="Google Shape;18180;p46"/>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1" name="Google Shape;18181;p46"/>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2" name="Google Shape;18182;p46"/>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3" name="Google Shape;18183;p46"/>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4" name="Google Shape;18184;p46"/>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5" name="Google Shape;18185;p46"/>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6" name="Google Shape;18186;p46"/>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7" name="Google Shape;18187;p46"/>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88" name="Google Shape;18188;p46"/>
          <p:cNvGrpSpPr/>
          <p:nvPr/>
        </p:nvGrpSpPr>
        <p:grpSpPr>
          <a:xfrm>
            <a:off x="5232280" y="2026587"/>
            <a:ext cx="370840" cy="353214"/>
            <a:chOff x="5232280" y="2026587"/>
            <a:chExt cx="370840" cy="353214"/>
          </a:xfrm>
        </p:grpSpPr>
        <p:sp>
          <p:nvSpPr>
            <p:cNvPr id="18189" name="Google Shape;18189;p46"/>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0" name="Google Shape;18190;p46"/>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1" name="Google Shape;18191;p46"/>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2" name="Google Shape;18192;p46"/>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3" name="Google Shape;18193;p46"/>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4" name="Google Shape;18194;p46"/>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5" name="Google Shape;18195;p46"/>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6" name="Google Shape;18196;p46"/>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7" name="Google Shape;18197;p46"/>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8" name="Google Shape;18198;p46"/>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99" name="Google Shape;18199;p46"/>
          <p:cNvGrpSpPr/>
          <p:nvPr/>
        </p:nvGrpSpPr>
        <p:grpSpPr>
          <a:xfrm>
            <a:off x="7968961" y="2435329"/>
            <a:ext cx="379549" cy="365332"/>
            <a:chOff x="7968961" y="2435329"/>
            <a:chExt cx="379549" cy="365332"/>
          </a:xfrm>
        </p:grpSpPr>
        <p:sp>
          <p:nvSpPr>
            <p:cNvPr id="18200" name="Google Shape;18200;p46"/>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1" name="Google Shape;18201;p46"/>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2" name="Google Shape;18202;p46"/>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3" name="Google Shape;18203;p46"/>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4" name="Google Shape;18204;p46"/>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5" name="Google Shape;18205;p46"/>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06" name="Google Shape;18206;p46"/>
          <p:cNvGrpSpPr/>
          <p:nvPr/>
        </p:nvGrpSpPr>
        <p:grpSpPr>
          <a:xfrm>
            <a:off x="4136679" y="2115323"/>
            <a:ext cx="373306" cy="223218"/>
            <a:chOff x="4136679" y="2115323"/>
            <a:chExt cx="373306" cy="223218"/>
          </a:xfrm>
        </p:grpSpPr>
        <p:sp>
          <p:nvSpPr>
            <p:cNvPr id="18207" name="Google Shape;18207;p46"/>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8" name="Google Shape;18208;p46"/>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9" name="Google Shape;18209;p46"/>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0" name="Google Shape;18210;p46"/>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1" name="Google Shape;18211;p46"/>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2" name="Google Shape;18212;p46"/>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3" name="Google Shape;18213;p46"/>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4" name="Google Shape;18214;p46"/>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5" name="Google Shape;18215;p46"/>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6" name="Google Shape;18216;p46"/>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17" name="Google Shape;18217;p46"/>
          <p:cNvGrpSpPr/>
          <p:nvPr/>
        </p:nvGrpSpPr>
        <p:grpSpPr>
          <a:xfrm>
            <a:off x="7423823" y="2464077"/>
            <a:ext cx="372047" cy="307730"/>
            <a:chOff x="7423823" y="2464077"/>
            <a:chExt cx="372047" cy="307730"/>
          </a:xfrm>
        </p:grpSpPr>
        <p:sp>
          <p:nvSpPr>
            <p:cNvPr id="18218" name="Google Shape;18218;p46"/>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9" name="Google Shape;18219;p46"/>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0" name="Google Shape;18220;p46"/>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1" name="Google Shape;18221;p46"/>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2" name="Google Shape;18222;p46"/>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3" name="Google Shape;18223;p46"/>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4" name="Google Shape;18224;p46"/>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5" name="Google Shape;18225;p46"/>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6" name="Google Shape;18226;p46"/>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7" name="Google Shape;18227;p46"/>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8" name="Google Shape;18228;p46"/>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9" name="Google Shape;18229;p46"/>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0" name="Google Shape;18230;p46"/>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31" name="Google Shape;18231;p46"/>
          <p:cNvGrpSpPr/>
          <p:nvPr/>
        </p:nvGrpSpPr>
        <p:grpSpPr>
          <a:xfrm>
            <a:off x="3882511" y="3365156"/>
            <a:ext cx="295061" cy="370263"/>
            <a:chOff x="3882511" y="3365156"/>
            <a:chExt cx="295061" cy="370263"/>
          </a:xfrm>
        </p:grpSpPr>
        <p:sp>
          <p:nvSpPr>
            <p:cNvPr id="18232" name="Google Shape;18232;p46"/>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3" name="Google Shape;18233;p46"/>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4" name="Google Shape;18234;p46"/>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5" name="Google Shape;18235;p46"/>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6" name="Google Shape;18236;p46"/>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37" name="Google Shape;18237;p46"/>
          <p:cNvGrpSpPr/>
          <p:nvPr/>
        </p:nvGrpSpPr>
        <p:grpSpPr>
          <a:xfrm>
            <a:off x="5229788" y="1512217"/>
            <a:ext cx="370132" cy="370131"/>
            <a:chOff x="5229788" y="1512217"/>
            <a:chExt cx="370132" cy="370131"/>
          </a:xfrm>
        </p:grpSpPr>
        <p:sp>
          <p:nvSpPr>
            <p:cNvPr id="18238" name="Google Shape;18238;p46"/>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9" name="Google Shape;18239;p46"/>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0" name="Google Shape;18240;p46"/>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1" name="Google Shape;18241;p46"/>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2" name="Google Shape;18242;p46"/>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3" name="Google Shape;18243;p46"/>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4" name="Google Shape;18244;p46"/>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5" name="Google Shape;18245;p46"/>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6" name="Google Shape;18246;p46"/>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7" name="Google Shape;18247;p46"/>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8" name="Google Shape;18248;p46"/>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9" name="Google Shape;18249;p46"/>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0" name="Google Shape;18250;p46"/>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1" name="Google Shape;18251;p46"/>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2" name="Google Shape;18252;p46"/>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3" name="Google Shape;18253;p46"/>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4" name="Google Shape;18254;p46"/>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55" name="Google Shape;18255;p46"/>
          <p:cNvGrpSpPr/>
          <p:nvPr/>
        </p:nvGrpSpPr>
        <p:grpSpPr>
          <a:xfrm>
            <a:off x="6041869" y="3365392"/>
            <a:ext cx="373882" cy="370053"/>
            <a:chOff x="6041869" y="3365392"/>
            <a:chExt cx="373882" cy="370053"/>
          </a:xfrm>
        </p:grpSpPr>
        <p:sp>
          <p:nvSpPr>
            <p:cNvPr id="18256" name="Google Shape;18256;p46"/>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7" name="Google Shape;18257;p46"/>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8" name="Google Shape;18258;p46"/>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9" name="Google Shape;18259;p46"/>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0" name="Google Shape;18260;p46"/>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1" name="Google Shape;18261;p46"/>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2" name="Google Shape;18262;p46"/>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3" name="Google Shape;18263;p46"/>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4" name="Google Shape;18264;p46"/>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5" name="Google Shape;18265;p46"/>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66" name="Google Shape;18266;p46"/>
          <p:cNvGrpSpPr/>
          <p:nvPr/>
        </p:nvGrpSpPr>
        <p:grpSpPr>
          <a:xfrm>
            <a:off x="4684309" y="2087493"/>
            <a:ext cx="374748" cy="279140"/>
            <a:chOff x="4684309" y="2087493"/>
            <a:chExt cx="374748" cy="279140"/>
          </a:xfrm>
        </p:grpSpPr>
        <p:sp>
          <p:nvSpPr>
            <p:cNvPr id="18267" name="Google Shape;18267;p46"/>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8" name="Google Shape;18268;p46"/>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9" name="Google Shape;18269;p46"/>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0" name="Google Shape;18270;p46"/>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1" name="Google Shape;18271;p46"/>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2" name="Google Shape;18272;p46"/>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3" name="Google Shape;18273;p46"/>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4" name="Google Shape;18274;p46"/>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5" name="Google Shape;18275;p46"/>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6" name="Google Shape;18276;p46"/>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7" name="Google Shape;18277;p46"/>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8" name="Google Shape;18278;p46"/>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79" name="Google Shape;18279;p46"/>
          <p:cNvGrpSpPr/>
          <p:nvPr/>
        </p:nvGrpSpPr>
        <p:grpSpPr>
          <a:xfrm>
            <a:off x="7521110" y="2906131"/>
            <a:ext cx="175400" cy="370053"/>
            <a:chOff x="7521110" y="2906131"/>
            <a:chExt cx="175400" cy="370053"/>
          </a:xfrm>
        </p:grpSpPr>
        <p:sp>
          <p:nvSpPr>
            <p:cNvPr id="18280" name="Google Shape;18280;p46"/>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1" name="Google Shape;18281;p46"/>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2" name="Google Shape;18282;p46"/>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3" name="Google Shape;18283;p46"/>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4" name="Google Shape;18284;p46"/>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5" name="Google Shape;18285;p46"/>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6" name="Google Shape;18286;p46"/>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7" name="Google Shape;18287;p46"/>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8" name="Google Shape;18288;p46"/>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89" name="Google Shape;18289;p46"/>
          <p:cNvGrpSpPr/>
          <p:nvPr/>
        </p:nvGrpSpPr>
        <p:grpSpPr>
          <a:xfrm>
            <a:off x="3586925" y="1523286"/>
            <a:ext cx="371023" cy="347914"/>
            <a:chOff x="3586925" y="1523286"/>
            <a:chExt cx="371023" cy="347914"/>
          </a:xfrm>
        </p:grpSpPr>
        <p:sp>
          <p:nvSpPr>
            <p:cNvPr id="18290" name="Google Shape;18290;p46"/>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1" name="Google Shape;18291;p46"/>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2" name="Google Shape;18292;p46"/>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3" name="Google Shape;18293;p46"/>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4" name="Google Shape;18294;p46"/>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5" name="Google Shape;18295;p46"/>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6" name="Google Shape;18296;p46"/>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7" name="Google Shape;18297;p46"/>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8" name="Google Shape;18298;p46"/>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9" name="Google Shape;18299;p46"/>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0" name="Google Shape;18300;p46"/>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1" name="Google Shape;18301;p46"/>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2" name="Google Shape;18302;p46"/>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3" name="Google Shape;18303;p46"/>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4" name="Google Shape;18304;p46"/>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5" name="Google Shape;18305;p46"/>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6" name="Google Shape;18306;p46"/>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7" name="Google Shape;18307;p46"/>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8" name="Google Shape;18308;p46"/>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09" name="Google Shape;18309;p46"/>
          <p:cNvGrpSpPr/>
          <p:nvPr/>
        </p:nvGrpSpPr>
        <p:grpSpPr>
          <a:xfrm>
            <a:off x="6876009" y="2475461"/>
            <a:ext cx="370158" cy="285120"/>
            <a:chOff x="6876009" y="2475461"/>
            <a:chExt cx="370158" cy="285120"/>
          </a:xfrm>
        </p:grpSpPr>
        <p:sp>
          <p:nvSpPr>
            <p:cNvPr id="18310" name="Google Shape;18310;p46"/>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1" name="Google Shape;18311;p46"/>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2" name="Google Shape;18312;p46"/>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3" name="Google Shape;18313;p46"/>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4" name="Google Shape;18314;p46"/>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5" name="Google Shape;18315;p46"/>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6" name="Google Shape;18316;p46"/>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7" name="Google Shape;18317;p46"/>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8" name="Google Shape;18318;p46"/>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19" name="Google Shape;18319;p46"/>
          <p:cNvGrpSpPr/>
          <p:nvPr/>
        </p:nvGrpSpPr>
        <p:grpSpPr>
          <a:xfrm>
            <a:off x="6328222" y="2445847"/>
            <a:ext cx="370158" cy="344269"/>
            <a:chOff x="6328222" y="2445847"/>
            <a:chExt cx="370158" cy="344269"/>
          </a:xfrm>
        </p:grpSpPr>
        <p:sp>
          <p:nvSpPr>
            <p:cNvPr id="18320" name="Google Shape;18320;p46"/>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1" name="Google Shape;18321;p46"/>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2" name="Google Shape;18322;p46"/>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3" name="Google Shape;18323;p46"/>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4" name="Google Shape;18324;p46"/>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5" name="Google Shape;18325;p46"/>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6" name="Google Shape;18326;p46"/>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7" name="Google Shape;18327;p46"/>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28" name="Google Shape;18328;p46"/>
          <p:cNvGrpSpPr/>
          <p:nvPr/>
        </p:nvGrpSpPr>
        <p:grpSpPr>
          <a:xfrm>
            <a:off x="5249540" y="2432942"/>
            <a:ext cx="351639" cy="370185"/>
            <a:chOff x="5249540" y="2432942"/>
            <a:chExt cx="351639" cy="370185"/>
          </a:xfrm>
        </p:grpSpPr>
        <p:sp>
          <p:nvSpPr>
            <p:cNvPr id="18329" name="Google Shape;18329;p46"/>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0" name="Google Shape;18330;p46"/>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1" name="Google Shape;18331;p46"/>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2" name="Google Shape;18332;p46"/>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3" name="Google Shape;18333;p46"/>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4" name="Google Shape;18334;p46"/>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5" name="Google Shape;18335;p46"/>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36" name="Google Shape;18336;p46"/>
          <p:cNvGrpSpPr/>
          <p:nvPr/>
        </p:nvGrpSpPr>
        <p:grpSpPr>
          <a:xfrm>
            <a:off x="4137047" y="2482176"/>
            <a:ext cx="371102" cy="271585"/>
            <a:chOff x="4137047" y="2482176"/>
            <a:chExt cx="371102" cy="271585"/>
          </a:xfrm>
        </p:grpSpPr>
        <p:sp>
          <p:nvSpPr>
            <p:cNvPr id="18337" name="Google Shape;18337;p46"/>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8" name="Google Shape;18338;p46"/>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9" name="Google Shape;18339;p46"/>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0" name="Google Shape;18340;p46"/>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1" name="Google Shape;18341;p46"/>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2" name="Google Shape;18342;p46"/>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3" name="Google Shape;18343;p46"/>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4" name="Google Shape;18344;p46"/>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5" name="Google Shape;18345;p46"/>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6" name="Google Shape;18346;p46"/>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7" name="Google Shape;18347;p46"/>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48" name="Google Shape;18348;p46"/>
          <p:cNvGrpSpPr/>
          <p:nvPr/>
        </p:nvGrpSpPr>
        <p:grpSpPr>
          <a:xfrm>
            <a:off x="4686434" y="2432916"/>
            <a:ext cx="367377" cy="370079"/>
            <a:chOff x="4686434" y="2432916"/>
            <a:chExt cx="367377" cy="370079"/>
          </a:xfrm>
        </p:grpSpPr>
        <p:sp>
          <p:nvSpPr>
            <p:cNvPr id="18349" name="Google Shape;18349;p46"/>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0" name="Google Shape;18350;p46"/>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1" name="Google Shape;18351;p46"/>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2" name="Google Shape;18352;p46"/>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3" name="Google Shape;18353;p46"/>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4" name="Google Shape;18354;p46"/>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5" name="Google Shape;18355;p46"/>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6" name="Google Shape;18356;p46"/>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7" name="Google Shape;18357;p46"/>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8" name="Google Shape;18358;p46"/>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9" name="Google Shape;18359;p46"/>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60" name="Google Shape;18360;p46"/>
          <p:cNvGrpSpPr/>
          <p:nvPr/>
        </p:nvGrpSpPr>
        <p:grpSpPr>
          <a:xfrm>
            <a:off x="6328222" y="2056306"/>
            <a:ext cx="372099" cy="293986"/>
            <a:chOff x="6328222" y="2056306"/>
            <a:chExt cx="372099" cy="293986"/>
          </a:xfrm>
        </p:grpSpPr>
        <p:sp>
          <p:nvSpPr>
            <p:cNvPr id="18361" name="Google Shape;18361;p46"/>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2" name="Google Shape;18362;p46"/>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3" name="Google Shape;18363;p46"/>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4" name="Google Shape;18364;p46"/>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5" name="Google Shape;18365;p46"/>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6" name="Google Shape;18366;p46"/>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7" name="Google Shape;18367;p46"/>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8" name="Google Shape;18368;p46"/>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9" name="Google Shape;18369;p46"/>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70" name="Google Shape;18370;p46"/>
          <p:cNvGrpSpPr/>
          <p:nvPr/>
        </p:nvGrpSpPr>
        <p:grpSpPr>
          <a:xfrm>
            <a:off x="5789327" y="2432968"/>
            <a:ext cx="352531" cy="370132"/>
            <a:chOff x="5789327" y="2432968"/>
            <a:chExt cx="352531" cy="370132"/>
          </a:xfrm>
        </p:grpSpPr>
        <p:sp>
          <p:nvSpPr>
            <p:cNvPr id="18371" name="Google Shape;18371;p46"/>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2" name="Google Shape;18372;p46"/>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3" name="Google Shape;18373;p46"/>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4" name="Google Shape;18374;p46"/>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5" name="Google Shape;18375;p46"/>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6" name="Google Shape;18376;p46"/>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7" name="Google Shape;18377;p46"/>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8" name="Google Shape;18378;p46"/>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9" name="Google Shape;18379;p46"/>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0" name="Google Shape;18380;p46"/>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81" name="Google Shape;18381;p46"/>
          <p:cNvGrpSpPr/>
          <p:nvPr/>
        </p:nvGrpSpPr>
        <p:grpSpPr>
          <a:xfrm>
            <a:off x="874612" y="1980134"/>
            <a:ext cx="322314" cy="370158"/>
            <a:chOff x="874612" y="1980134"/>
            <a:chExt cx="322314" cy="370158"/>
          </a:xfrm>
        </p:grpSpPr>
        <p:sp>
          <p:nvSpPr>
            <p:cNvPr id="18382" name="Google Shape;18382;p46"/>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3" name="Google Shape;18383;p46"/>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4" name="Google Shape;18384;p46"/>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5" name="Google Shape;18385;p46"/>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6" name="Google Shape;18386;p46"/>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7" name="Google Shape;18387;p46"/>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8" name="Google Shape;18388;p46"/>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9" name="Google Shape;18389;p46"/>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0" name="Google Shape;18390;p46"/>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1" name="Google Shape;18391;p46"/>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2" name="Google Shape;18392;p46"/>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3" name="Google Shape;18393;p46"/>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4" name="Google Shape;18394;p46"/>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5" name="Google Shape;18395;p46"/>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6" name="Google Shape;18396;p46"/>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7" name="Google Shape;18397;p46"/>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8" name="Google Shape;18398;p46"/>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99" name="Google Shape;18399;p46"/>
          <p:cNvGrpSpPr/>
          <p:nvPr/>
        </p:nvGrpSpPr>
        <p:grpSpPr>
          <a:xfrm>
            <a:off x="3039662" y="2514780"/>
            <a:ext cx="374224" cy="329763"/>
            <a:chOff x="3039662" y="2514780"/>
            <a:chExt cx="374224" cy="329763"/>
          </a:xfrm>
        </p:grpSpPr>
        <p:sp>
          <p:nvSpPr>
            <p:cNvPr id="18400" name="Google Shape;18400;p46"/>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1" name="Google Shape;18401;p46"/>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2" name="Google Shape;18402;p46"/>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3" name="Google Shape;18403;p46"/>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4" name="Google Shape;18404;p46"/>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5" name="Google Shape;18405;p46"/>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6" name="Google Shape;18406;p46"/>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7" name="Google Shape;18407;p46"/>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8" name="Google Shape;18408;p46"/>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9" name="Google Shape;18409;p46"/>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0" name="Google Shape;18410;p46"/>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1" name="Google Shape;18411;p46"/>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2" name="Google Shape;18412;p46"/>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3" name="Google Shape;18413;p46"/>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4" name="Google Shape;18414;p46"/>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5" name="Google Shape;18415;p46"/>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6" name="Google Shape;18416;p46"/>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7" name="Google Shape;18417;p46"/>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18" name="Google Shape;18418;p46"/>
          <p:cNvGrpSpPr/>
          <p:nvPr/>
        </p:nvGrpSpPr>
        <p:grpSpPr>
          <a:xfrm>
            <a:off x="1946369" y="2563122"/>
            <a:ext cx="374067" cy="233394"/>
            <a:chOff x="1946369" y="2563122"/>
            <a:chExt cx="374067" cy="233394"/>
          </a:xfrm>
        </p:grpSpPr>
        <p:sp>
          <p:nvSpPr>
            <p:cNvPr id="18419" name="Google Shape;18419;p46"/>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0" name="Google Shape;18420;p46"/>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1" name="Google Shape;18421;p46"/>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2" name="Google Shape;18422;p46"/>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3" name="Google Shape;18423;p46"/>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4" name="Google Shape;18424;p46"/>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5" name="Google Shape;18425;p46"/>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6" name="Google Shape;18426;p46"/>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27" name="Google Shape;18427;p46"/>
          <p:cNvGrpSpPr/>
          <p:nvPr/>
        </p:nvGrpSpPr>
        <p:grpSpPr>
          <a:xfrm>
            <a:off x="4135263" y="2906184"/>
            <a:ext cx="374040" cy="370184"/>
            <a:chOff x="4135263" y="2906184"/>
            <a:chExt cx="374040" cy="370184"/>
          </a:xfrm>
        </p:grpSpPr>
        <p:sp>
          <p:nvSpPr>
            <p:cNvPr id="18428" name="Google Shape;18428;p46"/>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9" name="Google Shape;18429;p46"/>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0" name="Google Shape;18430;p46"/>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31" name="Google Shape;18431;p46"/>
          <p:cNvGrpSpPr/>
          <p:nvPr/>
        </p:nvGrpSpPr>
        <p:grpSpPr>
          <a:xfrm>
            <a:off x="4683601" y="2906184"/>
            <a:ext cx="372676" cy="370184"/>
            <a:chOff x="4683601" y="2906184"/>
            <a:chExt cx="372676" cy="370184"/>
          </a:xfrm>
        </p:grpSpPr>
        <p:sp>
          <p:nvSpPr>
            <p:cNvPr id="18432" name="Google Shape;18432;p46"/>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3" name="Google Shape;18433;p46"/>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4" name="Google Shape;18434;p46"/>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5" name="Google Shape;18435;p46"/>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6" name="Google Shape;18436;p46"/>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7" name="Google Shape;18437;p46"/>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38" name="Google Shape;18438;p46"/>
          <p:cNvGrpSpPr/>
          <p:nvPr/>
        </p:nvGrpSpPr>
        <p:grpSpPr>
          <a:xfrm>
            <a:off x="870808" y="2906053"/>
            <a:ext cx="329134" cy="370131"/>
            <a:chOff x="870808" y="2906053"/>
            <a:chExt cx="329134" cy="370131"/>
          </a:xfrm>
        </p:grpSpPr>
        <p:sp>
          <p:nvSpPr>
            <p:cNvPr id="18439" name="Google Shape;18439;p46"/>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0" name="Google Shape;18440;p46"/>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1" name="Google Shape;18441;p46"/>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2" name="Google Shape;18442;p46"/>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3" name="Google Shape;18443;p46"/>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4" name="Google Shape;18444;p46"/>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5" name="Google Shape;18445;p46"/>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6" name="Google Shape;18446;p46"/>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7" name="Google Shape;18447;p46"/>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8" name="Google Shape;18448;p46"/>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9" name="Google Shape;18449;p46"/>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0" name="Google Shape;18450;p46"/>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1" name="Google Shape;18451;p46"/>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2" name="Google Shape;18452;p46"/>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3" name="Google Shape;18453;p46"/>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4" name="Google Shape;18454;p46"/>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5" name="Google Shape;18455;p46"/>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6" name="Google Shape;18456;p46"/>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7" name="Google Shape;18457;p46"/>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58" name="Google Shape;18458;p46"/>
          <p:cNvGrpSpPr/>
          <p:nvPr/>
        </p:nvGrpSpPr>
        <p:grpSpPr>
          <a:xfrm>
            <a:off x="1943878" y="2909069"/>
            <a:ext cx="374774" cy="364283"/>
            <a:chOff x="1943878" y="2909069"/>
            <a:chExt cx="374774" cy="364283"/>
          </a:xfrm>
        </p:grpSpPr>
        <p:sp>
          <p:nvSpPr>
            <p:cNvPr id="18459" name="Google Shape;18459;p46"/>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0" name="Google Shape;18460;p46"/>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1" name="Google Shape;18461;p46"/>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2" name="Google Shape;18462;p46"/>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3" name="Google Shape;18463;p46"/>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4" name="Google Shape;18464;p46"/>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5" name="Google Shape;18465;p46"/>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6" name="Google Shape;18466;p46"/>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7" name="Google Shape;18467;p46"/>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8" name="Google Shape;18468;p46"/>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9" name="Google Shape;18469;p46"/>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0" name="Google Shape;18470;p46"/>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1" name="Google Shape;18471;p46"/>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2" name="Google Shape;18472;p46"/>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3" name="Google Shape;18473;p46"/>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4" name="Google Shape;18474;p46"/>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5" name="Google Shape;18475;p46"/>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6" name="Google Shape;18476;p46"/>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7" name="Google Shape;18477;p46"/>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8" name="Google Shape;18478;p46"/>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9" name="Google Shape;18479;p46"/>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80" name="Google Shape;18480;p46"/>
          <p:cNvGrpSpPr/>
          <p:nvPr/>
        </p:nvGrpSpPr>
        <p:grpSpPr>
          <a:xfrm>
            <a:off x="1128072" y="3365261"/>
            <a:ext cx="328872" cy="370158"/>
            <a:chOff x="1128072" y="3365261"/>
            <a:chExt cx="328872" cy="370158"/>
          </a:xfrm>
        </p:grpSpPr>
        <p:sp>
          <p:nvSpPr>
            <p:cNvPr id="18481" name="Google Shape;18481;p46"/>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2" name="Google Shape;18482;p46"/>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3" name="Google Shape;18483;p46"/>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4" name="Google Shape;18484;p46"/>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5" name="Google Shape;18485;p46"/>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6" name="Google Shape;18486;p46"/>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7" name="Google Shape;18487;p46"/>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8" name="Google Shape;18488;p46"/>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9" name="Google Shape;18489;p46"/>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0" name="Google Shape;18490;p46"/>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1" name="Google Shape;18491;p46"/>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2" name="Google Shape;18492;p46"/>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3" name="Google Shape;18493;p46"/>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4" name="Google Shape;18494;p46"/>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5" name="Google Shape;18495;p46"/>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6" name="Google Shape;18496;p46"/>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7" name="Google Shape;18497;p46"/>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8" name="Google Shape;18498;p46"/>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9" name="Google Shape;18499;p46"/>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0" name="Google Shape;18500;p46"/>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1" name="Google Shape;18501;p46"/>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2" name="Google Shape;18502;p46"/>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3" name="Google Shape;18503;p46"/>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4" name="Google Shape;18504;p46"/>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5" name="Google Shape;18505;p46"/>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6" name="Google Shape;18506;p46"/>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7" name="Google Shape;18507;p46"/>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8" name="Google Shape;18508;p46"/>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9" name="Google Shape;18509;p46"/>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0" name="Google Shape;18510;p46"/>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1" name="Google Shape;18511;p46"/>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2" name="Google Shape;18512;p46"/>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3" name="Google Shape;18513;p46"/>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4" name="Google Shape;18514;p46"/>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5" name="Google Shape;18515;p46"/>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6" name="Google Shape;18516;p46"/>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7" name="Google Shape;18517;p46"/>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8" name="Google Shape;18518;p46"/>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9" name="Google Shape;18519;p46"/>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0" name="Google Shape;18520;p46"/>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1" name="Google Shape;18521;p46"/>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2" name="Google Shape;18522;p46"/>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3" name="Google Shape;18523;p46"/>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4" name="Google Shape;18524;p46"/>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25" name="Google Shape;18525;p46"/>
          <p:cNvGrpSpPr/>
          <p:nvPr/>
        </p:nvGrpSpPr>
        <p:grpSpPr>
          <a:xfrm>
            <a:off x="5776868" y="1515181"/>
            <a:ext cx="370865" cy="364151"/>
            <a:chOff x="5776868" y="1515181"/>
            <a:chExt cx="370865" cy="364151"/>
          </a:xfrm>
        </p:grpSpPr>
        <p:sp>
          <p:nvSpPr>
            <p:cNvPr id="18526" name="Google Shape;18526;p46"/>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7" name="Google Shape;18527;p46"/>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8" name="Google Shape;18528;p46"/>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9" name="Google Shape;18529;p46"/>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0" name="Google Shape;18530;p46"/>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1" name="Google Shape;18531;p46"/>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2" name="Google Shape;18532;p46"/>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3" name="Google Shape;18533;p46"/>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4" name="Google Shape;18534;p46"/>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5" name="Google Shape;18535;p46"/>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6" name="Google Shape;18536;p46"/>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7" name="Google Shape;18537;p46"/>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8" name="Google Shape;18538;p46"/>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9" name="Google Shape;18539;p46"/>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0" name="Google Shape;18540;p46"/>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1" name="Google Shape;18541;p46"/>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2" name="Google Shape;18542;p46"/>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43" name="Google Shape;18543;p46"/>
          <p:cNvGrpSpPr/>
          <p:nvPr/>
        </p:nvGrpSpPr>
        <p:grpSpPr>
          <a:xfrm>
            <a:off x="3577849" y="2432942"/>
            <a:ext cx="393660" cy="370080"/>
            <a:chOff x="3577849" y="2432942"/>
            <a:chExt cx="393660" cy="370080"/>
          </a:xfrm>
        </p:grpSpPr>
        <p:sp>
          <p:nvSpPr>
            <p:cNvPr id="18544" name="Google Shape;18544;p46"/>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5" name="Google Shape;18545;p46"/>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6" name="Google Shape;18546;p46"/>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7" name="Google Shape;18547;p46"/>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8" name="Google Shape;18548;p46"/>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9" name="Google Shape;18549;p46"/>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0" name="Google Shape;18550;p46"/>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1" name="Google Shape;18551;p46"/>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2" name="Google Shape;18552;p46"/>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3" name="Google Shape;18553;p46"/>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54" name="Google Shape;18554;p46"/>
          <p:cNvGrpSpPr/>
          <p:nvPr/>
        </p:nvGrpSpPr>
        <p:grpSpPr>
          <a:xfrm>
            <a:off x="2493999" y="2927037"/>
            <a:ext cx="370132" cy="328164"/>
            <a:chOff x="2493999" y="2927037"/>
            <a:chExt cx="370132" cy="328164"/>
          </a:xfrm>
        </p:grpSpPr>
        <p:sp>
          <p:nvSpPr>
            <p:cNvPr id="18555" name="Google Shape;18555;p46"/>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6" name="Google Shape;18556;p46"/>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7" name="Google Shape;18557;p46"/>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8" name="Google Shape;18558;p46"/>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9" name="Google Shape;18559;p46"/>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0" name="Google Shape;18560;p46"/>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1" name="Google Shape;18561;p46"/>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2" name="Google Shape;18562;p46"/>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3" name="Google Shape;18563;p46"/>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4" name="Google Shape;18564;p46"/>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5" name="Google Shape;18565;p46"/>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6" name="Google Shape;18566;p46"/>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67" name="Google Shape;18567;p46"/>
          <p:cNvGrpSpPr/>
          <p:nvPr/>
        </p:nvGrpSpPr>
        <p:grpSpPr>
          <a:xfrm>
            <a:off x="3589417" y="2950696"/>
            <a:ext cx="370315" cy="281029"/>
            <a:chOff x="3589417" y="2950696"/>
            <a:chExt cx="370315" cy="281029"/>
          </a:xfrm>
        </p:grpSpPr>
        <p:sp>
          <p:nvSpPr>
            <p:cNvPr id="18568" name="Google Shape;18568;p46"/>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9" name="Google Shape;18569;p46"/>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0" name="Google Shape;18570;p46"/>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1" name="Google Shape;18571;p46"/>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2" name="Google Shape;18572;p46"/>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3" name="Google Shape;18573;p46"/>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4" name="Google Shape;18574;p46"/>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5" name="Google Shape;18575;p46"/>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6" name="Google Shape;18576;p46"/>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7" name="Google Shape;18577;p46"/>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8" name="Google Shape;18578;p46"/>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9" name="Google Shape;18579;p46"/>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0" name="Google Shape;18580;p46"/>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1" name="Google Shape;18581;p46"/>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2" name="Google Shape;18582;p46"/>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3" name="Google Shape;18583;p46"/>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4" name="Google Shape;18584;p46"/>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5" name="Google Shape;18585;p46"/>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6" name="Google Shape;18586;p46"/>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7" name="Google Shape;18587;p46"/>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88" name="Google Shape;18588;p46"/>
          <p:cNvGrpSpPr/>
          <p:nvPr/>
        </p:nvGrpSpPr>
        <p:grpSpPr>
          <a:xfrm>
            <a:off x="3032711" y="2911718"/>
            <a:ext cx="396125" cy="359063"/>
            <a:chOff x="3032711" y="2911718"/>
            <a:chExt cx="396125" cy="359063"/>
          </a:xfrm>
        </p:grpSpPr>
        <p:sp>
          <p:nvSpPr>
            <p:cNvPr id="18589" name="Google Shape;18589;p46"/>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0" name="Google Shape;18590;p46"/>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1" name="Google Shape;18591;p46"/>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2" name="Google Shape;18592;p46"/>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3" name="Google Shape;18593;p46"/>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4" name="Google Shape;18594;p46"/>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5" name="Google Shape;18595;p46"/>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6" name="Google Shape;18596;p46"/>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7" name="Google Shape;18597;p46"/>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8" name="Google Shape;18598;p46"/>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9" name="Google Shape;18599;p46"/>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0" name="Google Shape;18600;p46"/>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601" name="Google Shape;18601;p46"/>
          <p:cNvGrpSpPr/>
          <p:nvPr/>
        </p:nvGrpSpPr>
        <p:grpSpPr>
          <a:xfrm>
            <a:off x="7417764" y="1513397"/>
            <a:ext cx="373175" cy="367692"/>
            <a:chOff x="7417764" y="1513397"/>
            <a:chExt cx="373175" cy="367692"/>
          </a:xfrm>
        </p:grpSpPr>
        <p:sp>
          <p:nvSpPr>
            <p:cNvPr id="18602" name="Google Shape;18602;p46"/>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3" name="Google Shape;18603;p46"/>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4" name="Google Shape;18604;p46"/>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5" name="Google Shape;18605;p46"/>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6" name="Google Shape;18606;p46"/>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7" name="Google Shape;18607;p46"/>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8" name="Google Shape;18608;p46"/>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9" name="Google Shape;18609;p46"/>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0" name="Google Shape;18610;p46"/>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1" name="Google Shape;18611;p46"/>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2" name="Google Shape;18612;p46"/>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3" name="Google Shape;18613;p46"/>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4" name="Google Shape;18614;p46"/>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5" name="Google Shape;18615;p46"/>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6" name="Google Shape;18616;p46"/>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7" name="Google Shape;18617;p46"/>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8" name="Google Shape;18618;p46"/>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9" name="Google Shape;18619;p46"/>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0" name="Google Shape;18620;p46"/>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621" name="Google Shape;18621;p46"/>
          <p:cNvGrpSpPr/>
          <p:nvPr/>
        </p:nvGrpSpPr>
        <p:grpSpPr>
          <a:xfrm>
            <a:off x="6871944" y="1514368"/>
            <a:ext cx="370132" cy="365672"/>
            <a:chOff x="6871944" y="1514368"/>
            <a:chExt cx="370132" cy="365672"/>
          </a:xfrm>
        </p:grpSpPr>
        <p:sp>
          <p:nvSpPr>
            <p:cNvPr id="18622" name="Google Shape;18622;p46"/>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3" name="Google Shape;18623;p46"/>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4" name="Google Shape;18624;p46"/>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5" name="Google Shape;18625;p46"/>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6" name="Google Shape;18626;p46"/>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7" name="Google Shape;18627;p46"/>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8" name="Google Shape;18628;p46"/>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9" name="Google Shape;18629;p46"/>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0" name="Google Shape;18630;p46"/>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1" name="Google Shape;18631;p46"/>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2" name="Google Shape;18632;p46"/>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3" name="Google Shape;18633;p46"/>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4" name="Google Shape;18634;p46"/>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5" name="Google Shape;18635;p46"/>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6" name="Google Shape;18636;p46"/>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7" name="Google Shape;18637;p46"/>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8" name="Google Shape;18638;p46"/>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9" name="Google Shape;18639;p46"/>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640" name="Google Shape;18640;p46"/>
          <p:cNvGrpSpPr/>
          <p:nvPr/>
        </p:nvGrpSpPr>
        <p:grpSpPr>
          <a:xfrm>
            <a:off x="6561931" y="3365261"/>
            <a:ext cx="400375" cy="370185"/>
            <a:chOff x="6561931" y="3365261"/>
            <a:chExt cx="400375" cy="370185"/>
          </a:xfrm>
        </p:grpSpPr>
        <p:sp>
          <p:nvSpPr>
            <p:cNvPr id="18641" name="Google Shape;18641;p46"/>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2" name="Google Shape;18642;p46"/>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3" name="Google Shape;18643;p46"/>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4" name="Google Shape;18644;p46"/>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5" name="Google Shape;18645;p46"/>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6" name="Google Shape;18646;p46"/>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7" name="Google Shape;18647;p46"/>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8" name="Google Shape;18648;p46"/>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9" name="Google Shape;18649;p46"/>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0" name="Google Shape;18650;p46"/>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1" name="Google Shape;18651;p46"/>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2" name="Google Shape;18652;p46"/>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653" name="Google Shape;18653;p46"/>
          <p:cNvGrpSpPr/>
          <p:nvPr/>
        </p:nvGrpSpPr>
        <p:grpSpPr>
          <a:xfrm>
            <a:off x="1942120" y="1985852"/>
            <a:ext cx="378316" cy="358695"/>
            <a:chOff x="1942120" y="1985852"/>
            <a:chExt cx="378316" cy="358695"/>
          </a:xfrm>
        </p:grpSpPr>
        <p:sp>
          <p:nvSpPr>
            <p:cNvPr id="18654" name="Google Shape;18654;p46"/>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5" name="Google Shape;18655;p46"/>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6" name="Google Shape;18656;p46"/>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7" name="Google Shape;18657;p46"/>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8" name="Google Shape;18658;p46"/>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9" name="Google Shape;18659;p46"/>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0" name="Google Shape;18660;p46"/>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1" name="Google Shape;18661;p46"/>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2" name="Google Shape;18662;p46"/>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3" name="Google Shape;18663;p46"/>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4" name="Google Shape;18664;p46"/>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5" name="Google Shape;18665;p46"/>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6" name="Google Shape;18666;p46"/>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7" name="Google Shape;18667;p46"/>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8" name="Google Shape;18668;p46"/>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9" name="Google Shape;18669;p46"/>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0" name="Google Shape;18670;p46"/>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1" name="Google Shape;18671;p46"/>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2" name="Google Shape;18672;p46"/>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3" name="Google Shape;18673;p46"/>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674" name="Google Shape;18674;p46"/>
          <p:cNvGrpSpPr/>
          <p:nvPr/>
        </p:nvGrpSpPr>
        <p:grpSpPr>
          <a:xfrm>
            <a:off x="1401415" y="2429218"/>
            <a:ext cx="364282" cy="374196"/>
            <a:chOff x="1401415" y="2429218"/>
            <a:chExt cx="364282" cy="374196"/>
          </a:xfrm>
        </p:grpSpPr>
        <p:sp>
          <p:nvSpPr>
            <p:cNvPr id="18675" name="Google Shape;18675;p46"/>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6" name="Google Shape;18676;p46"/>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7" name="Google Shape;18677;p46"/>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8" name="Google Shape;18678;p46"/>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9" name="Google Shape;18679;p46"/>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0" name="Google Shape;18680;p46"/>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1" name="Google Shape;18681;p46"/>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2" name="Google Shape;18682;p46"/>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3" name="Google Shape;18683;p46"/>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4" name="Google Shape;18684;p46"/>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5" name="Google Shape;18685;p46"/>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6" name="Google Shape;18686;p46"/>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7" name="Google Shape;18687;p46"/>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8" name="Google Shape;18688;p46"/>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9" name="Google Shape;18689;p46"/>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690" name="Google Shape;18690;p46"/>
          <p:cNvGrpSpPr/>
          <p:nvPr/>
        </p:nvGrpSpPr>
        <p:grpSpPr>
          <a:xfrm>
            <a:off x="7110427" y="3365261"/>
            <a:ext cx="400401" cy="370185"/>
            <a:chOff x="7110427" y="3365261"/>
            <a:chExt cx="400401" cy="370185"/>
          </a:xfrm>
        </p:grpSpPr>
        <p:sp>
          <p:nvSpPr>
            <p:cNvPr id="18691" name="Google Shape;18691;p46"/>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2" name="Google Shape;18692;p46"/>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3" name="Google Shape;18693;p46"/>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4" name="Google Shape;18694;p46"/>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5" name="Google Shape;18695;p46"/>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6" name="Google Shape;18696;p46"/>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7" name="Google Shape;18697;p46"/>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698" name="Google Shape;18698;p46"/>
          <p:cNvGrpSpPr/>
          <p:nvPr/>
        </p:nvGrpSpPr>
        <p:grpSpPr>
          <a:xfrm>
            <a:off x="7658949" y="3363137"/>
            <a:ext cx="400375" cy="370132"/>
            <a:chOff x="7658949" y="3363137"/>
            <a:chExt cx="400375" cy="370132"/>
          </a:xfrm>
        </p:grpSpPr>
        <p:sp>
          <p:nvSpPr>
            <p:cNvPr id="18699" name="Google Shape;18699;p46"/>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0" name="Google Shape;18700;p46"/>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1" name="Google Shape;18701;p46"/>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2" name="Google Shape;18702;p46"/>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3" name="Google Shape;18703;p46"/>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04" name="Google Shape;18704;p46"/>
          <p:cNvGrpSpPr/>
          <p:nvPr/>
        </p:nvGrpSpPr>
        <p:grpSpPr>
          <a:xfrm>
            <a:off x="3304481" y="3379389"/>
            <a:ext cx="356623" cy="370105"/>
            <a:chOff x="3307156" y="3365314"/>
            <a:chExt cx="356623" cy="370105"/>
          </a:xfrm>
        </p:grpSpPr>
        <p:sp>
          <p:nvSpPr>
            <p:cNvPr id="18705" name="Google Shape;18705;p46"/>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6" name="Google Shape;18706;p46"/>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7" name="Google Shape;18707;p46"/>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8" name="Google Shape;18708;p46"/>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9" name="Google Shape;18709;p46"/>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0" name="Google Shape;18710;p46"/>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1" name="Google Shape;18711;p46"/>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2" name="Google Shape;18712;p46"/>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3" name="Google Shape;18713;p46"/>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4" name="Google Shape;18714;p46"/>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5" name="Google Shape;18715;p46"/>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6" name="Google Shape;18716;p46"/>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7" name="Google Shape;18717;p46"/>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8" name="Google Shape;18718;p46"/>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9" name="Google Shape;18719;p46"/>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20" name="Google Shape;18720;p46"/>
          <p:cNvGrpSpPr/>
          <p:nvPr/>
        </p:nvGrpSpPr>
        <p:grpSpPr>
          <a:xfrm>
            <a:off x="7422407" y="1980107"/>
            <a:ext cx="372807" cy="370080"/>
            <a:chOff x="7422407" y="1980107"/>
            <a:chExt cx="372807" cy="370080"/>
          </a:xfrm>
        </p:grpSpPr>
        <p:sp>
          <p:nvSpPr>
            <p:cNvPr id="18721" name="Google Shape;18721;p46"/>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2" name="Google Shape;18722;p46"/>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3" name="Google Shape;18723;p46"/>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4" name="Google Shape;18724;p46"/>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5" name="Google Shape;18725;p46"/>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6" name="Google Shape;18726;p46"/>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7" name="Google Shape;18727;p46"/>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8" name="Google Shape;18728;p46"/>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9" name="Google Shape;18729;p46"/>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0" name="Google Shape;18730;p46"/>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1" name="Google Shape;18731;p46"/>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2" name="Google Shape;18732;p46"/>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3" name="Google Shape;18733;p46"/>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34" name="Google Shape;18734;p46"/>
          <p:cNvGrpSpPr/>
          <p:nvPr/>
        </p:nvGrpSpPr>
        <p:grpSpPr>
          <a:xfrm>
            <a:off x="6916141" y="2906184"/>
            <a:ext cx="289737" cy="370393"/>
            <a:chOff x="6916141" y="2906184"/>
            <a:chExt cx="289737" cy="370393"/>
          </a:xfrm>
        </p:grpSpPr>
        <p:sp>
          <p:nvSpPr>
            <p:cNvPr id="18735" name="Google Shape;18735;p46"/>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6" name="Google Shape;18736;p46"/>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7" name="Google Shape;18737;p46"/>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8" name="Google Shape;18738;p46"/>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9" name="Google Shape;18739;p46"/>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0" name="Google Shape;18740;p46"/>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1" name="Google Shape;18741;p46"/>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2" name="Google Shape;18742;p46"/>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3" name="Google Shape;18743;p46"/>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4" name="Google Shape;18744;p46"/>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5" name="Google Shape;18745;p46"/>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6" name="Google Shape;18746;p46"/>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7" name="Google Shape;18747;p46"/>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8" name="Google Shape;18748;p46"/>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9" name="Google Shape;18749;p46"/>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0" name="Google Shape;18750;p46"/>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1" name="Google Shape;18751;p46"/>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2" name="Google Shape;18752;p46"/>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3" name="Google Shape;18753;p46"/>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4" name="Google Shape;18754;p46"/>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5" name="Google Shape;18755;p46"/>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56" name="Google Shape;18756;p46"/>
          <p:cNvGrpSpPr/>
          <p:nvPr/>
        </p:nvGrpSpPr>
        <p:grpSpPr>
          <a:xfrm>
            <a:off x="7970194" y="2013577"/>
            <a:ext cx="372675" cy="331731"/>
            <a:chOff x="7970194" y="2013577"/>
            <a:chExt cx="372675" cy="331731"/>
          </a:xfrm>
        </p:grpSpPr>
        <p:sp>
          <p:nvSpPr>
            <p:cNvPr id="18757" name="Google Shape;18757;p46"/>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8" name="Google Shape;18758;p46"/>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9" name="Google Shape;18759;p46"/>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0" name="Google Shape;18760;p46"/>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1" name="Google Shape;18761;p46"/>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2" name="Google Shape;18762;p46"/>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3" name="Google Shape;18763;p46"/>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4" name="Google Shape;18764;p46"/>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5" name="Google Shape;18765;p46"/>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6" name="Google Shape;18766;p46"/>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67" name="Google Shape;18767;p46"/>
          <p:cNvGrpSpPr/>
          <p:nvPr/>
        </p:nvGrpSpPr>
        <p:grpSpPr>
          <a:xfrm>
            <a:off x="1416733" y="1512190"/>
            <a:ext cx="332964" cy="370159"/>
            <a:chOff x="1416733" y="1512190"/>
            <a:chExt cx="332964" cy="370159"/>
          </a:xfrm>
        </p:grpSpPr>
        <p:sp>
          <p:nvSpPr>
            <p:cNvPr id="18768" name="Google Shape;18768;p46"/>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9" name="Google Shape;18769;p46"/>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0" name="Google Shape;18770;p46"/>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1" name="Google Shape;18771;p46"/>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2" name="Google Shape;18772;p46"/>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3" name="Google Shape;18773;p46"/>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4" name="Google Shape;18774;p46"/>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5" name="Google Shape;18775;p46"/>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6" name="Google Shape;18776;p46"/>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7" name="Google Shape;18777;p46"/>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8" name="Google Shape;18778;p46"/>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9" name="Google Shape;18779;p46"/>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0" name="Google Shape;18780;p46"/>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1" name="Google Shape;18781;p46"/>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2" name="Google Shape;18782;p46"/>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3" name="Google Shape;18783;p46"/>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4" name="Google Shape;18784;p46"/>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5" name="Google Shape;18785;p46"/>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6" name="Google Shape;18786;p46"/>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87" name="Google Shape;18787;p46"/>
          <p:cNvGrpSpPr/>
          <p:nvPr/>
        </p:nvGrpSpPr>
        <p:grpSpPr>
          <a:xfrm>
            <a:off x="5246366" y="2906105"/>
            <a:ext cx="342852" cy="370079"/>
            <a:chOff x="5246366" y="2906105"/>
            <a:chExt cx="342852" cy="370079"/>
          </a:xfrm>
        </p:grpSpPr>
        <p:sp>
          <p:nvSpPr>
            <p:cNvPr id="18788" name="Google Shape;18788;p46"/>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9" name="Google Shape;18789;p46"/>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0" name="Google Shape;18790;p46"/>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1" name="Google Shape;18791;p46"/>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2" name="Google Shape;18792;p46"/>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3" name="Google Shape;18793;p46"/>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94" name="Google Shape;18794;p46"/>
          <p:cNvGrpSpPr/>
          <p:nvPr/>
        </p:nvGrpSpPr>
        <p:grpSpPr>
          <a:xfrm>
            <a:off x="849667" y="2434883"/>
            <a:ext cx="371260" cy="366250"/>
            <a:chOff x="849667" y="2434883"/>
            <a:chExt cx="371260" cy="366250"/>
          </a:xfrm>
        </p:grpSpPr>
        <p:sp>
          <p:nvSpPr>
            <p:cNvPr id="18795" name="Google Shape;18795;p46"/>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6" name="Google Shape;18796;p46"/>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7" name="Google Shape;18797;p46"/>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8" name="Google Shape;18798;p46"/>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9" name="Google Shape;18799;p46"/>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0" name="Google Shape;18800;p46"/>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1" name="Google Shape;18801;p46"/>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2" name="Google Shape;18802;p46"/>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3" name="Google Shape;18803;p46"/>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4" name="Google Shape;18804;p46"/>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5" name="Google Shape;18805;p46"/>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6" name="Google Shape;18806;p46"/>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7" name="Google Shape;18807;p46"/>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08" name="Google Shape;18808;p46"/>
          <p:cNvGrpSpPr/>
          <p:nvPr/>
        </p:nvGrpSpPr>
        <p:grpSpPr>
          <a:xfrm>
            <a:off x="4417026" y="3365366"/>
            <a:ext cx="332727" cy="370053"/>
            <a:chOff x="4417026" y="3365366"/>
            <a:chExt cx="332727" cy="370053"/>
          </a:xfrm>
        </p:grpSpPr>
        <p:sp>
          <p:nvSpPr>
            <p:cNvPr id="18809" name="Google Shape;18809;p46"/>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0" name="Google Shape;18810;p46"/>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1" name="Google Shape;18811;p46"/>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2" name="Google Shape;18812;p46"/>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3" name="Google Shape;18813;p46"/>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4" name="Google Shape;18814;p46"/>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5" name="Google Shape;18815;p46"/>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6" name="Google Shape;18816;p46"/>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7" name="Google Shape;18817;p46"/>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8" name="Google Shape;18818;p46"/>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9" name="Google Shape;18819;p46"/>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0" name="Google Shape;18820;p46"/>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1" name="Google Shape;18821;p46"/>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2" name="Google Shape;18822;p46"/>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3" name="Google Shape;18823;p46"/>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4" name="Google Shape;18824;p46"/>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5" name="Google Shape;18825;p46"/>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6" name="Google Shape;18826;p46"/>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27" name="Google Shape;18827;p46"/>
          <p:cNvGrpSpPr/>
          <p:nvPr/>
        </p:nvGrpSpPr>
        <p:grpSpPr>
          <a:xfrm>
            <a:off x="2497068" y="1980186"/>
            <a:ext cx="363994" cy="370106"/>
            <a:chOff x="2497068" y="1980186"/>
            <a:chExt cx="363994" cy="370106"/>
          </a:xfrm>
        </p:grpSpPr>
        <p:sp>
          <p:nvSpPr>
            <p:cNvPr id="18828" name="Google Shape;18828;p46"/>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9" name="Google Shape;18829;p46"/>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0" name="Google Shape;18830;p46"/>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1" name="Google Shape;18831;p46"/>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2" name="Google Shape;18832;p46"/>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3" name="Google Shape;18833;p46"/>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4" name="Google Shape;18834;p46"/>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5" name="Google Shape;18835;p46"/>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6" name="Google Shape;18836;p46"/>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7" name="Google Shape;18837;p46"/>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8" name="Google Shape;18838;p46"/>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9" name="Google Shape;18839;p46"/>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0" name="Google Shape;18840;p46"/>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1" name="Google Shape;18841;p46"/>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2" name="Google Shape;18842;p46"/>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3" name="Google Shape;18843;p46"/>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4" name="Google Shape;18844;p46"/>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5" name="Google Shape;18845;p46"/>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6" name="Google Shape;18846;p46"/>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7" name="Google Shape;18847;p46"/>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8" name="Google Shape;18848;p46"/>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49" name="Google Shape;18849;p46"/>
          <p:cNvGrpSpPr/>
          <p:nvPr/>
        </p:nvGrpSpPr>
        <p:grpSpPr>
          <a:xfrm>
            <a:off x="5820278" y="2906158"/>
            <a:ext cx="294904" cy="370027"/>
            <a:chOff x="5820278" y="2906158"/>
            <a:chExt cx="294904" cy="370027"/>
          </a:xfrm>
        </p:grpSpPr>
        <p:sp>
          <p:nvSpPr>
            <p:cNvPr id="18850" name="Google Shape;18850;p46"/>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1" name="Google Shape;18851;p46"/>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2" name="Google Shape;18852;p46"/>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3" name="Google Shape;18853;p46"/>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4" name="Google Shape;18854;p46"/>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5" name="Google Shape;18855;p46"/>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6" name="Google Shape;18856;p46"/>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57" name="Google Shape;18857;p46"/>
          <p:cNvGrpSpPr/>
          <p:nvPr/>
        </p:nvGrpSpPr>
        <p:grpSpPr>
          <a:xfrm>
            <a:off x="4946819" y="3383229"/>
            <a:ext cx="370132" cy="334222"/>
            <a:chOff x="4946819" y="3383229"/>
            <a:chExt cx="370132" cy="334222"/>
          </a:xfrm>
        </p:grpSpPr>
        <p:sp>
          <p:nvSpPr>
            <p:cNvPr id="18858" name="Google Shape;18858;p46"/>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9" name="Google Shape;18859;p46"/>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0" name="Google Shape;18860;p46"/>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1" name="Google Shape;18861;p46"/>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2" name="Google Shape;18862;p46"/>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3" name="Google Shape;18863;p46"/>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4" name="Google Shape;18864;p46"/>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5" name="Google Shape;18865;p46"/>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6" name="Google Shape;18866;p46"/>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67" name="Google Shape;18867;p46"/>
          <p:cNvGrpSpPr/>
          <p:nvPr/>
        </p:nvGrpSpPr>
        <p:grpSpPr>
          <a:xfrm>
            <a:off x="3038403" y="1539234"/>
            <a:ext cx="375483" cy="316072"/>
            <a:chOff x="3038403" y="1539234"/>
            <a:chExt cx="375483" cy="316072"/>
          </a:xfrm>
        </p:grpSpPr>
        <p:sp>
          <p:nvSpPr>
            <p:cNvPr id="18868" name="Google Shape;18868;p4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869" name="Google Shape;18869;p46"/>
            <p:cNvGrpSpPr/>
            <p:nvPr/>
          </p:nvGrpSpPr>
          <p:grpSpPr>
            <a:xfrm>
              <a:off x="3038403" y="1539234"/>
              <a:ext cx="375483" cy="316072"/>
              <a:chOff x="3038403" y="1539234"/>
              <a:chExt cx="375483" cy="316072"/>
            </a:xfrm>
          </p:grpSpPr>
          <p:sp>
            <p:nvSpPr>
              <p:cNvPr id="18870" name="Google Shape;18870;p46"/>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1" name="Google Shape;18871;p46"/>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2" name="Google Shape;18872;p46"/>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3" name="Google Shape;18873;p46"/>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4" name="Google Shape;18874;p46"/>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5" name="Google Shape;18875;p46"/>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6" name="Google Shape;18876;p46"/>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7" name="Google Shape;18877;p46"/>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8" name="Google Shape;18878;p46"/>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8879" name="Google Shape;18879;p46"/>
          <p:cNvGrpSpPr/>
          <p:nvPr/>
        </p:nvGrpSpPr>
        <p:grpSpPr>
          <a:xfrm>
            <a:off x="6332865" y="2906131"/>
            <a:ext cx="360846" cy="370184"/>
            <a:chOff x="6332865" y="2906131"/>
            <a:chExt cx="360846" cy="370184"/>
          </a:xfrm>
        </p:grpSpPr>
        <p:sp>
          <p:nvSpPr>
            <p:cNvPr id="18880" name="Google Shape;18880;p46"/>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1" name="Google Shape;18881;p46"/>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2" name="Google Shape;18882;p46"/>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3" name="Google Shape;18883;p46"/>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4" name="Google Shape;18884;p46"/>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5" name="Google Shape;18885;p46"/>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6" name="Google Shape;18886;p46"/>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7" name="Google Shape;18887;p46"/>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8" name="Google Shape;18888;p46"/>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9" name="Google Shape;18889;p46"/>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0" name="Google Shape;18890;p46"/>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91" name="Google Shape;18891;p46"/>
          <p:cNvGrpSpPr/>
          <p:nvPr/>
        </p:nvGrpSpPr>
        <p:grpSpPr>
          <a:xfrm>
            <a:off x="4135079" y="1518066"/>
            <a:ext cx="370132" cy="358224"/>
            <a:chOff x="4135079" y="1518066"/>
            <a:chExt cx="370132" cy="358224"/>
          </a:xfrm>
        </p:grpSpPr>
        <p:sp>
          <p:nvSpPr>
            <p:cNvPr id="18892" name="Google Shape;18892;p46"/>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3" name="Google Shape;18893;p46"/>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4" name="Google Shape;18894;p46"/>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5" name="Google Shape;18895;p46"/>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6" name="Google Shape;18896;p46"/>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7" name="Google Shape;18897;p46"/>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8" name="Google Shape;18898;p46"/>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9" name="Google Shape;18899;p46"/>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0" name="Google Shape;18900;p46"/>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1" name="Google Shape;18901;p46"/>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2" name="Google Shape;18902;p46"/>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3" name="Google Shape;18903;p46"/>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4" name="Google Shape;18904;p46"/>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5" name="Google Shape;18905;p46"/>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6" name="Google Shape;18906;p46"/>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7" name="Google Shape;18907;p46"/>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8" name="Google Shape;18908;p46"/>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9" name="Google Shape;18909;p46"/>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0" name="Google Shape;18910;p46"/>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11" name="Google Shape;18911;p46"/>
          <p:cNvGrpSpPr/>
          <p:nvPr/>
        </p:nvGrpSpPr>
        <p:grpSpPr>
          <a:xfrm>
            <a:off x="6878869" y="1980134"/>
            <a:ext cx="361239" cy="370157"/>
            <a:chOff x="6878869" y="1980134"/>
            <a:chExt cx="361239" cy="370157"/>
          </a:xfrm>
        </p:grpSpPr>
        <p:sp>
          <p:nvSpPr>
            <p:cNvPr id="18912" name="Google Shape;18912;p46"/>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3" name="Google Shape;18913;p46"/>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4" name="Google Shape;18914;p46"/>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5" name="Google Shape;18915;p46"/>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6" name="Google Shape;18916;p46"/>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7" name="Google Shape;18917;p46"/>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8" name="Google Shape;18918;p46"/>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9" name="Google Shape;18919;p46"/>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0" name="Google Shape;18920;p46"/>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1" name="Google Shape;18921;p46"/>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2" name="Google Shape;18922;p46"/>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3" name="Google Shape;18923;p46"/>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4" name="Google Shape;18924;p46"/>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25" name="Google Shape;18925;p46"/>
          <p:cNvGrpSpPr/>
          <p:nvPr/>
        </p:nvGrpSpPr>
        <p:grpSpPr>
          <a:xfrm>
            <a:off x="2493999" y="2550033"/>
            <a:ext cx="370132" cy="259467"/>
            <a:chOff x="2493999" y="2550033"/>
            <a:chExt cx="370132" cy="259467"/>
          </a:xfrm>
        </p:grpSpPr>
        <p:sp>
          <p:nvSpPr>
            <p:cNvPr id="18926" name="Google Shape;18926;p46"/>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7" name="Google Shape;18927;p46"/>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8" name="Google Shape;18928;p46"/>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9" name="Google Shape;18929;p46"/>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0" name="Google Shape;18930;p46"/>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1" name="Google Shape;18931;p46"/>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2" name="Google Shape;18932;p46"/>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3" name="Google Shape;18933;p46"/>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4" name="Google Shape;18934;p46"/>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5" name="Google Shape;18935;p46"/>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6" name="Google Shape;18936;p46"/>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7" name="Google Shape;18937;p46"/>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8" name="Google Shape;18938;p46"/>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9" name="Google Shape;18939;p46"/>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0" name="Google Shape;18940;p46"/>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1" name="Google Shape;18941;p46"/>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2" name="Google Shape;18942;p46"/>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3" name="Google Shape;18943;p46"/>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4" name="Google Shape;18944;p46"/>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45" name="Google Shape;18945;p46"/>
          <p:cNvGrpSpPr/>
          <p:nvPr/>
        </p:nvGrpSpPr>
        <p:grpSpPr>
          <a:xfrm>
            <a:off x="1699703" y="3365261"/>
            <a:ext cx="281054" cy="370158"/>
            <a:chOff x="1699703" y="3365261"/>
            <a:chExt cx="281054" cy="370158"/>
          </a:xfrm>
        </p:grpSpPr>
        <p:sp>
          <p:nvSpPr>
            <p:cNvPr id="18946" name="Google Shape;18946;p46"/>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7" name="Google Shape;18947;p46"/>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8" name="Google Shape;18948;p46"/>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9" name="Google Shape;18949;p46"/>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0" name="Google Shape;18950;p46"/>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1" name="Google Shape;18951;p46"/>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2" name="Google Shape;18952;p46"/>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3" name="Google Shape;18953;p46"/>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4" name="Google Shape;18954;p46"/>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5" name="Google Shape;18955;p46"/>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6" name="Google Shape;18956;p46"/>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7" name="Google Shape;18957;p46"/>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8" name="Google Shape;18958;p46"/>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59" name="Google Shape;18959;p46"/>
          <p:cNvGrpSpPr/>
          <p:nvPr/>
        </p:nvGrpSpPr>
        <p:grpSpPr>
          <a:xfrm>
            <a:off x="7966810" y="1519430"/>
            <a:ext cx="369974" cy="355627"/>
            <a:chOff x="7966810" y="1519430"/>
            <a:chExt cx="369974" cy="355627"/>
          </a:xfrm>
        </p:grpSpPr>
        <p:sp>
          <p:nvSpPr>
            <p:cNvPr id="18960" name="Google Shape;18960;p46"/>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1" name="Google Shape;18961;p46"/>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2" name="Google Shape;18962;p46"/>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3" name="Google Shape;18963;p46"/>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4" name="Google Shape;18964;p46"/>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5" name="Google Shape;18965;p46"/>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6" name="Google Shape;18966;p46"/>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7" name="Google Shape;18967;p46"/>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8" name="Google Shape;18968;p46"/>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9" name="Google Shape;18969;p46"/>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0" name="Google Shape;18970;p46"/>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1" name="Google Shape;18971;p46"/>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2" name="Google Shape;18972;p46"/>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3" name="Google Shape;18973;p46"/>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4" name="Google Shape;18974;p46"/>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5" name="Google Shape;18975;p46"/>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76" name="Google Shape;18976;p46"/>
          <p:cNvGrpSpPr/>
          <p:nvPr/>
        </p:nvGrpSpPr>
        <p:grpSpPr>
          <a:xfrm>
            <a:off x="2792628" y="3365340"/>
            <a:ext cx="290445" cy="370080"/>
            <a:chOff x="2792628" y="3365340"/>
            <a:chExt cx="290445" cy="370080"/>
          </a:xfrm>
        </p:grpSpPr>
        <p:sp>
          <p:nvSpPr>
            <p:cNvPr id="18977" name="Google Shape;18977;p46"/>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8" name="Google Shape;18978;p46"/>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9" name="Google Shape;18979;p46"/>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0" name="Google Shape;18980;p46"/>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1" name="Google Shape;18981;p46"/>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2" name="Google Shape;18982;p46"/>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3" name="Google Shape;18983;p46"/>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4" name="Google Shape;18984;p46"/>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5" name="Google Shape;18985;p46"/>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6" name="Google Shape;18986;p46"/>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7" name="Google Shape;18987;p46"/>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8" name="Google Shape;18988;p46"/>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9" name="Google Shape;18989;p46"/>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0" name="Google Shape;18990;p46"/>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91" name="Google Shape;18991;p46"/>
          <p:cNvGrpSpPr/>
          <p:nvPr/>
        </p:nvGrpSpPr>
        <p:grpSpPr>
          <a:xfrm>
            <a:off x="1389585" y="1988317"/>
            <a:ext cx="388125" cy="353791"/>
            <a:chOff x="1389585" y="1988317"/>
            <a:chExt cx="388125" cy="353791"/>
          </a:xfrm>
        </p:grpSpPr>
        <p:sp>
          <p:nvSpPr>
            <p:cNvPr id="18992" name="Google Shape;18992;p46"/>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3" name="Google Shape;18993;p46"/>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4" name="Google Shape;18994;p46"/>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5" name="Google Shape;18995;p46"/>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6" name="Google Shape;18996;p46"/>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7" name="Google Shape;18997;p46"/>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8" name="Google Shape;18998;p46"/>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9" name="Google Shape;18999;p46"/>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0" name="Google Shape;19000;p46"/>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1" name="Google Shape;19001;p46"/>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2" name="Google Shape;19002;p46"/>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3" name="Google Shape;19003;p46"/>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4" name="Google Shape;19004;p46"/>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5" name="Google Shape;19005;p46"/>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6" name="Google Shape;19006;p46"/>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7" name="Google Shape;19007;p46"/>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8" name="Google Shape;19008;p46"/>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9" name="Google Shape;19009;p46"/>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0" name="Google Shape;19010;p46"/>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1" name="Google Shape;19011;p46"/>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2" name="Google Shape;19012;p46"/>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3" name="Google Shape;19013;p46"/>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014" name="Google Shape;19014;p46"/>
          <p:cNvGrpSpPr/>
          <p:nvPr/>
        </p:nvGrpSpPr>
        <p:grpSpPr>
          <a:xfrm>
            <a:off x="2492924" y="1512190"/>
            <a:ext cx="370158" cy="370158"/>
            <a:chOff x="2492924" y="1512190"/>
            <a:chExt cx="370158" cy="370158"/>
          </a:xfrm>
        </p:grpSpPr>
        <p:sp>
          <p:nvSpPr>
            <p:cNvPr id="19015" name="Google Shape;19015;p46"/>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6" name="Google Shape;19016;p46"/>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7" name="Google Shape;19017;p46"/>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8" name="Google Shape;19018;p46"/>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9" name="Google Shape;19019;p46"/>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0" name="Google Shape;19020;p46"/>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1" name="Google Shape;19021;p46"/>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2" name="Google Shape;19022;p46"/>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3" name="Google Shape;19023;p46"/>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4" name="Google Shape;19024;p46"/>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5" name="Google Shape;19025;p46"/>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6" name="Google Shape;19026;p46"/>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7" name="Google Shape;19027;p46"/>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8" name="Google Shape;19028;p46"/>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9" name="Google Shape;19029;p46"/>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0" name="Google Shape;19030;p46"/>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1" name="Google Shape;19031;p46"/>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2" name="Google Shape;19032;p46"/>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3" name="Google Shape;19033;p46"/>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4" name="Google Shape;19034;p46"/>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5" name="Google Shape;19035;p46"/>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6" name="Google Shape;19036;p46"/>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037" name="Google Shape;19037;p46"/>
          <p:cNvGrpSpPr/>
          <p:nvPr/>
        </p:nvGrpSpPr>
        <p:grpSpPr>
          <a:xfrm>
            <a:off x="1933569" y="1512243"/>
            <a:ext cx="393975" cy="370105"/>
            <a:chOff x="1933569" y="1512243"/>
            <a:chExt cx="393975" cy="370105"/>
          </a:xfrm>
        </p:grpSpPr>
        <p:sp>
          <p:nvSpPr>
            <p:cNvPr id="19038" name="Google Shape;19038;p46"/>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9" name="Google Shape;19039;p46"/>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0" name="Google Shape;19040;p46"/>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1" name="Google Shape;19041;p46"/>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2" name="Google Shape;19042;p46"/>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3" name="Google Shape;19043;p46"/>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4" name="Google Shape;19044;p46"/>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5" name="Google Shape;19045;p46"/>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6" name="Google Shape;19046;p46"/>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7" name="Google Shape;19047;p46"/>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8" name="Google Shape;19048;p46"/>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9" name="Google Shape;19049;p46"/>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0" name="Google Shape;19050;p46"/>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1" name="Google Shape;19051;p46"/>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2" name="Google Shape;19052;p46"/>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3" name="Google Shape;19053;p46"/>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4" name="Google Shape;19054;p46"/>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5" name="Google Shape;19055;p46"/>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6" name="Google Shape;19056;p46"/>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7" name="Google Shape;19057;p46"/>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8" name="Google Shape;19058;p46"/>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9" name="Google Shape;19059;p46"/>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0" name="Google Shape;19060;p46"/>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1" name="Google Shape;19061;p46"/>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2" name="Google Shape;19062;p46"/>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3" name="Google Shape;19063;p46"/>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4" name="Google Shape;19064;p46"/>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5" name="Google Shape;19065;p46"/>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066" name="Google Shape;19066;p46"/>
          <p:cNvGrpSpPr/>
          <p:nvPr/>
        </p:nvGrpSpPr>
        <p:grpSpPr>
          <a:xfrm>
            <a:off x="2236106" y="3365392"/>
            <a:ext cx="306471" cy="370001"/>
            <a:chOff x="2236106" y="3365392"/>
            <a:chExt cx="306471" cy="370001"/>
          </a:xfrm>
        </p:grpSpPr>
        <p:sp>
          <p:nvSpPr>
            <p:cNvPr id="19067" name="Google Shape;19067;p46"/>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8" name="Google Shape;19068;p46"/>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9" name="Google Shape;19069;p46"/>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0" name="Google Shape;19070;p46"/>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1" name="Google Shape;19071;p46"/>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2" name="Google Shape;19072;p46"/>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3" name="Google Shape;19073;p46"/>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4" name="Google Shape;19074;p46"/>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5" name="Google Shape;19075;p46"/>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6" name="Google Shape;19076;p46"/>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7" name="Google Shape;19077;p46"/>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8" name="Google Shape;19078;p46"/>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9" name="Google Shape;19079;p46"/>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0" name="Google Shape;19080;p46"/>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081" name="Google Shape;19081;p46"/>
          <p:cNvGrpSpPr/>
          <p:nvPr/>
        </p:nvGrpSpPr>
        <p:grpSpPr>
          <a:xfrm>
            <a:off x="5492823" y="3385563"/>
            <a:ext cx="375325" cy="329606"/>
            <a:chOff x="5492823" y="3385563"/>
            <a:chExt cx="375325" cy="329606"/>
          </a:xfrm>
        </p:grpSpPr>
        <p:sp>
          <p:nvSpPr>
            <p:cNvPr id="19082" name="Google Shape;19082;p46"/>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3" name="Google Shape;19083;p46"/>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4" name="Google Shape;19084;p46"/>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5" name="Google Shape;19085;p46"/>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6" name="Google Shape;19086;p46"/>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7" name="Google Shape;19087;p46"/>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8" name="Google Shape;19088;p46"/>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9" name="Google Shape;19089;p46"/>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0" name="Google Shape;19090;p46"/>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1" name="Google Shape;19091;p46"/>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2" name="Google Shape;19092;p46"/>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3" name="Google Shape;19093;p46"/>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4" name="Google Shape;19094;p46"/>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5" name="Google Shape;19095;p46"/>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6" name="Google Shape;19096;p46"/>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7" name="Google Shape;19097;p46"/>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8" name="Google Shape;19098;p46"/>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9" name="Google Shape;19099;p46"/>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0" name="Google Shape;19100;p46"/>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1" name="Google Shape;19101;p46"/>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02" name="Google Shape;19102;p46"/>
          <p:cNvGrpSpPr/>
          <p:nvPr/>
        </p:nvGrpSpPr>
        <p:grpSpPr>
          <a:xfrm>
            <a:off x="3041787" y="2001118"/>
            <a:ext cx="370158" cy="328164"/>
            <a:chOff x="3041787" y="2001118"/>
            <a:chExt cx="370158" cy="328164"/>
          </a:xfrm>
        </p:grpSpPr>
        <p:sp>
          <p:nvSpPr>
            <p:cNvPr id="19103" name="Google Shape;19103;p46"/>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4" name="Google Shape;19104;p46"/>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5" name="Google Shape;19105;p46"/>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6" name="Google Shape;19106;p46"/>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7" name="Google Shape;19107;p46"/>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8" name="Google Shape;19108;p46"/>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9" name="Google Shape;19109;p46"/>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0" name="Google Shape;19110;p46"/>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1" name="Google Shape;19111;p46"/>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2" name="Google Shape;19112;p46"/>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3" name="Google Shape;19113;p46"/>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4" name="Google Shape;19114;p46"/>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5" name="Google Shape;19115;p46"/>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6" name="Google Shape;19116;p46"/>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7" name="Google Shape;19117;p46"/>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8" name="Google Shape;19118;p46"/>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9" name="Google Shape;19119;p46"/>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0" name="Google Shape;19120;p46"/>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21" name="Google Shape;19121;p46"/>
          <p:cNvGrpSpPr/>
          <p:nvPr/>
        </p:nvGrpSpPr>
        <p:grpSpPr>
          <a:xfrm>
            <a:off x="5779884" y="2039125"/>
            <a:ext cx="372309" cy="328216"/>
            <a:chOff x="5779884" y="2039125"/>
            <a:chExt cx="372309" cy="328216"/>
          </a:xfrm>
        </p:grpSpPr>
        <p:sp>
          <p:nvSpPr>
            <p:cNvPr id="19122" name="Google Shape;19122;p4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3" name="Google Shape;19123;p4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4" name="Google Shape;19124;p46"/>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5" name="Google Shape;19125;p46"/>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6" name="Google Shape;19126;p46"/>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7" name="Google Shape;19127;p46"/>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8" name="Google Shape;19128;p46"/>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9" name="Google Shape;19129;p46"/>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0" name="Google Shape;19130;p46"/>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1" name="Google Shape;19131;p46"/>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2" name="Google Shape;19132;p46"/>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3" name="Google Shape;19133;p4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4" name="Google Shape;19134;p4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135" name="Google Shape;19135;p46"/>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Nature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39" name="Shape 19139"/>
        <p:cNvGrpSpPr/>
        <p:nvPr/>
      </p:nvGrpSpPr>
      <p:grpSpPr>
        <a:xfrm>
          <a:off x="0" y="0"/>
          <a:ext cx="0" cy="0"/>
          <a:chOff x="0" y="0"/>
          <a:chExt cx="0" cy="0"/>
        </a:xfrm>
      </p:grpSpPr>
      <p:grpSp>
        <p:nvGrpSpPr>
          <p:cNvPr id="19140" name="Google Shape;19140;p47"/>
          <p:cNvGrpSpPr/>
          <p:nvPr/>
        </p:nvGrpSpPr>
        <p:grpSpPr>
          <a:xfrm>
            <a:off x="878066" y="1981993"/>
            <a:ext cx="354610" cy="372357"/>
            <a:chOff x="878066" y="1981993"/>
            <a:chExt cx="354610" cy="372357"/>
          </a:xfrm>
        </p:grpSpPr>
        <p:sp>
          <p:nvSpPr>
            <p:cNvPr id="19141" name="Google Shape;19141;p47"/>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2" name="Google Shape;19142;p47"/>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3" name="Google Shape;19143;p47"/>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4" name="Google Shape;19144;p47"/>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5" name="Google Shape;19145;p47"/>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6" name="Google Shape;19146;p47"/>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7" name="Google Shape;19147;p47"/>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8" name="Google Shape;19148;p47"/>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9" name="Google Shape;19149;p47"/>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0" name="Google Shape;19150;p47"/>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1" name="Google Shape;19151;p47"/>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2" name="Google Shape;19152;p47"/>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3" name="Google Shape;19153;p47"/>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4" name="Google Shape;19154;p47"/>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55" name="Google Shape;19155;p47"/>
          <p:cNvGrpSpPr/>
          <p:nvPr/>
        </p:nvGrpSpPr>
        <p:grpSpPr>
          <a:xfrm>
            <a:off x="1345794" y="1982386"/>
            <a:ext cx="371650" cy="371624"/>
            <a:chOff x="1345794" y="1982386"/>
            <a:chExt cx="371650" cy="371624"/>
          </a:xfrm>
        </p:grpSpPr>
        <p:sp>
          <p:nvSpPr>
            <p:cNvPr id="19156" name="Google Shape;19156;p47"/>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7" name="Google Shape;19157;p47"/>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8" name="Google Shape;19158;p47"/>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9" name="Google Shape;19159;p47"/>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0" name="Google Shape;19160;p47"/>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1" name="Google Shape;19161;p47"/>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2" name="Google Shape;19162;p47"/>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3" name="Google Shape;19163;p47"/>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4" name="Google Shape;19164;p47"/>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5" name="Google Shape;19165;p47"/>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6" name="Google Shape;19166;p47"/>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7" name="Google Shape;19167;p47"/>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8" name="Google Shape;19168;p47"/>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9" name="Google Shape;19169;p47"/>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0" name="Google Shape;19170;p47"/>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1" name="Google Shape;19171;p47"/>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2" name="Google Shape;19172;p47"/>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3" name="Google Shape;19173;p47"/>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4" name="Google Shape;19174;p47"/>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5" name="Google Shape;19175;p47"/>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6" name="Google Shape;19176;p47"/>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7" name="Google Shape;19177;p47"/>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8" name="Google Shape;19178;p47"/>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9" name="Google Shape;19179;p47"/>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0" name="Google Shape;19180;p47"/>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1" name="Google Shape;19181;p47"/>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2" name="Google Shape;19182;p47"/>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3" name="Google Shape;19183;p47"/>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4" name="Google Shape;19184;p47"/>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5" name="Google Shape;19185;p47"/>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6" name="Google Shape;19186;p47"/>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7" name="Google Shape;19187;p47"/>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8" name="Google Shape;19188;p47"/>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9" name="Google Shape;19189;p47"/>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0" name="Google Shape;19190;p47"/>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1" name="Google Shape;19191;p47"/>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2" name="Google Shape;19192;p47"/>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93" name="Google Shape;19193;p47"/>
          <p:cNvGrpSpPr/>
          <p:nvPr/>
        </p:nvGrpSpPr>
        <p:grpSpPr>
          <a:xfrm>
            <a:off x="1821465" y="1981993"/>
            <a:ext cx="372411" cy="372410"/>
            <a:chOff x="1821465" y="1981993"/>
            <a:chExt cx="372411" cy="372410"/>
          </a:xfrm>
        </p:grpSpPr>
        <p:sp>
          <p:nvSpPr>
            <p:cNvPr id="19194" name="Google Shape;19194;p47"/>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5" name="Google Shape;19195;p47"/>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6" name="Google Shape;19196;p47"/>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7" name="Google Shape;19197;p47"/>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8" name="Google Shape;19198;p47"/>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9" name="Google Shape;19199;p47"/>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0" name="Google Shape;19200;p47"/>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1" name="Google Shape;19201;p47"/>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2" name="Google Shape;19202;p47"/>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3" name="Google Shape;19203;p47"/>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4" name="Google Shape;19204;p47"/>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5" name="Google Shape;19205;p47"/>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6" name="Google Shape;19206;p47"/>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7" name="Google Shape;19207;p47"/>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08" name="Google Shape;19208;p47"/>
          <p:cNvGrpSpPr/>
          <p:nvPr/>
        </p:nvGrpSpPr>
        <p:grpSpPr>
          <a:xfrm>
            <a:off x="2276348" y="1981809"/>
            <a:ext cx="415901" cy="372699"/>
            <a:chOff x="2276348" y="1981809"/>
            <a:chExt cx="415901" cy="372699"/>
          </a:xfrm>
        </p:grpSpPr>
        <p:sp>
          <p:nvSpPr>
            <p:cNvPr id="19209" name="Google Shape;19209;p47"/>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0" name="Google Shape;19210;p47"/>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1" name="Google Shape;19211;p47"/>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2" name="Google Shape;19212;p47"/>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3" name="Google Shape;19213;p47"/>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4" name="Google Shape;19214;p47"/>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5" name="Google Shape;19215;p47"/>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16" name="Google Shape;19216;p47"/>
          <p:cNvGrpSpPr/>
          <p:nvPr/>
        </p:nvGrpSpPr>
        <p:grpSpPr>
          <a:xfrm>
            <a:off x="2774354" y="2009990"/>
            <a:ext cx="372017" cy="316310"/>
            <a:chOff x="2774354" y="2009990"/>
            <a:chExt cx="372017" cy="316310"/>
          </a:xfrm>
        </p:grpSpPr>
        <p:sp>
          <p:nvSpPr>
            <p:cNvPr id="19217" name="Google Shape;19217;p47"/>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8" name="Google Shape;19218;p47"/>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9" name="Google Shape;19219;p47"/>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0" name="Google Shape;19220;p47"/>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1" name="Google Shape;19221;p47"/>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2" name="Google Shape;19222;p47"/>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3" name="Google Shape;19223;p47"/>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4" name="Google Shape;19224;p47"/>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5" name="Google Shape;19225;p47"/>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6" name="Google Shape;19226;p47"/>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7" name="Google Shape;19227;p47"/>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8" name="Google Shape;19228;p47"/>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9" name="Google Shape;19229;p47"/>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0" name="Google Shape;19230;p47"/>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1" name="Google Shape;19231;p47"/>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2" name="Google Shape;19232;p47"/>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3" name="Google Shape;19233;p47"/>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4" name="Google Shape;19234;p47"/>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5" name="Google Shape;19235;p47"/>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6" name="Google Shape;19236;p47"/>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7" name="Google Shape;19237;p47"/>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8" name="Google Shape;19238;p47"/>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9" name="Google Shape;19239;p47"/>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0" name="Google Shape;19240;p47"/>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1" name="Google Shape;19241;p47"/>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2" name="Google Shape;19242;p47"/>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43" name="Google Shape;19243;p47"/>
          <p:cNvGrpSpPr/>
          <p:nvPr/>
        </p:nvGrpSpPr>
        <p:grpSpPr>
          <a:xfrm>
            <a:off x="3722682" y="1981993"/>
            <a:ext cx="375818" cy="372043"/>
            <a:chOff x="3722682" y="1981993"/>
            <a:chExt cx="375818" cy="372043"/>
          </a:xfrm>
        </p:grpSpPr>
        <p:sp>
          <p:nvSpPr>
            <p:cNvPr id="19244" name="Google Shape;19244;p47"/>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5" name="Google Shape;19245;p47"/>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6" name="Google Shape;19246;p47"/>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7" name="Google Shape;19247;p47"/>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8" name="Google Shape;19248;p47"/>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9" name="Google Shape;19249;p47"/>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0" name="Google Shape;19250;p47"/>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1" name="Google Shape;19251;p47"/>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2" name="Google Shape;19252;p47"/>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3" name="Google Shape;19253;p47"/>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4" name="Google Shape;19254;p47"/>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5" name="Google Shape;19255;p47"/>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6" name="Google Shape;19256;p47"/>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7" name="Google Shape;19257;p47"/>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8" name="Google Shape;19258;p47"/>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59" name="Google Shape;19259;p47"/>
          <p:cNvGrpSpPr/>
          <p:nvPr/>
        </p:nvGrpSpPr>
        <p:grpSpPr>
          <a:xfrm>
            <a:off x="4201394" y="1981809"/>
            <a:ext cx="373537" cy="372306"/>
            <a:chOff x="4201394" y="1981809"/>
            <a:chExt cx="373537" cy="372306"/>
          </a:xfrm>
        </p:grpSpPr>
        <p:sp>
          <p:nvSpPr>
            <p:cNvPr id="19260" name="Google Shape;19260;p47"/>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1" name="Google Shape;19261;p47"/>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2" name="Google Shape;19262;p47"/>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3" name="Google Shape;19263;p47"/>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4" name="Google Shape;19264;p47"/>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5" name="Google Shape;19265;p47"/>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6" name="Google Shape;19266;p47"/>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7" name="Google Shape;19267;p47"/>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8" name="Google Shape;19268;p47"/>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9" name="Google Shape;19269;p47"/>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0" name="Google Shape;19270;p47"/>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1" name="Google Shape;19271;p47"/>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2" name="Google Shape;19272;p47"/>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3" name="Google Shape;19273;p47"/>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4" name="Google Shape;19274;p47"/>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5" name="Google Shape;19275;p47"/>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76" name="Google Shape;19276;p47"/>
          <p:cNvGrpSpPr/>
          <p:nvPr/>
        </p:nvGrpSpPr>
        <p:grpSpPr>
          <a:xfrm>
            <a:off x="4659658" y="1500266"/>
            <a:ext cx="422744" cy="377785"/>
            <a:chOff x="4659658" y="1500266"/>
            <a:chExt cx="422744" cy="377785"/>
          </a:xfrm>
        </p:grpSpPr>
        <p:sp>
          <p:nvSpPr>
            <p:cNvPr id="19277" name="Google Shape;19277;p47"/>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8" name="Google Shape;19278;p47"/>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9" name="Google Shape;19279;p47"/>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0" name="Google Shape;19280;p47"/>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1" name="Google Shape;19281;p47"/>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2" name="Google Shape;19282;p47"/>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3" name="Google Shape;19283;p47"/>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4" name="Google Shape;19284;p47"/>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5" name="Google Shape;19285;p47"/>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6" name="Google Shape;19286;p47"/>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7" name="Google Shape;19287;p47"/>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8" name="Google Shape;19288;p47"/>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9" name="Google Shape;19289;p47"/>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0" name="Google Shape;19290;p47"/>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1" name="Google Shape;19291;p47"/>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2" name="Google Shape;19292;p47"/>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3" name="Google Shape;19293;p47"/>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94" name="Google Shape;19294;p47"/>
          <p:cNvGrpSpPr/>
          <p:nvPr/>
        </p:nvGrpSpPr>
        <p:grpSpPr>
          <a:xfrm>
            <a:off x="5211406" y="1513504"/>
            <a:ext cx="260394" cy="351202"/>
            <a:chOff x="5211406" y="1513504"/>
            <a:chExt cx="260394" cy="351202"/>
          </a:xfrm>
        </p:grpSpPr>
        <p:sp>
          <p:nvSpPr>
            <p:cNvPr id="19295" name="Google Shape;19295;p47"/>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6" name="Google Shape;19296;p47"/>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7" name="Google Shape;19297;p47"/>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8" name="Google Shape;19298;p47"/>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9" name="Google Shape;19299;p47"/>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0" name="Google Shape;19300;p47"/>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1" name="Google Shape;19301;p47"/>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2" name="Google Shape;19302;p47"/>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3" name="Google Shape;19303;p47"/>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4" name="Google Shape;19304;p47"/>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5" name="Google Shape;19305;p47"/>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6" name="Google Shape;19306;p4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7" name="Google Shape;19307;p4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08" name="Google Shape;19308;p47"/>
          <p:cNvGrpSpPr/>
          <p:nvPr/>
        </p:nvGrpSpPr>
        <p:grpSpPr>
          <a:xfrm>
            <a:off x="5632602" y="1513216"/>
            <a:ext cx="366722" cy="351779"/>
            <a:chOff x="5632602" y="1513216"/>
            <a:chExt cx="366722" cy="351779"/>
          </a:xfrm>
        </p:grpSpPr>
        <p:sp>
          <p:nvSpPr>
            <p:cNvPr id="19309" name="Google Shape;19309;p47"/>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0" name="Google Shape;19310;p47"/>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1" name="Google Shape;19311;p47"/>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2" name="Google Shape;19312;p47"/>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3" name="Google Shape;19313;p47"/>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4" name="Google Shape;19314;p47"/>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5" name="Google Shape;19315;p47"/>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6" name="Google Shape;19316;p47"/>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17" name="Google Shape;19317;p47"/>
          <p:cNvGrpSpPr/>
          <p:nvPr/>
        </p:nvGrpSpPr>
        <p:grpSpPr>
          <a:xfrm>
            <a:off x="6089372" y="1527136"/>
            <a:ext cx="401902" cy="323965"/>
            <a:chOff x="6089372" y="1527136"/>
            <a:chExt cx="401902" cy="323965"/>
          </a:xfrm>
        </p:grpSpPr>
        <p:sp>
          <p:nvSpPr>
            <p:cNvPr id="19318" name="Google Shape;19318;p47"/>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9" name="Google Shape;19319;p47"/>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0" name="Google Shape;19320;p47"/>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1" name="Google Shape;19321;p47"/>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2" name="Google Shape;19322;p47"/>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3" name="Google Shape;19323;p47"/>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4" name="Google Shape;19324;p47"/>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5" name="Google Shape;19325;p47"/>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6" name="Google Shape;19326;p47"/>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7" name="Google Shape;19327;p47"/>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8" name="Google Shape;19328;p47"/>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9" name="Google Shape;19329;p47"/>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0" name="Google Shape;19330;p47"/>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1" name="Google Shape;19331;p47"/>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2" name="Google Shape;19332;p47"/>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3" name="Google Shape;19333;p47"/>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4" name="Google Shape;19334;p47"/>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5" name="Google Shape;19335;p47"/>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6" name="Google Shape;19336;p47"/>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7" name="Google Shape;19337;p47"/>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8" name="Google Shape;19338;p47"/>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9" name="Google Shape;19339;p47"/>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0" name="Google Shape;19340;p47"/>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1" name="Google Shape;19341;p47"/>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2" name="Google Shape;19342;p47"/>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3" name="Google Shape;19343;p47"/>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4" name="Google Shape;19344;p47"/>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5" name="Google Shape;19345;p47"/>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6" name="Google Shape;19346;p47"/>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7" name="Google Shape;19347;p47"/>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48" name="Google Shape;19348;p47"/>
          <p:cNvGrpSpPr/>
          <p:nvPr/>
        </p:nvGrpSpPr>
        <p:grpSpPr>
          <a:xfrm>
            <a:off x="6579435" y="1527897"/>
            <a:ext cx="370103" cy="322444"/>
            <a:chOff x="6579435" y="1527897"/>
            <a:chExt cx="370103" cy="322444"/>
          </a:xfrm>
        </p:grpSpPr>
        <p:sp>
          <p:nvSpPr>
            <p:cNvPr id="19349" name="Google Shape;19349;p47"/>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0" name="Google Shape;19350;p47"/>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1" name="Google Shape;19351;p47"/>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2" name="Google Shape;19352;p47"/>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3" name="Google Shape;19353;p47"/>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4" name="Google Shape;19354;p47"/>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5" name="Google Shape;19355;p47"/>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6" name="Google Shape;19356;p47"/>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7" name="Google Shape;19357;p47"/>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8" name="Google Shape;19358;p47"/>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9" name="Google Shape;19359;p47"/>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0" name="Google Shape;19360;p47"/>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1" name="Google Shape;19361;p47"/>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2" name="Google Shape;19362;p47"/>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3" name="Google Shape;19363;p47"/>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4" name="Google Shape;19364;p47"/>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5" name="Google Shape;19365;p47"/>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6" name="Google Shape;19366;p47"/>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7" name="Google Shape;19367;p47"/>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8" name="Google Shape;19368;p47"/>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9" name="Google Shape;19369;p47"/>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70" name="Google Shape;19370;p47"/>
          <p:cNvGrpSpPr/>
          <p:nvPr/>
        </p:nvGrpSpPr>
        <p:grpSpPr>
          <a:xfrm>
            <a:off x="6988887" y="1538854"/>
            <a:ext cx="499920" cy="300136"/>
            <a:chOff x="6988887" y="1538854"/>
            <a:chExt cx="499920" cy="300136"/>
          </a:xfrm>
        </p:grpSpPr>
        <p:sp>
          <p:nvSpPr>
            <p:cNvPr id="19371" name="Google Shape;19371;p47"/>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2" name="Google Shape;19372;p47"/>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3" name="Google Shape;19373;p47"/>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4" name="Google Shape;19374;p47"/>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5" name="Google Shape;19375;p47"/>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6" name="Google Shape;19376;p47"/>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7" name="Google Shape;19377;p47"/>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8" name="Google Shape;19378;p47"/>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9" name="Google Shape;19379;p47"/>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0" name="Google Shape;19380;p47"/>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1" name="Google Shape;19381;p47"/>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2" name="Google Shape;19382;p47"/>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3" name="Google Shape;19383;p47"/>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84" name="Google Shape;19384;p47"/>
          <p:cNvGrpSpPr/>
          <p:nvPr/>
        </p:nvGrpSpPr>
        <p:grpSpPr>
          <a:xfrm>
            <a:off x="8050359" y="1520687"/>
            <a:ext cx="279321" cy="336837"/>
            <a:chOff x="8050359" y="1520687"/>
            <a:chExt cx="279321" cy="336837"/>
          </a:xfrm>
        </p:grpSpPr>
        <p:sp>
          <p:nvSpPr>
            <p:cNvPr id="19385" name="Google Shape;19385;p47"/>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6" name="Google Shape;19386;p47"/>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7" name="Google Shape;19387;p47"/>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8" name="Google Shape;19388;p47"/>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9" name="Google Shape;19389;p47"/>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0" name="Google Shape;19390;p47"/>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1" name="Google Shape;19391;p47"/>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2" name="Google Shape;19392;p47"/>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3" name="Google Shape;19393;p47"/>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4" name="Google Shape;19394;p47"/>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5" name="Google Shape;19395;p47"/>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6" name="Google Shape;19396;p47"/>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7" name="Google Shape;19397;p47"/>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98" name="Google Shape;19398;p47"/>
          <p:cNvGrpSpPr/>
          <p:nvPr/>
        </p:nvGrpSpPr>
        <p:grpSpPr>
          <a:xfrm>
            <a:off x="6093907" y="2461832"/>
            <a:ext cx="364441" cy="339092"/>
            <a:chOff x="6093907" y="2461832"/>
            <a:chExt cx="364441" cy="339092"/>
          </a:xfrm>
        </p:grpSpPr>
        <p:sp>
          <p:nvSpPr>
            <p:cNvPr id="19399" name="Google Shape;19399;p47"/>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0" name="Google Shape;19400;p47"/>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1" name="Google Shape;19401;p47"/>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2" name="Google Shape;19402;p47"/>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3" name="Google Shape;19403;p47"/>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4" name="Google Shape;19404;p47"/>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5" name="Google Shape;19405;p47"/>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6" name="Google Shape;19406;p47"/>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7" name="Google Shape;19407;p47"/>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8" name="Google Shape;19408;p47"/>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09" name="Google Shape;19409;p47"/>
          <p:cNvGrpSpPr/>
          <p:nvPr/>
        </p:nvGrpSpPr>
        <p:grpSpPr>
          <a:xfrm>
            <a:off x="4676331" y="1980866"/>
            <a:ext cx="377680" cy="377680"/>
            <a:chOff x="4676331" y="1980866"/>
            <a:chExt cx="377680" cy="377680"/>
          </a:xfrm>
        </p:grpSpPr>
        <p:sp>
          <p:nvSpPr>
            <p:cNvPr id="19410" name="Google Shape;19410;p47"/>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1" name="Google Shape;19411;p47"/>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2" name="Google Shape;19412;p47"/>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3" name="Google Shape;19413;p47"/>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4" name="Google Shape;19414;p47"/>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5" name="Google Shape;19415;p47"/>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6" name="Google Shape;19416;p47"/>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7" name="Google Shape;19417;p47"/>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8" name="Google Shape;19418;p47"/>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9" name="Google Shape;19419;p47"/>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0" name="Google Shape;19420;p47"/>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1" name="Google Shape;19421;p47"/>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2" name="Google Shape;19422;p47"/>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3" name="Google Shape;19423;p47"/>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4" name="Google Shape;19424;p47"/>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5" name="Google Shape;19425;p47"/>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6" name="Google Shape;19426;p47"/>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7" name="Google Shape;19427;p47"/>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8" name="Google Shape;19428;p47"/>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29" name="Google Shape;19429;p47"/>
          <p:cNvGrpSpPr/>
          <p:nvPr/>
        </p:nvGrpSpPr>
        <p:grpSpPr>
          <a:xfrm>
            <a:off x="7526242" y="1522968"/>
            <a:ext cx="357652" cy="332275"/>
            <a:chOff x="7526242" y="1522968"/>
            <a:chExt cx="357652" cy="332275"/>
          </a:xfrm>
        </p:grpSpPr>
        <p:sp>
          <p:nvSpPr>
            <p:cNvPr id="19430" name="Google Shape;19430;p47"/>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1" name="Google Shape;19431;p47"/>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2" name="Google Shape;19432;p47"/>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3" name="Google Shape;19433;p47"/>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4" name="Google Shape;19434;p47"/>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5" name="Google Shape;19435;p47"/>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6" name="Google Shape;19436;p47"/>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7" name="Google Shape;19437;p47"/>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8" name="Google Shape;19438;p47"/>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9" name="Google Shape;19439;p47"/>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0" name="Google Shape;19440;p47"/>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1" name="Google Shape;19441;p47"/>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2" name="Google Shape;19442;p47"/>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3" name="Google Shape;19443;p47"/>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4" name="Google Shape;19444;p47"/>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5" name="Google Shape;19445;p47"/>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46" name="Google Shape;19446;p47"/>
          <p:cNvGrpSpPr/>
          <p:nvPr/>
        </p:nvGrpSpPr>
        <p:grpSpPr>
          <a:xfrm>
            <a:off x="3250786" y="1982386"/>
            <a:ext cx="371650" cy="371624"/>
            <a:chOff x="3250786" y="1982386"/>
            <a:chExt cx="371650" cy="371624"/>
          </a:xfrm>
        </p:grpSpPr>
        <p:sp>
          <p:nvSpPr>
            <p:cNvPr id="19447" name="Google Shape;19447;p47"/>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8" name="Google Shape;19448;p47"/>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9" name="Google Shape;19449;p47"/>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0" name="Google Shape;19450;p47"/>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1" name="Google Shape;19451;p47"/>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2" name="Google Shape;19452;p47"/>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3" name="Google Shape;19453;p47"/>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4" name="Google Shape;19454;p47"/>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5" name="Google Shape;19455;p47"/>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6" name="Google Shape;19456;p47"/>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7" name="Google Shape;19457;p47"/>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8" name="Google Shape;19458;p47"/>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9" name="Google Shape;19459;p47"/>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0" name="Google Shape;19460;p47"/>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1" name="Google Shape;19461;p47"/>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2" name="Google Shape;19462;p47"/>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3" name="Google Shape;19463;p47"/>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4" name="Google Shape;19464;p47"/>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5" name="Google Shape;19465;p47"/>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6" name="Google Shape;19466;p47"/>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7" name="Google Shape;19467;p47"/>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8" name="Google Shape;19468;p47"/>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9" name="Google Shape;19469;p47"/>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0" name="Google Shape;19470;p47"/>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1" name="Google Shape;19471;p47"/>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2" name="Google Shape;19472;p47"/>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3" name="Google Shape;19473;p47"/>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4" name="Google Shape;19474;p47"/>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5" name="Google Shape;19475;p47"/>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6" name="Google Shape;19476;p47"/>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77" name="Google Shape;19477;p47"/>
          <p:cNvGrpSpPr/>
          <p:nvPr/>
        </p:nvGrpSpPr>
        <p:grpSpPr>
          <a:xfrm>
            <a:off x="1342386" y="2916322"/>
            <a:ext cx="373538" cy="331514"/>
            <a:chOff x="1342386" y="2916322"/>
            <a:chExt cx="373538" cy="331514"/>
          </a:xfrm>
        </p:grpSpPr>
        <p:sp>
          <p:nvSpPr>
            <p:cNvPr id="19478" name="Google Shape;19478;p47"/>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9" name="Google Shape;19479;p47"/>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0" name="Google Shape;19480;p47"/>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1" name="Google Shape;19481;p47"/>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2" name="Google Shape;19482;p47"/>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3" name="Google Shape;19483;p47"/>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4" name="Google Shape;19484;p47"/>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5" name="Google Shape;19485;p47"/>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6" name="Google Shape;19486;p47"/>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7" name="Google Shape;19487;p47"/>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8" name="Google Shape;19488;p47"/>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89" name="Google Shape;19489;p47"/>
          <p:cNvGrpSpPr/>
          <p:nvPr/>
        </p:nvGrpSpPr>
        <p:grpSpPr>
          <a:xfrm>
            <a:off x="2294122" y="2946600"/>
            <a:ext cx="373931" cy="271352"/>
            <a:chOff x="2294122" y="2946600"/>
            <a:chExt cx="373931" cy="271352"/>
          </a:xfrm>
        </p:grpSpPr>
        <p:sp>
          <p:nvSpPr>
            <p:cNvPr id="19490" name="Google Shape;19490;p47"/>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1" name="Google Shape;19491;p47"/>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2" name="Google Shape;19492;p47"/>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3" name="Google Shape;19493;p47"/>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4" name="Google Shape;19494;p47"/>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5" name="Google Shape;19495;p47"/>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6" name="Google Shape;19496;p47"/>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7" name="Google Shape;19497;p47"/>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8" name="Google Shape;19498;p47"/>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9" name="Google Shape;19499;p47"/>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0" name="Google Shape;19500;p47"/>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1" name="Google Shape;19501;p47"/>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2" name="Google Shape;19502;p47"/>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3" name="Google Shape;19503;p47"/>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4" name="Google Shape;19504;p47"/>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5" name="Google Shape;19505;p47"/>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6" name="Google Shape;19506;p47"/>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7" name="Google Shape;19507;p47"/>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8" name="Google Shape;19508;p47"/>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9" name="Google Shape;19509;p47"/>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0" name="Google Shape;19510;p47"/>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1" name="Google Shape;19511;p47"/>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2" name="Google Shape;19512;p47"/>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3" name="Google Shape;19513;p47"/>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4" name="Google Shape;19514;p47"/>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5" name="Google Shape;19515;p47"/>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6" name="Google Shape;19516;p47"/>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7" name="Google Shape;19517;p47"/>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8" name="Google Shape;19518;p47"/>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9" name="Google Shape;19519;p47"/>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20" name="Google Shape;19520;p47"/>
          <p:cNvGrpSpPr/>
          <p:nvPr/>
        </p:nvGrpSpPr>
        <p:grpSpPr>
          <a:xfrm>
            <a:off x="2769819" y="2907251"/>
            <a:ext cx="373904" cy="349682"/>
            <a:chOff x="2769819" y="2907251"/>
            <a:chExt cx="373904" cy="349682"/>
          </a:xfrm>
        </p:grpSpPr>
        <p:sp>
          <p:nvSpPr>
            <p:cNvPr id="19521" name="Google Shape;19521;p47"/>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2" name="Google Shape;19522;p47"/>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3" name="Google Shape;19523;p47"/>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4" name="Google Shape;19524;p47"/>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5" name="Google Shape;19525;p47"/>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6" name="Google Shape;19526;p47"/>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7" name="Google Shape;19527;p47"/>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8" name="Google Shape;19528;p47"/>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9" name="Google Shape;19529;p47"/>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0" name="Google Shape;19530;p47"/>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1" name="Google Shape;19531;p47"/>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2" name="Google Shape;19532;p47"/>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3" name="Google Shape;19533;p47"/>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4" name="Google Shape;19534;p47"/>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5" name="Google Shape;19535;p47"/>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6" name="Google Shape;19536;p47"/>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7" name="Google Shape;19537;p47"/>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38" name="Google Shape;19538;p47"/>
          <p:cNvGrpSpPr/>
          <p:nvPr/>
        </p:nvGrpSpPr>
        <p:grpSpPr>
          <a:xfrm>
            <a:off x="3246251" y="2895245"/>
            <a:ext cx="375791" cy="373800"/>
            <a:chOff x="3246251" y="2895245"/>
            <a:chExt cx="375791" cy="373800"/>
          </a:xfrm>
        </p:grpSpPr>
        <p:sp>
          <p:nvSpPr>
            <p:cNvPr id="19539" name="Google Shape;19539;p47"/>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0" name="Google Shape;19540;p47"/>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1" name="Google Shape;19541;p47"/>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2" name="Google Shape;19542;p47"/>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3" name="Google Shape;19543;p47"/>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4" name="Google Shape;19544;p47"/>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5" name="Google Shape;19545;p47"/>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6" name="Google Shape;19546;p47"/>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7" name="Google Shape;19547;p47"/>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8" name="Google Shape;19548;p47"/>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9" name="Google Shape;19549;p47"/>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0" name="Google Shape;19550;p47"/>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1" name="Google Shape;19551;p47"/>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2" name="Google Shape;19552;p47"/>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53" name="Google Shape;19553;p47"/>
          <p:cNvGrpSpPr/>
          <p:nvPr/>
        </p:nvGrpSpPr>
        <p:grpSpPr>
          <a:xfrm>
            <a:off x="3791182" y="2895454"/>
            <a:ext cx="234650" cy="373591"/>
            <a:chOff x="3791182" y="2895454"/>
            <a:chExt cx="234650" cy="373591"/>
          </a:xfrm>
        </p:grpSpPr>
        <p:sp>
          <p:nvSpPr>
            <p:cNvPr id="19554" name="Google Shape;19554;p47"/>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5" name="Google Shape;19555;p47"/>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6" name="Google Shape;19556;p47"/>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7" name="Google Shape;19557;p47"/>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8" name="Google Shape;19558;p47"/>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9" name="Google Shape;19559;p47"/>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0" name="Google Shape;19560;p47"/>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1" name="Google Shape;19561;p47"/>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2" name="Google Shape;19562;p47"/>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63" name="Google Shape;19563;p47"/>
          <p:cNvGrpSpPr/>
          <p:nvPr/>
        </p:nvGrpSpPr>
        <p:grpSpPr>
          <a:xfrm>
            <a:off x="7042995" y="2489463"/>
            <a:ext cx="364441" cy="256225"/>
            <a:chOff x="7042995" y="2489463"/>
            <a:chExt cx="364441" cy="256225"/>
          </a:xfrm>
        </p:grpSpPr>
        <p:sp>
          <p:nvSpPr>
            <p:cNvPr id="19564" name="Google Shape;19564;p47"/>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5" name="Google Shape;19565;p47"/>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6" name="Google Shape;19566;p47"/>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7" name="Google Shape;19567;p47"/>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8" name="Google Shape;19568;p47"/>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9" name="Google Shape;19569;p47"/>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0" name="Google Shape;19570;p47"/>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1" name="Google Shape;19571;p47"/>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2" name="Google Shape;19572;p47"/>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73" name="Google Shape;19573;p47"/>
          <p:cNvGrpSpPr/>
          <p:nvPr/>
        </p:nvGrpSpPr>
        <p:grpSpPr>
          <a:xfrm>
            <a:off x="7517172" y="2437007"/>
            <a:ext cx="364284" cy="361243"/>
            <a:chOff x="7517172" y="2437007"/>
            <a:chExt cx="364284" cy="361243"/>
          </a:xfrm>
        </p:grpSpPr>
        <p:sp>
          <p:nvSpPr>
            <p:cNvPr id="19574" name="Google Shape;19574;p47"/>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5" name="Google Shape;19575;p47"/>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6" name="Google Shape;19576;p47"/>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7" name="Google Shape;19577;p47"/>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8" name="Google Shape;19578;p47"/>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9" name="Google Shape;19579;p47"/>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0" name="Google Shape;19580;p47"/>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1" name="Google Shape;19581;p47"/>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2" name="Google Shape;19582;p47"/>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3" name="Google Shape;19583;p47"/>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4" name="Google Shape;19584;p47"/>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5" name="Google Shape;19585;p47"/>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6" name="Google Shape;19586;p47"/>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7" name="Google Shape;19587;p47"/>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8" name="Google Shape;19588;p47"/>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9" name="Google Shape;19589;p47"/>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0" name="Google Shape;19590;p47"/>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1" name="Google Shape;19591;p47"/>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2" name="Google Shape;19592;p4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3" name="Google Shape;19593;p4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4" name="Google Shape;19594;p47"/>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95" name="Google Shape;19595;p47"/>
          <p:cNvGrpSpPr/>
          <p:nvPr/>
        </p:nvGrpSpPr>
        <p:grpSpPr>
          <a:xfrm>
            <a:off x="8006475" y="2436954"/>
            <a:ext cx="335290" cy="361321"/>
            <a:chOff x="8006475" y="2436954"/>
            <a:chExt cx="335290" cy="361321"/>
          </a:xfrm>
        </p:grpSpPr>
        <p:sp>
          <p:nvSpPr>
            <p:cNvPr id="19596" name="Google Shape;19596;p47"/>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7" name="Google Shape;19597;p47"/>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8" name="Google Shape;19598;p47"/>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9" name="Google Shape;19599;p47"/>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0" name="Google Shape;19600;p47"/>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1" name="Google Shape;19601;p47"/>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2" name="Google Shape;19602;p47"/>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3" name="Google Shape;19603;p47"/>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4" name="Google Shape;19604;p47"/>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5" name="Google Shape;19605;p47"/>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6" name="Google Shape;19606;p47"/>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7" name="Google Shape;19607;p47"/>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8" name="Google Shape;19608;p47"/>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9" name="Google Shape;19609;p47"/>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0" name="Google Shape;19610;p47"/>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1" name="Google Shape;19611;p47"/>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2" name="Google Shape;19612;p47"/>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3" name="Google Shape;19613;p47"/>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4" name="Google Shape;19614;p47"/>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615" name="Google Shape;19615;p47"/>
          <p:cNvGrpSpPr/>
          <p:nvPr/>
        </p:nvGrpSpPr>
        <p:grpSpPr>
          <a:xfrm>
            <a:off x="5596661" y="2909139"/>
            <a:ext cx="394326" cy="349682"/>
            <a:chOff x="5596661" y="2909139"/>
            <a:chExt cx="394326" cy="349682"/>
          </a:xfrm>
        </p:grpSpPr>
        <p:sp>
          <p:nvSpPr>
            <p:cNvPr id="19616" name="Google Shape;19616;p47"/>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7" name="Google Shape;19617;p47"/>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8" name="Google Shape;19618;p47"/>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9" name="Google Shape;19619;p47"/>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0" name="Google Shape;19620;p47"/>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1" name="Google Shape;19621;p47"/>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2" name="Google Shape;19622;p47"/>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3" name="Google Shape;19623;p47"/>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4" name="Google Shape;19624;p47"/>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5" name="Google Shape;19625;p47"/>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6" name="Google Shape;19626;p47"/>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7" name="Google Shape;19627;p47"/>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8" name="Google Shape;19628;p47"/>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9" name="Google Shape;19629;p47"/>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0" name="Google Shape;19630;p47"/>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1" name="Google Shape;19631;p47"/>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632" name="Google Shape;19632;p47"/>
          <p:cNvGrpSpPr/>
          <p:nvPr/>
        </p:nvGrpSpPr>
        <p:grpSpPr>
          <a:xfrm>
            <a:off x="874658" y="2914408"/>
            <a:ext cx="356891" cy="335709"/>
            <a:chOff x="874658" y="2914408"/>
            <a:chExt cx="356891" cy="335709"/>
          </a:xfrm>
        </p:grpSpPr>
        <p:sp>
          <p:nvSpPr>
            <p:cNvPr id="19633" name="Google Shape;19633;p47"/>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4" name="Google Shape;19634;p47"/>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5" name="Google Shape;19635;p47"/>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6" name="Google Shape;19636;p47"/>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7" name="Google Shape;19637;p47"/>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8" name="Google Shape;19638;p47"/>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9" name="Google Shape;19639;p47"/>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0" name="Google Shape;19640;p47"/>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1" name="Google Shape;19641;p47"/>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2" name="Google Shape;19642;p47"/>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3" name="Google Shape;19643;p47"/>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4" name="Google Shape;19644;p47"/>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5" name="Google Shape;19645;p47"/>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6" name="Google Shape;19646;p47"/>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7" name="Google Shape;19647;p47"/>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8" name="Google Shape;19648;p47"/>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9" name="Google Shape;19649;p47"/>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0" name="Google Shape;19650;p47"/>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1" name="Google Shape;19651;p47"/>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2" name="Google Shape;19652;p47"/>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653" name="Google Shape;19653;p47"/>
          <p:cNvGrpSpPr/>
          <p:nvPr/>
        </p:nvGrpSpPr>
        <p:grpSpPr>
          <a:xfrm>
            <a:off x="4230912" y="2929193"/>
            <a:ext cx="308812" cy="306165"/>
            <a:chOff x="4230912" y="2929193"/>
            <a:chExt cx="308812" cy="306165"/>
          </a:xfrm>
        </p:grpSpPr>
        <p:sp>
          <p:nvSpPr>
            <p:cNvPr id="19654" name="Google Shape;19654;p47"/>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5" name="Google Shape;19655;p47"/>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6" name="Google Shape;19656;p47"/>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7" name="Google Shape;19657;p47"/>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8" name="Google Shape;19658;p47"/>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9" name="Google Shape;19659;p47"/>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0" name="Google Shape;19660;p47"/>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1" name="Google Shape;19661;p47"/>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2" name="Google Shape;19662;p47"/>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3" name="Google Shape;19663;p47"/>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4" name="Google Shape;19664;p47"/>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5" name="Google Shape;19665;p47"/>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6" name="Google Shape;19666;p47"/>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7" name="Google Shape;19667;p47"/>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8" name="Google Shape;19668;p47"/>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669" name="Google Shape;19669;p47"/>
          <p:cNvGrpSpPr/>
          <p:nvPr/>
        </p:nvGrpSpPr>
        <p:grpSpPr>
          <a:xfrm>
            <a:off x="4627886" y="3401089"/>
            <a:ext cx="409111" cy="267944"/>
            <a:chOff x="4627886" y="3401089"/>
            <a:chExt cx="409111" cy="267944"/>
          </a:xfrm>
        </p:grpSpPr>
        <p:sp>
          <p:nvSpPr>
            <p:cNvPr id="19670" name="Google Shape;19670;p47"/>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1" name="Google Shape;19671;p47"/>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2" name="Google Shape;19672;p47"/>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3" name="Google Shape;19673;p47"/>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4" name="Google Shape;19674;p47"/>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5" name="Google Shape;19675;p47"/>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6" name="Google Shape;19676;p47"/>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7" name="Google Shape;19677;p47"/>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8" name="Google Shape;19678;p47"/>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9" name="Google Shape;19679;p47"/>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0" name="Google Shape;19680;p47"/>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681" name="Google Shape;19681;p47"/>
          <p:cNvGrpSpPr/>
          <p:nvPr/>
        </p:nvGrpSpPr>
        <p:grpSpPr>
          <a:xfrm>
            <a:off x="4652476" y="2898915"/>
            <a:ext cx="386015" cy="384495"/>
            <a:chOff x="4652476" y="2898915"/>
            <a:chExt cx="386015" cy="384495"/>
          </a:xfrm>
        </p:grpSpPr>
        <p:sp>
          <p:nvSpPr>
            <p:cNvPr id="19682" name="Google Shape;19682;p47"/>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3" name="Google Shape;19683;p47"/>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4" name="Google Shape;19684;p47"/>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5" name="Google Shape;19685;p47"/>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6" name="Google Shape;19686;p47"/>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7" name="Google Shape;19687;p47"/>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8" name="Google Shape;19688;p47"/>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9" name="Google Shape;19689;p47"/>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0" name="Google Shape;19690;p47"/>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691" name="Google Shape;19691;p47"/>
          <p:cNvGrpSpPr/>
          <p:nvPr/>
        </p:nvGrpSpPr>
        <p:grpSpPr>
          <a:xfrm>
            <a:off x="5156931" y="2922194"/>
            <a:ext cx="324699" cy="347611"/>
            <a:chOff x="5156931" y="2922194"/>
            <a:chExt cx="324699" cy="347611"/>
          </a:xfrm>
        </p:grpSpPr>
        <p:sp>
          <p:nvSpPr>
            <p:cNvPr id="19692" name="Google Shape;19692;p47"/>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3" name="Google Shape;19693;p47"/>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4" name="Google Shape;19694;p47"/>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5" name="Google Shape;19695;p47"/>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6" name="Google Shape;19696;p47"/>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7" name="Google Shape;19697;p47"/>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8" name="Google Shape;19698;p47"/>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9" name="Google Shape;19699;p47"/>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0" name="Google Shape;19700;p47"/>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1" name="Google Shape;19701;p47"/>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2" name="Google Shape;19702;p47"/>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3" name="Google Shape;19703;p47"/>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4" name="Google Shape;19704;p47"/>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5" name="Google Shape;19705;p47"/>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6" name="Google Shape;19706;p47"/>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7" name="Google Shape;19707;p47"/>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08" name="Google Shape;19708;p47"/>
          <p:cNvGrpSpPr/>
          <p:nvPr/>
        </p:nvGrpSpPr>
        <p:grpSpPr>
          <a:xfrm>
            <a:off x="6086331" y="2905337"/>
            <a:ext cx="364441" cy="364834"/>
            <a:chOff x="6086331" y="2905337"/>
            <a:chExt cx="364441" cy="364834"/>
          </a:xfrm>
        </p:grpSpPr>
        <p:sp>
          <p:nvSpPr>
            <p:cNvPr id="19709" name="Google Shape;19709;p47"/>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0" name="Google Shape;19710;p47"/>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1" name="Google Shape;19711;p47"/>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2" name="Google Shape;19712;p47"/>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3" name="Google Shape;19713;p47"/>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4" name="Google Shape;19714;p47"/>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15" name="Google Shape;19715;p47"/>
          <p:cNvGrpSpPr/>
          <p:nvPr/>
        </p:nvGrpSpPr>
        <p:grpSpPr>
          <a:xfrm>
            <a:off x="6554059" y="2907251"/>
            <a:ext cx="377706" cy="377680"/>
            <a:chOff x="6554059" y="2907251"/>
            <a:chExt cx="377706" cy="377680"/>
          </a:xfrm>
        </p:grpSpPr>
        <p:sp>
          <p:nvSpPr>
            <p:cNvPr id="19716" name="Google Shape;19716;p47"/>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7" name="Google Shape;19717;p47"/>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8" name="Google Shape;19718;p47"/>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9" name="Google Shape;19719;p47"/>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0" name="Google Shape;19720;p47"/>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1" name="Google Shape;19721;p47"/>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2" name="Google Shape;19722;p47"/>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3" name="Google Shape;19723;p47"/>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4" name="Google Shape;19724;p47"/>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5" name="Google Shape;19725;p47"/>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6" name="Google Shape;19726;p47"/>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7" name="Google Shape;19727;p47"/>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8" name="Google Shape;19728;p47"/>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9" name="Google Shape;19729;p47"/>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0" name="Google Shape;19730;p47"/>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1" name="Google Shape;19731;p47"/>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2" name="Google Shape;19732;p47"/>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3" name="Google Shape;19733;p47"/>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4" name="Google Shape;19734;p47"/>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5" name="Google Shape;19735;p47"/>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6" name="Google Shape;19736;p47"/>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37" name="Google Shape;19737;p47"/>
          <p:cNvGrpSpPr/>
          <p:nvPr/>
        </p:nvGrpSpPr>
        <p:grpSpPr>
          <a:xfrm>
            <a:off x="7491796" y="2945446"/>
            <a:ext cx="400801" cy="317543"/>
            <a:chOff x="7491796" y="2945446"/>
            <a:chExt cx="400801" cy="317543"/>
          </a:xfrm>
        </p:grpSpPr>
        <p:sp>
          <p:nvSpPr>
            <p:cNvPr id="19738" name="Google Shape;19738;p47"/>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9" name="Google Shape;19739;p47"/>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0" name="Google Shape;19740;p47"/>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1" name="Google Shape;19741;p47"/>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2" name="Google Shape;19742;p47"/>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3" name="Google Shape;19743;p47"/>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4" name="Google Shape;19744;p47"/>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5" name="Google Shape;19745;p47"/>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6" name="Google Shape;19746;p47"/>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7" name="Google Shape;19747;p47"/>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8" name="Google Shape;19748;p47"/>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9" name="Google Shape;19749;p47"/>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0" name="Google Shape;19750;p47"/>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1" name="Google Shape;19751;p47"/>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2" name="Google Shape;19752;p47"/>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3" name="Google Shape;19753;p47"/>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4" name="Google Shape;19754;p47"/>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5" name="Google Shape;19755;p47"/>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6" name="Google Shape;19756;p47"/>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7" name="Google Shape;19757;p47"/>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8" name="Google Shape;19758;p47"/>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9" name="Google Shape;19759;p47"/>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60" name="Google Shape;19760;p47"/>
          <p:cNvGrpSpPr/>
          <p:nvPr/>
        </p:nvGrpSpPr>
        <p:grpSpPr>
          <a:xfrm>
            <a:off x="7045643" y="2907723"/>
            <a:ext cx="345304" cy="365856"/>
            <a:chOff x="7045643" y="2907723"/>
            <a:chExt cx="345304" cy="365856"/>
          </a:xfrm>
        </p:grpSpPr>
        <p:sp>
          <p:nvSpPr>
            <p:cNvPr id="19761" name="Google Shape;19761;p47"/>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2" name="Google Shape;19762;p47"/>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3" name="Google Shape;19763;p47"/>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4" name="Google Shape;19764;p47"/>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5" name="Google Shape;19765;p47"/>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6" name="Google Shape;19766;p47"/>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7" name="Google Shape;19767;p47"/>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8" name="Google Shape;19768;p47"/>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9" name="Google Shape;19769;p47"/>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0" name="Google Shape;19770;p47"/>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1" name="Google Shape;19771;p47"/>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2" name="Google Shape;19772;p47"/>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3" name="Google Shape;19773;p47"/>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4" name="Google Shape;19774;p47"/>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5" name="Google Shape;19775;p47"/>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6" name="Google Shape;19776;p47"/>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7" name="Google Shape;19777;p47"/>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8" name="Google Shape;19778;p47"/>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9" name="Google Shape;19779;p47"/>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80" name="Google Shape;19780;p47"/>
          <p:cNvGrpSpPr/>
          <p:nvPr/>
        </p:nvGrpSpPr>
        <p:grpSpPr>
          <a:xfrm>
            <a:off x="7992843" y="2907251"/>
            <a:ext cx="347794" cy="366329"/>
            <a:chOff x="7992843" y="2907251"/>
            <a:chExt cx="347794" cy="366329"/>
          </a:xfrm>
        </p:grpSpPr>
        <p:sp>
          <p:nvSpPr>
            <p:cNvPr id="19781" name="Google Shape;19781;p47"/>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2" name="Google Shape;19782;p47"/>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3" name="Google Shape;19783;p47"/>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4" name="Google Shape;19784;p47"/>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5" name="Google Shape;19785;p47"/>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6" name="Google Shape;19786;p47"/>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7" name="Google Shape;19787;p47"/>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8" name="Google Shape;19788;p47"/>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9" name="Google Shape;19789;p47"/>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0" name="Google Shape;19790;p47"/>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1" name="Google Shape;19791;p47"/>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2" name="Google Shape;19792;p47"/>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3" name="Google Shape;19793;p47"/>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4" name="Google Shape;19794;p47"/>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5" name="Google Shape;19795;p47"/>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6" name="Google Shape;19796;p47"/>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7" name="Google Shape;19797;p47"/>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8" name="Google Shape;19798;p47"/>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9" name="Google Shape;19799;p47"/>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0" name="Google Shape;19800;p47"/>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1" name="Google Shape;19801;p47"/>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2" name="Google Shape;19802;p47"/>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3" name="Google Shape;19803;p47"/>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4" name="Google Shape;19804;p47"/>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5" name="Google Shape;19805;p47"/>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6" name="Google Shape;19806;p47"/>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7" name="Google Shape;19807;p47"/>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8" name="Google Shape;19808;p47"/>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9" name="Google Shape;19809;p47"/>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0" name="Google Shape;19810;p47"/>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1" name="Google Shape;19811;p47"/>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2" name="Google Shape;19812;p47"/>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3" name="Google Shape;19813;p47"/>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814" name="Google Shape;19814;p47"/>
          <p:cNvGrpSpPr/>
          <p:nvPr/>
        </p:nvGrpSpPr>
        <p:grpSpPr>
          <a:xfrm>
            <a:off x="873898" y="1512377"/>
            <a:ext cx="398127" cy="353457"/>
            <a:chOff x="873898" y="1512377"/>
            <a:chExt cx="398127" cy="353457"/>
          </a:xfrm>
        </p:grpSpPr>
        <p:sp>
          <p:nvSpPr>
            <p:cNvPr id="19815" name="Google Shape;19815;p47"/>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6" name="Google Shape;19816;p47"/>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7" name="Google Shape;19817;p47"/>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8" name="Google Shape;19818;p47"/>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9" name="Google Shape;19819;p47"/>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0" name="Google Shape;19820;p47"/>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1" name="Google Shape;19821;p47"/>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2" name="Google Shape;19822;p47"/>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3" name="Google Shape;19823;p47"/>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4" name="Google Shape;19824;p47"/>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5" name="Google Shape;19825;p47"/>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6" name="Google Shape;19826;p47"/>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7" name="Google Shape;19827;p47"/>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8" name="Google Shape;19828;p47"/>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9" name="Google Shape;19829;p47"/>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0" name="Google Shape;19830;p47"/>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1" name="Google Shape;19831;p47"/>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2" name="Google Shape;19832;p47"/>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3" name="Google Shape;19833;p47"/>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834" name="Google Shape;19834;p47"/>
          <p:cNvGrpSpPr/>
          <p:nvPr/>
        </p:nvGrpSpPr>
        <p:grpSpPr>
          <a:xfrm>
            <a:off x="1424125" y="1515680"/>
            <a:ext cx="246762" cy="347139"/>
            <a:chOff x="1424125" y="1515680"/>
            <a:chExt cx="246762" cy="347139"/>
          </a:xfrm>
        </p:grpSpPr>
        <p:sp>
          <p:nvSpPr>
            <p:cNvPr id="19835" name="Google Shape;19835;p47"/>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6" name="Google Shape;19836;p47"/>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7" name="Google Shape;19837;p47"/>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8" name="Google Shape;19838;p47"/>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9" name="Google Shape;19839;p47"/>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0" name="Google Shape;19840;p47"/>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1" name="Google Shape;19841;p47"/>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2" name="Google Shape;19842;p47"/>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3" name="Google Shape;19843;p47"/>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4" name="Google Shape;19844;p47"/>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5" name="Google Shape;19845;p47"/>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6" name="Google Shape;19846;p47"/>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7" name="Google Shape;19847;p47"/>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8" name="Google Shape;19848;p47"/>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9" name="Google Shape;19849;p47"/>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0" name="Google Shape;19850;p47"/>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1" name="Google Shape;19851;p47"/>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2" name="Google Shape;19852;p47"/>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3" name="Google Shape;19853;p47"/>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4" name="Google Shape;19854;p47"/>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855" name="Google Shape;19855;p47"/>
          <p:cNvGrpSpPr/>
          <p:nvPr/>
        </p:nvGrpSpPr>
        <p:grpSpPr>
          <a:xfrm>
            <a:off x="2319498" y="1512744"/>
            <a:ext cx="352697" cy="352723"/>
            <a:chOff x="2319498" y="1512744"/>
            <a:chExt cx="352697" cy="352723"/>
          </a:xfrm>
        </p:grpSpPr>
        <p:sp>
          <p:nvSpPr>
            <p:cNvPr id="19856" name="Google Shape;19856;p47"/>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7" name="Google Shape;19857;p47"/>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8" name="Google Shape;19858;p47"/>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9" name="Google Shape;19859;p47"/>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0" name="Google Shape;19860;p47"/>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1" name="Google Shape;19861;p47"/>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2" name="Google Shape;19862;p47"/>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3" name="Google Shape;19863;p47"/>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4" name="Google Shape;19864;p47"/>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5" name="Google Shape;19865;p47"/>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6" name="Google Shape;19866;p47"/>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7" name="Google Shape;19867;p47"/>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8" name="Google Shape;19868;p47"/>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9" name="Google Shape;19869;p47"/>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0" name="Google Shape;19870;p47"/>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1" name="Google Shape;19871;p47"/>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2" name="Google Shape;19872;p47"/>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3" name="Google Shape;19873;p47"/>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4" name="Google Shape;19874;p47"/>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875" name="Google Shape;19875;p47"/>
          <p:cNvGrpSpPr/>
          <p:nvPr/>
        </p:nvGrpSpPr>
        <p:grpSpPr>
          <a:xfrm>
            <a:off x="4236601" y="1512666"/>
            <a:ext cx="312981" cy="352697"/>
            <a:chOff x="4236601" y="1512666"/>
            <a:chExt cx="312981" cy="352697"/>
          </a:xfrm>
        </p:grpSpPr>
        <p:sp>
          <p:nvSpPr>
            <p:cNvPr id="19876" name="Google Shape;19876;p47"/>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7" name="Google Shape;19877;p47"/>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8" name="Google Shape;19878;p47"/>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9" name="Google Shape;19879;p47"/>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0" name="Google Shape;19880;p47"/>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1" name="Google Shape;19881;p47"/>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2" name="Google Shape;19882;p47"/>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3" name="Google Shape;19883;p47"/>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4" name="Google Shape;19884;p47"/>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5" name="Google Shape;19885;p47"/>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6" name="Google Shape;19886;p47"/>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7" name="Google Shape;19887;p47"/>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8" name="Google Shape;19888;p47"/>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9" name="Google Shape;19889;p47"/>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890" name="Google Shape;19890;p47"/>
          <p:cNvGrpSpPr/>
          <p:nvPr/>
        </p:nvGrpSpPr>
        <p:grpSpPr>
          <a:xfrm>
            <a:off x="849675" y="3347716"/>
            <a:ext cx="346301" cy="375818"/>
            <a:chOff x="849675" y="3347716"/>
            <a:chExt cx="346301" cy="375818"/>
          </a:xfrm>
        </p:grpSpPr>
        <p:sp>
          <p:nvSpPr>
            <p:cNvPr id="19891" name="Google Shape;19891;p47"/>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2" name="Google Shape;19892;p47"/>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3" name="Google Shape;19893;p47"/>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4" name="Google Shape;19894;p47"/>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5" name="Google Shape;19895;p47"/>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6" name="Google Shape;19896;p47"/>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7" name="Google Shape;19897;p47"/>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8" name="Google Shape;19898;p47"/>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9" name="Google Shape;19899;p47"/>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0" name="Google Shape;19900;p47"/>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1" name="Google Shape;19901;p47"/>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2" name="Google Shape;19902;p47"/>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3" name="Google Shape;19903;p47"/>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4" name="Google Shape;19904;p47"/>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5" name="Google Shape;19905;p47"/>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6" name="Google Shape;19906;p47"/>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7" name="Google Shape;19907;p47"/>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908" name="Google Shape;19908;p47"/>
          <p:cNvGrpSpPr/>
          <p:nvPr/>
        </p:nvGrpSpPr>
        <p:grpSpPr>
          <a:xfrm>
            <a:off x="1324219" y="3399202"/>
            <a:ext cx="376579" cy="272846"/>
            <a:chOff x="1324219" y="3399202"/>
            <a:chExt cx="376579" cy="272846"/>
          </a:xfrm>
        </p:grpSpPr>
        <p:sp>
          <p:nvSpPr>
            <p:cNvPr id="19909" name="Google Shape;19909;p47"/>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0" name="Google Shape;19910;p47"/>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1" name="Google Shape;19911;p47"/>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2" name="Google Shape;19912;p47"/>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3" name="Google Shape;19913;p47"/>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4" name="Google Shape;19914;p47"/>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5" name="Google Shape;19915;p47"/>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6" name="Google Shape;19916;p47"/>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7" name="Google Shape;19917;p47"/>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8" name="Google Shape;19918;p47"/>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9" name="Google Shape;19919;p47"/>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0" name="Google Shape;19920;p47"/>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1" name="Google Shape;19921;p47"/>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2" name="Google Shape;19922;p47"/>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3" name="Google Shape;19923;p47"/>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4" name="Google Shape;19924;p47"/>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5" name="Google Shape;19925;p47"/>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6" name="Google Shape;19926;p47"/>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7" name="Google Shape;19927;p47"/>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8" name="Google Shape;19928;p47"/>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9" name="Google Shape;19929;p47"/>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0" name="Google Shape;19930;p47"/>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1" name="Google Shape;19931;p47"/>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2" name="Google Shape;19932;p47"/>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3" name="Google Shape;19933;p47"/>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4" name="Google Shape;19934;p47"/>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5" name="Google Shape;19935;p47"/>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6" name="Google Shape;19936;p47"/>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7" name="Google Shape;19937;p47"/>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8" name="Google Shape;19938;p47"/>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9" name="Google Shape;19939;p47"/>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0" name="Google Shape;19940;p47"/>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1" name="Google Shape;19941;p47"/>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942" name="Google Shape;19942;p47"/>
          <p:cNvGrpSpPr/>
          <p:nvPr/>
        </p:nvGrpSpPr>
        <p:grpSpPr>
          <a:xfrm>
            <a:off x="1798763" y="3395401"/>
            <a:ext cx="376186" cy="280448"/>
            <a:chOff x="1798763" y="3395401"/>
            <a:chExt cx="376186" cy="280448"/>
          </a:xfrm>
        </p:grpSpPr>
        <p:sp>
          <p:nvSpPr>
            <p:cNvPr id="19943" name="Google Shape;19943;p47"/>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4" name="Google Shape;19944;p47"/>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5" name="Google Shape;19945;p47"/>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6" name="Google Shape;19946;p47"/>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7" name="Google Shape;19947;p47"/>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8" name="Google Shape;19948;p47"/>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9" name="Google Shape;19949;p47"/>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0" name="Google Shape;19950;p47"/>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1" name="Google Shape;19951;p47"/>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2" name="Google Shape;19952;p47"/>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3" name="Google Shape;19953;p47"/>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4" name="Google Shape;19954;p47"/>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5" name="Google Shape;19955;p47"/>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6" name="Google Shape;19956;p47"/>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7" name="Google Shape;19957;p47"/>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8" name="Google Shape;19958;p47"/>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9" name="Google Shape;19959;p47"/>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0" name="Google Shape;19960;p47"/>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1" name="Google Shape;19961;p47"/>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2" name="Google Shape;19962;p47"/>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3" name="Google Shape;19963;p47"/>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4" name="Google Shape;19964;p47"/>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5" name="Google Shape;19965;p47"/>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6" name="Google Shape;19966;p47"/>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7" name="Google Shape;19967;p47"/>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8" name="Google Shape;19968;p47"/>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9" name="Google Shape;19969;p47"/>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0" name="Google Shape;19970;p47"/>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1" name="Google Shape;19971;p47"/>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2" name="Google Shape;19972;p47"/>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3" name="Google Shape;19973;p47"/>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974" name="Google Shape;19974;p47"/>
          <p:cNvGrpSpPr/>
          <p:nvPr/>
        </p:nvGrpSpPr>
        <p:grpSpPr>
          <a:xfrm>
            <a:off x="2273307" y="3378754"/>
            <a:ext cx="375818" cy="313374"/>
            <a:chOff x="2273307" y="3378754"/>
            <a:chExt cx="375818" cy="313374"/>
          </a:xfrm>
        </p:grpSpPr>
        <p:sp>
          <p:nvSpPr>
            <p:cNvPr id="19975" name="Google Shape;19975;p47"/>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6" name="Google Shape;19976;p47"/>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7" name="Google Shape;19977;p47"/>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8" name="Google Shape;19978;p47"/>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9" name="Google Shape;19979;p47"/>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0" name="Google Shape;19980;p47"/>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1" name="Google Shape;19981;p47"/>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2" name="Google Shape;19982;p47"/>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3" name="Google Shape;19983;p47"/>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4" name="Google Shape;19984;p47"/>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5" name="Google Shape;19985;p47"/>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6" name="Google Shape;19986;p47"/>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7" name="Google Shape;19987;p47"/>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8" name="Google Shape;19988;p47"/>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9" name="Google Shape;19989;p47"/>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0" name="Google Shape;19990;p47"/>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1" name="Google Shape;19991;p47"/>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2" name="Google Shape;19992;p47"/>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3" name="Google Shape;19993;p47"/>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4" name="Google Shape;19994;p47"/>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5" name="Google Shape;19995;p47"/>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6" name="Google Shape;19996;p47"/>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7" name="Google Shape;19997;p47"/>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8" name="Google Shape;19998;p47"/>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9" name="Google Shape;19999;p47"/>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0" name="Google Shape;20000;p47"/>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1" name="Google Shape;20001;p47"/>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2" name="Google Shape;20002;p47"/>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3" name="Google Shape;20003;p47"/>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4" name="Google Shape;20004;p47"/>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5" name="Google Shape;20005;p47"/>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6" name="Google Shape;20006;p47"/>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7" name="Google Shape;20007;p47"/>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8" name="Google Shape;20008;p47"/>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9" name="Google Shape;20009;p47"/>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0" name="Google Shape;20010;p47"/>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1" name="Google Shape;20011;p47"/>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2" name="Google Shape;20012;p47"/>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3" name="Google Shape;20013;p47"/>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4" name="Google Shape;20014;p47"/>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5" name="Google Shape;20015;p47"/>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6" name="Google Shape;20016;p47"/>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7" name="Google Shape;20017;p47"/>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8" name="Google Shape;20018;p47"/>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9" name="Google Shape;20019;p47"/>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0" name="Google Shape;20020;p47"/>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1" name="Google Shape;20021;p47"/>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2" name="Google Shape;20022;p47"/>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3" name="Google Shape;20023;p47"/>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4" name="Google Shape;20024;p47"/>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5" name="Google Shape;20025;p47"/>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6" name="Google Shape;20026;p47"/>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7" name="Google Shape;20027;p47"/>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8" name="Google Shape;20028;p47"/>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9" name="Google Shape;20029;p47"/>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0" name="Google Shape;20030;p47"/>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1" name="Google Shape;20031;p47"/>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2" name="Google Shape;20032;p47"/>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3" name="Google Shape;20033;p47"/>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4" name="Google Shape;20034;p47"/>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5" name="Google Shape;20035;p47"/>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6" name="Google Shape;20036;p47"/>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7" name="Google Shape;20037;p47"/>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8" name="Google Shape;20038;p47"/>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9" name="Google Shape;20039;p47"/>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0" name="Google Shape;20040;p47"/>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1" name="Google Shape;20041;p47"/>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2" name="Google Shape;20042;p47"/>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3" name="Google Shape;20043;p47"/>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4" name="Google Shape;20044;p47"/>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5" name="Google Shape;20045;p47"/>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6" name="Google Shape;20046;p47"/>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7" name="Google Shape;20047;p47"/>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8" name="Google Shape;20048;p47"/>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9" name="Google Shape;20049;p47"/>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0" name="Google Shape;20050;p47"/>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1" name="Google Shape;20051;p47"/>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2" name="Google Shape;20052;p47"/>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3" name="Google Shape;20053;p47"/>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4" name="Google Shape;20054;p47"/>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5" name="Google Shape;20055;p47"/>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6" name="Google Shape;20056;p47"/>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7" name="Google Shape;20057;p47"/>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8" name="Google Shape;20058;p47"/>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059" name="Google Shape;20059;p47"/>
          <p:cNvGrpSpPr/>
          <p:nvPr/>
        </p:nvGrpSpPr>
        <p:grpSpPr>
          <a:xfrm>
            <a:off x="2747484" y="3359460"/>
            <a:ext cx="377705" cy="352330"/>
            <a:chOff x="2747484" y="3359460"/>
            <a:chExt cx="377705" cy="352330"/>
          </a:xfrm>
        </p:grpSpPr>
        <p:sp>
          <p:nvSpPr>
            <p:cNvPr id="20060" name="Google Shape;20060;p47"/>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1" name="Google Shape;20061;p47"/>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2" name="Google Shape;20062;p47"/>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3" name="Google Shape;20063;p47"/>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4" name="Google Shape;20064;p47"/>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5" name="Google Shape;20065;p47"/>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6" name="Google Shape;20066;p47"/>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7" name="Google Shape;20067;p47"/>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8" name="Google Shape;20068;p47"/>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9" name="Google Shape;20069;p47"/>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0" name="Google Shape;20070;p47"/>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1" name="Google Shape;20071;p47"/>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2" name="Google Shape;20072;p47"/>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3" name="Google Shape;20073;p47"/>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4" name="Google Shape;20074;p47"/>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075" name="Google Shape;20075;p47"/>
          <p:cNvGrpSpPr/>
          <p:nvPr/>
        </p:nvGrpSpPr>
        <p:grpSpPr>
          <a:xfrm>
            <a:off x="3696205" y="3371938"/>
            <a:ext cx="375792" cy="327374"/>
            <a:chOff x="3696205" y="3371938"/>
            <a:chExt cx="375792" cy="327374"/>
          </a:xfrm>
        </p:grpSpPr>
        <p:sp>
          <p:nvSpPr>
            <p:cNvPr id="20076" name="Google Shape;20076;p47"/>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7" name="Google Shape;20077;p47"/>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8" name="Google Shape;20078;p47"/>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9" name="Google Shape;20079;p47"/>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0" name="Google Shape;20080;p47"/>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1" name="Google Shape;20081;p47"/>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2" name="Google Shape;20082;p47"/>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3" name="Google Shape;20083;p47"/>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4" name="Google Shape;20084;p47"/>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5" name="Google Shape;20085;p47"/>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6" name="Google Shape;20086;p47"/>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7" name="Google Shape;20087;p47"/>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8" name="Google Shape;20088;p47"/>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9" name="Google Shape;20089;p47"/>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0" name="Google Shape;20090;p47"/>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1" name="Google Shape;20091;p47"/>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2" name="Google Shape;20092;p47"/>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3" name="Google Shape;20093;p47"/>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4" name="Google Shape;20094;p47"/>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5" name="Google Shape;20095;p47"/>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6" name="Google Shape;20096;p47"/>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7" name="Google Shape;20097;p47"/>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8" name="Google Shape;20098;p47"/>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099" name="Google Shape;20099;p47"/>
          <p:cNvGrpSpPr/>
          <p:nvPr/>
        </p:nvGrpSpPr>
        <p:grpSpPr>
          <a:xfrm>
            <a:off x="6567324" y="2436849"/>
            <a:ext cx="366722" cy="342892"/>
            <a:chOff x="6567324" y="2436849"/>
            <a:chExt cx="366722" cy="342892"/>
          </a:xfrm>
        </p:grpSpPr>
        <p:sp>
          <p:nvSpPr>
            <p:cNvPr id="20100" name="Google Shape;20100;p47"/>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1" name="Google Shape;20101;p47"/>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2" name="Google Shape;20102;p47"/>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3" name="Google Shape;20103;p47"/>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4" name="Google Shape;20104;p47"/>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5" name="Google Shape;20105;p47"/>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6" name="Google Shape;20106;p47"/>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7" name="Google Shape;20107;p47"/>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8" name="Google Shape;20108;p47"/>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9" name="Google Shape;20109;p47"/>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0" name="Google Shape;20110;p47"/>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1" name="Google Shape;20111;p47"/>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112" name="Google Shape;20112;p47"/>
          <p:cNvGrpSpPr/>
          <p:nvPr/>
        </p:nvGrpSpPr>
        <p:grpSpPr>
          <a:xfrm>
            <a:off x="4208970" y="3361347"/>
            <a:ext cx="299349" cy="348188"/>
            <a:chOff x="4208970" y="3361347"/>
            <a:chExt cx="299349" cy="348188"/>
          </a:xfrm>
        </p:grpSpPr>
        <p:sp>
          <p:nvSpPr>
            <p:cNvPr id="20113" name="Google Shape;20113;p47"/>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4" name="Google Shape;20114;p47"/>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5" name="Google Shape;20115;p47"/>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6" name="Google Shape;20116;p47"/>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7" name="Google Shape;20117;p47"/>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8" name="Google Shape;20118;p47"/>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9" name="Google Shape;20119;p47"/>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0" name="Google Shape;20120;p47"/>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1" name="Google Shape;20121;p47"/>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2" name="Google Shape;20122;p47"/>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3" name="Google Shape;20123;p47"/>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4" name="Google Shape;20124;p47"/>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5" name="Google Shape;20125;p47"/>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6" name="Google Shape;20126;p47"/>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127" name="Google Shape;20127;p47"/>
          <p:cNvGrpSpPr/>
          <p:nvPr/>
        </p:nvGrpSpPr>
        <p:grpSpPr>
          <a:xfrm>
            <a:off x="2786833" y="1512351"/>
            <a:ext cx="366721" cy="353667"/>
            <a:chOff x="2786833" y="1512351"/>
            <a:chExt cx="366721" cy="353667"/>
          </a:xfrm>
        </p:grpSpPr>
        <p:sp>
          <p:nvSpPr>
            <p:cNvPr id="20128" name="Google Shape;20128;p47"/>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9" name="Google Shape;20129;p47"/>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0" name="Google Shape;20130;p47"/>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1" name="Google Shape;20131;p47"/>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2" name="Google Shape;20132;p47"/>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3" name="Google Shape;20133;p47"/>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4" name="Google Shape;20134;p47"/>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5" name="Google Shape;20135;p47"/>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6" name="Google Shape;20136;p47"/>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7" name="Google Shape;20137;p47"/>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8" name="Google Shape;20138;p47"/>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9" name="Google Shape;20139;p47"/>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0" name="Google Shape;20140;p47"/>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1" name="Google Shape;20141;p47"/>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2" name="Google Shape;20142;p47"/>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3" name="Google Shape;20143;p47"/>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4" name="Google Shape;20144;p47"/>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5" name="Google Shape;20145;p47"/>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6" name="Google Shape;20146;p47"/>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7" name="Google Shape;20147;p47"/>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148" name="Google Shape;20148;p47"/>
          <p:cNvGrpSpPr/>
          <p:nvPr/>
        </p:nvGrpSpPr>
        <p:grpSpPr>
          <a:xfrm>
            <a:off x="1845321" y="1512744"/>
            <a:ext cx="352723" cy="353090"/>
            <a:chOff x="1845321" y="1512744"/>
            <a:chExt cx="352723" cy="353090"/>
          </a:xfrm>
        </p:grpSpPr>
        <p:sp>
          <p:nvSpPr>
            <p:cNvPr id="20149" name="Google Shape;20149;p47"/>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0" name="Google Shape;20150;p47"/>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1" name="Google Shape;20151;p47"/>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2" name="Google Shape;20152;p47"/>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3" name="Google Shape;20153;p47"/>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4" name="Google Shape;20154;p47"/>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5" name="Google Shape;20155;p47"/>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6" name="Google Shape;20156;p47"/>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7" name="Google Shape;20157;p47"/>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8" name="Google Shape;20158;p47"/>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9" name="Google Shape;20159;p47"/>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160" name="Google Shape;20160;p47"/>
          <p:cNvGrpSpPr/>
          <p:nvPr/>
        </p:nvGrpSpPr>
        <p:grpSpPr>
          <a:xfrm>
            <a:off x="3214452" y="3340533"/>
            <a:ext cx="392464" cy="389895"/>
            <a:chOff x="3214452" y="3340533"/>
            <a:chExt cx="392464" cy="389895"/>
          </a:xfrm>
        </p:grpSpPr>
        <p:sp>
          <p:nvSpPr>
            <p:cNvPr id="20161" name="Google Shape;20161;p47"/>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2" name="Google Shape;20162;p47"/>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3" name="Google Shape;20163;p47"/>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4" name="Google Shape;20164;p47"/>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5" name="Google Shape;20165;p47"/>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6" name="Google Shape;20166;p47"/>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7" name="Google Shape;20167;p47"/>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8" name="Google Shape;20168;p47"/>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9" name="Google Shape;20169;p47"/>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0" name="Google Shape;20170;p47"/>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1" name="Google Shape;20171;p47"/>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2" name="Google Shape;20172;p47"/>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3" name="Google Shape;20173;p47"/>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4" name="Google Shape;20174;p47"/>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5" name="Google Shape;20175;p47"/>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6" name="Google Shape;20176;p47"/>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7" name="Google Shape;20177;p47"/>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8" name="Google Shape;20178;p47"/>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9" name="Google Shape;20179;p47"/>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0" name="Google Shape;20180;p47"/>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1" name="Google Shape;20181;p47"/>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2" name="Google Shape;20182;p47"/>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3" name="Google Shape;20183;p47"/>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4" name="Google Shape;20184;p47"/>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5" name="Google Shape;20185;p47"/>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186" name="Google Shape;20186;p47"/>
          <p:cNvGrpSpPr/>
          <p:nvPr/>
        </p:nvGrpSpPr>
        <p:grpSpPr>
          <a:xfrm>
            <a:off x="3327229" y="1499899"/>
            <a:ext cx="234650" cy="378439"/>
            <a:chOff x="3327229" y="1499899"/>
            <a:chExt cx="234650" cy="378439"/>
          </a:xfrm>
        </p:grpSpPr>
        <p:sp>
          <p:nvSpPr>
            <p:cNvPr id="20187" name="Google Shape;20187;p47"/>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8" name="Google Shape;20188;p47"/>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9" name="Google Shape;20189;p47"/>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0" name="Google Shape;20190;p47"/>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1" name="Google Shape;20191;p47"/>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2" name="Google Shape;20192;p47"/>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3" name="Google Shape;20193;p47"/>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4" name="Google Shape;20194;p47"/>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5" name="Google Shape;20195;p47"/>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6" name="Google Shape;20196;p47"/>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7" name="Google Shape;20197;p47"/>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8" name="Google Shape;20198;p47"/>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9" name="Google Shape;20199;p47"/>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0" name="Google Shape;20200;p47"/>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1" name="Google Shape;20201;p47"/>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2" name="Google Shape;20202;p47"/>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3" name="Google Shape;20203;p47"/>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4" name="Google Shape;20204;p47"/>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5" name="Google Shape;20205;p47"/>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6" name="Google Shape;20206;p47"/>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7" name="Google Shape;20207;p47"/>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208" name="Google Shape;20208;p47"/>
          <p:cNvGrpSpPr/>
          <p:nvPr/>
        </p:nvGrpSpPr>
        <p:grpSpPr>
          <a:xfrm>
            <a:off x="3735553" y="1530151"/>
            <a:ext cx="366722" cy="317962"/>
            <a:chOff x="3735553" y="1530151"/>
            <a:chExt cx="366722" cy="317962"/>
          </a:xfrm>
        </p:grpSpPr>
        <p:sp>
          <p:nvSpPr>
            <p:cNvPr id="20209" name="Google Shape;20209;p47"/>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0" name="Google Shape;20210;p47"/>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1" name="Google Shape;20211;p47"/>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2" name="Google Shape;20212;p47"/>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3" name="Google Shape;20213;p47"/>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4" name="Google Shape;20214;p47"/>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5" name="Google Shape;20215;p47"/>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6" name="Google Shape;20216;p47"/>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7" name="Google Shape;20217;p47"/>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8" name="Google Shape;20218;p47"/>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9" name="Google Shape;20219;p47"/>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0" name="Google Shape;20220;p47"/>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221" name="Google Shape;20221;p47"/>
          <p:cNvGrpSpPr/>
          <p:nvPr/>
        </p:nvGrpSpPr>
        <p:grpSpPr>
          <a:xfrm>
            <a:off x="866322" y="2469775"/>
            <a:ext cx="379226" cy="322734"/>
            <a:chOff x="866322" y="2469775"/>
            <a:chExt cx="379226" cy="322734"/>
          </a:xfrm>
        </p:grpSpPr>
        <p:sp>
          <p:nvSpPr>
            <p:cNvPr id="20222" name="Google Shape;20222;p47"/>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3" name="Google Shape;20223;p47"/>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4" name="Google Shape;20224;p47"/>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5" name="Google Shape;20225;p47"/>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6" name="Google Shape;20226;p47"/>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7" name="Google Shape;20227;p47"/>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8" name="Google Shape;20228;p47"/>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9" name="Google Shape;20229;p47"/>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0" name="Google Shape;20230;p47"/>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1" name="Google Shape;20231;p47"/>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2" name="Google Shape;20232;p47"/>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3" name="Google Shape;20233;p47"/>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4" name="Google Shape;20234;p47"/>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5" name="Google Shape;20235;p47"/>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6" name="Google Shape;20236;p47"/>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7" name="Google Shape;20237;p47"/>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8" name="Google Shape;20238;p47"/>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9" name="Google Shape;20239;p47"/>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0" name="Google Shape;20240;p47"/>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1" name="Google Shape;20241;p47"/>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2" name="Google Shape;20242;p47"/>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3" name="Google Shape;20243;p47"/>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4" name="Google Shape;20244;p47"/>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5" name="Google Shape;20245;p47"/>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6" name="Google Shape;20246;p47"/>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7" name="Google Shape;20247;p47"/>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248" name="Google Shape;20248;p47"/>
          <p:cNvGrpSpPr/>
          <p:nvPr/>
        </p:nvGrpSpPr>
        <p:grpSpPr>
          <a:xfrm>
            <a:off x="1328387" y="2500814"/>
            <a:ext cx="404183" cy="289152"/>
            <a:chOff x="1328387" y="2500814"/>
            <a:chExt cx="404183" cy="289152"/>
          </a:xfrm>
        </p:grpSpPr>
        <p:sp>
          <p:nvSpPr>
            <p:cNvPr id="20249" name="Google Shape;20249;p47"/>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0" name="Google Shape;20250;p47"/>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1" name="Google Shape;20251;p47"/>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2" name="Google Shape;20252;p47"/>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3" name="Google Shape;20253;p47"/>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4" name="Google Shape;20254;p47"/>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5" name="Google Shape;20255;p47"/>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6" name="Google Shape;20256;p47"/>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7" name="Google Shape;20257;p47"/>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8" name="Google Shape;20258;p47"/>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9" name="Google Shape;20259;p47"/>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0" name="Google Shape;20260;p47"/>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1" name="Google Shape;20261;p47"/>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2" name="Google Shape;20262;p47"/>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3" name="Google Shape;20263;p47"/>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4" name="Google Shape;20264;p47"/>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5" name="Google Shape;20265;p47"/>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6" name="Google Shape;20266;p47"/>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7" name="Google Shape;20267;p47"/>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8" name="Google Shape;20268;p47"/>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9" name="Google Shape;20269;p47"/>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0" name="Google Shape;20270;p47"/>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1" name="Google Shape;20271;p47"/>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2" name="Google Shape;20272;p47"/>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3" name="Google Shape;20273;p47"/>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4" name="Google Shape;20274;p47"/>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5" name="Google Shape;20275;p47"/>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6" name="Google Shape;20276;p47"/>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7" name="Google Shape;20277;p47"/>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278" name="Google Shape;20278;p47"/>
          <p:cNvGrpSpPr/>
          <p:nvPr/>
        </p:nvGrpSpPr>
        <p:grpSpPr>
          <a:xfrm>
            <a:off x="1821465" y="2495702"/>
            <a:ext cx="365988" cy="270801"/>
            <a:chOff x="1821465" y="2495702"/>
            <a:chExt cx="365988" cy="270801"/>
          </a:xfrm>
        </p:grpSpPr>
        <p:sp>
          <p:nvSpPr>
            <p:cNvPr id="20279" name="Google Shape;20279;p47"/>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0" name="Google Shape;20280;p47"/>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1" name="Google Shape;20281;p47"/>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2" name="Google Shape;20282;p47"/>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3" name="Google Shape;20283;p47"/>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4" name="Google Shape;20284;p47"/>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5" name="Google Shape;20285;p47"/>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286" name="Google Shape;20286;p47"/>
          <p:cNvGrpSpPr/>
          <p:nvPr/>
        </p:nvGrpSpPr>
        <p:grpSpPr>
          <a:xfrm>
            <a:off x="3725723" y="2455776"/>
            <a:ext cx="354977" cy="351202"/>
            <a:chOff x="3725723" y="2455776"/>
            <a:chExt cx="354977" cy="351202"/>
          </a:xfrm>
        </p:grpSpPr>
        <p:sp>
          <p:nvSpPr>
            <p:cNvPr id="20287" name="Google Shape;20287;p47"/>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8" name="Google Shape;20288;p47"/>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9" name="Google Shape;20289;p47"/>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0" name="Google Shape;20290;p47"/>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1" name="Google Shape;20291;p47"/>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2" name="Google Shape;20292;p47"/>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3" name="Google Shape;20293;p47"/>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4" name="Google Shape;20294;p47"/>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5" name="Google Shape;20295;p47"/>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6" name="Google Shape;20296;p47"/>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7" name="Google Shape;20297;p47"/>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8" name="Google Shape;20298;p47"/>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9" name="Google Shape;20299;p47"/>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300" name="Google Shape;20300;p47"/>
          <p:cNvGrpSpPr/>
          <p:nvPr/>
        </p:nvGrpSpPr>
        <p:grpSpPr>
          <a:xfrm>
            <a:off x="5226165" y="1977641"/>
            <a:ext cx="230482" cy="388847"/>
            <a:chOff x="5226165" y="1977641"/>
            <a:chExt cx="230482" cy="388847"/>
          </a:xfrm>
        </p:grpSpPr>
        <p:sp>
          <p:nvSpPr>
            <p:cNvPr id="20301" name="Google Shape;20301;p47"/>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2" name="Google Shape;20302;p47"/>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3" name="Google Shape;20303;p47"/>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4" name="Google Shape;20304;p47"/>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5" name="Google Shape;20305;p47"/>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6" name="Google Shape;20306;p47"/>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7" name="Google Shape;20307;p47"/>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8" name="Google Shape;20308;p47"/>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9" name="Google Shape;20309;p47"/>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0" name="Google Shape;20310;p47"/>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1" name="Google Shape;20311;p47"/>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2" name="Google Shape;20312;p47"/>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313" name="Google Shape;20313;p47"/>
          <p:cNvGrpSpPr/>
          <p:nvPr/>
        </p:nvGrpSpPr>
        <p:grpSpPr>
          <a:xfrm>
            <a:off x="5632602" y="2025510"/>
            <a:ext cx="370130" cy="287264"/>
            <a:chOff x="5632602" y="2025510"/>
            <a:chExt cx="370130" cy="287264"/>
          </a:xfrm>
        </p:grpSpPr>
        <p:sp>
          <p:nvSpPr>
            <p:cNvPr id="20314" name="Google Shape;20314;p47"/>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5" name="Google Shape;20315;p47"/>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6" name="Google Shape;20316;p47"/>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7" name="Google Shape;20317;p47"/>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8" name="Google Shape;20318;p47"/>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9" name="Google Shape;20319;p47"/>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0" name="Google Shape;20320;p47"/>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1" name="Google Shape;20321;p47"/>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2" name="Google Shape;20322;p47"/>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3" name="Google Shape;20323;p47"/>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4" name="Google Shape;20324;p47"/>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5" name="Google Shape;20325;p47"/>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6" name="Google Shape;20326;p47"/>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7" name="Google Shape;20327;p47"/>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8" name="Google Shape;20328;p47"/>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9" name="Google Shape;20329;p47"/>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0" name="Google Shape;20330;p47"/>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1" name="Google Shape;20331;p47"/>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332" name="Google Shape;20332;p47"/>
          <p:cNvGrpSpPr/>
          <p:nvPr/>
        </p:nvGrpSpPr>
        <p:grpSpPr>
          <a:xfrm>
            <a:off x="4212378" y="2456537"/>
            <a:ext cx="331515" cy="330021"/>
            <a:chOff x="4212378" y="2456537"/>
            <a:chExt cx="331515" cy="330021"/>
          </a:xfrm>
        </p:grpSpPr>
        <p:sp>
          <p:nvSpPr>
            <p:cNvPr id="20333" name="Google Shape;20333;p47"/>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4" name="Google Shape;20334;p47"/>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5" name="Google Shape;20335;p47"/>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6" name="Google Shape;20336;p47"/>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7" name="Google Shape;20337;p47"/>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8" name="Google Shape;20338;p47"/>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9" name="Google Shape;20339;p47"/>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0" name="Google Shape;20340;p47"/>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1" name="Google Shape;20341;p47"/>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342" name="Google Shape;20342;p47"/>
          <p:cNvGrpSpPr/>
          <p:nvPr/>
        </p:nvGrpSpPr>
        <p:grpSpPr>
          <a:xfrm>
            <a:off x="6176013" y="1977825"/>
            <a:ext cx="235410" cy="347427"/>
            <a:chOff x="6176013" y="1977825"/>
            <a:chExt cx="235410" cy="347427"/>
          </a:xfrm>
        </p:grpSpPr>
        <p:sp>
          <p:nvSpPr>
            <p:cNvPr id="20343" name="Google Shape;20343;p47"/>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4" name="Google Shape;20344;p47"/>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5" name="Google Shape;20345;p47"/>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6" name="Google Shape;20346;p47"/>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7" name="Google Shape;20347;p47"/>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8" name="Google Shape;20348;p47"/>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9" name="Google Shape;20349;p47"/>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0" name="Google Shape;20350;p47"/>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1" name="Google Shape;20351;p47"/>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2" name="Google Shape;20352;p47"/>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3" name="Google Shape;20353;p47"/>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4" name="Google Shape;20354;p47"/>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5" name="Google Shape;20355;p47"/>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6" name="Google Shape;20356;p47"/>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7" name="Google Shape;20357;p47"/>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8" name="Google Shape;20358;p47"/>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9" name="Google Shape;20359;p47"/>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360" name="Google Shape;20360;p47"/>
          <p:cNvGrpSpPr/>
          <p:nvPr/>
        </p:nvGrpSpPr>
        <p:grpSpPr>
          <a:xfrm>
            <a:off x="6652077" y="1977458"/>
            <a:ext cx="235777" cy="347794"/>
            <a:chOff x="6652077" y="1977458"/>
            <a:chExt cx="235777" cy="347794"/>
          </a:xfrm>
        </p:grpSpPr>
        <p:sp>
          <p:nvSpPr>
            <p:cNvPr id="20361" name="Google Shape;20361;p47"/>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2" name="Google Shape;20362;p47"/>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3" name="Google Shape;20363;p47"/>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4" name="Google Shape;20364;p47"/>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5" name="Google Shape;20365;p47"/>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6" name="Google Shape;20366;p47"/>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7" name="Google Shape;20367;p47"/>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8" name="Google Shape;20368;p47"/>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9" name="Google Shape;20369;p47"/>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0" name="Google Shape;20370;p47"/>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1" name="Google Shape;20371;p47"/>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2" name="Google Shape;20372;p47"/>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3" name="Google Shape;20373;p47"/>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4" name="Google Shape;20374;p47"/>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5" name="Google Shape;20375;p47"/>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6" name="Google Shape;20376;p47"/>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377" name="Google Shape;20377;p47"/>
          <p:cNvGrpSpPr/>
          <p:nvPr/>
        </p:nvGrpSpPr>
        <p:grpSpPr>
          <a:xfrm>
            <a:off x="7072513" y="1997512"/>
            <a:ext cx="394352" cy="308053"/>
            <a:chOff x="7072513" y="1997512"/>
            <a:chExt cx="394352" cy="308053"/>
          </a:xfrm>
        </p:grpSpPr>
        <p:sp>
          <p:nvSpPr>
            <p:cNvPr id="20378" name="Google Shape;20378;p47"/>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9" name="Google Shape;20379;p47"/>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0" name="Google Shape;20380;p47"/>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1" name="Google Shape;20381;p47"/>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2" name="Google Shape;20382;p47"/>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3" name="Google Shape;20383;p47"/>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4" name="Google Shape;20384;p47"/>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5" name="Google Shape;20385;p47"/>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6" name="Google Shape;20386;p47"/>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7" name="Google Shape;20387;p47"/>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8" name="Google Shape;20388;p47"/>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389" name="Google Shape;20389;p47"/>
          <p:cNvGrpSpPr/>
          <p:nvPr/>
        </p:nvGrpSpPr>
        <p:grpSpPr>
          <a:xfrm>
            <a:off x="7576208" y="1977825"/>
            <a:ext cx="292534" cy="347453"/>
            <a:chOff x="7576208" y="1977825"/>
            <a:chExt cx="292534" cy="347453"/>
          </a:xfrm>
        </p:grpSpPr>
        <p:sp>
          <p:nvSpPr>
            <p:cNvPr id="20390" name="Google Shape;20390;p47"/>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1" name="Google Shape;20391;p47"/>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2" name="Google Shape;20392;p47"/>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3" name="Google Shape;20393;p47"/>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4" name="Google Shape;20394;p47"/>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5" name="Google Shape;20395;p47"/>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6" name="Google Shape;20396;p47"/>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7" name="Google Shape;20397;p47"/>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8" name="Google Shape;20398;p47"/>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9" name="Google Shape;20399;p47"/>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0" name="Google Shape;20400;p47"/>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1" name="Google Shape;20401;p47"/>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2" name="Google Shape;20402;p47"/>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403" name="Google Shape;20403;p47"/>
          <p:cNvGrpSpPr/>
          <p:nvPr/>
        </p:nvGrpSpPr>
        <p:grpSpPr>
          <a:xfrm>
            <a:off x="8023882" y="1977458"/>
            <a:ext cx="320557" cy="347794"/>
            <a:chOff x="8023882" y="1977458"/>
            <a:chExt cx="320557" cy="347794"/>
          </a:xfrm>
        </p:grpSpPr>
        <p:sp>
          <p:nvSpPr>
            <p:cNvPr id="20404" name="Google Shape;20404;p47"/>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5" name="Google Shape;20405;p47"/>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6" name="Google Shape;20406;p47"/>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7" name="Google Shape;20407;p47"/>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8" name="Google Shape;20408;p47"/>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9" name="Google Shape;20409;p47"/>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0" name="Google Shape;20410;p47"/>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1" name="Google Shape;20411;p47"/>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2" name="Google Shape;20412;p47"/>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3" name="Google Shape;20413;p47"/>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4" name="Google Shape;20414;p47"/>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5" name="Google Shape;20415;p47"/>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6" name="Google Shape;20416;p47"/>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7" name="Google Shape;20417;p47"/>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8" name="Google Shape;20418;p47"/>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9" name="Google Shape;20419;p47"/>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0" name="Google Shape;20420;p47"/>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1" name="Google Shape;20421;p47"/>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2" name="Google Shape;20422;p47"/>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3" name="Google Shape;20423;p47"/>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4" name="Google Shape;20424;p47"/>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5" name="Google Shape;20425;p47"/>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6" name="Google Shape;20426;p47"/>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7" name="Google Shape;20427;p47"/>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8" name="Google Shape;20428;p47"/>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9" name="Google Shape;20429;p47"/>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0" name="Google Shape;20430;p47"/>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1" name="Google Shape;20431;p47"/>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2" name="Google Shape;20432;p47"/>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3" name="Google Shape;20433;p47"/>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4" name="Google Shape;20434;p47"/>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5" name="Google Shape;20435;p47"/>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6" name="Google Shape;20436;p47"/>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7" name="Google Shape;20437;p47"/>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8" name="Google Shape;20438;p47"/>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9" name="Google Shape;20439;p47"/>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0" name="Google Shape;20440;p47"/>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1" name="Google Shape;20441;p47"/>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2" name="Google Shape;20442;p47"/>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3" name="Google Shape;20443;p47"/>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444" name="Google Shape;20444;p47"/>
          <p:cNvGrpSpPr/>
          <p:nvPr/>
        </p:nvGrpSpPr>
        <p:grpSpPr>
          <a:xfrm>
            <a:off x="5627674" y="2444819"/>
            <a:ext cx="345147" cy="342630"/>
            <a:chOff x="5627674" y="2444819"/>
            <a:chExt cx="345147" cy="342630"/>
          </a:xfrm>
        </p:grpSpPr>
        <p:sp>
          <p:nvSpPr>
            <p:cNvPr id="20445" name="Google Shape;20445;p47"/>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6" name="Google Shape;20446;p47"/>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7" name="Google Shape;20447;p47"/>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8" name="Google Shape;20448;p47"/>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9" name="Google Shape;20449;p47"/>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450" name="Google Shape;20450;p47"/>
          <p:cNvGrpSpPr/>
          <p:nvPr/>
        </p:nvGrpSpPr>
        <p:grpSpPr>
          <a:xfrm>
            <a:off x="4653996" y="2440257"/>
            <a:ext cx="396607" cy="348555"/>
            <a:chOff x="4653996" y="2440257"/>
            <a:chExt cx="396607" cy="348555"/>
          </a:xfrm>
        </p:grpSpPr>
        <p:sp>
          <p:nvSpPr>
            <p:cNvPr id="20451" name="Google Shape;20451;p47"/>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2" name="Google Shape;20452;p47"/>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3" name="Google Shape;20453;p47"/>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4" name="Google Shape;20454;p47"/>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5" name="Google Shape;20455;p47"/>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6" name="Google Shape;20456;p47"/>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7" name="Google Shape;20457;p47"/>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8" name="Google Shape;20458;p47"/>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9" name="Google Shape;20459;p47"/>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0" name="Google Shape;20460;p47"/>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1" name="Google Shape;20461;p47"/>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2" name="Google Shape;20462;p47"/>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3" name="Google Shape;20463;p47"/>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4" name="Google Shape;20464;p47"/>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5" name="Google Shape;20465;p47"/>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6" name="Google Shape;20466;p47"/>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7" name="Google Shape;20467;p47"/>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8" name="Google Shape;20468;p47"/>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469" name="Google Shape;20469;p47"/>
          <p:cNvGrpSpPr/>
          <p:nvPr/>
        </p:nvGrpSpPr>
        <p:grpSpPr>
          <a:xfrm>
            <a:off x="1854391" y="2895140"/>
            <a:ext cx="301630" cy="374271"/>
            <a:chOff x="1854391" y="2895140"/>
            <a:chExt cx="301630" cy="374271"/>
          </a:xfrm>
        </p:grpSpPr>
        <p:sp>
          <p:nvSpPr>
            <p:cNvPr id="20470" name="Google Shape;20470;p47"/>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1" name="Google Shape;20471;p47"/>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2" name="Google Shape;20472;p47"/>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3" name="Google Shape;20473;p47"/>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4" name="Google Shape;20474;p47"/>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5" name="Google Shape;20475;p47"/>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6" name="Google Shape;20476;p47"/>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7" name="Google Shape;20477;p47"/>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8" name="Google Shape;20478;p47"/>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9" name="Google Shape;20479;p47"/>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0" name="Google Shape;20480;p47"/>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1" name="Google Shape;20481;p47"/>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2" name="Google Shape;20482;p47"/>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3" name="Google Shape;20483;p47"/>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4" name="Google Shape;20484;p47"/>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5" name="Google Shape;20485;p47"/>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6" name="Google Shape;20486;p47"/>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7" name="Google Shape;20487;p47"/>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8" name="Google Shape;20488;p47"/>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9" name="Google Shape;20489;p47"/>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0" name="Google Shape;20490;p47"/>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1" name="Google Shape;20491;p47"/>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2" name="Google Shape;20492;p47"/>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3" name="Google Shape;20493;p47"/>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4" name="Google Shape;20494;p47"/>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5" name="Google Shape;20495;p47"/>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6" name="Google Shape;20496;p47"/>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7" name="Google Shape;20497;p47"/>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8" name="Google Shape;20498;p47"/>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9" name="Google Shape;20499;p47"/>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0" name="Google Shape;20500;p47"/>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1" name="Google Shape;20501;p47"/>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2" name="Google Shape;20502;p47"/>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3" name="Google Shape;20503;p47"/>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4" name="Google Shape;20504;p47"/>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5" name="Google Shape;20505;p47"/>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6" name="Google Shape;20506;p47"/>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7" name="Google Shape;20507;p47"/>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8" name="Google Shape;20508;p47"/>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9" name="Google Shape;20509;p47"/>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0" name="Google Shape;20510;p47"/>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1" name="Google Shape;20511;p47"/>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2" name="Google Shape;20512;p47"/>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3" name="Google Shape;20513;p47"/>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4" name="Google Shape;20514;p47"/>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5" name="Google Shape;20515;p47"/>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6" name="Google Shape;20516;p47"/>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7" name="Google Shape;20517;p47"/>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8" name="Google Shape;20518;p47"/>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19" name="Google Shape;20519;p47"/>
          <p:cNvGrpSpPr/>
          <p:nvPr/>
        </p:nvGrpSpPr>
        <p:grpSpPr>
          <a:xfrm>
            <a:off x="5172817" y="2438370"/>
            <a:ext cx="289519" cy="357651"/>
            <a:chOff x="5172817" y="2438370"/>
            <a:chExt cx="289519" cy="357651"/>
          </a:xfrm>
        </p:grpSpPr>
        <p:sp>
          <p:nvSpPr>
            <p:cNvPr id="20520" name="Google Shape;20520;p47"/>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1" name="Google Shape;20521;p47"/>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2" name="Google Shape;20522;p47"/>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3" name="Google Shape;20523;p47"/>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4" name="Google Shape;20524;p47"/>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5" name="Google Shape;20525;p47"/>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6" name="Google Shape;20526;p47"/>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7" name="Google Shape;20527;p47"/>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8" name="Google Shape;20528;p47"/>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9" name="Google Shape;20529;p47"/>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0" name="Google Shape;20530;p47"/>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31" name="Google Shape;20531;p47"/>
          <p:cNvGrpSpPr/>
          <p:nvPr/>
        </p:nvGrpSpPr>
        <p:grpSpPr>
          <a:xfrm>
            <a:off x="3234506" y="2484534"/>
            <a:ext cx="388297" cy="293320"/>
            <a:chOff x="3234506" y="2484534"/>
            <a:chExt cx="388297" cy="293320"/>
          </a:xfrm>
        </p:grpSpPr>
        <p:sp>
          <p:nvSpPr>
            <p:cNvPr id="20532" name="Google Shape;20532;p47"/>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3" name="Google Shape;20533;p47"/>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4" name="Google Shape;20534;p47"/>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5" name="Google Shape;20535;p47"/>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6" name="Google Shape;20536;p47"/>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7" name="Google Shape;20537;p47"/>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8" name="Google Shape;20538;p47"/>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9" name="Google Shape;20539;p47"/>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0" name="Google Shape;20540;p47"/>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1" name="Google Shape;20541;p47"/>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2" name="Google Shape;20542;p47"/>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3" name="Google Shape;20543;p47"/>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4" name="Google Shape;20544;p47"/>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5" name="Google Shape;20545;p47"/>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6" name="Google Shape;20546;p47"/>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7" name="Google Shape;20547;p47"/>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48" name="Google Shape;20548;p47"/>
          <p:cNvGrpSpPr/>
          <p:nvPr/>
        </p:nvGrpSpPr>
        <p:grpSpPr>
          <a:xfrm>
            <a:off x="6065149" y="3367036"/>
            <a:ext cx="362554" cy="356498"/>
            <a:chOff x="6065149" y="3367036"/>
            <a:chExt cx="362554" cy="356498"/>
          </a:xfrm>
        </p:grpSpPr>
        <p:sp>
          <p:nvSpPr>
            <p:cNvPr id="20549" name="Google Shape;20549;p47"/>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0" name="Google Shape;20550;p47"/>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1" name="Google Shape;20551;p47"/>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2" name="Google Shape;20552;p47"/>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3" name="Google Shape;20553;p47"/>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54" name="Google Shape;20554;p47"/>
          <p:cNvGrpSpPr/>
          <p:nvPr/>
        </p:nvGrpSpPr>
        <p:grpSpPr>
          <a:xfrm>
            <a:off x="6540821" y="3367036"/>
            <a:ext cx="362553" cy="356498"/>
            <a:chOff x="6540821" y="3367036"/>
            <a:chExt cx="362553" cy="356498"/>
          </a:xfrm>
        </p:grpSpPr>
        <p:sp>
          <p:nvSpPr>
            <p:cNvPr id="20555" name="Google Shape;20555;p47"/>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6" name="Google Shape;20556;p47"/>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7" name="Google Shape;20557;p47"/>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8" name="Google Shape;20558;p47"/>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9" name="Google Shape;20559;p47"/>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0" name="Google Shape;20560;p47"/>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1" name="Google Shape;20561;p47"/>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62" name="Google Shape;20562;p47"/>
          <p:cNvGrpSpPr/>
          <p:nvPr/>
        </p:nvGrpSpPr>
        <p:grpSpPr>
          <a:xfrm>
            <a:off x="2302458" y="2474704"/>
            <a:ext cx="354479" cy="312561"/>
            <a:chOff x="2302458" y="2474704"/>
            <a:chExt cx="354479" cy="312561"/>
          </a:xfrm>
        </p:grpSpPr>
        <p:sp>
          <p:nvSpPr>
            <p:cNvPr id="20563" name="Google Shape;20563;p47"/>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4" name="Google Shape;20564;p47"/>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5" name="Google Shape;20565;p47"/>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6" name="Google Shape;20566;p47"/>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7" name="Google Shape;20567;p47"/>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8" name="Google Shape;20568;p47"/>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9" name="Google Shape;20569;p47"/>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0" name="Google Shape;20570;p47"/>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1" name="Google Shape;20571;p47"/>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2" name="Google Shape;20572;p47"/>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3" name="Google Shape;20573;p47"/>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4" name="Google Shape;20574;p47"/>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75" name="Google Shape;20575;p47"/>
          <p:cNvGrpSpPr/>
          <p:nvPr/>
        </p:nvGrpSpPr>
        <p:grpSpPr>
          <a:xfrm>
            <a:off x="2831110" y="2442538"/>
            <a:ext cx="246001" cy="348922"/>
            <a:chOff x="2831110" y="2442538"/>
            <a:chExt cx="246001" cy="348922"/>
          </a:xfrm>
        </p:grpSpPr>
        <p:sp>
          <p:nvSpPr>
            <p:cNvPr id="20576" name="Google Shape;20576;p47"/>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7" name="Google Shape;20577;p47"/>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8" name="Google Shape;20578;p47"/>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9" name="Google Shape;20579;p47"/>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0" name="Google Shape;20580;p47"/>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1" name="Google Shape;20581;p47"/>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2" name="Google Shape;20582;p47"/>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3" name="Google Shape;20583;p47"/>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4" name="Google Shape;20584;p47"/>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5" name="Google Shape;20585;p47"/>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6" name="Google Shape;20586;p47"/>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7" name="Google Shape;20587;p47"/>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8" name="Google Shape;20588;p47"/>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9" name="Google Shape;20589;p47"/>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90" name="Google Shape;20590;p47"/>
          <p:cNvGrpSpPr/>
          <p:nvPr/>
        </p:nvGrpSpPr>
        <p:grpSpPr>
          <a:xfrm>
            <a:off x="7016492" y="3367036"/>
            <a:ext cx="362946" cy="356498"/>
            <a:chOff x="7016492" y="3367036"/>
            <a:chExt cx="362946" cy="356498"/>
          </a:xfrm>
        </p:grpSpPr>
        <p:sp>
          <p:nvSpPr>
            <p:cNvPr id="20591" name="Google Shape;20591;p47"/>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2" name="Google Shape;20592;p47"/>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3" name="Google Shape;20593;p47"/>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4" name="Google Shape;20594;p47"/>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5" name="Google Shape;20595;p47"/>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6" name="Google Shape;20596;p47"/>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97" name="Google Shape;20597;p47"/>
          <p:cNvGrpSpPr/>
          <p:nvPr/>
        </p:nvGrpSpPr>
        <p:grpSpPr>
          <a:xfrm>
            <a:off x="3486106" y="3817357"/>
            <a:ext cx="363313" cy="356576"/>
            <a:chOff x="3763184" y="3817357"/>
            <a:chExt cx="363313" cy="356576"/>
          </a:xfrm>
        </p:grpSpPr>
        <p:sp>
          <p:nvSpPr>
            <p:cNvPr id="20598" name="Google Shape;20598;p4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9" name="Google Shape;20599;p4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0" name="Google Shape;20600;p4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1" name="Google Shape;20601;p4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2" name="Google Shape;20602;p4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03" name="Google Shape;20603;p47"/>
          <p:cNvGrpSpPr/>
          <p:nvPr/>
        </p:nvGrpSpPr>
        <p:grpSpPr>
          <a:xfrm>
            <a:off x="4831774" y="3817357"/>
            <a:ext cx="362947" cy="356576"/>
            <a:chOff x="5108852" y="3817357"/>
            <a:chExt cx="362947" cy="356576"/>
          </a:xfrm>
        </p:grpSpPr>
        <p:sp>
          <p:nvSpPr>
            <p:cNvPr id="20604" name="Google Shape;20604;p47"/>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5" name="Google Shape;20605;p47"/>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6" name="Google Shape;20606;p47"/>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7" name="Google Shape;20607;p47"/>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08" name="Google Shape;20608;p47"/>
          <p:cNvGrpSpPr/>
          <p:nvPr/>
        </p:nvGrpSpPr>
        <p:grpSpPr>
          <a:xfrm>
            <a:off x="5728642" y="3817357"/>
            <a:ext cx="362947" cy="356576"/>
            <a:chOff x="6005720" y="3817357"/>
            <a:chExt cx="362947" cy="356576"/>
          </a:xfrm>
        </p:grpSpPr>
        <p:sp>
          <p:nvSpPr>
            <p:cNvPr id="20609" name="Google Shape;20609;p47"/>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0" name="Google Shape;20610;p47"/>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1" name="Google Shape;20611;p47"/>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2" name="Google Shape;20612;p47"/>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13" name="Google Shape;20613;p47"/>
          <p:cNvGrpSpPr/>
          <p:nvPr/>
        </p:nvGrpSpPr>
        <p:grpSpPr>
          <a:xfrm>
            <a:off x="5589452" y="3367036"/>
            <a:ext cx="362579" cy="356498"/>
            <a:chOff x="5589452" y="3367036"/>
            <a:chExt cx="362579" cy="356498"/>
          </a:xfrm>
        </p:grpSpPr>
        <p:sp>
          <p:nvSpPr>
            <p:cNvPr id="20614" name="Google Shape;20614;p47"/>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5" name="Google Shape;20615;p47"/>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6" name="Google Shape;20616;p47"/>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17" name="Google Shape;20617;p47"/>
          <p:cNvGrpSpPr/>
          <p:nvPr/>
        </p:nvGrpSpPr>
        <p:grpSpPr>
          <a:xfrm>
            <a:off x="3934907" y="3817357"/>
            <a:ext cx="362946" cy="356576"/>
            <a:chOff x="4211985" y="3817357"/>
            <a:chExt cx="362946" cy="356576"/>
          </a:xfrm>
        </p:grpSpPr>
        <p:sp>
          <p:nvSpPr>
            <p:cNvPr id="20618" name="Google Shape;20618;p47"/>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9" name="Google Shape;20619;p47"/>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0" name="Google Shape;20620;p47"/>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21" name="Google Shape;20621;p47"/>
          <p:cNvGrpSpPr/>
          <p:nvPr/>
        </p:nvGrpSpPr>
        <p:grpSpPr>
          <a:xfrm>
            <a:off x="7488021" y="3362475"/>
            <a:ext cx="372018" cy="365621"/>
            <a:chOff x="7488021" y="3362475"/>
            <a:chExt cx="372018" cy="365621"/>
          </a:xfrm>
        </p:grpSpPr>
        <p:sp>
          <p:nvSpPr>
            <p:cNvPr id="20622" name="Google Shape;20622;p47"/>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3" name="Google Shape;20623;p47"/>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4" name="Google Shape;20624;p47"/>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5" name="Google Shape;20625;p47"/>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6" name="Google Shape;20626;p47"/>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7" name="Google Shape;20627;p47"/>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8" name="Google Shape;20628;p47"/>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9" name="Google Shape;20629;p47"/>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0" name="Google Shape;20630;p47"/>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1" name="Google Shape;20631;p47"/>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32" name="Google Shape;20632;p47"/>
          <p:cNvGrpSpPr/>
          <p:nvPr/>
        </p:nvGrpSpPr>
        <p:grpSpPr>
          <a:xfrm>
            <a:off x="5113781" y="3367036"/>
            <a:ext cx="362553" cy="356498"/>
            <a:chOff x="5113781" y="3367036"/>
            <a:chExt cx="362553" cy="356498"/>
          </a:xfrm>
        </p:grpSpPr>
        <p:sp>
          <p:nvSpPr>
            <p:cNvPr id="20633" name="Google Shape;20633;p47"/>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4" name="Google Shape;20634;p47"/>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635" name="Google Shape;20635;p47"/>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636" name="Google Shape;20636;p47"/>
          <p:cNvGrpSpPr/>
          <p:nvPr/>
        </p:nvGrpSpPr>
        <p:grpSpPr>
          <a:xfrm>
            <a:off x="7968621" y="3365489"/>
            <a:ext cx="375818" cy="357652"/>
            <a:chOff x="7968621" y="3365489"/>
            <a:chExt cx="375818" cy="357652"/>
          </a:xfrm>
        </p:grpSpPr>
        <p:sp>
          <p:nvSpPr>
            <p:cNvPr id="20637" name="Google Shape;20637;p47"/>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8" name="Google Shape;20638;p47"/>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9" name="Google Shape;20639;p47"/>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0" name="Google Shape;20640;p47"/>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1" name="Google Shape;20641;p47"/>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2" name="Google Shape;20642;p47"/>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3" name="Google Shape;20643;p47"/>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4" name="Google Shape;20644;p47"/>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5" name="Google Shape;20645;p47"/>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6" name="Google Shape;20646;p47"/>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7" name="Google Shape;20647;p47"/>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8" name="Google Shape;20648;p47"/>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49" name="Google Shape;20649;p47"/>
          <p:cNvGrpSpPr/>
          <p:nvPr/>
        </p:nvGrpSpPr>
        <p:grpSpPr>
          <a:xfrm>
            <a:off x="3037672" y="3817357"/>
            <a:ext cx="362921" cy="356865"/>
            <a:chOff x="3314750" y="3817357"/>
            <a:chExt cx="362921" cy="356865"/>
          </a:xfrm>
        </p:grpSpPr>
        <p:grpSp>
          <p:nvGrpSpPr>
            <p:cNvPr id="20650" name="Google Shape;20650;p47"/>
            <p:cNvGrpSpPr/>
            <p:nvPr/>
          </p:nvGrpSpPr>
          <p:grpSpPr>
            <a:xfrm>
              <a:off x="3314750" y="3817357"/>
              <a:ext cx="362921" cy="356865"/>
              <a:chOff x="3314750" y="3817357"/>
              <a:chExt cx="362921" cy="356865"/>
            </a:xfrm>
          </p:grpSpPr>
          <p:sp>
            <p:nvSpPr>
              <p:cNvPr id="20651" name="Google Shape;20651;p4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2" name="Google Shape;20652;p4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53" name="Google Shape;20653;p47"/>
            <p:cNvGrpSpPr/>
            <p:nvPr/>
          </p:nvGrpSpPr>
          <p:grpSpPr>
            <a:xfrm>
              <a:off x="3394986" y="3894612"/>
              <a:ext cx="202339" cy="202323"/>
              <a:chOff x="935197" y="1793977"/>
              <a:chExt cx="256451" cy="256430"/>
            </a:xfrm>
          </p:grpSpPr>
          <p:sp>
            <p:nvSpPr>
              <p:cNvPr id="20654" name="Google Shape;20654;p4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5" name="Google Shape;20655;p4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0656" name="Google Shape;20656;p47"/>
          <p:cNvGrpSpPr/>
          <p:nvPr/>
        </p:nvGrpSpPr>
        <p:grpSpPr>
          <a:xfrm>
            <a:off x="5280208" y="3817357"/>
            <a:ext cx="362947" cy="356576"/>
            <a:chOff x="5557286" y="3817357"/>
            <a:chExt cx="362947" cy="356576"/>
          </a:xfrm>
        </p:grpSpPr>
        <p:grpSp>
          <p:nvGrpSpPr>
            <p:cNvPr id="20657" name="Google Shape;20657;p47"/>
            <p:cNvGrpSpPr/>
            <p:nvPr/>
          </p:nvGrpSpPr>
          <p:grpSpPr>
            <a:xfrm>
              <a:off x="5557286" y="3817357"/>
              <a:ext cx="362947" cy="356576"/>
              <a:chOff x="5557286" y="3817357"/>
              <a:chExt cx="362947" cy="356576"/>
            </a:xfrm>
          </p:grpSpPr>
          <p:sp>
            <p:nvSpPr>
              <p:cNvPr id="20658" name="Google Shape;20658;p47"/>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9" name="Google Shape;20659;p47"/>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0" name="Google Shape;20660;p47"/>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661" name="Google Shape;20661;p47"/>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62" name="Google Shape;20662;p47"/>
          <p:cNvGrpSpPr/>
          <p:nvPr/>
        </p:nvGrpSpPr>
        <p:grpSpPr>
          <a:xfrm>
            <a:off x="2589238" y="3817357"/>
            <a:ext cx="362920" cy="356866"/>
            <a:chOff x="2866317" y="3817357"/>
            <a:chExt cx="362920" cy="356866"/>
          </a:xfrm>
        </p:grpSpPr>
        <p:sp>
          <p:nvSpPr>
            <p:cNvPr id="20663" name="Google Shape;20663;p4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4" name="Google Shape;20664;p4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5" name="Google Shape;20665;p4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66" name="Google Shape;20666;p47"/>
          <p:cNvGrpSpPr/>
          <p:nvPr/>
        </p:nvGrpSpPr>
        <p:grpSpPr>
          <a:xfrm>
            <a:off x="4383341" y="3817357"/>
            <a:ext cx="362946" cy="356576"/>
            <a:chOff x="4660419" y="3817357"/>
            <a:chExt cx="362946" cy="356576"/>
          </a:xfrm>
        </p:grpSpPr>
        <p:grpSp>
          <p:nvGrpSpPr>
            <p:cNvPr id="20667" name="Google Shape;20667;p47"/>
            <p:cNvGrpSpPr/>
            <p:nvPr/>
          </p:nvGrpSpPr>
          <p:grpSpPr>
            <a:xfrm>
              <a:off x="4660419" y="3817357"/>
              <a:ext cx="362946" cy="356576"/>
              <a:chOff x="4660419" y="3817357"/>
              <a:chExt cx="362946" cy="356576"/>
            </a:xfrm>
          </p:grpSpPr>
          <p:sp>
            <p:nvSpPr>
              <p:cNvPr id="20668" name="Google Shape;20668;p47"/>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9" name="Google Shape;20669;p47"/>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70" name="Google Shape;20670;p47"/>
            <p:cNvGrpSpPr/>
            <p:nvPr/>
          </p:nvGrpSpPr>
          <p:grpSpPr>
            <a:xfrm>
              <a:off x="4694459" y="3856408"/>
              <a:ext cx="282308" cy="265356"/>
              <a:chOff x="4690600" y="3853050"/>
              <a:chExt cx="289488" cy="272132"/>
            </a:xfrm>
          </p:grpSpPr>
          <p:sp>
            <p:nvSpPr>
              <p:cNvPr id="20671" name="Google Shape;20671;p47"/>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2" name="Google Shape;20672;p47"/>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0673" name="Google Shape;20673;p47"/>
          <p:cNvGrpSpPr/>
          <p:nvPr/>
        </p:nvGrpSpPr>
        <p:grpSpPr>
          <a:xfrm>
            <a:off x="6184880" y="3813323"/>
            <a:ext cx="369882" cy="364325"/>
            <a:chOff x="1190200" y="238125"/>
            <a:chExt cx="5306766" cy="5212083"/>
          </a:xfrm>
        </p:grpSpPr>
        <p:grpSp>
          <p:nvGrpSpPr>
            <p:cNvPr id="20674" name="Google Shape;20674;p47"/>
            <p:cNvGrpSpPr/>
            <p:nvPr/>
          </p:nvGrpSpPr>
          <p:grpSpPr>
            <a:xfrm>
              <a:off x="1190200" y="238125"/>
              <a:ext cx="5212075" cy="5212075"/>
              <a:chOff x="1190200" y="238125"/>
              <a:chExt cx="5212075" cy="5212075"/>
            </a:xfrm>
          </p:grpSpPr>
          <p:sp>
            <p:nvSpPr>
              <p:cNvPr id="20675" name="Google Shape;20675;p47"/>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6" name="Google Shape;20676;p47"/>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677" name="Google Shape;20677;p47"/>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678" name="Google Shape;20678;p47"/>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SEO &amp; Marketing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682" name="Shape 20682"/>
        <p:cNvGrpSpPr/>
        <p:nvPr/>
      </p:nvGrpSpPr>
      <p:grpSpPr>
        <a:xfrm>
          <a:off x="0" y="0"/>
          <a:ext cx="0" cy="0"/>
          <a:chOff x="0" y="0"/>
          <a:chExt cx="0" cy="0"/>
        </a:xfrm>
      </p:grpSpPr>
      <p:pic>
        <p:nvPicPr>
          <p:cNvPr id="20683" name="Google Shape;20683;p48">
            <a:hlinkClick r:id="rId3"/>
          </p:cNvPr>
          <p:cNvPicPr preferRelativeResize="0"/>
          <p:nvPr/>
        </p:nvPicPr>
        <p:blipFill rotWithShape="1">
          <a:blip r:embed="rId4">
            <a:alphaModFix/>
          </a:blip>
          <a:srcRect b="0" l="0" r="0" t="0"/>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 Computer Science Degree for College by Slidesgo">
  <a:themeElements>
    <a:clrScheme name="Simple Light">
      <a:dk1>
        <a:srgbClr val="000000"/>
      </a:dk1>
      <a:lt1>
        <a:srgbClr val="FFFFFF"/>
      </a:lt1>
      <a:dk2>
        <a:srgbClr val="ECE5B4"/>
      </a:dk2>
      <a:lt2>
        <a:srgbClr val="F673A9"/>
      </a:lt2>
      <a:accent1>
        <a:srgbClr val="D899B3"/>
      </a:accent1>
      <a:accent2>
        <a:srgbClr val="9A4496"/>
      </a:accent2>
      <a:accent3>
        <a:srgbClr val="7EC8D4"/>
      </a:accent3>
      <a:accent4>
        <a:srgbClr val="6AA4D6"/>
      </a:accent4>
      <a:accent5>
        <a:srgbClr val="06467E"/>
      </a:accent5>
      <a:accent6>
        <a:srgbClr val="2F2B1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